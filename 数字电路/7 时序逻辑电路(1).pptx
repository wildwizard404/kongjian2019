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3" r:id="rId1"/>
  </p:sldMasterIdLst>
  <p:notesMasterIdLst>
    <p:notesMasterId r:id="rId50"/>
  </p:notesMasterIdLst>
  <p:sldIdLst>
    <p:sldId id="381" r:id="rId2"/>
    <p:sldId id="466" r:id="rId3"/>
    <p:sldId id="542" r:id="rId4"/>
    <p:sldId id="566" r:id="rId5"/>
    <p:sldId id="567" r:id="rId6"/>
    <p:sldId id="543" r:id="rId7"/>
    <p:sldId id="568" r:id="rId8"/>
    <p:sldId id="569" r:id="rId9"/>
    <p:sldId id="571" r:id="rId10"/>
    <p:sldId id="572" r:id="rId11"/>
    <p:sldId id="574" r:id="rId12"/>
    <p:sldId id="575" r:id="rId13"/>
    <p:sldId id="573" r:id="rId14"/>
    <p:sldId id="576" r:id="rId15"/>
    <p:sldId id="570" r:id="rId16"/>
    <p:sldId id="577" r:id="rId17"/>
    <p:sldId id="579" r:id="rId18"/>
    <p:sldId id="580" r:id="rId19"/>
    <p:sldId id="578" r:id="rId20"/>
    <p:sldId id="581" r:id="rId21"/>
    <p:sldId id="582" r:id="rId22"/>
    <p:sldId id="583" r:id="rId23"/>
    <p:sldId id="584" r:id="rId24"/>
    <p:sldId id="585" r:id="rId25"/>
    <p:sldId id="586" r:id="rId26"/>
    <p:sldId id="587" r:id="rId27"/>
    <p:sldId id="588" r:id="rId28"/>
    <p:sldId id="589" r:id="rId29"/>
    <p:sldId id="590" r:id="rId30"/>
    <p:sldId id="591" r:id="rId31"/>
    <p:sldId id="592" r:id="rId32"/>
    <p:sldId id="593" r:id="rId33"/>
    <p:sldId id="594" r:id="rId34"/>
    <p:sldId id="595" r:id="rId35"/>
    <p:sldId id="596" r:id="rId36"/>
    <p:sldId id="602" r:id="rId37"/>
    <p:sldId id="597" r:id="rId38"/>
    <p:sldId id="598" r:id="rId39"/>
    <p:sldId id="599" r:id="rId40"/>
    <p:sldId id="600" r:id="rId41"/>
    <p:sldId id="601" r:id="rId42"/>
    <p:sldId id="603" r:id="rId43"/>
    <p:sldId id="604" r:id="rId44"/>
    <p:sldId id="605" r:id="rId45"/>
    <p:sldId id="606" r:id="rId46"/>
    <p:sldId id="607" r:id="rId47"/>
    <p:sldId id="608" r:id="rId48"/>
    <p:sldId id="609" r:id="rId4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08F8"/>
    <a:srgbClr val="9090F4"/>
    <a:srgbClr val="FFFF00"/>
    <a:srgbClr val="F6F000"/>
    <a:srgbClr val="CC9900"/>
    <a:srgbClr val="FF33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86055" autoAdjust="0"/>
  </p:normalViewPr>
  <p:slideViewPr>
    <p:cSldViewPr snapToGrid="0">
      <p:cViewPr varScale="1">
        <p:scale>
          <a:sx n="74" d="100"/>
          <a:sy n="74" d="100"/>
        </p:scale>
        <p:origin x="165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3D59459-3A90-4E50-935D-8A047B3B10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576579-CAA5-408C-8B0E-042381D41AD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AF0DD12-6D0B-434E-AEAE-27A0808CBFDE}" type="datetimeFigureOut">
              <a:rPr lang="zh-CN" altLang="en-US"/>
              <a:pPr>
                <a:defRPr/>
              </a:pPr>
              <a:t>2019/11/27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228F404-B07E-4F48-B153-584E72C0D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0201B93C-7BC2-434C-968A-AAA6D646C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6A6D66-E3AC-4DFF-9499-3E7591069F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3A8B5-1BE7-4E34-8BB4-5D8175BB7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B33CE97-CE35-493D-9476-D12D3F712B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8857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910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540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645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E64B3B62-5DCE-4A42-A0FB-B7FAF054806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3045" y="3174576"/>
            <a:ext cx="8446717" cy="45719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58715" y="2466906"/>
            <a:ext cx="7426569" cy="69536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63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219994" y="3445937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DD6750F8-FE5B-4AAF-AB86-B6AAAC40B4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9640" y="937607"/>
            <a:ext cx="3571387" cy="45719"/>
          </a:xfrm>
          <a:prstGeom prst="rect">
            <a:avLst/>
          </a:prstGeom>
          <a:gradFill rotWithShape="0">
            <a:gsLst>
              <a:gs pos="87000">
                <a:schemeClr val="bg2"/>
              </a:gs>
              <a:gs pos="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  <p:pic>
        <p:nvPicPr>
          <p:cNvPr id="2050" name="Picture 2" descr="https://timgsa.baidu.com/timg?image&amp;quality=80&amp;size=b9999_10000&amp;sec=1513061652214&amp;di=0dbe8ba562ebf8b0aac6fc468b7851b5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2DA67216-37D7-4C69-A2CE-B9CD4F7AB6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92" b="35641"/>
          <a:stretch/>
        </p:blipFill>
        <p:spPr bwMode="auto">
          <a:xfrm>
            <a:off x="372005" y="275048"/>
            <a:ext cx="3389022" cy="67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245184"/>
      </p:ext>
    </p:extLst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7161" y="309671"/>
            <a:ext cx="6954715" cy="588136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6523" y="984738"/>
            <a:ext cx="8563708" cy="5375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C01E0D4-4280-4C64-8793-7E6B1B7F2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3273F16-BE22-4912-8CC3-17915B73E1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222737" y="6478561"/>
            <a:ext cx="902677" cy="338407"/>
          </a:xfrm>
          <a:prstGeom prst="rect">
            <a:avLst/>
          </a:prstGeom>
          <a:ln/>
        </p:spPr>
        <p:txBody>
          <a:bodyPr/>
          <a:lstStyle>
            <a:lvl1pPr>
              <a:defRPr sz="1800" b="1">
                <a:solidFill>
                  <a:srgbClr val="1F08F8"/>
                </a:solidFill>
              </a:defRPr>
            </a:lvl1pPr>
          </a:lstStyle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04400382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12F6F2E6-03C8-4A9F-B35A-01BD986C35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3770" y="6459605"/>
            <a:ext cx="518747" cy="33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pic>
        <p:nvPicPr>
          <p:cNvPr id="12" name="Picture 4" descr="https://timgsa.baidu.com/timg?image&amp;quality=80&amp;size=b9999_10000&amp;sec=1513060306437&amp;di=30658f392e20939a542ddf602e2badff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AFC2CF9D-AB67-4B63-9B45-B7CE43C6A68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40974" b="38513"/>
          <a:stretch/>
        </p:blipFill>
        <p:spPr bwMode="auto">
          <a:xfrm>
            <a:off x="7640514" y="95243"/>
            <a:ext cx="1415562" cy="2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874293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9788" y="1455006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40642" y="1432904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AD8B827-6413-4C25-8DA1-80CBDD262C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70B3030-B043-4F47-9B26-F954C99460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A423450-2CBE-4B62-AE41-DD58522F51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fld id="{F4C1C56C-149B-47FD-93E1-25EA40A550F8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4072281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6104" y="265475"/>
            <a:ext cx="6961256" cy="8239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3523" y="127671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523" y="2100631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32435" y="127671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32435" y="2100631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E1F2607-B43C-46D6-B2B2-7FD0BB3715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4067993-EC72-4429-BEFF-EBBFBC8EC6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47310DB-F0C8-4363-B0B3-A32B28E660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513AF2-E6BE-46BF-BE60-AE5395E88CA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3346217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1125414"/>
            <a:ext cx="2949575" cy="931985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1283677"/>
            <a:ext cx="4629150" cy="457737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4267126-A643-4066-8088-A43B304221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88BCFC2-534C-41E8-811C-18B0F5FAF9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EAC1D16-6221-440A-B52D-08EEFAE6C8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B9687-43AD-48E3-B967-34003FFE165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B1102C7-0F18-4D91-A4A7-17569BAF03D1}"/>
              </a:ext>
            </a:extLst>
          </p:cNvPr>
          <p:cNvSpPr txBox="1">
            <a:spLocks/>
          </p:cNvSpPr>
          <p:nvPr/>
        </p:nvSpPr>
        <p:spPr bwMode="auto">
          <a:xfrm>
            <a:off x="1306104" y="265475"/>
            <a:ext cx="6961256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54928051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A6C1A6F-CA45-4ED4-8D74-4DB3EA4119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E8E0055-8C08-48AE-A614-0621C3AAAC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7AB1BBF-1B54-4936-89F0-D7134E96DF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3AD361-67D9-49AA-9A53-38CF28EEA58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6074596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00100" y="1661550"/>
            <a:ext cx="7772400" cy="46630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503D8EB-F24A-4CC2-A452-D605652469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055C235-C6C7-4F8E-BEA1-B254A0E7B0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E7095AB-979D-4545-9D7B-BDA09C0C72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643A4-3E26-45D1-96DF-2F67516788A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2396544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34D4DC8-598E-4C1C-8C7D-D0DB235173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49145F-D98D-4B52-A0C3-CC0F1041CC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5EB162E-2B07-43A3-969A-1620367E15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FF35C-FDA9-4B3C-A051-F6FCDC8E36D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6937342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9">
            <a:extLst>
              <a:ext uri="{FF2B5EF4-FFF2-40B4-BE49-F238E27FC236}">
                <a16:creationId xmlns:a16="http://schemas.microsoft.com/office/drawing/2014/main" id="{33707532-3883-41BD-9420-919E4556F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24769" y="320113"/>
            <a:ext cx="7305992" cy="575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5371" name="Rectangle 11">
            <a:extLst>
              <a:ext uri="{FF2B5EF4-FFF2-40B4-BE49-F238E27FC236}">
                <a16:creationId xmlns:a16="http://schemas.microsoft.com/office/drawing/2014/main" id="{B2AD3E2D-3A3D-4B5E-9FF0-A1F7C6A7EB9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3770" y="6459605"/>
            <a:ext cx="518747" cy="33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5372" name="Rectangle 12">
            <a:extLst>
              <a:ext uri="{FF2B5EF4-FFF2-40B4-BE49-F238E27FC236}">
                <a16:creationId xmlns:a16="http://schemas.microsoft.com/office/drawing/2014/main" id="{251BD657-367E-42D1-AD22-5D841EBD793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69748" y="6465656"/>
            <a:ext cx="2895600" cy="33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97F5FEE0-C94D-4C86-98BD-A08461FDF14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2818" y="6380642"/>
            <a:ext cx="8226425" cy="31750"/>
          </a:xfrm>
          <a:prstGeom prst="rect">
            <a:avLst/>
          </a:prstGeom>
          <a:gradFill rotWithShape="0">
            <a:gsLst>
              <a:gs pos="87000">
                <a:schemeClr val="bg2"/>
              </a:gs>
              <a:gs pos="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  <p:pic>
        <p:nvPicPr>
          <p:cNvPr id="2050" name="Picture 2" descr="https://timgsa.baidu.com/timg?image&amp;quality=80&amp;size=b9999_10000&amp;sec=1513057428162&amp;di=37860fdf3c4871460953786bbfa26622&amp;imgtype=0&amp;src=http%3A%2F%2Fpic.baike.soso.com%2Fp%2F20111015%2F20111015115227-260268041.jpg">
            <a:extLst>
              <a:ext uri="{FF2B5EF4-FFF2-40B4-BE49-F238E27FC236}">
                <a16:creationId xmlns:a16="http://schemas.microsoft.com/office/drawing/2014/main" id="{2318C2BE-15EA-4A82-8C68-EB4236E68D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4" t="12080" r="11532" b="12880"/>
          <a:stretch/>
        </p:blipFill>
        <p:spPr bwMode="auto">
          <a:xfrm>
            <a:off x="428827" y="248004"/>
            <a:ext cx="677490" cy="66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s://timgsa.baidu.com/timg?image&amp;quality=80&amp;size=b9999_10000&amp;sec=1513060306437&amp;di=30658f392e20939a542ddf602e2badff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7A33D88C-FAA7-4E46-8DD1-45BB3E8CD8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40974" b="38513"/>
          <a:stretch/>
        </p:blipFill>
        <p:spPr bwMode="auto">
          <a:xfrm>
            <a:off x="7464668" y="6446811"/>
            <a:ext cx="1415562" cy="2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Rectangle 8">
            <a:extLst>
              <a:ext uri="{FF2B5EF4-FFF2-40B4-BE49-F238E27FC236}">
                <a16:creationId xmlns:a16="http://schemas.microsoft.com/office/drawing/2014/main" id="{B0A16393-7427-4CCB-805E-364FBB0B1A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4336" y="918967"/>
            <a:ext cx="8226425" cy="31750"/>
          </a:xfrm>
          <a:prstGeom prst="rect">
            <a:avLst/>
          </a:prstGeom>
          <a:gradFill rotWithShape="0">
            <a:gsLst>
              <a:gs pos="1600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E2F7D08-FD33-484E-9182-6B281FB7CB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07784" y="248004"/>
            <a:ext cx="31750" cy="1052513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50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80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</p:sldLayoutIdLst>
  <p:transition>
    <p:blinds dir="vert"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18" Type="http://schemas.openxmlformats.org/officeDocument/2006/relationships/image" Target="../media/image12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image" Target="../media/image105.png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E9A2F44-287A-4D16-B1EF-F79BB4E79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2485" y="2332691"/>
            <a:ext cx="5916157" cy="695360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第七部分：时序逻辑电路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72E532A-91D6-4E0F-83FA-B4C2FAF57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0619" y="3350687"/>
            <a:ext cx="4863392" cy="3017208"/>
          </a:xfrm>
        </p:spPr>
        <p:txBody>
          <a:bodyPr/>
          <a:lstStyle/>
          <a:p>
            <a:pPr algn="l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§7.1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概述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§7.2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时序逻辑电路分析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§7.3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时序逻辑电路设计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3375705"/>
      </p:ext>
    </p:extLst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62B2F8-11F7-419D-B4B4-75B805875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§7.1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概述</a:t>
            </a:r>
            <a:endParaRPr lang="zh-CN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4317F5E-BF35-42FF-872E-7B65B688F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55968"/>
            <a:ext cx="8229600" cy="453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  <a:buClr>
                <a:srgbClr val="330066"/>
              </a:buClr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时序逻辑电路与组合逻辑电路的区别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lvl="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组合逻辑电路某一时刻的输出只取决于此时刻的输入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时序逻辑电路某一时刻的稳定输出不仅取决于当时的输入，还取决于过去的输入(历史状态)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记忆元件(触发器)是时序逻辑电路的基本元件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spcBef>
                <a:spcPts val="1200"/>
              </a:spcBef>
              <a:buClr>
                <a:srgbClr val="330066"/>
              </a:buClr>
              <a:buNone/>
              <a:defRPr/>
            </a:pP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spcBef>
                <a:spcPts val="1200"/>
              </a:spcBef>
              <a:buClr>
                <a:srgbClr val="330066"/>
              </a:buClr>
              <a:buNone/>
              <a:defRPr/>
            </a:pPr>
            <a:endParaRPr kumimoji="0" lang="zh-CN" altLang="en-US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5632424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4317F5E-BF35-42FF-872E-7B65B688F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370" y="379"/>
            <a:ext cx="8831094" cy="453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eaLnBrk="1" hangingPunct="1">
              <a:lnSpc>
                <a:spcPct val="120000"/>
              </a:lnSpc>
              <a:spcBef>
                <a:spcPct val="90000"/>
              </a:spcBef>
              <a:buClr>
                <a:srgbClr val="330066"/>
              </a:buClr>
              <a:buNone/>
              <a:defRPr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§7.1.1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时序逻辑电路的结构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9" name="Group 76">
            <a:extLst>
              <a:ext uri="{FF2B5EF4-FFF2-40B4-BE49-F238E27FC236}">
                <a16:creationId xmlns:a16="http://schemas.microsoft.com/office/drawing/2014/main" id="{2D77F2A5-FCBE-4EF2-A5DD-B1B54F0690A7}"/>
              </a:ext>
            </a:extLst>
          </p:cNvPr>
          <p:cNvGrpSpPr>
            <a:grpSpLocks/>
          </p:cNvGrpSpPr>
          <p:nvPr/>
        </p:nvGrpSpPr>
        <p:grpSpPr bwMode="auto">
          <a:xfrm>
            <a:off x="1164278" y="816807"/>
            <a:ext cx="7221538" cy="3187700"/>
            <a:chOff x="864" y="696"/>
            <a:chExt cx="4549" cy="2008"/>
          </a:xfrm>
        </p:grpSpPr>
        <p:sp>
          <p:nvSpPr>
            <p:cNvPr id="100" name="Rectangle 5">
              <a:extLst>
                <a:ext uri="{FF2B5EF4-FFF2-40B4-BE49-F238E27FC236}">
                  <a16:creationId xmlns:a16="http://schemas.microsoft.com/office/drawing/2014/main" id="{BA6E89DF-1E22-4A60-AEDD-990D81408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1" y="797"/>
              <a:ext cx="1331" cy="91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组合逻辑电路</a:t>
              </a:r>
            </a:p>
          </p:txBody>
        </p:sp>
        <p:sp>
          <p:nvSpPr>
            <p:cNvPr id="108" name="Line 6">
              <a:extLst>
                <a:ext uri="{FF2B5EF4-FFF2-40B4-BE49-F238E27FC236}">
                  <a16:creationId xmlns:a16="http://schemas.microsoft.com/office/drawing/2014/main" id="{A456A6B8-D7FD-49B2-B0EE-E41DA14DA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898"/>
              <a:ext cx="7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Line 7">
              <a:extLst>
                <a:ext uri="{FF2B5EF4-FFF2-40B4-BE49-F238E27FC236}">
                  <a16:creationId xmlns:a16="http://schemas.microsoft.com/office/drawing/2014/main" id="{0166749A-B1D5-4456-B3D1-FFEA96114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1202"/>
              <a:ext cx="7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 8">
              <a:extLst>
                <a:ext uri="{FF2B5EF4-FFF2-40B4-BE49-F238E27FC236}">
                  <a16:creationId xmlns:a16="http://schemas.microsoft.com/office/drawing/2014/main" id="{F0556E80-87D0-4685-A903-A48BC7709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1" y="898"/>
              <a:ext cx="7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 9">
              <a:extLst>
                <a:ext uri="{FF2B5EF4-FFF2-40B4-BE49-F238E27FC236}">
                  <a16:creationId xmlns:a16="http://schemas.microsoft.com/office/drawing/2014/main" id="{3E0AD541-DE30-493F-AEC5-3C661D511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1" y="1202"/>
              <a:ext cx="7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Rectangle 10">
              <a:extLst>
                <a:ext uri="{FF2B5EF4-FFF2-40B4-BE49-F238E27FC236}">
                  <a16:creationId xmlns:a16="http://schemas.microsoft.com/office/drawing/2014/main" id="{FC3693E2-99E1-4C3F-A11B-F9139C7A8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1" y="1910"/>
              <a:ext cx="1331" cy="607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存储电路</a:t>
              </a:r>
            </a:p>
          </p:txBody>
        </p:sp>
        <p:sp>
          <p:nvSpPr>
            <p:cNvPr id="139" name="Line 11">
              <a:extLst>
                <a:ext uri="{FF2B5EF4-FFF2-40B4-BE49-F238E27FC236}">
                  <a16:creationId xmlns:a16="http://schemas.microsoft.com/office/drawing/2014/main" id="{23F37DCB-CDEE-4130-9713-581EDA738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9" y="1404"/>
              <a:ext cx="5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 12">
              <a:extLst>
                <a:ext uri="{FF2B5EF4-FFF2-40B4-BE49-F238E27FC236}">
                  <a16:creationId xmlns:a16="http://schemas.microsoft.com/office/drawing/2014/main" id="{8DD7CB0D-471F-472A-BE1B-473DD4773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" y="1607"/>
              <a:ext cx="2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Line 13">
              <a:extLst>
                <a:ext uri="{FF2B5EF4-FFF2-40B4-BE49-F238E27FC236}">
                  <a16:creationId xmlns:a16="http://schemas.microsoft.com/office/drawing/2014/main" id="{C8854099-2ECD-4CE6-876C-43BCC7B16E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2062"/>
              <a:ext cx="2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" name="Line 14">
              <a:extLst>
                <a:ext uri="{FF2B5EF4-FFF2-40B4-BE49-F238E27FC236}">
                  <a16:creationId xmlns:a16="http://schemas.microsoft.com/office/drawing/2014/main" id="{67E02E4D-2642-41B5-8ACD-49A8CD9FB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2416"/>
              <a:ext cx="5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Line 15">
              <a:extLst>
                <a:ext uri="{FF2B5EF4-FFF2-40B4-BE49-F238E27FC236}">
                  <a16:creationId xmlns:a16="http://schemas.microsoft.com/office/drawing/2014/main" id="{BD83FDD9-E56B-496D-A993-5A0424F8B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1404"/>
              <a:ext cx="5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" name="Line 16">
              <a:extLst>
                <a:ext uri="{FF2B5EF4-FFF2-40B4-BE49-F238E27FC236}">
                  <a16:creationId xmlns:a16="http://schemas.microsoft.com/office/drawing/2014/main" id="{437268BA-E84B-4C9D-BC61-C64F49466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1607"/>
              <a:ext cx="2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5" name="Line 17">
              <a:extLst>
                <a:ext uri="{FF2B5EF4-FFF2-40B4-BE49-F238E27FC236}">
                  <a16:creationId xmlns:a16="http://schemas.microsoft.com/office/drawing/2014/main" id="{990675BB-E63C-48BC-B9AB-5DECDC763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" y="2062"/>
              <a:ext cx="2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6" name="Line 18">
              <a:extLst>
                <a:ext uri="{FF2B5EF4-FFF2-40B4-BE49-F238E27FC236}">
                  <a16:creationId xmlns:a16="http://schemas.microsoft.com/office/drawing/2014/main" id="{AF4320DF-E397-4AC8-BFBB-A991C3E14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9" y="2416"/>
              <a:ext cx="5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" name="Line 19">
              <a:extLst>
                <a:ext uri="{FF2B5EF4-FFF2-40B4-BE49-F238E27FC236}">
                  <a16:creationId xmlns:a16="http://schemas.microsoft.com/office/drawing/2014/main" id="{5BC043B6-D2FE-4126-9313-92094B1A32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" y="1607"/>
              <a:ext cx="0" cy="4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8" name="Line 20">
              <a:extLst>
                <a:ext uri="{FF2B5EF4-FFF2-40B4-BE49-F238E27FC236}">
                  <a16:creationId xmlns:a16="http://schemas.microsoft.com/office/drawing/2014/main" id="{6E2750B3-BE1E-454F-9201-23A463D4D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4" y="1404"/>
              <a:ext cx="0" cy="10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9" name="Line 21">
              <a:extLst>
                <a:ext uri="{FF2B5EF4-FFF2-40B4-BE49-F238E27FC236}">
                  <a16:creationId xmlns:a16="http://schemas.microsoft.com/office/drawing/2014/main" id="{1FDCE51D-43E6-4193-9BC0-731EF9E8D1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" y="1607"/>
              <a:ext cx="0" cy="4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0" name="Line 22">
              <a:extLst>
                <a:ext uri="{FF2B5EF4-FFF2-40B4-BE49-F238E27FC236}">
                  <a16:creationId xmlns:a16="http://schemas.microsoft.com/office/drawing/2014/main" id="{226271DE-C5E3-4AF4-ADB5-D309CB447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9" y="1404"/>
              <a:ext cx="0" cy="10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Line 23">
              <a:extLst>
                <a:ext uri="{FF2B5EF4-FFF2-40B4-BE49-F238E27FC236}">
                  <a16:creationId xmlns:a16="http://schemas.microsoft.com/office/drawing/2014/main" id="{3788E8EC-F9A4-4F9F-A545-423A4FCB39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1000"/>
              <a:ext cx="0" cy="15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Line 24">
              <a:extLst>
                <a:ext uri="{FF2B5EF4-FFF2-40B4-BE49-F238E27FC236}">
                  <a16:creationId xmlns:a16="http://schemas.microsoft.com/office/drawing/2014/main" id="{6E9FDB04-51AA-47CC-AB2F-0C0C9200C8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7" y="1000"/>
              <a:ext cx="0" cy="15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" name="Line 25">
              <a:extLst>
                <a:ext uri="{FF2B5EF4-FFF2-40B4-BE49-F238E27FC236}">
                  <a16:creationId xmlns:a16="http://schemas.microsoft.com/office/drawing/2014/main" id="{DC46A22B-3DB1-4127-BE90-94A0A33DB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" y="2163"/>
              <a:ext cx="0" cy="15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" name="Line 26">
              <a:extLst>
                <a:ext uri="{FF2B5EF4-FFF2-40B4-BE49-F238E27FC236}">
                  <a16:creationId xmlns:a16="http://schemas.microsoft.com/office/drawing/2014/main" id="{F483FD72-6831-497D-AB9F-8CA054A78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0" y="2163"/>
              <a:ext cx="0" cy="15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5" name="AutoShape 27">
              <a:extLst>
                <a:ext uri="{FF2B5EF4-FFF2-40B4-BE49-F238E27FC236}">
                  <a16:creationId xmlns:a16="http://schemas.microsoft.com/office/drawing/2014/main" id="{FCBD6650-2215-4BD2-82DD-6AA19179D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848"/>
              <a:ext cx="147" cy="354"/>
            </a:xfrm>
            <a:prstGeom prst="leftBrace">
              <a:avLst>
                <a:gd name="adj1" fmla="val 20068"/>
                <a:gd name="adj2" fmla="val 52972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6" name="AutoShape 28">
              <a:extLst>
                <a:ext uri="{FF2B5EF4-FFF2-40B4-BE49-F238E27FC236}">
                  <a16:creationId xmlns:a16="http://schemas.microsoft.com/office/drawing/2014/main" id="{11487B12-1A92-4754-848E-82426319F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848"/>
              <a:ext cx="99" cy="405"/>
            </a:xfrm>
            <a:prstGeom prst="rightBrace">
              <a:avLst>
                <a:gd name="adj1" fmla="val 34091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7" name="Text Box 29">
              <a:extLst>
                <a:ext uri="{FF2B5EF4-FFF2-40B4-BE49-F238E27FC236}">
                  <a16:creationId xmlns:a16="http://schemas.microsoft.com/office/drawing/2014/main" id="{459D4F67-80A0-4A3B-B2AF-D622B5342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6" y="696"/>
              <a:ext cx="44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58" name="Rectangle 30">
              <a:extLst>
                <a:ext uri="{FF2B5EF4-FFF2-40B4-BE49-F238E27FC236}">
                  <a16:creationId xmlns:a16="http://schemas.microsoft.com/office/drawing/2014/main" id="{ABD284A5-4D04-458B-8063-D21EAA74A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6" y="1000"/>
              <a:ext cx="3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1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  <p:sp>
          <p:nvSpPr>
            <p:cNvPr id="159" name="Rectangle 31">
              <a:extLst>
                <a:ext uri="{FF2B5EF4-FFF2-40B4-BE49-F238E27FC236}">
                  <a16:creationId xmlns:a16="http://schemas.microsoft.com/office/drawing/2014/main" id="{80DADA5C-ACB7-4B64-901A-EE15287CE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696"/>
              <a:ext cx="3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60" name="Rectangle 32">
              <a:extLst>
                <a:ext uri="{FF2B5EF4-FFF2-40B4-BE49-F238E27FC236}">
                  <a16:creationId xmlns:a16="http://schemas.microsoft.com/office/drawing/2014/main" id="{0120767E-FAFD-4A91-8FCD-51AA911FA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050"/>
              <a:ext cx="29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1" lang="en-US" altLang="zh-CN" sz="24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1" name="Rectangle 33">
              <a:extLst>
                <a:ext uri="{FF2B5EF4-FFF2-40B4-BE49-F238E27FC236}">
                  <a16:creationId xmlns:a16="http://schemas.microsoft.com/office/drawing/2014/main" id="{BCBE558F-32DF-40F7-A37C-17B63C222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1860"/>
              <a:ext cx="38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W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62" name="Rectangle 34">
              <a:extLst>
                <a:ext uri="{FF2B5EF4-FFF2-40B4-BE49-F238E27FC236}">
                  <a16:creationId xmlns:a16="http://schemas.microsoft.com/office/drawing/2014/main" id="{4D214524-1FAC-448E-A8C6-33882049F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2416"/>
              <a:ext cx="38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W</a:t>
              </a:r>
              <a:r>
                <a:rPr kumimoji="1" lang="en-US" altLang="zh-CN" sz="24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  <a:endPara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3" name="Rectangle 35">
              <a:extLst>
                <a:ext uri="{FF2B5EF4-FFF2-40B4-BE49-F238E27FC236}">
                  <a16:creationId xmlns:a16="http://schemas.microsoft.com/office/drawing/2014/main" id="{A7C1C8A7-4C4A-48A1-B006-F0BD16BF7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9" y="1860"/>
              <a:ext cx="33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64" name="Rectangle 36">
              <a:extLst>
                <a:ext uri="{FF2B5EF4-FFF2-40B4-BE49-F238E27FC236}">
                  <a16:creationId xmlns:a16="http://schemas.microsoft.com/office/drawing/2014/main" id="{FD5D8CEE-B8A4-4FBB-94B3-3F142867C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9" y="2366"/>
              <a:ext cx="3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  <a:endPara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5" name="Rectangle 37">
              <a:extLst>
                <a:ext uri="{FF2B5EF4-FFF2-40B4-BE49-F238E27FC236}">
                  <a16:creationId xmlns:a16="http://schemas.microsoft.com/office/drawing/2014/main" id="{262CD83D-9039-4C6C-8227-0C48B0362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848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输入</a:t>
              </a:r>
              <a:endParaRPr kumimoji="1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6" name="Rectangle 38">
              <a:extLst>
                <a:ext uri="{FF2B5EF4-FFF2-40B4-BE49-F238E27FC236}">
                  <a16:creationId xmlns:a16="http://schemas.microsoft.com/office/drawing/2014/main" id="{5B5A2DA0-731D-4357-8CA6-FE8671126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7" y="898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输出</a:t>
              </a:r>
              <a:endParaRPr kumimoji="1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9" name="Text Box 42">
            <a:extLst>
              <a:ext uri="{FF2B5EF4-FFF2-40B4-BE49-F238E27FC236}">
                <a16:creationId xmlns:a16="http://schemas.microsoft.com/office/drawing/2014/main" id="{DAFA56F0-2839-4E9D-A39F-054A4DBF9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130" y="4328852"/>
            <a:ext cx="12557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其中：</a:t>
            </a:r>
          </a:p>
        </p:txBody>
      </p:sp>
      <p:sp>
        <p:nvSpPr>
          <p:cNvPr id="170" name="Text Box 44">
            <a:extLst>
              <a:ext uri="{FF2B5EF4-FFF2-40B4-BE49-F238E27FC236}">
                <a16:creationId xmlns:a16="http://schemas.microsoft.com/office/drawing/2014/main" id="{8EE4B03B-DD28-49F3-8F71-070506E87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9930" y="5457564"/>
            <a:ext cx="6324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W(W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, …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1F08F8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1F08F8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存储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电路输入信号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1" name="Text Box 48">
            <a:extLst>
              <a:ext uri="{FF2B5EF4-FFF2-40B4-BE49-F238E27FC236}">
                <a16:creationId xmlns:a16="http://schemas.microsoft.com/office/drawing/2014/main" id="{223D28FA-E65E-471D-BD27-CEF0572AD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9930" y="4938452"/>
            <a:ext cx="6934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Y(Y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, …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1F08F8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1F08F8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时序逻辑电路输出信号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2" name="Text Box 52">
            <a:extLst>
              <a:ext uri="{FF2B5EF4-FFF2-40B4-BE49-F238E27FC236}">
                <a16:creationId xmlns:a16="http://schemas.microsoft.com/office/drawing/2014/main" id="{A19806C7-D51D-4431-ABA3-E3B2A6FB8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9930" y="4328852"/>
            <a:ext cx="69647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X(X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, …X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时序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逻辑电路输入信号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3" name="Text Box 56">
            <a:extLst>
              <a:ext uri="{FF2B5EF4-FFF2-40B4-BE49-F238E27FC236}">
                <a16:creationId xmlns:a16="http://schemas.microsoft.com/office/drawing/2014/main" id="{0BBCF993-69D1-4827-84BE-333B5AC38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9930" y="5990964"/>
            <a:ext cx="6172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Q(Q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, …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1F08F8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1F08F8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存储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电路输出信号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04695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autoUpdateAnimBg="0"/>
      <p:bldP spid="170" grpId="0" autoUpdateAnimBg="0"/>
      <p:bldP spid="171" grpId="0" autoUpdateAnimBg="0"/>
      <p:bldP spid="172" grpId="0" autoUpdateAnimBg="0"/>
      <p:bldP spid="17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4317F5E-BF35-42FF-872E-7B65B688F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370" y="379"/>
            <a:ext cx="8831094" cy="453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eaLnBrk="1" hangingPunct="1">
              <a:lnSpc>
                <a:spcPct val="120000"/>
              </a:lnSpc>
              <a:spcBef>
                <a:spcPct val="90000"/>
              </a:spcBef>
              <a:buClr>
                <a:srgbClr val="330066"/>
              </a:buClr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X、Y、W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之间的逻辑关系可用下述方程来描述</a:t>
            </a:r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9" name="Group 76">
            <a:extLst>
              <a:ext uri="{FF2B5EF4-FFF2-40B4-BE49-F238E27FC236}">
                <a16:creationId xmlns:a16="http://schemas.microsoft.com/office/drawing/2014/main" id="{2D77F2A5-FCBE-4EF2-A5DD-B1B54F0690A7}"/>
              </a:ext>
            </a:extLst>
          </p:cNvPr>
          <p:cNvGrpSpPr>
            <a:grpSpLocks/>
          </p:cNvGrpSpPr>
          <p:nvPr/>
        </p:nvGrpSpPr>
        <p:grpSpPr bwMode="auto">
          <a:xfrm>
            <a:off x="1164278" y="816807"/>
            <a:ext cx="7221538" cy="3187700"/>
            <a:chOff x="864" y="696"/>
            <a:chExt cx="4549" cy="2008"/>
          </a:xfrm>
        </p:grpSpPr>
        <p:sp>
          <p:nvSpPr>
            <p:cNvPr id="100" name="Rectangle 5">
              <a:extLst>
                <a:ext uri="{FF2B5EF4-FFF2-40B4-BE49-F238E27FC236}">
                  <a16:creationId xmlns:a16="http://schemas.microsoft.com/office/drawing/2014/main" id="{BA6E89DF-1E22-4A60-AEDD-990D81408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1" y="797"/>
              <a:ext cx="1331" cy="91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组合逻辑电路</a:t>
              </a:r>
            </a:p>
          </p:txBody>
        </p:sp>
        <p:sp>
          <p:nvSpPr>
            <p:cNvPr id="108" name="Line 6">
              <a:extLst>
                <a:ext uri="{FF2B5EF4-FFF2-40B4-BE49-F238E27FC236}">
                  <a16:creationId xmlns:a16="http://schemas.microsoft.com/office/drawing/2014/main" id="{A456A6B8-D7FD-49B2-B0EE-E41DA14DA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898"/>
              <a:ext cx="7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Line 7">
              <a:extLst>
                <a:ext uri="{FF2B5EF4-FFF2-40B4-BE49-F238E27FC236}">
                  <a16:creationId xmlns:a16="http://schemas.microsoft.com/office/drawing/2014/main" id="{0166749A-B1D5-4456-B3D1-FFEA96114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1202"/>
              <a:ext cx="7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 8">
              <a:extLst>
                <a:ext uri="{FF2B5EF4-FFF2-40B4-BE49-F238E27FC236}">
                  <a16:creationId xmlns:a16="http://schemas.microsoft.com/office/drawing/2014/main" id="{F0556E80-87D0-4685-A903-A48BC7709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1" y="898"/>
              <a:ext cx="7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 9">
              <a:extLst>
                <a:ext uri="{FF2B5EF4-FFF2-40B4-BE49-F238E27FC236}">
                  <a16:creationId xmlns:a16="http://schemas.microsoft.com/office/drawing/2014/main" id="{3E0AD541-DE30-493F-AEC5-3C661D511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1" y="1202"/>
              <a:ext cx="7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Rectangle 10">
              <a:extLst>
                <a:ext uri="{FF2B5EF4-FFF2-40B4-BE49-F238E27FC236}">
                  <a16:creationId xmlns:a16="http://schemas.microsoft.com/office/drawing/2014/main" id="{FC3693E2-99E1-4C3F-A11B-F9139C7A8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1" y="1910"/>
              <a:ext cx="1331" cy="607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存储电路</a:t>
              </a:r>
            </a:p>
          </p:txBody>
        </p:sp>
        <p:sp>
          <p:nvSpPr>
            <p:cNvPr id="139" name="Line 11">
              <a:extLst>
                <a:ext uri="{FF2B5EF4-FFF2-40B4-BE49-F238E27FC236}">
                  <a16:creationId xmlns:a16="http://schemas.microsoft.com/office/drawing/2014/main" id="{23F37DCB-CDEE-4130-9713-581EDA738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9" y="1404"/>
              <a:ext cx="5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 12">
              <a:extLst>
                <a:ext uri="{FF2B5EF4-FFF2-40B4-BE49-F238E27FC236}">
                  <a16:creationId xmlns:a16="http://schemas.microsoft.com/office/drawing/2014/main" id="{8DD7CB0D-471F-472A-BE1B-473DD4773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" y="1607"/>
              <a:ext cx="2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Line 13">
              <a:extLst>
                <a:ext uri="{FF2B5EF4-FFF2-40B4-BE49-F238E27FC236}">
                  <a16:creationId xmlns:a16="http://schemas.microsoft.com/office/drawing/2014/main" id="{C8854099-2ECD-4CE6-876C-43BCC7B16E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2062"/>
              <a:ext cx="2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" name="Line 14">
              <a:extLst>
                <a:ext uri="{FF2B5EF4-FFF2-40B4-BE49-F238E27FC236}">
                  <a16:creationId xmlns:a16="http://schemas.microsoft.com/office/drawing/2014/main" id="{67E02E4D-2642-41B5-8ACD-49A8CD9FB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2416"/>
              <a:ext cx="5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Line 15">
              <a:extLst>
                <a:ext uri="{FF2B5EF4-FFF2-40B4-BE49-F238E27FC236}">
                  <a16:creationId xmlns:a16="http://schemas.microsoft.com/office/drawing/2014/main" id="{BD83FDD9-E56B-496D-A993-5A0424F8B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1404"/>
              <a:ext cx="5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" name="Line 16">
              <a:extLst>
                <a:ext uri="{FF2B5EF4-FFF2-40B4-BE49-F238E27FC236}">
                  <a16:creationId xmlns:a16="http://schemas.microsoft.com/office/drawing/2014/main" id="{437268BA-E84B-4C9D-BC61-C64F49466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1607"/>
              <a:ext cx="2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5" name="Line 17">
              <a:extLst>
                <a:ext uri="{FF2B5EF4-FFF2-40B4-BE49-F238E27FC236}">
                  <a16:creationId xmlns:a16="http://schemas.microsoft.com/office/drawing/2014/main" id="{990675BB-E63C-48BC-B9AB-5DECDC763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" y="2062"/>
              <a:ext cx="2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6" name="Line 18">
              <a:extLst>
                <a:ext uri="{FF2B5EF4-FFF2-40B4-BE49-F238E27FC236}">
                  <a16:creationId xmlns:a16="http://schemas.microsoft.com/office/drawing/2014/main" id="{AF4320DF-E397-4AC8-BFBB-A991C3E14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9" y="2416"/>
              <a:ext cx="5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" name="Line 19">
              <a:extLst>
                <a:ext uri="{FF2B5EF4-FFF2-40B4-BE49-F238E27FC236}">
                  <a16:creationId xmlns:a16="http://schemas.microsoft.com/office/drawing/2014/main" id="{5BC043B6-D2FE-4126-9313-92094B1A32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" y="1607"/>
              <a:ext cx="0" cy="4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8" name="Line 20">
              <a:extLst>
                <a:ext uri="{FF2B5EF4-FFF2-40B4-BE49-F238E27FC236}">
                  <a16:creationId xmlns:a16="http://schemas.microsoft.com/office/drawing/2014/main" id="{6E2750B3-BE1E-454F-9201-23A463D4D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4" y="1404"/>
              <a:ext cx="0" cy="10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9" name="Line 21">
              <a:extLst>
                <a:ext uri="{FF2B5EF4-FFF2-40B4-BE49-F238E27FC236}">
                  <a16:creationId xmlns:a16="http://schemas.microsoft.com/office/drawing/2014/main" id="{1FDCE51D-43E6-4193-9BC0-731EF9E8D1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" y="1607"/>
              <a:ext cx="0" cy="4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0" name="Line 22">
              <a:extLst>
                <a:ext uri="{FF2B5EF4-FFF2-40B4-BE49-F238E27FC236}">
                  <a16:creationId xmlns:a16="http://schemas.microsoft.com/office/drawing/2014/main" id="{226271DE-C5E3-4AF4-ADB5-D309CB447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9" y="1404"/>
              <a:ext cx="0" cy="10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Line 23">
              <a:extLst>
                <a:ext uri="{FF2B5EF4-FFF2-40B4-BE49-F238E27FC236}">
                  <a16:creationId xmlns:a16="http://schemas.microsoft.com/office/drawing/2014/main" id="{3788E8EC-F9A4-4F9F-A545-423A4FCB39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1000"/>
              <a:ext cx="0" cy="15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Line 24">
              <a:extLst>
                <a:ext uri="{FF2B5EF4-FFF2-40B4-BE49-F238E27FC236}">
                  <a16:creationId xmlns:a16="http://schemas.microsoft.com/office/drawing/2014/main" id="{6E9FDB04-51AA-47CC-AB2F-0C0C9200C8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7" y="1000"/>
              <a:ext cx="0" cy="15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" name="Line 25">
              <a:extLst>
                <a:ext uri="{FF2B5EF4-FFF2-40B4-BE49-F238E27FC236}">
                  <a16:creationId xmlns:a16="http://schemas.microsoft.com/office/drawing/2014/main" id="{DC46A22B-3DB1-4127-BE90-94A0A33DB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" y="2163"/>
              <a:ext cx="0" cy="15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" name="Line 26">
              <a:extLst>
                <a:ext uri="{FF2B5EF4-FFF2-40B4-BE49-F238E27FC236}">
                  <a16:creationId xmlns:a16="http://schemas.microsoft.com/office/drawing/2014/main" id="{F483FD72-6831-497D-AB9F-8CA054A78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0" y="2163"/>
              <a:ext cx="0" cy="15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5" name="AutoShape 27">
              <a:extLst>
                <a:ext uri="{FF2B5EF4-FFF2-40B4-BE49-F238E27FC236}">
                  <a16:creationId xmlns:a16="http://schemas.microsoft.com/office/drawing/2014/main" id="{FCBD6650-2215-4BD2-82DD-6AA19179D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848"/>
              <a:ext cx="147" cy="354"/>
            </a:xfrm>
            <a:prstGeom prst="leftBrace">
              <a:avLst>
                <a:gd name="adj1" fmla="val 20068"/>
                <a:gd name="adj2" fmla="val 52972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6" name="AutoShape 28">
              <a:extLst>
                <a:ext uri="{FF2B5EF4-FFF2-40B4-BE49-F238E27FC236}">
                  <a16:creationId xmlns:a16="http://schemas.microsoft.com/office/drawing/2014/main" id="{11487B12-1A92-4754-848E-82426319F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848"/>
              <a:ext cx="99" cy="405"/>
            </a:xfrm>
            <a:prstGeom prst="rightBrace">
              <a:avLst>
                <a:gd name="adj1" fmla="val 34091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7" name="Text Box 29">
              <a:extLst>
                <a:ext uri="{FF2B5EF4-FFF2-40B4-BE49-F238E27FC236}">
                  <a16:creationId xmlns:a16="http://schemas.microsoft.com/office/drawing/2014/main" id="{459D4F67-80A0-4A3B-B2AF-D622B5342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6" y="696"/>
              <a:ext cx="44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58" name="Rectangle 30">
              <a:extLst>
                <a:ext uri="{FF2B5EF4-FFF2-40B4-BE49-F238E27FC236}">
                  <a16:creationId xmlns:a16="http://schemas.microsoft.com/office/drawing/2014/main" id="{ABD284A5-4D04-458B-8063-D21EAA74A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6" y="1000"/>
              <a:ext cx="3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1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  <p:sp>
          <p:nvSpPr>
            <p:cNvPr id="159" name="Rectangle 31">
              <a:extLst>
                <a:ext uri="{FF2B5EF4-FFF2-40B4-BE49-F238E27FC236}">
                  <a16:creationId xmlns:a16="http://schemas.microsoft.com/office/drawing/2014/main" id="{80DADA5C-ACB7-4B64-901A-EE15287CE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696"/>
              <a:ext cx="3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60" name="Rectangle 32">
              <a:extLst>
                <a:ext uri="{FF2B5EF4-FFF2-40B4-BE49-F238E27FC236}">
                  <a16:creationId xmlns:a16="http://schemas.microsoft.com/office/drawing/2014/main" id="{0120767E-FAFD-4A91-8FCD-51AA911FA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050"/>
              <a:ext cx="29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1" lang="en-US" altLang="zh-CN" sz="24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1" name="Rectangle 33">
              <a:extLst>
                <a:ext uri="{FF2B5EF4-FFF2-40B4-BE49-F238E27FC236}">
                  <a16:creationId xmlns:a16="http://schemas.microsoft.com/office/drawing/2014/main" id="{BCBE558F-32DF-40F7-A37C-17B63C222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1860"/>
              <a:ext cx="38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W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62" name="Rectangle 34">
              <a:extLst>
                <a:ext uri="{FF2B5EF4-FFF2-40B4-BE49-F238E27FC236}">
                  <a16:creationId xmlns:a16="http://schemas.microsoft.com/office/drawing/2014/main" id="{4D214524-1FAC-448E-A8C6-33882049F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2416"/>
              <a:ext cx="38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W</a:t>
              </a:r>
              <a:r>
                <a:rPr kumimoji="1" lang="en-US" altLang="zh-CN" sz="24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  <a:endPara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3" name="Rectangle 35">
              <a:extLst>
                <a:ext uri="{FF2B5EF4-FFF2-40B4-BE49-F238E27FC236}">
                  <a16:creationId xmlns:a16="http://schemas.microsoft.com/office/drawing/2014/main" id="{A7C1C8A7-4C4A-48A1-B006-F0BD16BF7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9" y="1860"/>
              <a:ext cx="33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64" name="Rectangle 36">
              <a:extLst>
                <a:ext uri="{FF2B5EF4-FFF2-40B4-BE49-F238E27FC236}">
                  <a16:creationId xmlns:a16="http://schemas.microsoft.com/office/drawing/2014/main" id="{FD5D8CEE-B8A4-4FBB-94B3-3F142867C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9" y="2366"/>
              <a:ext cx="3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  <a:endPara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5" name="Rectangle 37">
              <a:extLst>
                <a:ext uri="{FF2B5EF4-FFF2-40B4-BE49-F238E27FC236}">
                  <a16:creationId xmlns:a16="http://schemas.microsoft.com/office/drawing/2014/main" id="{262CD83D-9039-4C6C-8227-0C48B0362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848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输入</a:t>
              </a:r>
              <a:endParaRPr kumimoji="1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6" name="Rectangle 38">
              <a:extLst>
                <a:ext uri="{FF2B5EF4-FFF2-40B4-BE49-F238E27FC236}">
                  <a16:creationId xmlns:a16="http://schemas.microsoft.com/office/drawing/2014/main" id="{5B5A2DA0-731D-4357-8CA6-FE8671126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7" y="898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输出</a:t>
              </a:r>
              <a:endParaRPr kumimoji="1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3" name="Rectangle 45">
            <a:extLst>
              <a:ext uri="{FF2B5EF4-FFF2-40B4-BE49-F238E27FC236}">
                <a16:creationId xmlns:a16="http://schemas.microsoft.com/office/drawing/2014/main" id="{C2E8A6BD-5844-443E-9E14-365139F1F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5" y="4349450"/>
            <a:ext cx="76673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Y=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X,Q</a:t>
            </a:r>
            <a:r>
              <a:rPr kumimoji="1" lang="en-US" altLang="zh-CN" sz="2800" b="1" i="0" u="none" strike="noStrike" kern="1200" cap="none" spc="0" normalizeH="0" baseline="30000" noProof="0" dirty="0" err="1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时序逻辑电路的输出方程</a:t>
            </a:r>
          </a:p>
        </p:txBody>
      </p:sp>
      <p:sp>
        <p:nvSpPr>
          <p:cNvPr id="44" name="Rectangle 46">
            <a:extLst>
              <a:ext uri="{FF2B5EF4-FFF2-40B4-BE49-F238E27FC236}">
                <a16:creationId xmlns:a16="http://schemas.microsoft.com/office/drawing/2014/main" id="{420ACAE2-F56E-47DA-BACC-BFC13432B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71" y="4932272"/>
            <a:ext cx="8229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W=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X,Q</a:t>
            </a:r>
            <a:r>
              <a:rPr kumimoji="1" lang="en-US" altLang="zh-CN" sz="2800" b="1" i="0" u="none" strike="noStrike" kern="1200" cap="none" spc="0" normalizeH="0" baseline="30000" noProof="0" dirty="0" err="1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时序逻辑电路的驱动（激励）方程</a:t>
            </a:r>
          </a:p>
        </p:txBody>
      </p:sp>
      <p:sp>
        <p:nvSpPr>
          <p:cNvPr id="45" name="Rectangle 47">
            <a:extLst>
              <a:ext uri="{FF2B5EF4-FFF2-40B4-BE49-F238E27FC236}">
                <a16:creationId xmlns:a16="http://schemas.microsoft.com/office/drawing/2014/main" id="{2F81981D-975C-45E1-9CDE-6FBAB09A7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5" y="5539938"/>
            <a:ext cx="8534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n+1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W,Q</a:t>
            </a:r>
            <a:r>
              <a:rPr kumimoji="1" lang="en-US" altLang="zh-CN" sz="2800" b="1" i="0" u="none" strike="noStrike" kern="1200" cap="none" spc="0" normalizeH="0" baseline="30000" noProof="0" dirty="0" err="1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时序逻辑电路的状态（特征）方程</a:t>
            </a:r>
          </a:p>
        </p:txBody>
      </p:sp>
    </p:spTree>
    <p:extLst>
      <p:ext uri="{BB962C8B-B14F-4D97-AF65-F5344CB8AC3E}">
        <p14:creationId xmlns:p14="http://schemas.microsoft.com/office/powerpoint/2010/main" val="413727562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utoUpdateAnimBg="0"/>
      <p:bldP spid="44" grpId="0" autoUpdateAnimBg="0"/>
      <p:bldP spid="4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4317F5E-BF35-42FF-872E-7B65B688F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370" y="379"/>
            <a:ext cx="8831094" cy="453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eaLnBrk="1" hangingPunct="1">
              <a:lnSpc>
                <a:spcPct val="120000"/>
              </a:lnSpc>
              <a:spcBef>
                <a:spcPct val="90000"/>
              </a:spcBef>
              <a:buClr>
                <a:srgbClr val="330066"/>
              </a:buClr>
              <a:buNone/>
              <a:defRPr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§7.1.2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时序逻辑电路的分类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 eaLnBrk="1" hangingPunct="1">
              <a:spcBef>
                <a:spcPts val="400"/>
              </a:spcBef>
              <a:buClr>
                <a:srgbClr val="330066"/>
              </a:buClr>
              <a:defRPr/>
            </a:pPr>
            <a:r>
              <a:rPr kumimoji="0"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、按照存储电路中触发器的动作特点不同可分为：</a:t>
            </a:r>
            <a:r>
              <a:rPr kumimoji="0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同步时序电路</a:t>
            </a: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异步时序电路</a:t>
            </a:r>
            <a:endParaRPr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3" name="Picture 6" descr="6-2-3">
            <a:extLst>
              <a:ext uri="{FF2B5EF4-FFF2-40B4-BE49-F238E27FC236}">
                <a16:creationId xmlns:a16="http://schemas.microsoft.com/office/drawing/2014/main" id="{1D63947C-EAB8-4154-A697-52E67C58A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388" y="1669465"/>
            <a:ext cx="6389370" cy="232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0" y="1877276"/>
            <a:ext cx="238793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同步时序逻辑电路：</a:t>
            </a:r>
            <a:r>
              <a:rPr kumimoji="0"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所有触发器的动作受同一时钟信号控制</a:t>
            </a:r>
            <a:endParaRPr kumimoji="0"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5" name="Picture 7" descr="6-3-25">
            <a:extLst>
              <a:ext uri="{FF2B5EF4-FFF2-40B4-BE49-F238E27FC236}">
                <a16:creationId xmlns:a16="http://schemas.microsoft.com/office/drawing/2014/main" id="{FF714AEE-74D4-4F87-839B-B2CC7C001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626" y="4186272"/>
            <a:ext cx="5516404" cy="232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矩形 45"/>
          <p:cNvSpPr/>
          <p:nvPr/>
        </p:nvSpPr>
        <p:spPr>
          <a:xfrm>
            <a:off x="4116" y="4575162"/>
            <a:ext cx="238793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异步时序逻辑电路：</a:t>
            </a:r>
            <a:r>
              <a:rPr kumimoji="0"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所有触发器的动作不受同一时钟信号控制</a:t>
            </a:r>
            <a:endParaRPr kumimoji="0"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右箭头 47"/>
          <p:cNvSpPr/>
          <p:nvPr/>
        </p:nvSpPr>
        <p:spPr>
          <a:xfrm>
            <a:off x="2084173" y="5789653"/>
            <a:ext cx="443807" cy="2553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2099943" y="3104268"/>
            <a:ext cx="443807" cy="2553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77476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/>
      <p:bldP spid="4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4317F5E-BF35-42FF-872E-7B65B688F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83" y="-1001"/>
            <a:ext cx="8229600" cy="453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buClr>
                <a:srgbClr val="330066"/>
              </a:buClr>
              <a:defRPr/>
            </a:pPr>
            <a:r>
              <a:rPr kumimoji="0"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、按照输出信号的特点，分为</a:t>
            </a:r>
            <a:r>
              <a:rPr kumimoji="0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米利</a:t>
            </a:r>
            <a:r>
              <a:rPr kumimoji="0"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(Mealy)</a:t>
            </a:r>
            <a:r>
              <a:rPr kumimoji="0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穆尔</a:t>
            </a:r>
            <a:r>
              <a:rPr kumimoji="0"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(Moore)</a:t>
            </a:r>
            <a:r>
              <a:rPr kumimoji="0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两种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6" name="Picture 6" descr="6-2-3">
            <a:extLst>
              <a:ext uri="{FF2B5EF4-FFF2-40B4-BE49-F238E27FC236}">
                <a16:creationId xmlns:a16="http://schemas.microsoft.com/office/drawing/2014/main" id="{1D63947C-EAB8-4154-A697-52E67C58A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82" y="1354160"/>
            <a:ext cx="6389370" cy="232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7" descr="6-3-25">
            <a:extLst>
              <a:ext uri="{FF2B5EF4-FFF2-40B4-BE49-F238E27FC236}">
                <a16:creationId xmlns:a16="http://schemas.microsoft.com/office/drawing/2014/main" id="{FF714AEE-74D4-4F87-839B-B2CC7C001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" y="4057826"/>
            <a:ext cx="5516404" cy="232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矩形 103"/>
          <p:cNvSpPr/>
          <p:nvPr/>
        </p:nvSpPr>
        <p:spPr>
          <a:xfrm>
            <a:off x="6566592" y="1354160"/>
            <a:ext cx="23879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米利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(Mealy)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型电路：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输出信号不仅取决于存储电路的状态，还取决于输入变量</a:t>
            </a:r>
            <a:endParaRPr kumimoji="0"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6566592" y="4534486"/>
            <a:ext cx="2387938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穆尔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(Moore)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型电路：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输出信号仅取决于存储电路的状态</a:t>
            </a:r>
            <a:endParaRPr kumimoji="0"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20184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4317F5E-BF35-42FF-872E-7B65B688F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370" y="379"/>
            <a:ext cx="8831094" cy="453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eaLnBrk="1" hangingPunct="1">
              <a:lnSpc>
                <a:spcPct val="120000"/>
              </a:lnSpc>
              <a:spcBef>
                <a:spcPct val="90000"/>
              </a:spcBef>
              <a:buClr>
                <a:srgbClr val="330066"/>
              </a:buClr>
              <a:buNone/>
              <a:defRPr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§7.1.3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描述时序电路的方法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400"/>
              </a:spcBef>
              <a:buClr>
                <a:srgbClr val="330066"/>
              </a:buClr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逻辑电路图、方程表示、状态转换表、状态转换图和时序图，硬件描述语言（</a:t>
            </a:r>
            <a:r>
              <a:rPr kumimoji="0"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400"/>
              </a:spcBef>
              <a:buClr>
                <a:srgbClr val="330066"/>
              </a:buClr>
              <a:defRPr/>
            </a:pPr>
            <a:r>
              <a:rPr kumimoji="0"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、方程表示</a:t>
            </a:r>
            <a:endParaRPr kumimoji="0"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400"/>
              </a:spcBef>
              <a:buClr>
                <a:srgbClr val="330066"/>
              </a:buClr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输出方程、驱动（激励）方程、状态转换方程</a:t>
            </a:r>
            <a:endParaRPr kumimoji="0" lang="en-US" altLang="zh-CN" sz="24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400"/>
              </a:spcBef>
              <a:buClr>
                <a:srgbClr val="330066"/>
              </a:buClr>
              <a:defRPr/>
            </a:pPr>
            <a:r>
              <a:rPr kumimoji="0"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、状态转换表</a:t>
            </a:r>
          </a:p>
          <a:p>
            <a:pPr eaLnBrk="1" hangingPunct="1">
              <a:spcBef>
                <a:spcPts val="400"/>
              </a:spcBef>
              <a:buClr>
                <a:srgbClr val="330066"/>
              </a:buClr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将电路初态和当前输入值代入该电路的状态方程和输出方程，得到电路的次态和输出。以次态作为新初态，连同此时的输入值，再次代入状态方程和输出方程，得到新的次态和输出</a:t>
            </a:r>
            <a:r>
              <a:rPr kumimoji="0"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  <a:p>
            <a:pPr eaLnBrk="1" hangingPunct="1">
              <a:spcBef>
                <a:spcPts val="400"/>
              </a:spcBef>
              <a:buClr>
                <a:srgbClr val="330066"/>
              </a:buClr>
              <a:defRPr/>
            </a:pPr>
            <a:r>
              <a:rPr kumimoji="0"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、状态转换图</a:t>
            </a:r>
            <a:endParaRPr kumimoji="0"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400"/>
              </a:spcBef>
              <a:buClr>
                <a:srgbClr val="330066"/>
              </a:buClr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以圆圈表示电路的各个状态，以箭头表示状态的转换方向，并在箭头旁注明</a:t>
            </a:r>
            <a:r>
              <a:rPr kumimoji="0" lang="zh-CN" altLang="en-US" sz="2400" dirty="0">
                <a:solidFill>
                  <a:srgbClr val="1F08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状态转换前</a:t>
            </a:r>
            <a:r>
              <a:rPr kumimoji="0"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的输入值和输出值</a:t>
            </a:r>
            <a:endParaRPr kumimoji="0" lang="en-US" altLang="zh-CN" sz="24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400"/>
              </a:spcBef>
              <a:buClr>
                <a:srgbClr val="330066"/>
              </a:buClr>
              <a:defRPr/>
            </a:pPr>
            <a:r>
              <a:rPr kumimoji="0"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0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、时序图</a:t>
            </a:r>
            <a:endParaRPr kumimoji="0"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400"/>
              </a:spcBef>
              <a:buClr>
                <a:srgbClr val="330066"/>
              </a:buClr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在一系列时钟脉冲的作用下，电路的状态和输出随时间变化的波形图</a:t>
            </a:r>
            <a:endParaRPr kumimoji="0" lang="en-US" altLang="zh-CN" sz="24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793257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8">
            <a:extLst>
              <a:ext uri="{FF2B5EF4-FFF2-40B4-BE49-F238E27FC236}">
                <a16:creationId xmlns:a16="http://schemas.microsoft.com/office/drawing/2014/main" id="{BEE6107B-C904-44EA-86E5-8511DD270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231" y="1629958"/>
            <a:ext cx="39188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、输出方程：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Y=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XQ</a:t>
            </a:r>
            <a:r>
              <a:rPr kumimoji="1" lang="en-US" altLang="zh-CN" sz="2800" b="1" i="0" u="none" strike="noStrike" kern="1200" cap="none" spc="0" normalizeH="0" baseline="30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1" lang="en-US" altLang="zh-CN" sz="2800" b="1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59">
            <a:extLst>
              <a:ext uri="{FF2B5EF4-FFF2-40B4-BE49-F238E27FC236}">
                <a16:creationId xmlns:a16="http://schemas.microsoft.com/office/drawing/2014/main" id="{A62C05B3-C3A2-4C36-918C-DF81E2ECA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231" y="2227839"/>
            <a:ext cx="397095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、驱动（激励）方程：</a:t>
            </a:r>
          </a:p>
        </p:txBody>
      </p:sp>
      <p:grpSp>
        <p:nvGrpSpPr>
          <p:cNvPr id="9" name="Group 69">
            <a:extLst>
              <a:ext uri="{FF2B5EF4-FFF2-40B4-BE49-F238E27FC236}">
                <a16:creationId xmlns:a16="http://schemas.microsoft.com/office/drawing/2014/main" id="{5B16453B-9D79-4557-9738-82C42AFDAF68}"/>
              </a:ext>
            </a:extLst>
          </p:cNvPr>
          <p:cNvGrpSpPr>
            <a:grpSpLocks/>
          </p:cNvGrpSpPr>
          <p:nvPr/>
        </p:nvGrpSpPr>
        <p:grpSpPr bwMode="auto">
          <a:xfrm>
            <a:off x="4807878" y="2837443"/>
            <a:ext cx="3351213" cy="523876"/>
            <a:chOff x="3492" y="2484"/>
            <a:chExt cx="2111" cy="330"/>
          </a:xfrm>
        </p:grpSpPr>
        <p:sp>
          <p:nvSpPr>
            <p:cNvPr id="10" name="Rectangle 61">
              <a:extLst>
                <a:ext uri="{FF2B5EF4-FFF2-40B4-BE49-F238E27FC236}">
                  <a16:creationId xmlns:a16="http://schemas.microsoft.com/office/drawing/2014/main" id="{AF0A679E-2AFB-4F7F-986A-74085A06E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" y="2484"/>
              <a:ext cx="211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D=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XQ</a:t>
              </a:r>
              <a:r>
                <a:rPr kumimoji="1" lang="en-US" altLang="zh-CN" sz="2800" b="1" i="0" u="none" strike="noStrike" kern="1200" cap="none" spc="0" normalizeH="0" baseline="30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+XQ</a:t>
              </a:r>
              <a:r>
                <a:rPr kumimoji="1" lang="en-US" altLang="zh-CN" sz="2800" b="1" i="0" u="none" strike="noStrike" kern="1200" cap="none" spc="0" normalizeH="0" baseline="30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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30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endPara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Line 62">
              <a:extLst>
                <a:ext uri="{FF2B5EF4-FFF2-40B4-BE49-F238E27FC236}">
                  <a16:creationId xmlns:a16="http://schemas.microsoft.com/office/drawing/2014/main" id="{1AEB1378-1328-4DC9-A290-D3502161C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0" y="253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Line 63">
              <a:extLst>
                <a:ext uri="{FF2B5EF4-FFF2-40B4-BE49-F238E27FC236}">
                  <a16:creationId xmlns:a16="http://schemas.microsoft.com/office/drawing/2014/main" id="{B14B9947-D98A-44EE-AD87-A6190A1F5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253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Rectangle 64">
            <a:extLst>
              <a:ext uri="{FF2B5EF4-FFF2-40B4-BE49-F238E27FC236}">
                <a16:creationId xmlns:a16="http://schemas.microsoft.com/office/drawing/2014/main" id="{2EDB9B6D-039F-413E-8EFB-59EAB27C1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9299" y="3416214"/>
            <a:ext cx="397095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、状态（特征）方程：</a:t>
            </a:r>
          </a:p>
        </p:txBody>
      </p:sp>
      <p:grpSp>
        <p:nvGrpSpPr>
          <p:cNvPr id="14" name="Group 71">
            <a:extLst>
              <a:ext uri="{FF2B5EF4-FFF2-40B4-BE49-F238E27FC236}">
                <a16:creationId xmlns:a16="http://schemas.microsoft.com/office/drawing/2014/main" id="{87FF1C1E-97AF-45F1-85FC-5D5F64BF477E}"/>
              </a:ext>
            </a:extLst>
          </p:cNvPr>
          <p:cNvGrpSpPr>
            <a:grpSpLocks/>
          </p:cNvGrpSpPr>
          <p:nvPr/>
        </p:nvGrpSpPr>
        <p:grpSpPr bwMode="auto">
          <a:xfrm>
            <a:off x="4807878" y="4025815"/>
            <a:ext cx="4489450" cy="519113"/>
            <a:chOff x="2565" y="3493"/>
            <a:chExt cx="2828" cy="327"/>
          </a:xfrm>
        </p:grpSpPr>
        <p:sp>
          <p:nvSpPr>
            <p:cNvPr id="15" name="Rectangle 66">
              <a:extLst>
                <a:ext uri="{FF2B5EF4-FFF2-40B4-BE49-F238E27FC236}">
                  <a16:creationId xmlns:a16="http://schemas.microsoft.com/office/drawing/2014/main" id="{96698DD4-AD66-4B45-BC25-4E8F86971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3493"/>
              <a:ext cx="28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n+1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=D=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XQ</a:t>
              </a:r>
              <a:r>
                <a:rPr kumimoji="1" lang="en-US" altLang="zh-CN" sz="2800" b="1" i="0" u="none" strike="noStrike" kern="1200" cap="none" spc="0" normalizeH="0" baseline="30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+XQ</a:t>
              </a:r>
              <a:r>
                <a:rPr kumimoji="1" lang="en-US" altLang="zh-CN" sz="2800" b="1" i="0" u="none" strike="noStrike" kern="1200" cap="none" spc="0" normalizeH="0" baseline="30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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30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endPara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67">
              <a:extLst>
                <a:ext uri="{FF2B5EF4-FFF2-40B4-BE49-F238E27FC236}">
                  <a16:creationId xmlns:a16="http://schemas.microsoft.com/office/drawing/2014/main" id="{A68390F1-E93C-43F9-AD35-0EBC1C475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6" y="3535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68">
              <a:extLst>
                <a:ext uri="{FF2B5EF4-FFF2-40B4-BE49-F238E27FC236}">
                  <a16:creationId xmlns:a16="http://schemas.microsoft.com/office/drawing/2014/main" id="{7B1F7611-4559-4DFA-BBEB-4555DDCE5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8" y="3532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0" name="矩形 69"/>
          <p:cNvSpPr/>
          <p:nvPr/>
        </p:nvSpPr>
        <p:spPr>
          <a:xfrm>
            <a:off x="4205269" y="980286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400"/>
              </a:spcBef>
              <a:buClr>
                <a:srgbClr val="330066"/>
              </a:buClr>
              <a:defRPr/>
            </a:pPr>
            <a:r>
              <a:rPr kumimoji="0"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一、方程表示</a:t>
            </a:r>
            <a:endParaRPr kumimoji="0"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【例】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采用不同的方式描述以下时序电路</a:t>
            </a:r>
          </a:p>
        </p:txBody>
      </p:sp>
      <p:sp>
        <p:nvSpPr>
          <p:cNvPr id="3" name="Rectangle 53">
            <a:extLst>
              <a:ext uri="{FF2B5EF4-FFF2-40B4-BE49-F238E27FC236}">
                <a16:creationId xmlns:a16="http://schemas.microsoft.com/office/drawing/2014/main" id="{3CA4763F-077F-47BD-9151-ECFC0D50C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58" y="1033332"/>
            <a:ext cx="2590800" cy="2038350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4">
            <a:extLst>
              <a:ext uri="{FF2B5EF4-FFF2-40B4-BE49-F238E27FC236}">
                <a16:creationId xmlns:a16="http://schemas.microsoft.com/office/drawing/2014/main" id="{F7236428-4670-476D-A91F-2F323A166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1258" y="3128832"/>
            <a:ext cx="1600200" cy="1600200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AutoShape 55">
            <a:extLst>
              <a:ext uri="{FF2B5EF4-FFF2-40B4-BE49-F238E27FC236}">
                <a16:creationId xmlns:a16="http://schemas.microsoft.com/office/drawing/2014/main" id="{D9FF3780-798A-4B32-AB7B-DB2BB3494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014" y="1752048"/>
            <a:ext cx="1600200" cy="898481"/>
          </a:xfrm>
          <a:prstGeom prst="wedgeRoundRectCallout">
            <a:avLst>
              <a:gd name="adj1" fmla="val -77459"/>
              <a:gd name="adj2" fmla="val 34059"/>
              <a:gd name="adj3" fmla="val 16667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组合逻辑电路</a:t>
            </a:r>
          </a:p>
        </p:txBody>
      </p:sp>
      <p:sp>
        <p:nvSpPr>
          <p:cNvPr id="6" name="AutoShape 56">
            <a:extLst>
              <a:ext uri="{FF2B5EF4-FFF2-40B4-BE49-F238E27FC236}">
                <a16:creationId xmlns:a16="http://schemas.microsoft.com/office/drawing/2014/main" id="{EFA1445E-78DA-4949-95A0-3BFAEDAAC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58" y="5485089"/>
            <a:ext cx="1600200" cy="533400"/>
          </a:xfrm>
          <a:prstGeom prst="wedgeRoundRectCallout">
            <a:avLst>
              <a:gd name="adj1" fmla="val 47355"/>
              <a:gd name="adj2" fmla="val -176529"/>
              <a:gd name="adj3" fmla="val 16667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存储电路</a:t>
            </a:r>
          </a:p>
        </p:txBody>
      </p:sp>
      <p:grpSp>
        <p:nvGrpSpPr>
          <p:cNvPr id="18" name="Group 74">
            <a:extLst>
              <a:ext uri="{FF2B5EF4-FFF2-40B4-BE49-F238E27FC236}">
                <a16:creationId xmlns:a16="http://schemas.microsoft.com/office/drawing/2014/main" id="{8FD74472-32F3-4E93-AF99-F1FCA4D2FDC1}"/>
              </a:ext>
            </a:extLst>
          </p:cNvPr>
          <p:cNvGrpSpPr>
            <a:grpSpLocks/>
          </p:cNvGrpSpPr>
          <p:nvPr/>
        </p:nvGrpSpPr>
        <p:grpSpPr bwMode="auto">
          <a:xfrm>
            <a:off x="192558" y="1238120"/>
            <a:ext cx="3852863" cy="3338512"/>
            <a:chOff x="1128" y="837"/>
            <a:chExt cx="2427" cy="2103"/>
          </a:xfrm>
        </p:grpSpPr>
        <p:sp>
          <p:nvSpPr>
            <p:cNvPr id="19" name="Rectangle 75">
              <a:extLst>
                <a:ext uri="{FF2B5EF4-FFF2-40B4-BE49-F238E27FC236}">
                  <a16:creationId xmlns:a16="http://schemas.microsoft.com/office/drawing/2014/main" id="{82431DC3-8A30-454D-BA0F-DE0322839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2124"/>
              <a:ext cx="384" cy="48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76">
              <a:extLst>
                <a:ext uri="{FF2B5EF4-FFF2-40B4-BE49-F238E27FC236}">
                  <a16:creationId xmlns:a16="http://schemas.microsoft.com/office/drawing/2014/main" id="{530C7810-7B7D-4B2E-84E3-898A145D1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" y="2460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7">
              <a:extLst>
                <a:ext uri="{FF2B5EF4-FFF2-40B4-BE49-F238E27FC236}">
                  <a16:creationId xmlns:a16="http://schemas.microsoft.com/office/drawing/2014/main" id="{398B1732-6935-4B41-A7C8-251429FA9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1644"/>
              <a:ext cx="192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2" name="Rectangle 78">
              <a:extLst>
                <a:ext uri="{FF2B5EF4-FFF2-40B4-BE49-F238E27FC236}">
                  <a16:creationId xmlns:a16="http://schemas.microsoft.com/office/drawing/2014/main" id="{59C1D447-0107-40D2-9DBC-93E626758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1260"/>
              <a:ext cx="192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3" name="Rectangle 79">
              <a:extLst>
                <a:ext uri="{FF2B5EF4-FFF2-40B4-BE49-F238E27FC236}">
                  <a16:creationId xmlns:a16="http://schemas.microsoft.com/office/drawing/2014/main" id="{D331BC43-D674-4A04-896B-389F56C1C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876"/>
              <a:ext cx="192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4" name="Rectangle 80">
              <a:extLst>
                <a:ext uri="{FF2B5EF4-FFF2-40B4-BE49-F238E27FC236}">
                  <a16:creationId xmlns:a16="http://schemas.microsoft.com/office/drawing/2014/main" id="{F4A2373A-8346-40B1-A94D-4BC0876E0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1452"/>
              <a:ext cx="240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&gt;1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81">
              <a:extLst>
                <a:ext uri="{FF2B5EF4-FFF2-40B4-BE49-F238E27FC236}">
                  <a16:creationId xmlns:a16="http://schemas.microsoft.com/office/drawing/2014/main" id="{B71D6637-482F-4072-908C-DA955B839D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1116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82">
              <a:extLst>
                <a:ext uri="{FF2B5EF4-FFF2-40B4-BE49-F238E27FC236}">
                  <a16:creationId xmlns:a16="http://schemas.microsoft.com/office/drawing/2014/main" id="{D4A2645B-4CC1-44BF-B3EC-D0FE3CB64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1788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83">
              <a:extLst>
                <a:ext uri="{FF2B5EF4-FFF2-40B4-BE49-F238E27FC236}">
                  <a16:creationId xmlns:a16="http://schemas.microsoft.com/office/drawing/2014/main" id="{334CF6F2-CD8A-4478-B07F-116E48490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596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84">
              <a:extLst>
                <a:ext uri="{FF2B5EF4-FFF2-40B4-BE49-F238E27FC236}">
                  <a16:creationId xmlns:a16="http://schemas.microsoft.com/office/drawing/2014/main" id="{DBB570C7-128E-4B94-8DC0-FC6F28864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8" y="1548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85">
              <a:extLst>
                <a:ext uri="{FF2B5EF4-FFF2-40B4-BE49-F238E27FC236}">
                  <a16:creationId xmlns:a16="http://schemas.microsoft.com/office/drawing/2014/main" id="{01C0E29A-DD88-4F84-9FE4-1A4FCCE5F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692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86">
              <a:extLst>
                <a:ext uri="{FF2B5EF4-FFF2-40B4-BE49-F238E27FC236}">
                  <a16:creationId xmlns:a16="http://schemas.microsoft.com/office/drawing/2014/main" id="{5EE5B1B9-1768-46DD-A683-EA8794338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2172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87">
              <a:extLst>
                <a:ext uri="{FF2B5EF4-FFF2-40B4-BE49-F238E27FC236}">
                  <a16:creationId xmlns:a16="http://schemas.microsoft.com/office/drawing/2014/main" id="{A14E9FB5-5A72-4697-9077-EC7F41635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2220"/>
              <a:ext cx="4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88">
              <a:extLst>
                <a:ext uri="{FF2B5EF4-FFF2-40B4-BE49-F238E27FC236}">
                  <a16:creationId xmlns:a16="http://schemas.microsoft.com/office/drawing/2014/main" id="{AD58ACE2-8778-4501-915F-F9095A1E5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924"/>
              <a:ext cx="6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Line 89">
              <a:extLst>
                <a:ext uri="{FF2B5EF4-FFF2-40B4-BE49-F238E27FC236}">
                  <a16:creationId xmlns:a16="http://schemas.microsoft.com/office/drawing/2014/main" id="{C5540B4C-95C6-4047-BDEE-9FCC793D9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548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Line 90">
              <a:extLst>
                <a:ext uri="{FF2B5EF4-FFF2-40B4-BE49-F238E27FC236}">
                  <a16:creationId xmlns:a16="http://schemas.microsoft.com/office/drawing/2014/main" id="{BEF68C6F-17E7-45FE-A3FF-B5A759DB8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1308"/>
              <a:ext cx="6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91">
              <a:extLst>
                <a:ext uri="{FF2B5EF4-FFF2-40B4-BE49-F238E27FC236}">
                  <a16:creationId xmlns:a16="http://schemas.microsoft.com/office/drawing/2014/main" id="{E8682B3C-6C2A-4FA2-B5CC-F20CC3867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1500"/>
              <a:ext cx="52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Line 92">
              <a:extLst>
                <a:ext uri="{FF2B5EF4-FFF2-40B4-BE49-F238E27FC236}">
                  <a16:creationId xmlns:a16="http://schemas.microsoft.com/office/drawing/2014/main" id="{22057A63-4ADA-4FF9-9C45-94D07FD8CD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692"/>
              <a:ext cx="1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Line 93">
              <a:extLst>
                <a:ext uri="{FF2B5EF4-FFF2-40B4-BE49-F238E27FC236}">
                  <a16:creationId xmlns:a16="http://schemas.microsoft.com/office/drawing/2014/main" id="{F507B81B-5786-4EBD-ABCF-3F9A9B378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884"/>
              <a:ext cx="1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Rectangle 94">
              <a:extLst>
                <a:ext uri="{FF2B5EF4-FFF2-40B4-BE49-F238E27FC236}">
                  <a16:creationId xmlns:a16="http://schemas.microsoft.com/office/drawing/2014/main" id="{65947177-156E-42A0-ADA3-500343625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1548"/>
              <a:ext cx="192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Line 95">
              <a:extLst>
                <a:ext uri="{FF2B5EF4-FFF2-40B4-BE49-F238E27FC236}">
                  <a16:creationId xmlns:a16="http://schemas.microsoft.com/office/drawing/2014/main" id="{F8ADC164-22CA-4682-B179-E41A0EA7C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692"/>
              <a:ext cx="4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Line 96">
              <a:extLst>
                <a:ext uri="{FF2B5EF4-FFF2-40B4-BE49-F238E27FC236}">
                  <a16:creationId xmlns:a16="http://schemas.microsoft.com/office/drawing/2014/main" id="{7A18F6AA-EB8F-4E9A-BFC7-1FEDA64EE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1404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Line 97">
              <a:extLst>
                <a:ext uri="{FF2B5EF4-FFF2-40B4-BE49-F238E27FC236}">
                  <a16:creationId xmlns:a16="http://schemas.microsoft.com/office/drawing/2014/main" id="{871D215E-AF9C-483C-A525-7A29329363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1596"/>
              <a:ext cx="0" cy="6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98">
              <a:extLst>
                <a:ext uri="{FF2B5EF4-FFF2-40B4-BE49-F238E27FC236}">
                  <a16:creationId xmlns:a16="http://schemas.microsoft.com/office/drawing/2014/main" id="{533CBA30-27D4-4043-A0F5-8CA48E231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404"/>
              <a:ext cx="0" cy="1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99">
              <a:extLst>
                <a:ext uri="{FF2B5EF4-FFF2-40B4-BE49-F238E27FC236}">
                  <a16:creationId xmlns:a16="http://schemas.microsoft.com/office/drawing/2014/main" id="{F4375AE3-F49E-4EA7-BDA3-311391C5B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692"/>
              <a:ext cx="0" cy="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100">
              <a:extLst>
                <a:ext uri="{FF2B5EF4-FFF2-40B4-BE49-F238E27FC236}">
                  <a16:creationId xmlns:a16="http://schemas.microsoft.com/office/drawing/2014/main" id="{336B8018-0173-4E0A-8B91-EEE24B6DF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1116"/>
              <a:ext cx="0" cy="76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Line 101">
              <a:extLst>
                <a:ext uri="{FF2B5EF4-FFF2-40B4-BE49-F238E27FC236}">
                  <a16:creationId xmlns:a16="http://schemas.microsoft.com/office/drawing/2014/main" id="{F92E192F-2F17-4CA5-87AC-A9D2BD115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88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Line 102">
              <a:extLst>
                <a:ext uri="{FF2B5EF4-FFF2-40B4-BE49-F238E27FC236}">
                  <a16:creationId xmlns:a16="http://schemas.microsoft.com/office/drawing/2014/main" id="{772A0E0D-79AD-44EC-BB72-1036D85BE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924"/>
              <a:ext cx="0" cy="76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103">
              <a:extLst>
                <a:ext uri="{FF2B5EF4-FFF2-40B4-BE49-F238E27FC236}">
                  <a16:creationId xmlns:a16="http://schemas.microsoft.com/office/drawing/2014/main" id="{1AC0EEF8-311C-4A3A-9BB0-8F113C6A6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1500"/>
              <a:ext cx="0" cy="10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Oval 104">
              <a:extLst>
                <a:ext uri="{FF2B5EF4-FFF2-40B4-BE49-F238E27FC236}">
                  <a16:creationId xmlns:a16="http://schemas.microsoft.com/office/drawing/2014/main" id="{6A619EFA-E70B-4CFB-9E97-280D139B4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" y="1668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Oval 105">
              <a:extLst>
                <a:ext uri="{FF2B5EF4-FFF2-40B4-BE49-F238E27FC236}">
                  <a16:creationId xmlns:a16="http://schemas.microsoft.com/office/drawing/2014/main" id="{B1CD9E8F-5252-458B-A58A-9E50D98A4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1" y="1851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Oval 106">
              <a:extLst>
                <a:ext uri="{FF2B5EF4-FFF2-40B4-BE49-F238E27FC236}">
                  <a16:creationId xmlns:a16="http://schemas.microsoft.com/office/drawing/2014/main" id="{4A82214C-E4E7-4868-A8CF-0DAADC139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280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107">
              <a:extLst>
                <a:ext uri="{FF2B5EF4-FFF2-40B4-BE49-F238E27FC236}">
                  <a16:creationId xmlns:a16="http://schemas.microsoft.com/office/drawing/2014/main" id="{FCCC2EE0-83CE-4749-9DF8-4868DDCA36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1020"/>
              <a:ext cx="9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Text Box 108">
              <a:extLst>
                <a:ext uri="{FF2B5EF4-FFF2-40B4-BE49-F238E27FC236}">
                  <a16:creationId xmlns:a16="http://schemas.microsoft.com/office/drawing/2014/main" id="{5B48B794-0422-4978-AF00-BBF4A2A8E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8" y="1536"/>
              <a:ext cx="33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53" name="Rectangle 109">
              <a:extLst>
                <a:ext uri="{FF2B5EF4-FFF2-40B4-BE49-F238E27FC236}">
                  <a16:creationId xmlns:a16="http://schemas.microsoft.com/office/drawing/2014/main" id="{33754B92-4E41-45E6-AEB1-C71E7D479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652"/>
              <a:ext cx="37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</a:p>
          </p:txBody>
        </p:sp>
        <p:sp>
          <p:nvSpPr>
            <p:cNvPr id="54" name="Rectangle 110">
              <a:extLst>
                <a:ext uri="{FF2B5EF4-FFF2-40B4-BE49-F238E27FC236}">
                  <a16:creationId xmlns:a16="http://schemas.microsoft.com/office/drawing/2014/main" id="{91B0D2FD-F910-4820-8082-0FFDEE190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" y="888"/>
              <a:ext cx="25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</a:p>
          </p:txBody>
        </p:sp>
        <p:sp>
          <p:nvSpPr>
            <p:cNvPr id="55" name="Rectangle 111">
              <a:extLst>
                <a:ext uri="{FF2B5EF4-FFF2-40B4-BE49-F238E27FC236}">
                  <a16:creationId xmlns:a16="http://schemas.microsoft.com/office/drawing/2014/main" id="{E2C8BF62-3BD3-466A-98AA-CEB4CED90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2076"/>
              <a:ext cx="25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56" name="Rectangle 112">
              <a:extLst>
                <a:ext uri="{FF2B5EF4-FFF2-40B4-BE49-F238E27FC236}">
                  <a16:creationId xmlns:a16="http://schemas.microsoft.com/office/drawing/2014/main" id="{6D5FD410-A53B-4A27-A705-AEFF89681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8" y="2124"/>
              <a:ext cx="26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57" name="Line 113">
              <a:extLst>
                <a:ext uri="{FF2B5EF4-FFF2-40B4-BE49-F238E27FC236}">
                  <a16:creationId xmlns:a16="http://schemas.microsoft.com/office/drawing/2014/main" id="{BCF2B57D-FAED-4961-895D-C7A74D6A3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2536"/>
              <a:ext cx="38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Oval 114">
              <a:extLst>
                <a:ext uri="{FF2B5EF4-FFF2-40B4-BE49-F238E27FC236}">
                  <a16:creationId xmlns:a16="http://schemas.microsoft.com/office/drawing/2014/main" id="{F0CA5341-9D15-4AE3-88A4-ED598C0A8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0" y="2508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Rectangle 115">
              <a:extLst>
                <a:ext uri="{FF2B5EF4-FFF2-40B4-BE49-F238E27FC236}">
                  <a16:creationId xmlns:a16="http://schemas.microsoft.com/office/drawing/2014/main" id="{F402E80C-088C-44B5-934B-D53AA5B70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8" y="2536"/>
              <a:ext cx="26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60" name="Line 116">
              <a:extLst>
                <a:ext uri="{FF2B5EF4-FFF2-40B4-BE49-F238E27FC236}">
                  <a16:creationId xmlns:a16="http://schemas.microsoft.com/office/drawing/2014/main" id="{A3F2B29F-2B0C-4864-B135-03773588E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2584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1" name="Group 117">
              <a:extLst>
                <a:ext uri="{FF2B5EF4-FFF2-40B4-BE49-F238E27FC236}">
                  <a16:creationId xmlns:a16="http://schemas.microsoft.com/office/drawing/2014/main" id="{76A41BEC-C43A-4A1F-97B8-696630F62A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4" y="2412"/>
              <a:ext cx="240" cy="96"/>
              <a:chOff x="2304" y="1824"/>
              <a:chExt cx="240" cy="96"/>
            </a:xfrm>
          </p:grpSpPr>
          <p:sp>
            <p:nvSpPr>
              <p:cNvPr id="67" name="Line 118">
                <a:extLst>
                  <a:ext uri="{FF2B5EF4-FFF2-40B4-BE49-F238E27FC236}">
                    <a16:creationId xmlns:a16="http://schemas.microsoft.com/office/drawing/2014/main" id="{7D7EC5A6-9B8D-42D8-BAE2-DB0DFDF829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1872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Line 119">
                <a:extLst>
                  <a:ext uri="{FF2B5EF4-FFF2-40B4-BE49-F238E27FC236}">
                    <a16:creationId xmlns:a16="http://schemas.microsoft.com/office/drawing/2014/main" id="{31CCAA0A-5C9D-4285-B251-51C1BBF7F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4" y="1824"/>
                <a:ext cx="9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Line 120">
                <a:extLst>
                  <a:ext uri="{FF2B5EF4-FFF2-40B4-BE49-F238E27FC236}">
                    <a16:creationId xmlns:a16="http://schemas.microsoft.com/office/drawing/2014/main" id="{BF721D07-CD02-428D-86CA-180389261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1872"/>
                <a:ext cx="9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2" name="Text Box 121">
              <a:extLst>
                <a:ext uri="{FF2B5EF4-FFF2-40B4-BE49-F238E27FC236}">
                  <a16:creationId xmlns:a16="http://schemas.microsoft.com/office/drawing/2014/main" id="{7E24E296-0CEB-466E-B4C8-6A165B391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" y="837"/>
              <a:ext cx="34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63" name="Text Box 122">
              <a:extLst>
                <a:ext uri="{FF2B5EF4-FFF2-40B4-BE49-F238E27FC236}">
                  <a16:creationId xmlns:a16="http://schemas.microsoft.com/office/drawing/2014/main" id="{66405396-62A3-4C10-B31A-BE69A0631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4" y="1228"/>
              <a:ext cx="34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64" name="Text Box 123">
              <a:extLst>
                <a:ext uri="{FF2B5EF4-FFF2-40B4-BE49-F238E27FC236}">
                  <a16:creationId xmlns:a16="http://schemas.microsoft.com/office/drawing/2014/main" id="{A5BEA934-231D-472B-B3AE-9A4E64E30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6" y="1597"/>
              <a:ext cx="34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65" name="Text Box 124">
              <a:extLst>
                <a:ext uri="{FF2B5EF4-FFF2-40B4-BE49-F238E27FC236}">
                  <a16:creationId xmlns:a16="http://schemas.microsoft.com/office/drawing/2014/main" id="{478218C2-AB0E-4D60-8946-7BBD751C0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" y="1510"/>
              <a:ext cx="34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6" name="Line 125">
              <a:extLst>
                <a:ext uri="{FF2B5EF4-FFF2-40B4-BE49-F238E27FC236}">
                  <a16:creationId xmlns:a16="http://schemas.microsoft.com/office/drawing/2014/main" id="{E8A25834-6183-489C-8BB4-FB34D1FB7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" y="1630"/>
              <a:ext cx="76" cy="4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536004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13" grpId="0" autoUpdateAnimBg="0"/>
      <p:bldP spid="70" grpId="0"/>
      <p:bldP spid="2" grpId="0"/>
      <p:bldP spid="3" grpId="0" animBg="1"/>
      <p:bldP spid="4" grpId="0" animBg="1"/>
      <p:bldP spid="5" grpId="0" animBg="1"/>
      <p:bldP spid="5" grpId="1" animBg="1"/>
      <p:bldP spid="6" grpId="0" animBg="1"/>
      <p:bldP spid="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二、状态转换表</a:t>
            </a:r>
          </a:p>
        </p:txBody>
      </p:sp>
      <p:sp>
        <p:nvSpPr>
          <p:cNvPr id="3" name="Rectangle 53">
            <a:extLst>
              <a:ext uri="{FF2B5EF4-FFF2-40B4-BE49-F238E27FC236}">
                <a16:creationId xmlns:a16="http://schemas.microsoft.com/office/drawing/2014/main" id="{3CA4763F-077F-47BD-9151-ECFC0D50C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58" y="1033332"/>
            <a:ext cx="2590800" cy="2038350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4">
            <a:extLst>
              <a:ext uri="{FF2B5EF4-FFF2-40B4-BE49-F238E27FC236}">
                <a16:creationId xmlns:a16="http://schemas.microsoft.com/office/drawing/2014/main" id="{F7236428-4670-476D-A91F-2F323A166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1258" y="3128832"/>
            <a:ext cx="1600200" cy="1600200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8" name="Group 74">
            <a:extLst>
              <a:ext uri="{FF2B5EF4-FFF2-40B4-BE49-F238E27FC236}">
                <a16:creationId xmlns:a16="http://schemas.microsoft.com/office/drawing/2014/main" id="{8FD74472-32F3-4E93-AF99-F1FCA4D2FDC1}"/>
              </a:ext>
            </a:extLst>
          </p:cNvPr>
          <p:cNvGrpSpPr>
            <a:grpSpLocks/>
          </p:cNvGrpSpPr>
          <p:nvPr/>
        </p:nvGrpSpPr>
        <p:grpSpPr bwMode="auto">
          <a:xfrm>
            <a:off x="192558" y="1238120"/>
            <a:ext cx="3852863" cy="3338512"/>
            <a:chOff x="1128" y="837"/>
            <a:chExt cx="2427" cy="2103"/>
          </a:xfrm>
        </p:grpSpPr>
        <p:sp>
          <p:nvSpPr>
            <p:cNvPr id="19" name="Rectangle 75">
              <a:extLst>
                <a:ext uri="{FF2B5EF4-FFF2-40B4-BE49-F238E27FC236}">
                  <a16:creationId xmlns:a16="http://schemas.microsoft.com/office/drawing/2014/main" id="{82431DC3-8A30-454D-BA0F-DE0322839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2124"/>
              <a:ext cx="384" cy="48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76">
              <a:extLst>
                <a:ext uri="{FF2B5EF4-FFF2-40B4-BE49-F238E27FC236}">
                  <a16:creationId xmlns:a16="http://schemas.microsoft.com/office/drawing/2014/main" id="{530C7810-7B7D-4B2E-84E3-898A145D1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" y="2460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7">
              <a:extLst>
                <a:ext uri="{FF2B5EF4-FFF2-40B4-BE49-F238E27FC236}">
                  <a16:creationId xmlns:a16="http://schemas.microsoft.com/office/drawing/2014/main" id="{398B1732-6935-4B41-A7C8-251429FA9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1644"/>
              <a:ext cx="192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2" name="Rectangle 78">
              <a:extLst>
                <a:ext uri="{FF2B5EF4-FFF2-40B4-BE49-F238E27FC236}">
                  <a16:creationId xmlns:a16="http://schemas.microsoft.com/office/drawing/2014/main" id="{59C1D447-0107-40D2-9DBC-93E626758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1260"/>
              <a:ext cx="192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3" name="Rectangle 79">
              <a:extLst>
                <a:ext uri="{FF2B5EF4-FFF2-40B4-BE49-F238E27FC236}">
                  <a16:creationId xmlns:a16="http://schemas.microsoft.com/office/drawing/2014/main" id="{D331BC43-D674-4A04-896B-389F56C1C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876"/>
              <a:ext cx="192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4" name="Rectangle 80">
              <a:extLst>
                <a:ext uri="{FF2B5EF4-FFF2-40B4-BE49-F238E27FC236}">
                  <a16:creationId xmlns:a16="http://schemas.microsoft.com/office/drawing/2014/main" id="{F4A2373A-8346-40B1-A94D-4BC0876E0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1452"/>
              <a:ext cx="240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&gt;1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81">
              <a:extLst>
                <a:ext uri="{FF2B5EF4-FFF2-40B4-BE49-F238E27FC236}">
                  <a16:creationId xmlns:a16="http://schemas.microsoft.com/office/drawing/2014/main" id="{B71D6637-482F-4072-908C-DA955B839D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1116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82">
              <a:extLst>
                <a:ext uri="{FF2B5EF4-FFF2-40B4-BE49-F238E27FC236}">
                  <a16:creationId xmlns:a16="http://schemas.microsoft.com/office/drawing/2014/main" id="{D4A2645B-4CC1-44BF-B3EC-D0FE3CB64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1788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83">
              <a:extLst>
                <a:ext uri="{FF2B5EF4-FFF2-40B4-BE49-F238E27FC236}">
                  <a16:creationId xmlns:a16="http://schemas.microsoft.com/office/drawing/2014/main" id="{334CF6F2-CD8A-4478-B07F-116E48490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596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84">
              <a:extLst>
                <a:ext uri="{FF2B5EF4-FFF2-40B4-BE49-F238E27FC236}">
                  <a16:creationId xmlns:a16="http://schemas.microsoft.com/office/drawing/2014/main" id="{DBB570C7-128E-4B94-8DC0-FC6F28864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8" y="1548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85">
              <a:extLst>
                <a:ext uri="{FF2B5EF4-FFF2-40B4-BE49-F238E27FC236}">
                  <a16:creationId xmlns:a16="http://schemas.microsoft.com/office/drawing/2014/main" id="{01C0E29A-DD88-4F84-9FE4-1A4FCCE5F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692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86">
              <a:extLst>
                <a:ext uri="{FF2B5EF4-FFF2-40B4-BE49-F238E27FC236}">
                  <a16:creationId xmlns:a16="http://schemas.microsoft.com/office/drawing/2014/main" id="{5EE5B1B9-1768-46DD-A683-EA8794338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2172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87">
              <a:extLst>
                <a:ext uri="{FF2B5EF4-FFF2-40B4-BE49-F238E27FC236}">
                  <a16:creationId xmlns:a16="http://schemas.microsoft.com/office/drawing/2014/main" id="{A14E9FB5-5A72-4697-9077-EC7F41635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2220"/>
              <a:ext cx="4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88">
              <a:extLst>
                <a:ext uri="{FF2B5EF4-FFF2-40B4-BE49-F238E27FC236}">
                  <a16:creationId xmlns:a16="http://schemas.microsoft.com/office/drawing/2014/main" id="{AD58ACE2-8778-4501-915F-F9095A1E5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924"/>
              <a:ext cx="6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Line 89">
              <a:extLst>
                <a:ext uri="{FF2B5EF4-FFF2-40B4-BE49-F238E27FC236}">
                  <a16:creationId xmlns:a16="http://schemas.microsoft.com/office/drawing/2014/main" id="{C5540B4C-95C6-4047-BDEE-9FCC793D9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548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Line 90">
              <a:extLst>
                <a:ext uri="{FF2B5EF4-FFF2-40B4-BE49-F238E27FC236}">
                  <a16:creationId xmlns:a16="http://schemas.microsoft.com/office/drawing/2014/main" id="{BEF68C6F-17E7-45FE-A3FF-B5A759DB8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1308"/>
              <a:ext cx="6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91">
              <a:extLst>
                <a:ext uri="{FF2B5EF4-FFF2-40B4-BE49-F238E27FC236}">
                  <a16:creationId xmlns:a16="http://schemas.microsoft.com/office/drawing/2014/main" id="{E8682B3C-6C2A-4FA2-B5CC-F20CC3867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1500"/>
              <a:ext cx="52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Line 92">
              <a:extLst>
                <a:ext uri="{FF2B5EF4-FFF2-40B4-BE49-F238E27FC236}">
                  <a16:creationId xmlns:a16="http://schemas.microsoft.com/office/drawing/2014/main" id="{22057A63-4ADA-4FF9-9C45-94D07FD8CD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692"/>
              <a:ext cx="1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Line 93">
              <a:extLst>
                <a:ext uri="{FF2B5EF4-FFF2-40B4-BE49-F238E27FC236}">
                  <a16:creationId xmlns:a16="http://schemas.microsoft.com/office/drawing/2014/main" id="{F507B81B-5786-4EBD-ABCF-3F9A9B378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884"/>
              <a:ext cx="1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Rectangle 94">
              <a:extLst>
                <a:ext uri="{FF2B5EF4-FFF2-40B4-BE49-F238E27FC236}">
                  <a16:creationId xmlns:a16="http://schemas.microsoft.com/office/drawing/2014/main" id="{65947177-156E-42A0-ADA3-500343625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1548"/>
              <a:ext cx="192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Line 95">
              <a:extLst>
                <a:ext uri="{FF2B5EF4-FFF2-40B4-BE49-F238E27FC236}">
                  <a16:creationId xmlns:a16="http://schemas.microsoft.com/office/drawing/2014/main" id="{F8ADC164-22CA-4682-B179-E41A0EA7C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692"/>
              <a:ext cx="4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Line 96">
              <a:extLst>
                <a:ext uri="{FF2B5EF4-FFF2-40B4-BE49-F238E27FC236}">
                  <a16:creationId xmlns:a16="http://schemas.microsoft.com/office/drawing/2014/main" id="{7A18F6AA-EB8F-4E9A-BFC7-1FEDA64EE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1404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Line 97">
              <a:extLst>
                <a:ext uri="{FF2B5EF4-FFF2-40B4-BE49-F238E27FC236}">
                  <a16:creationId xmlns:a16="http://schemas.microsoft.com/office/drawing/2014/main" id="{871D215E-AF9C-483C-A525-7A29329363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1596"/>
              <a:ext cx="0" cy="6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98">
              <a:extLst>
                <a:ext uri="{FF2B5EF4-FFF2-40B4-BE49-F238E27FC236}">
                  <a16:creationId xmlns:a16="http://schemas.microsoft.com/office/drawing/2014/main" id="{533CBA30-27D4-4043-A0F5-8CA48E231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404"/>
              <a:ext cx="0" cy="1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99">
              <a:extLst>
                <a:ext uri="{FF2B5EF4-FFF2-40B4-BE49-F238E27FC236}">
                  <a16:creationId xmlns:a16="http://schemas.microsoft.com/office/drawing/2014/main" id="{F4375AE3-F49E-4EA7-BDA3-311391C5B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692"/>
              <a:ext cx="0" cy="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100">
              <a:extLst>
                <a:ext uri="{FF2B5EF4-FFF2-40B4-BE49-F238E27FC236}">
                  <a16:creationId xmlns:a16="http://schemas.microsoft.com/office/drawing/2014/main" id="{336B8018-0173-4E0A-8B91-EEE24B6DF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1116"/>
              <a:ext cx="0" cy="76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Line 101">
              <a:extLst>
                <a:ext uri="{FF2B5EF4-FFF2-40B4-BE49-F238E27FC236}">
                  <a16:creationId xmlns:a16="http://schemas.microsoft.com/office/drawing/2014/main" id="{F92E192F-2F17-4CA5-87AC-A9D2BD115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88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Line 102">
              <a:extLst>
                <a:ext uri="{FF2B5EF4-FFF2-40B4-BE49-F238E27FC236}">
                  <a16:creationId xmlns:a16="http://schemas.microsoft.com/office/drawing/2014/main" id="{772A0E0D-79AD-44EC-BB72-1036D85BE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924"/>
              <a:ext cx="0" cy="76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103">
              <a:extLst>
                <a:ext uri="{FF2B5EF4-FFF2-40B4-BE49-F238E27FC236}">
                  <a16:creationId xmlns:a16="http://schemas.microsoft.com/office/drawing/2014/main" id="{1AC0EEF8-311C-4A3A-9BB0-8F113C6A6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1500"/>
              <a:ext cx="0" cy="10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Oval 104">
              <a:extLst>
                <a:ext uri="{FF2B5EF4-FFF2-40B4-BE49-F238E27FC236}">
                  <a16:creationId xmlns:a16="http://schemas.microsoft.com/office/drawing/2014/main" id="{6A619EFA-E70B-4CFB-9E97-280D139B4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" y="1668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Oval 105">
              <a:extLst>
                <a:ext uri="{FF2B5EF4-FFF2-40B4-BE49-F238E27FC236}">
                  <a16:creationId xmlns:a16="http://schemas.microsoft.com/office/drawing/2014/main" id="{B1CD9E8F-5252-458B-A58A-9E50D98A4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1" y="1851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Oval 106">
              <a:extLst>
                <a:ext uri="{FF2B5EF4-FFF2-40B4-BE49-F238E27FC236}">
                  <a16:creationId xmlns:a16="http://schemas.microsoft.com/office/drawing/2014/main" id="{4A82214C-E4E7-4868-A8CF-0DAADC139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280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107">
              <a:extLst>
                <a:ext uri="{FF2B5EF4-FFF2-40B4-BE49-F238E27FC236}">
                  <a16:creationId xmlns:a16="http://schemas.microsoft.com/office/drawing/2014/main" id="{FCCC2EE0-83CE-4749-9DF8-4868DDCA36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1020"/>
              <a:ext cx="9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Text Box 108">
              <a:extLst>
                <a:ext uri="{FF2B5EF4-FFF2-40B4-BE49-F238E27FC236}">
                  <a16:creationId xmlns:a16="http://schemas.microsoft.com/office/drawing/2014/main" id="{5B48B794-0422-4978-AF00-BBF4A2A8E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8" y="1536"/>
              <a:ext cx="33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53" name="Rectangle 109">
              <a:extLst>
                <a:ext uri="{FF2B5EF4-FFF2-40B4-BE49-F238E27FC236}">
                  <a16:creationId xmlns:a16="http://schemas.microsoft.com/office/drawing/2014/main" id="{33754B92-4E41-45E6-AEB1-C71E7D479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652"/>
              <a:ext cx="37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</a:p>
          </p:txBody>
        </p:sp>
        <p:sp>
          <p:nvSpPr>
            <p:cNvPr id="54" name="Rectangle 110">
              <a:extLst>
                <a:ext uri="{FF2B5EF4-FFF2-40B4-BE49-F238E27FC236}">
                  <a16:creationId xmlns:a16="http://schemas.microsoft.com/office/drawing/2014/main" id="{91B0D2FD-F910-4820-8082-0FFDEE190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" y="888"/>
              <a:ext cx="255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</a:p>
          </p:txBody>
        </p:sp>
        <p:sp>
          <p:nvSpPr>
            <p:cNvPr id="55" name="Rectangle 111">
              <a:extLst>
                <a:ext uri="{FF2B5EF4-FFF2-40B4-BE49-F238E27FC236}">
                  <a16:creationId xmlns:a16="http://schemas.microsoft.com/office/drawing/2014/main" id="{E2C8BF62-3BD3-466A-98AA-CEB4CED90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2076"/>
              <a:ext cx="25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56" name="Rectangle 112">
              <a:extLst>
                <a:ext uri="{FF2B5EF4-FFF2-40B4-BE49-F238E27FC236}">
                  <a16:creationId xmlns:a16="http://schemas.microsoft.com/office/drawing/2014/main" id="{6D5FD410-A53B-4A27-A705-AEFF89681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8" y="2124"/>
              <a:ext cx="26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57" name="Line 113">
              <a:extLst>
                <a:ext uri="{FF2B5EF4-FFF2-40B4-BE49-F238E27FC236}">
                  <a16:creationId xmlns:a16="http://schemas.microsoft.com/office/drawing/2014/main" id="{BCF2B57D-FAED-4961-895D-C7A74D6A3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2536"/>
              <a:ext cx="38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Oval 114">
              <a:extLst>
                <a:ext uri="{FF2B5EF4-FFF2-40B4-BE49-F238E27FC236}">
                  <a16:creationId xmlns:a16="http://schemas.microsoft.com/office/drawing/2014/main" id="{F0CA5341-9D15-4AE3-88A4-ED598C0A8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0" y="2508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Rectangle 115">
              <a:extLst>
                <a:ext uri="{FF2B5EF4-FFF2-40B4-BE49-F238E27FC236}">
                  <a16:creationId xmlns:a16="http://schemas.microsoft.com/office/drawing/2014/main" id="{F402E80C-088C-44B5-934B-D53AA5B70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8" y="2536"/>
              <a:ext cx="26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60" name="Line 116">
              <a:extLst>
                <a:ext uri="{FF2B5EF4-FFF2-40B4-BE49-F238E27FC236}">
                  <a16:creationId xmlns:a16="http://schemas.microsoft.com/office/drawing/2014/main" id="{A3F2B29F-2B0C-4864-B135-03773588E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2584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1" name="Group 117">
              <a:extLst>
                <a:ext uri="{FF2B5EF4-FFF2-40B4-BE49-F238E27FC236}">
                  <a16:creationId xmlns:a16="http://schemas.microsoft.com/office/drawing/2014/main" id="{76A41BEC-C43A-4A1F-97B8-696630F62A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4" y="2412"/>
              <a:ext cx="240" cy="96"/>
              <a:chOff x="2304" y="1824"/>
              <a:chExt cx="240" cy="96"/>
            </a:xfrm>
          </p:grpSpPr>
          <p:sp>
            <p:nvSpPr>
              <p:cNvPr id="67" name="Line 118">
                <a:extLst>
                  <a:ext uri="{FF2B5EF4-FFF2-40B4-BE49-F238E27FC236}">
                    <a16:creationId xmlns:a16="http://schemas.microsoft.com/office/drawing/2014/main" id="{7D7EC5A6-9B8D-42D8-BAE2-DB0DFDF829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1872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Line 119">
                <a:extLst>
                  <a:ext uri="{FF2B5EF4-FFF2-40B4-BE49-F238E27FC236}">
                    <a16:creationId xmlns:a16="http://schemas.microsoft.com/office/drawing/2014/main" id="{31CCAA0A-5C9D-4285-B251-51C1BBF7F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4" y="1824"/>
                <a:ext cx="9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Line 120">
                <a:extLst>
                  <a:ext uri="{FF2B5EF4-FFF2-40B4-BE49-F238E27FC236}">
                    <a16:creationId xmlns:a16="http://schemas.microsoft.com/office/drawing/2014/main" id="{BF721D07-CD02-428D-86CA-180389261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1872"/>
                <a:ext cx="9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2" name="Text Box 121">
              <a:extLst>
                <a:ext uri="{FF2B5EF4-FFF2-40B4-BE49-F238E27FC236}">
                  <a16:creationId xmlns:a16="http://schemas.microsoft.com/office/drawing/2014/main" id="{7E24E296-0CEB-466E-B4C8-6A165B391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" y="837"/>
              <a:ext cx="34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63" name="Text Box 122">
              <a:extLst>
                <a:ext uri="{FF2B5EF4-FFF2-40B4-BE49-F238E27FC236}">
                  <a16:creationId xmlns:a16="http://schemas.microsoft.com/office/drawing/2014/main" id="{66405396-62A3-4C10-B31A-BE69A0631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4" y="1228"/>
              <a:ext cx="34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64" name="Text Box 123">
              <a:extLst>
                <a:ext uri="{FF2B5EF4-FFF2-40B4-BE49-F238E27FC236}">
                  <a16:creationId xmlns:a16="http://schemas.microsoft.com/office/drawing/2014/main" id="{A5BEA934-231D-472B-B3AE-9A4E64E30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6" y="1597"/>
              <a:ext cx="34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65" name="Text Box 124">
              <a:extLst>
                <a:ext uri="{FF2B5EF4-FFF2-40B4-BE49-F238E27FC236}">
                  <a16:creationId xmlns:a16="http://schemas.microsoft.com/office/drawing/2014/main" id="{478218C2-AB0E-4D60-8946-7BBD751C0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" y="1510"/>
              <a:ext cx="34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6" name="Line 125">
              <a:extLst>
                <a:ext uri="{FF2B5EF4-FFF2-40B4-BE49-F238E27FC236}">
                  <a16:creationId xmlns:a16="http://schemas.microsoft.com/office/drawing/2014/main" id="{E8A25834-6183-489C-8BB4-FB34D1FB7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" y="1630"/>
              <a:ext cx="76" cy="4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72" name="Group 308">
            <a:extLst>
              <a:ext uri="{FF2B5EF4-FFF2-40B4-BE49-F238E27FC236}">
                <a16:creationId xmlns:a16="http://schemas.microsoft.com/office/drawing/2014/main" id="{4C300995-F742-4AB5-87AE-4733049C1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053173"/>
              </p:ext>
            </p:extLst>
          </p:nvPr>
        </p:nvGraphicFramePr>
        <p:xfrm>
          <a:off x="4307357" y="995232"/>
          <a:ext cx="4419600" cy="2743200"/>
        </p:xfrm>
        <a:graphic>
          <a:graphicData uri="http://schemas.openxmlformats.org/drawingml/2006/table">
            <a:tbl>
              <a:tblPr/>
              <a:tblGrid>
                <a:gridCol w="84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现态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次态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1" lang="en-US" altLang="zh-CN" sz="2400" b="1" i="0" u="none" strike="noStrike" cap="none" normalizeH="0" baseline="30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4" name="右箭头 73"/>
          <p:cNvSpPr/>
          <p:nvPr/>
        </p:nvSpPr>
        <p:spPr>
          <a:xfrm>
            <a:off x="3697758" y="2138232"/>
            <a:ext cx="347663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5" name="Group 301">
            <a:extLst>
              <a:ext uri="{FF2B5EF4-FFF2-40B4-BE49-F238E27FC236}">
                <a16:creationId xmlns:a16="http://schemas.microsoft.com/office/drawing/2014/main" id="{49D449A1-7A66-47F9-8BBF-3CB8B6F89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676682"/>
              </p:ext>
            </p:extLst>
          </p:nvPr>
        </p:nvGraphicFramePr>
        <p:xfrm>
          <a:off x="4957430" y="4331510"/>
          <a:ext cx="3505200" cy="169227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0/0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1/0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1/0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0/1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" name="Text Box 297">
            <a:extLst>
              <a:ext uri="{FF2B5EF4-FFF2-40B4-BE49-F238E27FC236}">
                <a16:creationId xmlns:a16="http://schemas.microsoft.com/office/drawing/2014/main" id="{8A5206AC-2367-4C82-8329-C470EAC0D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395" y="4583968"/>
            <a:ext cx="11811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现态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Text Box 298">
            <a:extLst>
              <a:ext uri="{FF2B5EF4-FFF2-40B4-BE49-F238E27FC236}">
                <a16:creationId xmlns:a16="http://schemas.microsoft.com/office/drawing/2014/main" id="{8CFE429A-64DF-4E87-AF8C-3EFDCF343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295" y="4298218"/>
            <a:ext cx="8001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右箭头 77"/>
          <p:cNvSpPr/>
          <p:nvPr/>
        </p:nvSpPr>
        <p:spPr>
          <a:xfrm rot="5400000">
            <a:off x="6536198" y="3943901"/>
            <a:ext cx="347663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Box 311">
            <a:extLst>
              <a:ext uri="{FF2B5EF4-FFF2-40B4-BE49-F238E27FC236}">
                <a16:creationId xmlns:a16="http://schemas.microsoft.com/office/drawing/2014/main" id="{29B96C4F-E363-4EA7-A01C-494D3D829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5729" y="6158574"/>
            <a:ext cx="1385333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/Y</a:t>
            </a:r>
            <a:endParaRPr kumimoji="1" lang="zh-CN" altLang="en-US" sz="2400" b="1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778917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6" grpId="0"/>
      <p:bldP spid="77" grpId="0"/>
      <p:bldP spid="78" grpId="0" animBg="1"/>
      <p:bldP spid="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三、状态转换图</a:t>
            </a:r>
          </a:p>
        </p:txBody>
      </p:sp>
      <p:sp>
        <p:nvSpPr>
          <p:cNvPr id="3" name="Rectangle 53">
            <a:extLst>
              <a:ext uri="{FF2B5EF4-FFF2-40B4-BE49-F238E27FC236}">
                <a16:creationId xmlns:a16="http://schemas.microsoft.com/office/drawing/2014/main" id="{3CA4763F-077F-47BD-9151-ECFC0D50C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58" y="1033332"/>
            <a:ext cx="2590800" cy="2038350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4">
            <a:extLst>
              <a:ext uri="{FF2B5EF4-FFF2-40B4-BE49-F238E27FC236}">
                <a16:creationId xmlns:a16="http://schemas.microsoft.com/office/drawing/2014/main" id="{F7236428-4670-476D-A91F-2F323A166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1258" y="3128832"/>
            <a:ext cx="1600200" cy="1600200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8" name="Group 74">
            <a:extLst>
              <a:ext uri="{FF2B5EF4-FFF2-40B4-BE49-F238E27FC236}">
                <a16:creationId xmlns:a16="http://schemas.microsoft.com/office/drawing/2014/main" id="{8FD74472-32F3-4E93-AF99-F1FCA4D2FDC1}"/>
              </a:ext>
            </a:extLst>
          </p:cNvPr>
          <p:cNvGrpSpPr>
            <a:grpSpLocks/>
          </p:cNvGrpSpPr>
          <p:nvPr/>
        </p:nvGrpSpPr>
        <p:grpSpPr bwMode="auto">
          <a:xfrm>
            <a:off x="192558" y="1238120"/>
            <a:ext cx="3852863" cy="3338512"/>
            <a:chOff x="1128" y="837"/>
            <a:chExt cx="2427" cy="2103"/>
          </a:xfrm>
        </p:grpSpPr>
        <p:sp>
          <p:nvSpPr>
            <p:cNvPr id="19" name="Rectangle 75">
              <a:extLst>
                <a:ext uri="{FF2B5EF4-FFF2-40B4-BE49-F238E27FC236}">
                  <a16:creationId xmlns:a16="http://schemas.microsoft.com/office/drawing/2014/main" id="{82431DC3-8A30-454D-BA0F-DE0322839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2124"/>
              <a:ext cx="384" cy="48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76">
              <a:extLst>
                <a:ext uri="{FF2B5EF4-FFF2-40B4-BE49-F238E27FC236}">
                  <a16:creationId xmlns:a16="http://schemas.microsoft.com/office/drawing/2014/main" id="{530C7810-7B7D-4B2E-84E3-898A145D1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" y="2460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7">
              <a:extLst>
                <a:ext uri="{FF2B5EF4-FFF2-40B4-BE49-F238E27FC236}">
                  <a16:creationId xmlns:a16="http://schemas.microsoft.com/office/drawing/2014/main" id="{398B1732-6935-4B41-A7C8-251429FA9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1644"/>
              <a:ext cx="192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2" name="Rectangle 78">
              <a:extLst>
                <a:ext uri="{FF2B5EF4-FFF2-40B4-BE49-F238E27FC236}">
                  <a16:creationId xmlns:a16="http://schemas.microsoft.com/office/drawing/2014/main" id="{59C1D447-0107-40D2-9DBC-93E626758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1260"/>
              <a:ext cx="192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3" name="Rectangle 79">
              <a:extLst>
                <a:ext uri="{FF2B5EF4-FFF2-40B4-BE49-F238E27FC236}">
                  <a16:creationId xmlns:a16="http://schemas.microsoft.com/office/drawing/2014/main" id="{D331BC43-D674-4A04-896B-389F56C1C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876"/>
              <a:ext cx="192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4" name="Rectangle 80">
              <a:extLst>
                <a:ext uri="{FF2B5EF4-FFF2-40B4-BE49-F238E27FC236}">
                  <a16:creationId xmlns:a16="http://schemas.microsoft.com/office/drawing/2014/main" id="{F4A2373A-8346-40B1-A94D-4BC0876E0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1452"/>
              <a:ext cx="240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&gt;1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81">
              <a:extLst>
                <a:ext uri="{FF2B5EF4-FFF2-40B4-BE49-F238E27FC236}">
                  <a16:creationId xmlns:a16="http://schemas.microsoft.com/office/drawing/2014/main" id="{B71D6637-482F-4072-908C-DA955B839D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1116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82">
              <a:extLst>
                <a:ext uri="{FF2B5EF4-FFF2-40B4-BE49-F238E27FC236}">
                  <a16:creationId xmlns:a16="http://schemas.microsoft.com/office/drawing/2014/main" id="{D4A2645B-4CC1-44BF-B3EC-D0FE3CB64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1788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83">
              <a:extLst>
                <a:ext uri="{FF2B5EF4-FFF2-40B4-BE49-F238E27FC236}">
                  <a16:creationId xmlns:a16="http://schemas.microsoft.com/office/drawing/2014/main" id="{334CF6F2-CD8A-4478-B07F-116E48490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596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84">
              <a:extLst>
                <a:ext uri="{FF2B5EF4-FFF2-40B4-BE49-F238E27FC236}">
                  <a16:creationId xmlns:a16="http://schemas.microsoft.com/office/drawing/2014/main" id="{DBB570C7-128E-4B94-8DC0-FC6F28864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8" y="1548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85">
              <a:extLst>
                <a:ext uri="{FF2B5EF4-FFF2-40B4-BE49-F238E27FC236}">
                  <a16:creationId xmlns:a16="http://schemas.microsoft.com/office/drawing/2014/main" id="{01C0E29A-DD88-4F84-9FE4-1A4FCCE5F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692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86">
              <a:extLst>
                <a:ext uri="{FF2B5EF4-FFF2-40B4-BE49-F238E27FC236}">
                  <a16:creationId xmlns:a16="http://schemas.microsoft.com/office/drawing/2014/main" id="{5EE5B1B9-1768-46DD-A683-EA8794338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2172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87">
              <a:extLst>
                <a:ext uri="{FF2B5EF4-FFF2-40B4-BE49-F238E27FC236}">
                  <a16:creationId xmlns:a16="http://schemas.microsoft.com/office/drawing/2014/main" id="{A14E9FB5-5A72-4697-9077-EC7F41635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2220"/>
              <a:ext cx="4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88">
              <a:extLst>
                <a:ext uri="{FF2B5EF4-FFF2-40B4-BE49-F238E27FC236}">
                  <a16:creationId xmlns:a16="http://schemas.microsoft.com/office/drawing/2014/main" id="{AD58ACE2-8778-4501-915F-F9095A1E5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924"/>
              <a:ext cx="6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Line 89">
              <a:extLst>
                <a:ext uri="{FF2B5EF4-FFF2-40B4-BE49-F238E27FC236}">
                  <a16:creationId xmlns:a16="http://schemas.microsoft.com/office/drawing/2014/main" id="{C5540B4C-95C6-4047-BDEE-9FCC793D9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548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Line 90">
              <a:extLst>
                <a:ext uri="{FF2B5EF4-FFF2-40B4-BE49-F238E27FC236}">
                  <a16:creationId xmlns:a16="http://schemas.microsoft.com/office/drawing/2014/main" id="{BEF68C6F-17E7-45FE-A3FF-B5A759DB8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1308"/>
              <a:ext cx="6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91">
              <a:extLst>
                <a:ext uri="{FF2B5EF4-FFF2-40B4-BE49-F238E27FC236}">
                  <a16:creationId xmlns:a16="http://schemas.microsoft.com/office/drawing/2014/main" id="{E8682B3C-6C2A-4FA2-B5CC-F20CC3867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1500"/>
              <a:ext cx="52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Line 92">
              <a:extLst>
                <a:ext uri="{FF2B5EF4-FFF2-40B4-BE49-F238E27FC236}">
                  <a16:creationId xmlns:a16="http://schemas.microsoft.com/office/drawing/2014/main" id="{22057A63-4ADA-4FF9-9C45-94D07FD8CD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692"/>
              <a:ext cx="1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Line 93">
              <a:extLst>
                <a:ext uri="{FF2B5EF4-FFF2-40B4-BE49-F238E27FC236}">
                  <a16:creationId xmlns:a16="http://schemas.microsoft.com/office/drawing/2014/main" id="{F507B81B-5786-4EBD-ABCF-3F9A9B378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884"/>
              <a:ext cx="1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Rectangle 94">
              <a:extLst>
                <a:ext uri="{FF2B5EF4-FFF2-40B4-BE49-F238E27FC236}">
                  <a16:creationId xmlns:a16="http://schemas.microsoft.com/office/drawing/2014/main" id="{65947177-156E-42A0-ADA3-500343625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1548"/>
              <a:ext cx="192" cy="28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Line 95">
              <a:extLst>
                <a:ext uri="{FF2B5EF4-FFF2-40B4-BE49-F238E27FC236}">
                  <a16:creationId xmlns:a16="http://schemas.microsoft.com/office/drawing/2014/main" id="{F8ADC164-22CA-4682-B179-E41A0EA7C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692"/>
              <a:ext cx="4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Line 96">
              <a:extLst>
                <a:ext uri="{FF2B5EF4-FFF2-40B4-BE49-F238E27FC236}">
                  <a16:creationId xmlns:a16="http://schemas.microsoft.com/office/drawing/2014/main" id="{7A18F6AA-EB8F-4E9A-BFC7-1FEDA64EE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1404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Line 97">
              <a:extLst>
                <a:ext uri="{FF2B5EF4-FFF2-40B4-BE49-F238E27FC236}">
                  <a16:creationId xmlns:a16="http://schemas.microsoft.com/office/drawing/2014/main" id="{871D215E-AF9C-483C-A525-7A29329363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1596"/>
              <a:ext cx="0" cy="6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98">
              <a:extLst>
                <a:ext uri="{FF2B5EF4-FFF2-40B4-BE49-F238E27FC236}">
                  <a16:creationId xmlns:a16="http://schemas.microsoft.com/office/drawing/2014/main" id="{533CBA30-27D4-4043-A0F5-8CA48E231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404"/>
              <a:ext cx="0" cy="1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99">
              <a:extLst>
                <a:ext uri="{FF2B5EF4-FFF2-40B4-BE49-F238E27FC236}">
                  <a16:creationId xmlns:a16="http://schemas.microsoft.com/office/drawing/2014/main" id="{F4375AE3-F49E-4EA7-BDA3-311391C5B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692"/>
              <a:ext cx="0" cy="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100">
              <a:extLst>
                <a:ext uri="{FF2B5EF4-FFF2-40B4-BE49-F238E27FC236}">
                  <a16:creationId xmlns:a16="http://schemas.microsoft.com/office/drawing/2014/main" id="{336B8018-0173-4E0A-8B91-EEE24B6DF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1116"/>
              <a:ext cx="0" cy="76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Line 101">
              <a:extLst>
                <a:ext uri="{FF2B5EF4-FFF2-40B4-BE49-F238E27FC236}">
                  <a16:creationId xmlns:a16="http://schemas.microsoft.com/office/drawing/2014/main" id="{F92E192F-2F17-4CA5-87AC-A9D2BD115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88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Line 102">
              <a:extLst>
                <a:ext uri="{FF2B5EF4-FFF2-40B4-BE49-F238E27FC236}">
                  <a16:creationId xmlns:a16="http://schemas.microsoft.com/office/drawing/2014/main" id="{772A0E0D-79AD-44EC-BB72-1036D85BE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924"/>
              <a:ext cx="0" cy="76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103">
              <a:extLst>
                <a:ext uri="{FF2B5EF4-FFF2-40B4-BE49-F238E27FC236}">
                  <a16:creationId xmlns:a16="http://schemas.microsoft.com/office/drawing/2014/main" id="{1AC0EEF8-311C-4A3A-9BB0-8F113C6A6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1500"/>
              <a:ext cx="0" cy="10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Oval 104">
              <a:extLst>
                <a:ext uri="{FF2B5EF4-FFF2-40B4-BE49-F238E27FC236}">
                  <a16:creationId xmlns:a16="http://schemas.microsoft.com/office/drawing/2014/main" id="{6A619EFA-E70B-4CFB-9E97-280D139B4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" y="1668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Oval 105">
              <a:extLst>
                <a:ext uri="{FF2B5EF4-FFF2-40B4-BE49-F238E27FC236}">
                  <a16:creationId xmlns:a16="http://schemas.microsoft.com/office/drawing/2014/main" id="{B1CD9E8F-5252-458B-A58A-9E50D98A4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1" y="1851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Oval 106">
              <a:extLst>
                <a:ext uri="{FF2B5EF4-FFF2-40B4-BE49-F238E27FC236}">
                  <a16:creationId xmlns:a16="http://schemas.microsoft.com/office/drawing/2014/main" id="{4A82214C-E4E7-4868-A8CF-0DAADC139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280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107">
              <a:extLst>
                <a:ext uri="{FF2B5EF4-FFF2-40B4-BE49-F238E27FC236}">
                  <a16:creationId xmlns:a16="http://schemas.microsoft.com/office/drawing/2014/main" id="{FCCC2EE0-83CE-4749-9DF8-4868DDCA36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1020"/>
              <a:ext cx="9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Text Box 108">
              <a:extLst>
                <a:ext uri="{FF2B5EF4-FFF2-40B4-BE49-F238E27FC236}">
                  <a16:creationId xmlns:a16="http://schemas.microsoft.com/office/drawing/2014/main" id="{5B48B794-0422-4978-AF00-BBF4A2A8E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8" y="1536"/>
              <a:ext cx="33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53" name="Rectangle 109">
              <a:extLst>
                <a:ext uri="{FF2B5EF4-FFF2-40B4-BE49-F238E27FC236}">
                  <a16:creationId xmlns:a16="http://schemas.microsoft.com/office/drawing/2014/main" id="{33754B92-4E41-45E6-AEB1-C71E7D479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652"/>
              <a:ext cx="37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</a:p>
          </p:txBody>
        </p:sp>
        <p:sp>
          <p:nvSpPr>
            <p:cNvPr id="54" name="Rectangle 110">
              <a:extLst>
                <a:ext uri="{FF2B5EF4-FFF2-40B4-BE49-F238E27FC236}">
                  <a16:creationId xmlns:a16="http://schemas.microsoft.com/office/drawing/2014/main" id="{91B0D2FD-F910-4820-8082-0FFDEE190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" y="888"/>
              <a:ext cx="255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</a:p>
          </p:txBody>
        </p:sp>
        <p:sp>
          <p:nvSpPr>
            <p:cNvPr id="55" name="Rectangle 111">
              <a:extLst>
                <a:ext uri="{FF2B5EF4-FFF2-40B4-BE49-F238E27FC236}">
                  <a16:creationId xmlns:a16="http://schemas.microsoft.com/office/drawing/2014/main" id="{E2C8BF62-3BD3-466A-98AA-CEB4CED90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2076"/>
              <a:ext cx="25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56" name="Rectangle 112">
              <a:extLst>
                <a:ext uri="{FF2B5EF4-FFF2-40B4-BE49-F238E27FC236}">
                  <a16:creationId xmlns:a16="http://schemas.microsoft.com/office/drawing/2014/main" id="{6D5FD410-A53B-4A27-A705-AEFF89681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8" y="2124"/>
              <a:ext cx="26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57" name="Line 113">
              <a:extLst>
                <a:ext uri="{FF2B5EF4-FFF2-40B4-BE49-F238E27FC236}">
                  <a16:creationId xmlns:a16="http://schemas.microsoft.com/office/drawing/2014/main" id="{BCF2B57D-FAED-4961-895D-C7A74D6A3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2536"/>
              <a:ext cx="38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Oval 114">
              <a:extLst>
                <a:ext uri="{FF2B5EF4-FFF2-40B4-BE49-F238E27FC236}">
                  <a16:creationId xmlns:a16="http://schemas.microsoft.com/office/drawing/2014/main" id="{F0CA5341-9D15-4AE3-88A4-ED598C0A8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0" y="2508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Rectangle 115">
              <a:extLst>
                <a:ext uri="{FF2B5EF4-FFF2-40B4-BE49-F238E27FC236}">
                  <a16:creationId xmlns:a16="http://schemas.microsoft.com/office/drawing/2014/main" id="{F402E80C-088C-44B5-934B-D53AA5B70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8" y="2536"/>
              <a:ext cx="26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60" name="Line 116">
              <a:extLst>
                <a:ext uri="{FF2B5EF4-FFF2-40B4-BE49-F238E27FC236}">
                  <a16:creationId xmlns:a16="http://schemas.microsoft.com/office/drawing/2014/main" id="{A3F2B29F-2B0C-4864-B135-03773588E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2584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1" name="Group 117">
              <a:extLst>
                <a:ext uri="{FF2B5EF4-FFF2-40B4-BE49-F238E27FC236}">
                  <a16:creationId xmlns:a16="http://schemas.microsoft.com/office/drawing/2014/main" id="{76A41BEC-C43A-4A1F-97B8-696630F62A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4" y="2412"/>
              <a:ext cx="240" cy="96"/>
              <a:chOff x="2304" y="1824"/>
              <a:chExt cx="240" cy="96"/>
            </a:xfrm>
          </p:grpSpPr>
          <p:sp>
            <p:nvSpPr>
              <p:cNvPr id="67" name="Line 118">
                <a:extLst>
                  <a:ext uri="{FF2B5EF4-FFF2-40B4-BE49-F238E27FC236}">
                    <a16:creationId xmlns:a16="http://schemas.microsoft.com/office/drawing/2014/main" id="{7D7EC5A6-9B8D-42D8-BAE2-DB0DFDF829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1872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Line 119">
                <a:extLst>
                  <a:ext uri="{FF2B5EF4-FFF2-40B4-BE49-F238E27FC236}">
                    <a16:creationId xmlns:a16="http://schemas.microsoft.com/office/drawing/2014/main" id="{31CCAA0A-5C9D-4285-B251-51C1BBF7F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4" y="1824"/>
                <a:ext cx="9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Line 120">
                <a:extLst>
                  <a:ext uri="{FF2B5EF4-FFF2-40B4-BE49-F238E27FC236}">
                    <a16:creationId xmlns:a16="http://schemas.microsoft.com/office/drawing/2014/main" id="{BF721D07-CD02-428D-86CA-180389261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1872"/>
                <a:ext cx="9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2" name="Text Box 121">
              <a:extLst>
                <a:ext uri="{FF2B5EF4-FFF2-40B4-BE49-F238E27FC236}">
                  <a16:creationId xmlns:a16="http://schemas.microsoft.com/office/drawing/2014/main" id="{7E24E296-0CEB-466E-B4C8-6A165B391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" y="837"/>
              <a:ext cx="34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63" name="Text Box 122">
              <a:extLst>
                <a:ext uri="{FF2B5EF4-FFF2-40B4-BE49-F238E27FC236}">
                  <a16:creationId xmlns:a16="http://schemas.microsoft.com/office/drawing/2014/main" id="{66405396-62A3-4C10-B31A-BE69A0631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4" y="1228"/>
              <a:ext cx="34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64" name="Text Box 123">
              <a:extLst>
                <a:ext uri="{FF2B5EF4-FFF2-40B4-BE49-F238E27FC236}">
                  <a16:creationId xmlns:a16="http://schemas.microsoft.com/office/drawing/2014/main" id="{A5BEA934-231D-472B-B3AE-9A4E64E30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6" y="1597"/>
              <a:ext cx="34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65" name="Text Box 124">
              <a:extLst>
                <a:ext uri="{FF2B5EF4-FFF2-40B4-BE49-F238E27FC236}">
                  <a16:creationId xmlns:a16="http://schemas.microsoft.com/office/drawing/2014/main" id="{478218C2-AB0E-4D60-8946-7BBD751C0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" y="1510"/>
              <a:ext cx="34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6" name="Line 125">
              <a:extLst>
                <a:ext uri="{FF2B5EF4-FFF2-40B4-BE49-F238E27FC236}">
                  <a16:creationId xmlns:a16="http://schemas.microsoft.com/office/drawing/2014/main" id="{E8A25834-6183-489C-8BB4-FB34D1FB7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" y="1630"/>
              <a:ext cx="76" cy="4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75" name="Group 301">
            <a:extLst>
              <a:ext uri="{FF2B5EF4-FFF2-40B4-BE49-F238E27FC236}">
                <a16:creationId xmlns:a16="http://schemas.microsoft.com/office/drawing/2014/main" id="{49D449A1-7A66-47F9-8BBF-3CB8B6F89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269129"/>
              </p:ext>
            </p:extLst>
          </p:nvPr>
        </p:nvGraphicFramePr>
        <p:xfrm>
          <a:off x="4957430" y="960981"/>
          <a:ext cx="3505200" cy="169227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0/0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1/0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1/0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0/1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" name="Text Box 297">
            <a:extLst>
              <a:ext uri="{FF2B5EF4-FFF2-40B4-BE49-F238E27FC236}">
                <a16:creationId xmlns:a16="http://schemas.microsoft.com/office/drawing/2014/main" id="{8A5206AC-2367-4C82-8329-C470EAC0D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395" y="1213439"/>
            <a:ext cx="11811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现态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Text Box 298">
            <a:extLst>
              <a:ext uri="{FF2B5EF4-FFF2-40B4-BE49-F238E27FC236}">
                <a16:creationId xmlns:a16="http://schemas.microsoft.com/office/drawing/2014/main" id="{8CFE429A-64DF-4E87-AF8C-3EFDCF343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295" y="927689"/>
            <a:ext cx="8001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" name="Text Box 311">
            <a:extLst>
              <a:ext uri="{FF2B5EF4-FFF2-40B4-BE49-F238E27FC236}">
                <a16:creationId xmlns:a16="http://schemas.microsoft.com/office/drawing/2014/main" id="{29B96C4F-E363-4EA7-A01C-494D3D829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669" y="2747832"/>
            <a:ext cx="1385333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/Y</a:t>
            </a:r>
            <a:endParaRPr kumimoji="1" lang="zh-CN" altLang="en-US" sz="2400" b="1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0" name="Group 318">
            <a:extLst>
              <a:ext uri="{FF2B5EF4-FFF2-40B4-BE49-F238E27FC236}">
                <a16:creationId xmlns:a16="http://schemas.microsoft.com/office/drawing/2014/main" id="{2C95AA50-5F5C-4D46-9467-A297A588E032}"/>
              </a:ext>
            </a:extLst>
          </p:cNvPr>
          <p:cNvGrpSpPr>
            <a:grpSpLocks/>
          </p:cNvGrpSpPr>
          <p:nvPr/>
        </p:nvGrpSpPr>
        <p:grpSpPr bwMode="auto">
          <a:xfrm>
            <a:off x="5364569" y="4782086"/>
            <a:ext cx="704850" cy="571500"/>
            <a:chOff x="1932" y="3132"/>
            <a:chExt cx="444" cy="360"/>
          </a:xfrm>
        </p:grpSpPr>
        <p:sp>
          <p:nvSpPr>
            <p:cNvPr id="71" name="Oval 303">
              <a:extLst>
                <a:ext uri="{FF2B5EF4-FFF2-40B4-BE49-F238E27FC236}">
                  <a16:creationId xmlns:a16="http://schemas.microsoft.com/office/drawing/2014/main" id="{17CA951C-CED1-4E74-801A-B7192604E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3144"/>
              <a:ext cx="348" cy="3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Text Box 317">
              <a:extLst>
                <a:ext uri="{FF2B5EF4-FFF2-40B4-BE49-F238E27FC236}">
                  <a16:creationId xmlns:a16="http://schemas.microsoft.com/office/drawing/2014/main" id="{D6F1FBAA-01E0-404D-91FB-EE07AD1BFE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" y="3132"/>
              <a:ext cx="432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0</a:t>
              </a:r>
            </a:p>
          </p:txBody>
        </p:sp>
      </p:grpSp>
      <p:grpSp>
        <p:nvGrpSpPr>
          <p:cNvPr id="80" name="Group 319">
            <a:extLst>
              <a:ext uri="{FF2B5EF4-FFF2-40B4-BE49-F238E27FC236}">
                <a16:creationId xmlns:a16="http://schemas.microsoft.com/office/drawing/2014/main" id="{C56B3D4C-C52E-48C8-887B-6A67176B1A29}"/>
              </a:ext>
            </a:extLst>
          </p:cNvPr>
          <p:cNvGrpSpPr>
            <a:grpSpLocks/>
          </p:cNvGrpSpPr>
          <p:nvPr/>
        </p:nvGrpSpPr>
        <p:grpSpPr bwMode="auto">
          <a:xfrm>
            <a:off x="7288619" y="4820186"/>
            <a:ext cx="704850" cy="571500"/>
            <a:chOff x="1932" y="3132"/>
            <a:chExt cx="444" cy="360"/>
          </a:xfrm>
        </p:grpSpPr>
        <p:sp>
          <p:nvSpPr>
            <p:cNvPr id="81" name="Oval 320">
              <a:extLst>
                <a:ext uri="{FF2B5EF4-FFF2-40B4-BE49-F238E27FC236}">
                  <a16:creationId xmlns:a16="http://schemas.microsoft.com/office/drawing/2014/main" id="{421F71C6-2B85-4DE5-85AE-437082A24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3144"/>
              <a:ext cx="348" cy="3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" name="Text Box 321">
              <a:extLst>
                <a:ext uri="{FF2B5EF4-FFF2-40B4-BE49-F238E27FC236}">
                  <a16:creationId xmlns:a16="http://schemas.microsoft.com/office/drawing/2014/main" id="{54992A60-3B19-4310-8580-17E54A476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" y="3132"/>
              <a:ext cx="432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dirty="0">
                  <a:solidFill>
                    <a:srgbClr val="FF0000"/>
                  </a:solidFill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84" name="Text Box 323">
            <a:extLst>
              <a:ext uri="{FF2B5EF4-FFF2-40B4-BE49-F238E27FC236}">
                <a16:creationId xmlns:a16="http://schemas.microsoft.com/office/drawing/2014/main" id="{6DCEBD7D-0A0B-4361-95EB-40068DE84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157" y="3923814"/>
            <a:ext cx="9334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1/0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" name="Arc 100">
            <a:extLst>
              <a:ext uri="{FF2B5EF4-FFF2-40B4-BE49-F238E27FC236}">
                <a16:creationId xmlns:a16="http://schemas.microsoft.com/office/drawing/2014/main" id="{37731702-C9BC-46D6-9FB7-501354446E79}"/>
              </a:ext>
            </a:extLst>
          </p:cNvPr>
          <p:cNvSpPr>
            <a:spLocks/>
          </p:cNvSpPr>
          <p:nvPr/>
        </p:nvSpPr>
        <p:spPr bwMode="auto">
          <a:xfrm rot="18895248" flipH="1" flipV="1">
            <a:off x="4719350" y="4625909"/>
            <a:ext cx="831850" cy="814387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0774" y="15"/>
                </a:moveTo>
                <a:cubicBezTo>
                  <a:pt x="21049" y="5"/>
                  <a:pt x="21324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9111"/>
                  <a:pt x="430" y="16641"/>
                  <a:pt x="1271" y="14299"/>
                </a:cubicBezTo>
              </a:path>
              <a:path w="43200" h="43200" stroke="0" extrusionOk="0">
                <a:moveTo>
                  <a:pt x="20774" y="15"/>
                </a:moveTo>
                <a:cubicBezTo>
                  <a:pt x="21049" y="5"/>
                  <a:pt x="21324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9111"/>
                  <a:pt x="430" y="16641"/>
                  <a:pt x="1271" y="14299"/>
                </a:cubicBezTo>
                <a:lnTo>
                  <a:pt x="21600" y="21600"/>
                </a:lnTo>
                <a:lnTo>
                  <a:pt x="20774" y="15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" name="Text Box 323">
            <a:extLst>
              <a:ext uri="{FF2B5EF4-FFF2-40B4-BE49-F238E27FC236}">
                <a16:creationId xmlns:a16="http://schemas.microsoft.com/office/drawing/2014/main" id="{6DCEBD7D-0A0B-4361-95EB-40068DE84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4419" y="4801136"/>
            <a:ext cx="9334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0/0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Arc 100">
            <a:extLst>
              <a:ext uri="{FF2B5EF4-FFF2-40B4-BE49-F238E27FC236}">
                <a16:creationId xmlns:a16="http://schemas.microsoft.com/office/drawing/2014/main" id="{37731702-C9BC-46D6-9FB7-501354446E79}"/>
              </a:ext>
            </a:extLst>
          </p:cNvPr>
          <p:cNvSpPr>
            <a:spLocks/>
          </p:cNvSpPr>
          <p:nvPr/>
        </p:nvSpPr>
        <p:spPr bwMode="auto">
          <a:xfrm rot="7693886" flipH="1" flipV="1">
            <a:off x="7646204" y="4708267"/>
            <a:ext cx="831850" cy="814387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0774" y="15"/>
                </a:moveTo>
                <a:cubicBezTo>
                  <a:pt x="21049" y="5"/>
                  <a:pt x="21324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9111"/>
                  <a:pt x="430" y="16641"/>
                  <a:pt x="1271" y="14299"/>
                </a:cubicBezTo>
              </a:path>
              <a:path w="43200" h="43200" stroke="0" extrusionOk="0">
                <a:moveTo>
                  <a:pt x="20774" y="15"/>
                </a:moveTo>
                <a:cubicBezTo>
                  <a:pt x="21049" y="5"/>
                  <a:pt x="21324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9111"/>
                  <a:pt x="430" y="16641"/>
                  <a:pt x="1271" y="14299"/>
                </a:cubicBezTo>
                <a:lnTo>
                  <a:pt x="21600" y="21600"/>
                </a:lnTo>
                <a:lnTo>
                  <a:pt x="20774" y="15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" name="Text Box 323">
            <a:extLst>
              <a:ext uri="{FF2B5EF4-FFF2-40B4-BE49-F238E27FC236}">
                <a16:creationId xmlns:a16="http://schemas.microsoft.com/office/drawing/2014/main" id="{6DCEBD7D-0A0B-4361-95EB-40068DE84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3173" y="4861406"/>
            <a:ext cx="9334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0/0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" name="Arc 322">
            <a:extLst>
              <a:ext uri="{FF2B5EF4-FFF2-40B4-BE49-F238E27FC236}">
                <a16:creationId xmlns:a16="http://schemas.microsoft.com/office/drawing/2014/main" id="{5A87C6C0-0FD4-4D82-8D28-B4BDC7CC73D1}"/>
              </a:ext>
            </a:extLst>
          </p:cNvPr>
          <p:cNvSpPr>
            <a:spLocks/>
          </p:cNvSpPr>
          <p:nvPr/>
        </p:nvSpPr>
        <p:spPr bwMode="auto">
          <a:xfrm rot="10800000">
            <a:off x="5859114" y="4938705"/>
            <a:ext cx="1494538" cy="922795"/>
          </a:xfrm>
          <a:custGeom>
            <a:avLst/>
            <a:gdLst>
              <a:gd name="T0" fmla="*/ 0 w 39618"/>
              <a:gd name="T1" fmla="*/ 2147483647 h 21600"/>
              <a:gd name="T2" fmla="*/ 2147483647 w 39618"/>
              <a:gd name="T3" fmla="*/ 2147483647 h 21600"/>
              <a:gd name="T4" fmla="*/ 2147483647 w 39618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618" h="21600" fill="none" extrusionOk="0">
                <a:moveTo>
                  <a:pt x="0" y="12840"/>
                </a:moveTo>
                <a:cubicBezTo>
                  <a:pt x="3463" y="5032"/>
                  <a:pt x="11202" y="-1"/>
                  <a:pt x="19744" y="0"/>
                </a:cubicBezTo>
                <a:cubicBezTo>
                  <a:pt x="28403" y="0"/>
                  <a:pt x="36226" y="5171"/>
                  <a:pt x="39618" y="13139"/>
                </a:cubicBezTo>
              </a:path>
              <a:path w="39618" h="21600" stroke="0" extrusionOk="0">
                <a:moveTo>
                  <a:pt x="0" y="12840"/>
                </a:moveTo>
                <a:cubicBezTo>
                  <a:pt x="3463" y="5032"/>
                  <a:pt x="11202" y="-1"/>
                  <a:pt x="19744" y="0"/>
                </a:cubicBezTo>
                <a:cubicBezTo>
                  <a:pt x="28403" y="0"/>
                  <a:pt x="36226" y="5171"/>
                  <a:pt x="39618" y="13139"/>
                </a:cubicBezTo>
                <a:lnTo>
                  <a:pt x="19744" y="21600"/>
                </a:lnTo>
                <a:lnTo>
                  <a:pt x="0" y="12840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" name="Text Box 323">
            <a:extLst>
              <a:ext uri="{FF2B5EF4-FFF2-40B4-BE49-F238E27FC236}">
                <a16:creationId xmlns:a16="http://schemas.microsoft.com/office/drawing/2014/main" id="{6DCEBD7D-0A0B-4361-95EB-40068DE84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157" y="5944337"/>
            <a:ext cx="9334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1/1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" name="Arc 322">
            <a:extLst>
              <a:ext uri="{FF2B5EF4-FFF2-40B4-BE49-F238E27FC236}">
                <a16:creationId xmlns:a16="http://schemas.microsoft.com/office/drawing/2014/main" id="{5A87C6C0-0FD4-4D82-8D28-B4BDC7CC73D1}"/>
              </a:ext>
            </a:extLst>
          </p:cNvPr>
          <p:cNvSpPr>
            <a:spLocks/>
          </p:cNvSpPr>
          <p:nvPr/>
        </p:nvSpPr>
        <p:spPr bwMode="auto">
          <a:xfrm rot="177138">
            <a:off x="5853821" y="4356337"/>
            <a:ext cx="1494538" cy="922795"/>
          </a:xfrm>
          <a:custGeom>
            <a:avLst/>
            <a:gdLst>
              <a:gd name="T0" fmla="*/ 0 w 39618"/>
              <a:gd name="T1" fmla="*/ 2147483647 h 21600"/>
              <a:gd name="T2" fmla="*/ 2147483647 w 39618"/>
              <a:gd name="T3" fmla="*/ 2147483647 h 21600"/>
              <a:gd name="T4" fmla="*/ 2147483647 w 39618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618" h="21600" fill="none" extrusionOk="0">
                <a:moveTo>
                  <a:pt x="0" y="12840"/>
                </a:moveTo>
                <a:cubicBezTo>
                  <a:pt x="3463" y="5032"/>
                  <a:pt x="11202" y="-1"/>
                  <a:pt x="19744" y="0"/>
                </a:cubicBezTo>
                <a:cubicBezTo>
                  <a:pt x="28403" y="0"/>
                  <a:pt x="36226" y="5171"/>
                  <a:pt x="39618" y="13139"/>
                </a:cubicBezTo>
              </a:path>
              <a:path w="39618" h="21600" stroke="0" extrusionOk="0">
                <a:moveTo>
                  <a:pt x="0" y="12840"/>
                </a:moveTo>
                <a:cubicBezTo>
                  <a:pt x="3463" y="5032"/>
                  <a:pt x="11202" y="-1"/>
                  <a:pt x="19744" y="0"/>
                </a:cubicBezTo>
                <a:cubicBezTo>
                  <a:pt x="28403" y="0"/>
                  <a:pt x="36226" y="5171"/>
                  <a:pt x="39618" y="13139"/>
                </a:cubicBezTo>
                <a:lnTo>
                  <a:pt x="19744" y="21600"/>
                </a:lnTo>
                <a:lnTo>
                  <a:pt x="0" y="12840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6510669" y="3433632"/>
            <a:ext cx="199361" cy="419100"/>
          </a:xfrm>
          <a:prstGeom prst="downArrow">
            <a:avLst/>
          </a:prstGeom>
          <a:ln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Box 311">
            <a:extLst>
              <a:ext uri="{FF2B5EF4-FFF2-40B4-BE49-F238E27FC236}">
                <a16:creationId xmlns:a16="http://schemas.microsoft.com/office/drawing/2014/main" id="{1C56807D-98B0-4BBA-AA23-0B3252AAA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2274" y="6420865"/>
            <a:ext cx="1385333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X/Y</a:t>
            </a:r>
            <a:endParaRPr kumimoji="1" lang="zh-CN" altLang="en-US" sz="2400" b="1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9593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/>
      <p:bldP spid="79" grpId="0"/>
      <p:bldP spid="84" grpId="0" autoUpdateAnimBg="0"/>
      <p:bldP spid="92" grpId="0" animBg="1"/>
      <p:bldP spid="94" grpId="0" autoUpdateAnimBg="0"/>
      <p:bldP spid="95" grpId="0" animBg="1"/>
      <p:bldP spid="96" grpId="0" autoUpdateAnimBg="0"/>
      <p:bldP spid="98" grpId="0" autoUpdateAnimBg="0"/>
      <p:bldP spid="5" grpId="0" animBg="1"/>
      <p:bldP spid="7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状态转换图</a:t>
            </a:r>
          </a:p>
        </p:txBody>
      </p:sp>
      <p:sp>
        <p:nvSpPr>
          <p:cNvPr id="79" name="Text Box 311">
            <a:extLst>
              <a:ext uri="{FF2B5EF4-FFF2-40B4-BE49-F238E27FC236}">
                <a16:creationId xmlns:a16="http://schemas.microsoft.com/office/drawing/2014/main" id="{29B96C4F-E363-4EA7-A01C-494D3D829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3772" y="4252425"/>
            <a:ext cx="1385333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/Y</a:t>
            </a:r>
            <a:endParaRPr kumimoji="1" lang="zh-CN" altLang="en-US" sz="2400" b="1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9" name="Group 68">
            <a:extLst>
              <a:ext uri="{FF2B5EF4-FFF2-40B4-BE49-F238E27FC236}">
                <a16:creationId xmlns:a16="http://schemas.microsoft.com/office/drawing/2014/main" id="{99F0C3B6-04A0-48BC-AEED-A87C95F76760}"/>
              </a:ext>
            </a:extLst>
          </p:cNvPr>
          <p:cNvGrpSpPr>
            <a:grpSpLocks/>
          </p:cNvGrpSpPr>
          <p:nvPr/>
        </p:nvGrpSpPr>
        <p:grpSpPr bwMode="auto">
          <a:xfrm>
            <a:off x="64316" y="1102826"/>
            <a:ext cx="3925888" cy="3049588"/>
            <a:chOff x="227" y="1200"/>
            <a:chExt cx="2473" cy="1921"/>
          </a:xfrm>
        </p:grpSpPr>
        <p:sp>
          <p:nvSpPr>
            <p:cNvPr id="90" name="Rectangle 19">
              <a:extLst>
                <a:ext uri="{FF2B5EF4-FFF2-40B4-BE49-F238E27FC236}">
                  <a16:creationId xmlns:a16="http://schemas.microsoft.com/office/drawing/2014/main" id="{A28F9B0C-4250-4E53-A0FC-07E20224B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" y="2770"/>
              <a:ext cx="784" cy="351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B/1</a:t>
              </a:r>
            </a:p>
          </p:txBody>
        </p:sp>
        <p:sp>
          <p:nvSpPr>
            <p:cNvPr id="91" name="Rectangle 18">
              <a:extLst>
                <a:ext uri="{FF2B5EF4-FFF2-40B4-BE49-F238E27FC236}">
                  <a16:creationId xmlns:a16="http://schemas.microsoft.com/office/drawing/2014/main" id="{B8DBFD9D-B182-4D94-B2A0-295A1E790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2770"/>
              <a:ext cx="851" cy="351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A/0</a:t>
              </a:r>
            </a:p>
          </p:txBody>
        </p:sp>
        <p:sp>
          <p:nvSpPr>
            <p:cNvPr id="93" name="Rectangle 17">
              <a:extLst>
                <a:ext uri="{FF2B5EF4-FFF2-40B4-BE49-F238E27FC236}">
                  <a16:creationId xmlns:a16="http://schemas.microsoft.com/office/drawing/2014/main" id="{43DAE668-40C7-48C8-A83F-FCE04CF4A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" y="2770"/>
              <a:ext cx="717" cy="351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00" name="Rectangle 16">
              <a:extLst>
                <a:ext uri="{FF2B5EF4-FFF2-40B4-BE49-F238E27FC236}">
                  <a16:creationId xmlns:a16="http://schemas.microsoft.com/office/drawing/2014/main" id="{DC03D662-8D2D-42F8-BD96-F1C0D7196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" y="2419"/>
              <a:ext cx="784" cy="351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D/0</a:t>
              </a:r>
            </a:p>
          </p:txBody>
        </p:sp>
        <p:sp>
          <p:nvSpPr>
            <p:cNvPr id="101" name="Rectangle 15">
              <a:extLst>
                <a:ext uri="{FF2B5EF4-FFF2-40B4-BE49-F238E27FC236}">
                  <a16:creationId xmlns:a16="http://schemas.microsoft.com/office/drawing/2014/main" id="{01C7FA64-FCFE-47E1-B52B-1D5EEF799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2419"/>
              <a:ext cx="851" cy="351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C/1</a:t>
              </a:r>
            </a:p>
          </p:txBody>
        </p:sp>
        <p:sp>
          <p:nvSpPr>
            <p:cNvPr id="102" name="Rectangle 14">
              <a:extLst>
                <a:ext uri="{FF2B5EF4-FFF2-40B4-BE49-F238E27FC236}">
                  <a16:creationId xmlns:a16="http://schemas.microsoft.com/office/drawing/2014/main" id="{B851E302-4F72-4B38-A94C-8FF91E5A8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" y="2419"/>
              <a:ext cx="717" cy="351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103" name="Rectangle 13">
              <a:extLst>
                <a:ext uri="{FF2B5EF4-FFF2-40B4-BE49-F238E27FC236}">
                  <a16:creationId xmlns:a16="http://schemas.microsoft.com/office/drawing/2014/main" id="{FE7ABE87-F03C-4E98-95FF-BFE3AF04C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" y="2067"/>
              <a:ext cx="784" cy="352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A/0</a:t>
              </a:r>
            </a:p>
          </p:txBody>
        </p:sp>
        <p:sp>
          <p:nvSpPr>
            <p:cNvPr id="104" name="Rectangle 12">
              <a:extLst>
                <a:ext uri="{FF2B5EF4-FFF2-40B4-BE49-F238E27FC236}">
                  <a16:creationId xmlns:a16="http://schemas.microsoft.com/office/drawing/2014/main" id="{B80325D0-E996-46B9-A607-EF54D00DC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2067"/>
              <a:ext cx="851" cy="352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B/1</a:t>
              </a:r>
            </a:p>
          </p:txBody>
        </p:sp>
        <p:sp>
          <p:nvSpPr>
            <p:cNvPr id="105" name="Rectangle 11">
              <a:extLst>
                <a:ext uri="{FF2B5EF4-FFF2-40B4-BE49-F238E27FC236}">
                  <a16:creationId xmlns:a16="http://schemas.microsoft.com/office/drawing/2014/main" id="{82DCA3FA-C179-4162-B7E7-0C8CB182D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" y="2067"/>
              <a:ext cx="717" cy="352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BBA1D14E-C2A2-42E2-90A6-E36B925E2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" y="1716"/>
              <a:ext cx="784" cy="351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C/1</a:t>
              </a:r>
            </a:p>
          </p:txBody>
        </p:sp>
        <p:sp>
          <p:nvSpPr>
            <p:cNvPr id="107" name="Rectangle 9">
              <a:extLst>
                <a:ext uri="{FF2B5EF4-FFF2-40B4-BE49-F238E27FC236}">
                  <a16:creationId xmlns:a16="http://schemas.microsoft.com/office/drawing/2014/main" id="{35522DAD-A12E-4C9B-BC1D-FB8C0B76E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1716"/>
              <a:ext cx="851" cy="351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D/0</a:t>
              </a:r>
            </a:p>
          </p:txBody>
        </p:sp>
        <p:sp>
          <p:nvSpPr>
            <p:cNvPr id="108" name="Rectangle 8">
              <a:extLst>
                <a:ext uri="{FF2B5EF4-FFF2-40B4-BE49-F238E27FC236}">
                  <a16:creationId xmlns:a16="http://schemas.microsoft.com/office/drawing/2014/main" id="{4F18C5AF-D9EE-4926-BC3C-21F0160DF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" y="1716"/>
              <a:ext cx="717" cy="351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109" name="Rectangle 7">
              <a:extLst>
                <a:ext uri="{FF2B5EF4-FFF2-40B4-BE49-F238E27FC236}">
                  <a16:creationId xmlns:a16="http://schemas.microsoft.com/office/drawing/2014/main" id="{61A6D79D-68F9-41DC-8148-9E58CA967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" y="1216"/>
              <a:ext cx="784" cy="500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10" name="Rectangle 6">
              <a:extLst>
                <a:ext uri="{FF2B5EF4-FFF2-40B4-BE49-F238E27FC236}">
                  <a16:creationId xmlns:a16="http://schemas.microsoft.com/office/drawing/2014/main" id="{94F3EC99-F5B0-45DF-8C29-2E168BBB3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1216"/>
              <a:ext cx="851" cy="500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11" name="Rectangle 5">
              <a:extLst>
                <a:ext uri="{FF2B5EF4-FFF2-40B4-BE49-F238E27FC236}">
                  <a16:creationId xmlns:a16="http://schemas.microsoft.com/office/drawing/2014/main" id="{978AF3BA-372B-4949-BBD5-C918E38D4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" y="1216"/>
              <a:ext cx="717" cy="500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" name="Line 21">
              <a:extLst>
                <a:ext uri="{FF2B5EF4-FFF2-40B4-BE49-F238E27FC236}">
                  <a16:creationId xmlns:a16="http://schemas.microsoft.com/office/drawing/2014/main" id="{E79F6F18-6E94-44EE-A822-D0AB27AAE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" y="1716"/>
              <a:ext cx="23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" name="Line 22">
              <a:extLst>
                <a:ext uri="{FF2B5EF4-FFF2-40B4-BE49-F238E27FC236}">
                  <a16:creationId xmlns:a16="http://schemas.microsoft.com/office/drawing/2014/main" id="{F5A059F4-98DC-4F7D-ABB3-DB872575F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" y="2067"/>
              <a:ext cx="23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Line 23">
              <a:extLst>
                <a:ext uri="{FF2B5EF4-FFF2-40B4-BE49-F238E27FC236}">
                  <a16:creationId xmlns:a16="http://schemas.microsoft.com/office/drawing/2014/main" id="{819CF05C-1D88-4B59-8E4E-2E477F308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" y="2419"/>
              <a:ext cx="23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Line 24">
              <a:extLst>
                <a:ext uri="{FF2B5EF4-FFF2-40B4-BE49-F238E27FC236}">
                  <a16:creationId xmlns:a16="http://schemas.microsoft.com/office/drawing/2014/main" id="{22913D5D-92C7-4116-85BE-D1CC6AD12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" y="2770"/>
              <a:ext cx="23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" name="Line 27">
              <a:extLst>
                <a:ext uri="{FF2B5EF4-FFF2-40B4-BE49-F238E27FC236}">
                  <a16:creationId xmlns:a16="http://schemas.microsoft.com/office/drawing/2014/main" id="{34CC7E1B-9583-4D18-8106-3474D82B6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5" y="1216"/>
              <a:ext cx="0" cy="19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7" name="Line 28">
              <a:extLst>
                <a:ext uri="{FF2B5EF4-FFF2-40B4-BE49-F238E27FC236}">
                  <a16:creationId xmlns:a16="http://schemas.microsoft.com/office/drawing/2014/main" id="{BE9B3542-A4C1-4770-8D8D-8475459CA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1216"/>
              <a:ext cx="0" cy="19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Line 20">
              <a:extLst>
                <a:ext uri="{FF2B5EF4-FFF2-40B4-BE49-F238E27FC236}">
                  <a16:creationId xmlns:a16="http://schemas.microsoft.com/office/drawing/2014/main" id="{42E16E40-151C-413F-98FF-7616A30DF3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" y="1216"/>
              <a:ext cx="2352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9" name="Line 26">
              <a:extLst>
                <a:ext uri="{FF2B5EF4-FFF2-40B4-BE49-F238E27FC236}">
                  <a16:creationId xmlns:a16="http://schemas.microsoft.com/office/drawing/2014/main" id="{DFAC2113-354F-4BFC-AB05-6722B390D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" y="1216"/>
              <a:ext cx="0" cy="1905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" name="Line 29">
              <a:extLst>
                <a:ext uri="{FF2B5EF4-FFF2-40B4-BE49-F238E27FC236}">
                  <a16:creationId xmlns:a16="http://schemas.microsoft.com/office/drawing/2014/main" id="{DB92EFC4-9729-4583-AFE5-64BB2CFEC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0" y="1216"/>
              <a:ext cx="0" cy="1905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Line 25">
              <a:extLst>
                <a:ext uri="{FF2B5EF4-FFF2-40B4-BE49-F238E27FC236}">
                  <a16:creationId xmlns:a16="http://schemas.microsoft.com/office/drawing/2014/main" id="{43880873-E61A-41EB-AAD2-519EDC2D3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" y="3121"/>
              <a:ext cx="2352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60">
              <a:extLst>
                <a:ext uri="{FF2B5EF4-FFF2-40B4-BE49-F238E27FC236}">
                  <a16:creationId xmlns:a16="http://schemas.microsoft.com/office/drawing/2014/main" id="{E794B88B-76FA-43DD-8B69-C89C436AA1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" y="1216"/>
              <a:ext cx="717" cy="50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Text Box 63">
              <a:extLst>
                <a:ext uri="{FF2B5EF4-FFF2-40B4-BE49-F238E27FC236}">
                  <a16:creationId xmlns:a16="http://schemas.microsoft.com/office/drawing/2014/main" id="{BC428887-0A6F-49D0-BB06-B9950CAA5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" y="1453"/>
              <a:ext cx="74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现态</a:t>
              </a:r>
            </a:p>
          </p:txBody>
        </p:sp>
        <p:sp>
          <p:nvSpPr>
            <p:cNvPr id="124" name="Text Box 64">
              <a:extLst>
                <a:ext uri="{FF2B5EF4-FFF2-40B4-BE49-F238E27FC236}">
                  <a16:creationId xmlns:a16="http://schemas.microsoft.com/office/drawing/2014/main" id="{5C7A1FB3-5E3E-4258-A415-EDF252B88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" y="1200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输入</a:t>
              </a:r>
            </a:p>
          </p:txBody>
        </p:sp>
      </p:grpSp>
      <p:grpSp>
        <p:nvGrpSpPr>
          <p:cNvPr id="125" name="Group 104">
            <a:extLst>
              <a:ext uri="{FF2B5EF4-FFF2-40B4-BE49-F238E27FC236}">
                <a16:creationId xmlns:a16="http://schemas.microsoft.com/office/drawing/2014/main" id="{23DD7BF7-6C04-429F-A422-D687DE2E8881}"/>
              </a:ext>
            </a:extLst>
          </p:cNvPr>
          <p:cNvGrpSpPr>
            <a:grpSpLocks/>
          </p:cNvGrpSpPr>
          <p:nvPr/>
        </p:nvGrpSpPr>
        <p:grpSpPr bwMode="auto">
          <a:xfrm>
            <a:off x="5814241" y="1408912"/>
            <a:ext cx="2400300" cy="2525713"/>
            <a:chOff x="3588" y="1260"/>
            <a:chExt cx="1512" cy="1591"/>
          </a:xfrm>
        </p:grpSpPr>
        <p:grpSp>
          <p:nvGrpSpPr>
            <p:cNvPr id="126" name="Group 71">
              <a:extLst>
                <a:ext uri="{FF2B5EF4-FFF2-40B4-BE49-F238E27FC236}">
                  <a16:creationId xmlns:a16="http://schemas.microsoft.com/office/drawing/2014/main" id="{34CB24CE-8C37-4F61-814E-51765BB63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1260"/>
              <a:ext cx="336" cy="348"/>
              <a:chOff x="2928" y="3432"/>
              <a:chExt cx="336" cy="348"/>
            </a:xfrm>
          </p:grpSpPr>
          <p:sp>
            <p:nvSpPr>
              <p:cNvPr id="136" name="Oval 69">
                <a:extLst>
                  <a:ext uri="{FF2B5EF4-FFF2-40B4-BE49-F238E27FC236}">
                    <a16:creationId xmlns:a16="http://schemas.microsoft.com/office/drawing/2014/main" id="{052EFEF1-530B-40DE-8AC6-69B8EDAE5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492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7" name="Text Box 70">
                <a:extLst>
                  <a:ext uri="{FF2B5EF4-FFF2-40B4-BE49-F238E27FC236}">
                    <a16:creationId xmlns:a16="http://schemas.microsoft.com/office/drawing/2014/main" id="{4EF8EA40-BAAD-46AE-B8CE-7697603577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3432"/>
                <a:ext cx="324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127" name="Group 72">
              <a:extLst>
                <a:ext uri="{FF2B5EF4-FFF2-40B4-BE49-F238E27FC236}">
                  <a16:creationId xmlns:a16="http://schemas.microsoft.com/office/drawing/2014/main" id="{7DDFD55C-6DA8-445F-8306-4BCC7C5E65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0" y="1276"/>
              <a:ext cx="329" cy="327"/>
              <a:chOff x="2928" y="3460"/>
              <a:chExt cx="329" cy="327"/>
            </a:xfrm>
          </p:grpSpPr>
          <p:sp>
            <p:nvSpPr>
              <p:cNvPr id="134" name="Oval 73">
                <a:extLst>
                  <a:ext uri="{FF2B5EF4-FFF2-40B4-BE49-F238E27FC236}">
                    <a16:creationId xmlns:a16="http://schemas.microsoft.com/office/drawing/2014/main" id="{ADC099F1-FF61-43D4-BBEB-3D16DF0AC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492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5" name="Text Box 74">
                <a:extLst>
                  <a:ext uri="{FF2B5EF4-FFF2-40B4-BE49-F238E27FC236}">
                    <a16:creationId xmlns:a16="http://schemas.microsoft.com/office/drawing/2014/main" id="{48631771-24F4-44C0-AD55-C54C3A15A1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3" y="3460"/>
                <a:ext cx="324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28" name="Group 75">
              <a:extLst>
                <a:ext uri="{FF2B5EF4-FFF2-40B4-BE49-F238E27FC236}">
                  <a16:creationId xmlns:a16="http://schemas.microsoft.com/office/drawing/2014/main" id="{4A3AAA8F-3CA8-4086-B277-2948AA0245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2512"/>
              <a:ext cx="336" cy="327"/>
              <a:chOff x="2928" y="3460"/>
              <a:chExt cx="336" cy="327"/>
            </a:xfrm>
          </p:grpSpPr>
          <p:sp>
            <p:nvSpPr>
              <p:cNvPr id="132" name="Oval 76">
                <a:extLst>
                  <a:ext uri="{FF2B5EF4-FFF2-40B4-BE49-F238E27FC236}">
                    <a16:creationId xmlns:a16="http://schemas.microsoft.com/office/drawing/2014/main" id="{C31B5E15-EDB4-4AF5-A1DF-21D1494BB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492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" name="Text Box 77">
                <a:extLst>
                  <a:ext uri="{FF2B5EF4-FFF2-40B4-BE49-F238E27FC236}">
                    <a16:creationId xmlns:a16="http://schemas.microsoft.com/office/drawing/2014/main" id="{93FF82AA-BCEF-46DB-BAF1-16587DA335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3460"/>
                <a:ext cx="324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129" name="Group 78">
              <a:extLst>
                <a:ext uri="{FF2B5EF4-FFF2-40B4-BE49-F238E27FC236}">
                  <a16:creationId xmlns:a16="http://schemas.microsoft.com/office/drawing/2014/main" id="{5CF75EA2-919B-45CA-A0F9-13B0F32E05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4" y="2524"/>
              <a:ext cx="336" cy="327"/>
              <a:chOff x="2928" y="3460"/>
              <a:chExt cx="336" cy="327"/>
            </a:xfrm>
          </p:grpSpPr>
          <p:sp>
            <p:nvSpPr>
              <p:cNvPr id="130" name="Oval 79">
                <a:extLst>
                  <a:ext uri="{FF2B5EF4-FFF2-40B4-BE49-F238E27FC236}">
                    <a16:creationId xmlns:a16="http://schemas.microsoft.com/office/drawing/2014/main" id="{097DA6B9-5E5B-4E5E-A5D5-985850838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492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1" name="Text Box 80">
                <a:extLst>
                  <a:ext uri="{FF2B5EF4-FFF2-40B4-BE49-F238E27FC236}">
                    <a16:creationId xmlns:a16="http://schemas.microsoft.com/office/drawing/2014/main" id="{461AA5DA-62E4-442D-BF35-BBB190ED5E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3460"/>
                <a:ext cx="324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138" name="Group 105">
            <a:extLst>
              <a:ext uri="{FF2B5EF4-FFF2-40B4-BE49-F238E27FC236}">
                <a16:creationId xmlns:a16="http://schemas.microsoft.com/office/drawing/2014/main" id="{8307B7F8-3100-423D-BD24-8B8341F77D09}"/>
              </a:ext>
            </a:extLst>
          </p:cNvPr>
          <p:cNvGrpSpPr>
            <a:grpSpLocks/>
          </p:cNvGrpSpPr>
          <p:nvPr/>
        </p:nvGrpSpPr>
        <p:grpSpPr bwMode="auto">
          <a:xfrm>
            <a:off x="5736454" y="1696250"/>
            <a:ext cx="2011362" cy="1887537"/>
            <a:chOff x="3539" y="1441"/>
            <a:chExt cx="1267" cy="1189"/>
          </a:xfrm>
        </p:grpSpPr>
        <p:sp>
          <p:nvSpPr>
            <p:cNvPr id="139" name="Arc 83">
              <a:extLst>
                <a:ext uri="{FF2B5EF4-FFF2-40B4-BE49-F238E27FC236}">
                  <a16:creationId xmlns:a16="http://schemas.microsoft.com/office/drawing/2014/main" id="{FD96061A-0391-4A31-A373-8875D5433A50}"/>
                </a:ext>
              </a:extLst>
            </p:cNvPr>
            <p:cNvSpPr>
              <a:spLocks/>
            </p:cNvSpPr>
            <p:nvPr/>
          </p:nvSpPr>
          <p:spPr bwMode="auto">
            <a:xfrm rot="-152216">
              <a:off x="3539" y="1441"/>
              <a:ext cx="1267" cy="1189"/>
            </a:xfrm>
            <a:custGeom>
              <a:avLst/>
              <a:gdLst>
                <a:gd name="T0" fmla="*/ 0 w 21598"/>
                <a:gd name="T1" fmla="*/ 0 h 20772"/>
                <a:gd name="T2" fmla="*/ 0 w 21598"/>
                <a:gd name="T3" fmla="*/ 0 h 20772"/>
                <a:gd name="T4" fmla="*/ 0 w 21598"/>
                <a:gd name="T5" fmla="*/ 0 h 207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8" h="20772" fill="none" extrusionOk="0">
                  <a:moveTo>
                    <a:pt x="5922" y="-1"/>
                  </a:moveTo>
                  <a:cubicBezTo>
                    <a:pt x="15086" y="2612"/>
                    <a:pt x="21455" y="10922"/>
                    <a:pt x="21597" y="20451"/>
                  </a:cubicBezTo>
                </a:path>
                <a:path w="21598" h="20772" stroke="0" extrusionOk="0">
                  <a:moveTo>
                    <a:pt x="5922" y="-1"/>
                  </a:moveTo>
                  <a:cubicBezTo>
                    <a:pt x="15086" y="2612"/>
                    <a:pt x="21455" y="10922"/>
                    <a:pt x="21597" y="20451"/>
                  </a:cubicBezTo>
                  <a:lnTo>
                    <a:pt x="0" y="20772"/>
                  </a:lnTo>
                  <a:lnTo>
                    <a:pt x="5922" y="-1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Text Box 84">
              <a:extLst>
                <a:ext uri="{FF2B5EF4-FFF2-40B4-BE49-F238E27FC236}">
                  <a16:creationId xmlns:a16="http://schemas.microsoft.com/office/drawing/2014/main" id="{4BD8E12B-8E6C-4BC9-BEF5-DFAC881BF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2" y="1716"/>
              <a:ext cx="49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141" name="Group 90">
            <a:extLst>
              <a:ext uri="{FF2B5EF4-FFF2-40B4-BE49-F238E27FC236}">
                <a16:creationId xmlns:a16="http://schemas.microsoft.com/office/drawing/2014/main" id="{05F50BE1-3F62-41F6-80AE-D560714D4031}"/>
              </a:ext>
            </a:extLst>
          </p:cNvPr>
          <p:cNvGrpSpPr>
            <a:grpSpLocks/>
          </p:cNvGrpSpPr>
          <p:nvPr/>
        </p:nvGrpSpPr>
        <p:grpSpPr bwMode="auto">
          <a:xfrm>
            <a:off x="6271441" y="1237462"/>
            <a:ext cx="1352550" cy="457200"/>
            <a:chOff x="3876" y="1152"/>
            <a:chExt cx="852" cy="288"/>
          </a:xfrm>
        </p:grpSpPr>
        <p:sp>
          <p:nvSpPr>
            <p:cNvPr id="142" name="Line 88">
              <a:extLst>
                <a:ext uri="{FF2B5EF4-FFF2-40B4-BE49-F238E27FC236}">
                  <a16:creationId xmlns:a16="http://schemas.microsoft.com/office/drawing/2014/main" id="{E9EC49CA-3917-4F29-B537-E73DD0999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6" y="1416"/>
              <a:ext cx="85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Text Box 89">
              <a:extLst>
                <a:ext uri="{FF2B5EF4-FFF2-40B4-BE49-F238E27FC236}">
                  <a16:creationId xmlns:a16="http://schemas.microsoft.com/office/drawing/2014/main" id="{1115FCC1-43BC-4D8F-98AA-4F0121B91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152"/>
              <a:ext cx="49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1/1</a:t>
              </a:r>
            </a:p>
          </p:txBody>
        </p:sp>
      </p:grpSp>
      <p:grpSp>
        <p:nvGrpSpPr>
          <p:cNvPr id="144" name="Group 95">
            <a:extLst>
              <a:ext uri="{FF2B5EF4-FFF2-40B4-BE49-F238E27FC236}">
                <a16:creationId xmlns:a16="http://schemas.microsoft.com/office/drawing/2014/main" id="{F1243C9E-4E6B-40CD-A30F-DE1B3BDAF317}"/>
              </a:ext>
            </a:extLst>
          </p:cNvPr>
          <p:cNvGrpSpPr>
            <a:grpSpLocks/>
          </p:cNvGrpSpPr>
          <p:nvPr/>
        </p:nvGrpSpPr>
        <p:grpSpPr bwMode="auto">
          <a:xfrm>
            <a:off x="4728391" y="3226600"/>
            <a:ext cx="1358900" cy="923925"/>
            <a:chOff x="2904" y="2405"/>
            <a:chExt cx="856" cy="582"/>
          </a:xfrm>
        </p:grpSpPr>
        <p:sp>
          <p:nvSpPr>
            <p:cNvPr id="145" name="Text Box 86">
              <a:extLst>
                <a:ext uri="{FF2B5EF4-FFF2-40B4-BE49-F238E27FC236}">
                  <a16:creationId xmlns:a16="http://schemas.microsoft.com/office/drawing/2014/main" id="{64E2D375-82EF-4BAC-A7A0-08DF7F05D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4" y="2568"/>
              <a:ext cx="492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0/1</a:t>
              </a:r>
            </a:p>
          </p:txBody>
        </p:sp>
        <p:sp>
          <p:nvSpPr>
            <p:cNvPr id="146" name="Arc 91">
              <a:extLst>
                <a:ext uri="{FF2B5EF4-FFF2-40B4-BE49-F238E27FC236}">
                  <a16:creationId xmlns:a16="http://schemas.microsoft.com/office/drawing/2014/main" id="{BC0C6EFE-B166-43EC-BA37-F69A7C06D99B}"/>
                </a:ext>
              </a:extLst>
            </p:cNvPr>
            <p:cNvSpPr>
              <a:spLocks/>
            </p:cNvSpPr>
            <p:nvPr/>
          </p:nvSpPr>
          <p:spPr bwMode="auto">
            <a:xfrm rot="14006548" flipV="1">
              <a:off x="3189" y="2415"/>
              <a:ext cx="582" cy="561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0774" y="15"/>
                  </a:moveTo>
                  <a:cubicBezTo>
                    <a:pt x="21049" y="5"/>
                    <a:pt x="21324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9111"/>
                    <a:pt x="430" y="16641"/>
                    <a:pt x="1271" y="14299"/>
                  </a:cubicBezTo>
                </a:path>
                <a:path w="43200" h="43200" stroke="0" extrusionOk="0">
                  <a:moveTo>
                    <a:pt x="20774" y="15"/>
                  </a:moveTo>
                  <a:cubicBezTo>
                    <a:pt x="21049" y="5"/>
                    <a:pt x="21324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9111"/>
                    <a:pt x="430" y="16641"/>
                    <a:pt x="1271" y="14299"/>
                  </a:cubicBezTo>
                  <a:lnTo>
                    <a:pt x="21600" y="21600"/>
                  </a:lnTo>
                  <a:lnTo>
                    <a:pt x="20774" y="15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7" name="Group 97">
            <a:extLst>
              <a:ext uri="{FF2B5EF4-FFF2-40B4-BE49-F238E27FC236}">
                <a16:creationId xmlns:a16="http://schemas.microsoft.com/office/drawing/2014/main" id="{2DD4F9AF-CE28-45DC-A99F-ED19A5E13B16}"/>
              </a:ext>
            </a:extLst>
          </p:cNvPr>
          <p:cNvGrpSpPr>
            <a:grpSpLocks/>
          </p:cNvGrpSpPr>
          <p:nvPr/>
        </p:nvGrpSpPr>
        <p:grpSpPr bwMode="auto">
          <a:xfrm>
            <a:off x="5566591" y="1942312"/>
            <a:ext cx="781050" cy="1466850"/>
            <a:chOff x="3432" y="1596"/>
            <a:chExt cx="492" cy="924"/>
          </a:xfrm>
        </p:grpSpPr>
        <p:sp>
          <p:nvSpPr>
            <p:cNvPr id="148" name="Line 93">
              <a:extLst>
                <a:ext uri="{FF2B5EF4-FFF2-40B4-BE49-F238E27FC236}">
                  <a16:creationId xmlns:a16="http://schemas.microsoft.com/office/drawing/2014/main" id="{F9C3A5F4-B805-4EB5-A681-E6EC2923BE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6" y="1596"/>
              <a:ext cx="0" cy="9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9" name="Text Box 96">
              <a:extLst>
                <a:ext uri="{FF2B5EF4-FFF2-40B4-BE49-F238E27FC236}">
                  <a16:creationId xmlns:a16="http://schemas.microsoft.com/office/drawing/2014/main" id="{AE932258-5B92-432B-8C72-7D07CD094F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2" y="1920"/>
              <a:ext cx="49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150" name="Group 102">
            <a:extLst>
              <a:ext uri="{FF2B5EF4-FFF2-40B4-BE49-F238E27FC236}">
                <a16:creationId xmlns:a16="http://schemas.microsoft.com/office/drawing/2014/main" id="{B2B9EEB0-BF08-4D23-AD2F-D1BF82AFD8C6}"/>
              </a:ext>
            </a:extLst>
          </p:cNvPr>
          <p:cNvGrpSpPr>
            <a:grpSpLocks/>
          </p:cNvGrpSpPr>
          <p:nvPr/>
        </p:nvGrpSpPr>
        <p:grpSpPr bwMode="auto">
          <a:xfrm>
            <a:off x="7844654" y="856462"/>
            <a:ext cx="1093787" cy="1227138"/>
            <a:chOff x="4867" y="912"/>
            <a:chExt cx="689" cy="773"/>
          </a:xfrm>
        </p:grpSpPr>
        <p:sp>
          <p:nvSpPr>
            <p:cNvPr id="151" name="Arc 100">
              <a:extLst>
                <a:ext uri="{FF2B5EF4-FFF2-40B4-BE49-F238E27FC236}">
                  <a16:creationId xmlns:a16="http://schemas.microsoft.com/office/drawing/2014/main" id="{37731702-C9BC-46D6-9FB7-501354446E79}"/>
                </a:ext>
              </a:extLst>
            </p:cNvPr>
            <p:cNvSpPr>
              <a:spLocks/>
            </p:cNvSpPr>
            <p:nvPr/>
          </p:nvSpPr>
          <p:spPr bwMode="auto">
            <a:xfrm rot="7353221" flipH="1" flipV="1">
              <a:off x="4862" y="1166"/>
              <a:ext cx="524" cy="513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0774" y="15"/>
                  </a:moveTo>
                  <a:cubicBezTo>
                    <a:pt x="21049" y="5"/>
                    <a:pt x="21324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9111"/>
                    <a:pt x="430" y="16641"/>
                    <a:pt x="1271" y="14299"/>
                  </a:cubicBezTo>
                </a:path>
                <a:path w="43200" h="43200" stroke="0" extrusionOk="0">
                  <a:moveTo>
                    <a:pt x="20774" y="15"/>
                  </a:moveTo>
                  <a:cubicBezTo>
                    <a:pt x="21049" y="5"/>
                    <a:pt x="21324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9111"/>
                    <a:pt x="430" y="16641"/>
                    <a:pt x="1271" y="14299"/>
                  </a:cubicBezTo>
                  <a:lnTo>
                    <a:pt x="21600" y="21600"/>
                  </a:lnTo>
                  <a:lnTo>
                    <a:pt x="20774" y="15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Text Box 101">
              <a:extLst>
                <a:ext uri="{FF2B5EF4-FFF2-40B4-BE49-F238E27FC236}">
                  <a16:creationId xmlns:a16="http://schemas.microsoft.com/office/drawing/2014/main" id="{16B85B54-23B5-435B-85FC-933B5D9BD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4" y="912"/>
              <a:ext cx="49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0/1</a:t>
              </a:r>
            </a:p>
          </p:txBody>
        </p:sp>
      </p:grpSp>
      <p:grpSp>
        <p:nvGrpSpPr>
          <p:cNvPr id="153" name="Group 106">
            <a:extLst>
              <a:ext uri="{FF2B5EF4-FFF2-40B4-BE49-F238E27FC236}">
                <a16:creationId xmlns:a16="http://schemas.microsoft.com/office/drawing/2014/main" id="{DF725EE9-1FC0-4BB6-B42C-E442B43F1FBD}"/>
              </a:ext>
            </a:extLst>
          </p:cNvPr>
          <p:cNvGrpSpPr>
            <a:grpSpLocks/>
          </p:cNvGrpSpPr>
          <p:nvPr/>
        </p:nvGrpSpPr>
        <p:grpSpPr bwMode="auto">
          <a:xfrm>
            <a:off x="7890691" y="1942312"/>
            <a:ext cx="781050" cy="1485900"/>
            <a:chOff x="4896" y="1596"/>
            <a:chExt cx="492" cy="936"/>
          </a:xfrm>
        </p:grpSpPr>
        <p:sp>
          <p:nvSpPr>
            <p:cNvPr id="154" name="Text Box 94">
              <a:extLst>
                <a:ext uri="{FF2B5EF4-FFF2-40B4-BE49-F238E27FC236}">
                  <a16:creationId xmlns:a16="http://schemas.microsoft.com/office/drawing/2014/main" id="{BF7E3D96-CC2B-43B0-90DC-94DD9410E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932"/>
              <a:ext cx="492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155" name="Line 103">
              <a:extLst>
                <a:ext uri="{FF2B5EF4-FFF2-40B4-BE49-F238E27FC236}">
                  <a16:creationId xmlns:a16="http://schemas.microsoft.com/office/drawing/2014/main" id="{4BEAA17D-FDB0-4E0B-B9CB-7BBFD27A8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8" y="1596"/>
              <a:ext cx="0" cy="9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6" name="Group 110">
            <a:extLst>
              <a:ext uri="{FF2B5EF4-FFF2-40B4-BE49-F238E27FC236}">
                <a16:creationId xmlns:a16="http://schemas.microsoft.com/office/drawing/2014/main" id="{FCFBD7A7-B409-42DE-B910-DA1E193B01CB}"/>
              </a:ext>
            </a:extLst>
          </p:cNvPr>
          <p:cNvGrpSpPr>
            <a:grpSpLocks/>
          </p:cNvGrpSpPr>
          <p:nvPr/>
        </p:nvGrpSpPr>
        <p:grpSpPr bwMode="auto">
          <a:xfrm>
            <a:off x="6193654" y="1848650"/>
            <a:ext cx="2011362" cy="1887537"/>
            <a:chOff x="3827" y="1537"/>
            <a:chExt cx="1267" cy="1189"/>
          </a:xfrm>
        </p:grpSpPr>
        <p:sp>
          <p:nvSpPr>
            <p:cNvPr id="157" name="Arc 108">
              <a:extLst>
                <a:ext uri="{FF2B5EF4-FFF2-40B4-BE49-F238E27FC236}">
                  <a16:creationId xmlns:a16="http://schemas.microsoft.com/office/drawing/2014/main" id="{BAA42A47-D650-4A3E-8E9E-8BF20D7FBF89}"/>
                </a:ext>
              </a:extLst>
            </p:cNvPr>
            <p:cNvSpPr>
              <a:spLocks/>
            </p:cNvSpPr>
            <p:nvPr/>
          </p:nvSpPr>
          <p:spPr bwMode="auto">
            <a:xfrm rot="-152216" flipH="1" flipV="1">
              <a:off x="3827" y="1537"/>
              <a:ext cx="1267" cy="1189"/>
            </a:xfrm>
            <a:custGeom>
              <a:avLst/>
              <a:gdLst>
                <a:gd name="T0" fmla="*/ 0 w 21598"/>
                <a:gd name="T1" fmla="*/ 0 h 20772"/>
                <a:gd name="T2" fmla="*/ 0 w 21598"/>
                <a:gd name="T3" fmla="*/ 0 h 20772"/>
                <a:gd name="T4" fmla="*/ 0 w 21598"/>
                <a:gd name="T5" fmla="*/ 0 h 207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8" h="20772" fill="none" extrusionOk="0">
                  <a:moveTo>
                    <a:pt x="5922" y="-1"/>
                  </a:moveTo>
                  <a:cubicBezTo>
                    <a:pt x="15086" y="2612"/>
                    <a:pt x="21455" y="10922"/>
                    <a:pt x="21597" y="20451"/>
                  </a:cubicBezTo>
                </a:path>
                <a:path w="21598" h="20772" stroke="0" extrusionOk="0">
                  <a:moveTo>
                    <a:pt x="5922" y="-1"/>
                  </a:moveTo>
                  <a:cubicBezTo>
                    <a:pt x="15086" y="2612"/>
                    <a:pt x="21455" y="10922"/>
                    <a:pt x="21597" y="20451"/>
                  </a:cubicBezTo>
                  <a:lnTo>
                    <a:pt x="0" y="20772"/>
                  </a:lnTo>
                  <a:lnTo>
                    <a:pt x="5922" y="-1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8" name="Text Box 109">
              <a:extLst>
                <a:ext uri="{FF2B5EF4-FFF2-40B4-BE49-F238E27FC236}">
                  <a16:creationId xmlns:a16="http://schemas.microsoft.com/office/drawing/2014/main" id="{D2195CA9-E152-42E4-8661-2C81E3D0E6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208"/>
              <a:ext cx="49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159" name="Group 112">
            <a:extLst>
              <a:ext uri="{FF2B5EF4-FFF2-40B4-BE49-F238E27FC236}">
                <a16:creationId xmlns:a16="http://schemas.microsoft.com/office/drawing/2014/main" id="{C65D69B7-44C3-473E-B271-E90D636DA120}"/>
              </a:ext>
            </a:extLst>
          </p:cNvPr>
          <p:cNvGrpSpPr>
            <a:grpSpLocks/>
          </p:cNvGrpSpPr>
          <p:nvPr/>
        </p:nvGrpSpPr>
        <p:grpSpPr bwMode="auto">
          <a:xfrm>
            <a:off x="6214291" y="3713962"/>
            <a:ext cx="1485900" cy="457200"/>
            <a:chOff x="3840" y="2712"/>
            <a:chExt cx="936" cy="288"/>
          </a:xfrm>
        </p:grpSpPr>
        <p:sp>
          <p:nvSpPr>
            <p:cNvPr id="160" name="Text Box 99">
              <a:extLst>
                <a:ext uri="{FF2B5EF4-FFF2-40B4-BE49-F238E27FC236}">
                  <a16:creationId xmlns:a16="http://schemas.microsoft.com/office/drawing/2014/main" id="{993E94A8-BC1A-44FA-BC20-D18A9D2A05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6" y="2712"/>
              <a:ext cx="492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1/1</a:t>
              </a:r>
            </a:p>
          </p:txBody>
        </p:sp>
        <p:sp>
          <p:nvSpPr>
            <p:cNvPr id="161" name="Line 111">
              <a:extLst>
                <a:ext uri="{FF2B5EF4-FFF2-40B4-BE49-F238E27FC236}">
                  <a16:creationId xmlns:a16="http://schemas.microsoft.com/office/drawing/2014/main" id="{3B19AB53-3564-4A62-988C-E5059F383A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2760"/>
              <a:ext cx="9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" name="右箭头 5"/>
          <p:cNvSpPr/>
          <p:nvPr/>
        </p:nvSpPr>
        <p:spPr>
          <a:xfrm>
            <a:off x="4423144" y="2381693"/>
            <a:ext cx="446568" cy="208319"/>
          </a:xfrm>
          <a:prstGeom prst="rightArrow">
            <a:avLst/>
          </a:prstGeom>
          <a:ln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66868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9" grpId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62B2F8-11F7-419D-B4B4-75B805875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§7.2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时序逻辑电路分析</a:t>
            </a:r>
            <a:endParaRPr lang="zh-CN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4317F5E-BF35-42FF-872E-7B65B688F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55968"/>
            <a:ext cx="8229600" cy="453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  <a:buClr>
                <a:srgbClr val="330066"/>
              </a:buClr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时序电路的分析步骤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根据电路图列出电路输出函数，触发器激励函数(控制函数、驱动方程)</a:t>
            </a:r>
          </a:p>
          <a:p>
            <a:pPr marL="51435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根据电路输入和触发器激励函数求状态方程</a:t>
            </a:r>
          </a:p>
          <a:p>
            <a:pPr marL="51435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画状态表、状态图，时序图</a:t>
            </a:r>
          </a:p>
          <a:p>
            <a:pPr marL="51435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分析电路外特性和功能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5556777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§7.2.1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同步时序电路分析 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1】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分析下面电路的逻辑功能</a:t>
            </a:r>
          </a:p>
        </p:txBody>
      </p:sp>
      <p:sp>
        <p:nvSpPr>
          <p:cNvPr id="35" name="Text Box 43">
            <a:extLst>
              <a:ext uri="{FF2B5EF4-FFF2-40B4-BE49-F238E27FC236}">
                <a16:creationId xmlns:a16="http://schemas.microsoft.com/office/drawing/2014/main" id="{C4FB4D5A-9900-4104-9A7E-4DB07CAD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6075" y="1419320"/>
            <a:ext cx="21765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）列方程</a:t>
            </a:r>
          </a:p>
        </p:txBody>
      </p:sp>
      <p:sp>
        <p:nvSpPr>
          <p:cNvPr id="36" name="Text Box 39">
            <a:extLst>
              <a:ext uri="{FF2B5EF4-FFF2-40B4-BE49-F238E27FC236}">
                <a16:creationId xmlns:a16="http://schemas.microsoft.com/office/drawing/2014/main" id="{ECF1F874-C2FD-4A83-8405-AAD66B218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147" y="2261708"/>
            <a:ext cx="19859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输出方程：</a:t>
            </a:r>
          </a:p>
        </p:txBody>
      </p:sp>
      <p:sp>
        <p:nvSpPr>
          <p:cNvPr id="37" name="Text Box 41">
            <a:extLst>
              <a:ext uri="{FF2B5EF4-FFF2-40B4-BE49-F238E27FC236}">
                <a16:creationId xmlns:a16="http://schemas.microsoft.com/office/drawing/2014/main" id="{BBA89BEA-4F7E-4CB8-B026-7512EC7F9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924" y="2860195"/>
            <a:ext cx="1985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驱动方程：</a:t>
            </a:r>
          </a:p>
        </p:txBody>
      </p:sp>
      <p:grpSp>
        <p:nvGrpSpPr>
          <p:cNvPr id="39" name="Group 57">
            <a:extLst>
              <a:ext uri="{FF2B5EF4-FFF2-40B4-BE49-F238E27FC236}">
                <a16:creationId xmlns:a16="http://schemas.microsoft.com/office/drawing/2014/main" id="{5A51712A-9C83-4129-9EBF-F02C2DB17368}"/>
              </a:ext>
            </a:extLst>
          </p:cNvPr>
          <p:cNvGrpSpPr>
            <a:grpSpLocks/>
          </p:cNvGrpSpPr>
          <p:nvPr/>
        </p:nvGrpSpPr>
        <p:grpSpPr bwMode="auto">
          <a:xfrm>
            <a:off x="2139512" y="2197942"/>
            <a:ext cx="484899" cy="519113"/>
            <a:chOff x="1297" y="3169"/>
            <a:chExt cx="1085" cy="327"/>
          </a:xfrm>
        </p:grpSpPr>
        <p:sp>
          <p:nvSpPr>
            <p:cNvPr id="40" name="Text Box 40">
              <a:extLst>
                <a:ext uri="{FF2B5EF4-FFF2-40B4-BE49-F238E27FC236}">
                  <a16:creationId xmlns:a16="http://schemas.microsoft.com/office/drawing/2014/main" id="{FC5CB726-96AB-4A00-8838-9837A74D5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7" y="3169"/>
              <a:ext cx="10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--</a:t>
              </a:r>
              <a:endPara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56">
              <a:extLst>
                <a:ext uri="{FF2B5EF4-FFF2-40B4-BE49-F238E27FC236}">
                  <a16:creationId xmlns:a16="http://schemas.microsoft.com/office/drawing/2014/main" id="{2B92A2A5-58B1-47CF-A580-971EFA495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" y="3223"/>
              <a:ext cx="477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2" name="Text Box 58">
            <a:extLst>
              <a:ext uri="{FF2B5EF4-FFF2-40B4-BE49-F238E27FC236}">
                <a16:creationId xmlns:a16="http://schemas.microsoft.com/office/drawing/2014/main" id="{76DC86CA-B67A-4685-BFD0-62C0F7039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87" y="5456023"/>
            <a:ext cx="1985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状态方程：</a:t>
            </a:r>
          </a:p>
        </p:txBody>
      </p:sp>
      <p:sp>
        <p:nvSpPr>
          <p:cNvPr id="43" name="Text Box 59">
            <a:extLst>
              <a:ext uri="{FF2B5EF4-FFF2-40B4-BE49-F238E27FC236}">
                <a16:creationId xmlns:a16="http://schemas.microsoft.com/office/drawing/2014/main" id="{39564F96-9932-4527-89A9-A2E717FE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66" y="5988439"/>
            <a:ext cx="172658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=D</a:t>
            </a:r>
            <a:endParaRPr kumimoji="1" lang="en-US" altLang="zh-CN" sz="2800" b="1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85D1040-2845-42DF-AAD3-8788B56D6816}"/>
              </a:ext>
            </a:extLst>
          </p:cNvPr>
          <p:cNvGrpSpPr/>
          <p:nvPr/>
        </p:nvGrpSpPr>
        <p:grpSpPr>
          <a:xfrm>
            <a:off x="2851424" y="1171487"/>
            <a:ext cx="6199188" cy="2860675"/>
            <a:chOff x="390525" y="850900"/>
            <a:chExt cx="6199188" cy="2860675"/>
          </a:xfrm>
        </p:grpSpPr>
        <p:grpSp>
          <p:nvGrpSpPr>
            <p:cNvPr id="45" name="Group 82">
              <a:extLst>
                <a:ext uri="{FF2B5EF4-FFF2-40B4-BE49-F238E27FC236}">
                  <a16:creationId xmlns:a16="http://schemas.microsoft.com/office/drawing/2014/main" id="{DBA04D40-CD26-44F4-B0E0-CBA1D69052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525" y="850900"/>
              <a:ext cx="6199188" cy="2860675"/>
              <a:chOff x="246" y="723"/>
              <a:chExt cx="3905" cy="1802"/>
            </a:xfrm>
          </p:grpSpPr>
          <p:sp>
            <p:nvSpPr>
              <p:cNvPr id="49" name="Rectangle 6">
                <a:extLst>
                  <a:ext uri="{FF2B5EF4-FFF2-40B4-BE49-F238E27FC236}">
                    <a16:creationId xmlns:a16="http://schemas.microsoft.com/office/drawing/2014/main" id="{CF90B174-8A96-4E11-A974-C1C905875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1573"/>
                <a:ext cx="771" cy="49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        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     D</a:t>
                </a:r>
              </a:p>
            </p:txBody>
          </p:sp>
          <p:sp>
            <p:nvSpPr>
              <p:cNvPr id="50" name="Line 8">
                <a:extLst>
                  <a:ext uri="{FF2B5EF4-FFF2-40B4-BE49-F238E27FC236}">
                    <a16:creationId xmlns:a16="http://schemas.microsoft.com/office/drawing/2014/main" id="{8ACEF861-AF3A-49A2-ACE7-ECB36EEF4C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3" y="2072"/>
                <a:ext cx="0" cy="18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1" name="Line 9">
                <a:extLst>
                  <a:ext uri="{FF2B5EF4-FFF2-40B4-BE49-F238E27FC236}">
                    <a16:creationId xmlns:a16="http://schemas.microsoft.com/office/drawing/2014/main" id="{261BAB2F-844C-400B-A5EB-56223493E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3" y="1165"/>
                <a:ext cx="0" cy="4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2" name="Rectangle 11">
                <a:extLst>
                  <a:ext uri="{FF2B5EF4-FFF2-40B4-BE49-F238E27FC236}">
                    <a16:creationId xmlns:a16="http://schemas.microsoft.com/office/drawing/2014/main" id="{BD47B135-73AE-4AC7-99B5-170F8A4FE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0" y="1573"/>
                <a:ext cx="771" cy="49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        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     D</a:t>
                </a:r>
              </a:p>
            </p:txBody>
          </p:sp>
          <p:sp>
            <p:nvSpPr>
              <p:cNvPr id="53" name="Line 13">
                <a:extLst>
                  <a:ext uri="{FF2B5EF4-FFF2-40B4-BE49-F238E27FC236}">
                    <a16:creationId xmlns:a16="http://schemas.microsoft.com/office/drawing/2014/main" id="{FFD2B38D-E4F9-40BF-BFAD-A0E9F0A6C9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1" y="2072"/>
                <a:ext cx="0" cy="18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" name="Line 14">
                <a:extLst>
                  <a:ext uri="{FF2B5EF4-FFF2-40B4-BE49-F238E27FC236}">
                    <a16:creationId xmlns:a16="http://schemas.microsoft.com/office/drawing/2014/main" id="{6D598230-BE45-4390-BCF7-CABDCD13E5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80" y="1029"/>
                <a:ext cx="0" cy="5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" name="Rectangle 16">
                <a:extLst>
                  <a:ext uri="{FF2B5EF4-FFF2-40B4-BE49-F238E27FC236}">
                    <a16:creationId xmlns:a16="http://schemas.microsoft.com/office/drawing/2014/main" id="{045980A3-4E3E-41C0-B02D-09264F1F2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6" y="1573"/>
                <a:ext cx="771" cy="49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        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     D</a:t>
                </a:r>
              </a:p>
            </p:txBody>
          </p:sp>
          <p:sp>
            <p:nvSpPr>
              <p:cNvPr id="56" name="Line 18">
                <a:extLst>
                  <a:ext uri="{FF2B5EF4-FFF2-40B4-BE49-F238E27FC236}">
                    <a16:creationId xmlns:a16="http://schemas.microsoft.com/office/drawing/2014/main" id="{27498BF7-6D6F-48CA-8892-3EC0A602CD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7" y="2072"/>
                <a:ext cx="0" cy="18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" name="Line 19">
                <a:extLst>
                  <a:ext uri="{FF2B5EF4-FFF2-40B4-BE49-F238E27FC236}">
                    <a16:creationId xmlns:a16="http://schemas.microsoft.com/office/drawing/2014/main" id="{6C7D97C2-6F42-441A-9919-BE6080EED3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86" y="1029"/>
                <a:ext cx="0" cy="5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Line 20">
                <a:extLst>
                  <a:ext uri="{FF2B5EF4-FFF2-40B4-BE49-F238E27FC236}">
                    <a16:creationId xmlns:a16="http://schemas.microsoft.com/office/drawing/2014/main" id="{B1562E62-0695-4919-AC71-19624B9D83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0" y="2072"/>
                <a:ext cx="0" cy="9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" name="Line 21">
                <a:extLst>
                  <a:ext uri="{FF2B5EF4-FFF2-40B4-BE49-F238E27FC236}">
                    <a16:creationId xmlns:a16="http://schemas.microsoft.com/office/drawing/2014/main" id="{1D572801-8FD7-4192-9192-092264047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0" y="2163"/>
                <a:ext cx="63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Line 22">
                <a:extLst>
                  <a:ext uri="{FF2B5EF4-FFF2-40B4-BE49-F238E27FC236}">
                    <a16:creationId xmlns:a16="http://schemas.microsoft.com/office/drawing/2014/main" id="{25FCED91-B0A8-4E8D-8959-66251A920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" y="2253"/>
                <a:ext cx="294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Text Box 23">
                <a:extLst>
                  <a:ext uri="{FF2B5EF4-FFF2-40B4-BE49-F238E27FC236}">
                    <a16:creationId xmlns:a16="http://schemas.microsoft.com/office/drawing/2014/main" id="{29CC6B9F-9C85-47EC-B203-5C43041FEB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" y="1977"/>
                <a:ext cx="37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</a:t>
                </a:r>
              </a:p>
            </p:txBody>
          </p:sp>
          <p:sp>
            <p:nvSpPr>
              <p:cNvPr id="62" name="Line 24">
                <a:extLst>
                  <a:ext uri="{FF2B5EF4-FFF2-40B4-BE49-F238E27FC236}">
                    <a16:creationId xmlns:a16="http://schemas.microsoft.com/office/drawing/2014/main" id="{AC53E401-ACA1-4A62-8E4A-5D596C5B8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1" y="2072"/>
                <a:ext cx="0" cy="1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Line 25">
                <a:extLst>
                  <a:ext uri="{FF2B5EF4-FFF2-40B4-BE49-F238E27FC236}">
                    <a16:creationId xmlns:a16="http://schemas.microsoft.com/office/drawing/2014/main" id="{27D87BA2-F55C-4B63-9CF1-EC4FA24750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1" y="2173"/>
                <a:ext cx="40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4" name="Line 26">
                <a:extLst>
                  <a:ext uri="{FF2B5EF4-FFF2-40B4-BE49-F238E27FC236}">
                    <a16:creationId xmlns:a16="http://schemas.microsoft.com/office/drawing/2014/main" id="{8F41FF32-2120-468E-8835-ECDD8452FD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2" y="2071"/>
                <a:ext cx="0" cy="45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Line 27">
                <a:extLst>
                  <a:ext uri="{FF2B5EF4-FFF2-40B4-BE49-F238E27FC236}">
                    <a16:creationId xmlns:a16="http://schemas.microsoft.com/office/drawing/2014/main" id="{31CED14E-9F80-41FD-B49D-D35F87326B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2" y="2525"/>
                <a:ext cx="4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Line 28">
                <a:extLst>
                  <a:ext uri="{FF2B5EF4-FFF2-40B4-BE49-F238E27FC236}">
                    <a16:creationId xmlns:a16="http://schemas.microsoft.com/office/drawing/2014/main" id="{DD3D376A-CB3F-44E2-8C42-212CDC8766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5" y="1301"/>
                <a:ext cx="0" cy="86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Line 29">
                <a:extLst>
                  <a:ext uri="{FF2B5EF4-FFF2-40B4-BE49-F238E27FC236}">
                    <a16:creationId xmlns:a16="http://schemas.microsoft.com/office/drawing/2014/main" id="{DB7BF63D-E6CA-47F9-9F72-BCDB2B32F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5" y="1301"/>
                <a:ext cx="77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Line 30">
                <a:extLst>
                  <a:ext uri="{FF2B5EF4-FFF2-40B4-BE49-F238E27FC236}">
                    <a16:creationId xmlns:a16="http://schemas.microsoft.com/office/drawing/2014/main" id="{5834B069-18FF-421B-A639-D7A5D291B5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0" y="1165"/>
                <a:ext cx="0" cy="13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Line 31">
                <a:extLst>
                  <a:ext uri="{FF2B5EF4-FFF2-40B4-BE49-F238E27FC236}">
                    <a16:creationId xmlns:a16="http://schemas.microsoft.com/office/drawing/2014/main" id="{BE8E05E1-7349-4DB4-AFFB-0341BB35A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1" y="1155"/>
                <a:ext cx="338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Line 32">
                <a:extLst>
                  <a:ext uri="{FF2B5EF4-FFF2-40B4-BE49-F238E27FC236}">
                    <a16:creationId xmlns:a16="http://schemas.microsoft.com/office/drawing/2014/main" id="{F1712D30-7C1A-4FF0-A9AD-E5A863325B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7" y="1029"/>
                <a:ext cx="0" cy="5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Text Box 37">
                <a:extLst>
                  <a:ext uri="{FF2B5EF4-FFF2-40B4-BE49-F238E27FC236}">
                    <a16:creationId xmlns:a16="http://schemas.microsoft.com/office/drawing/2014/main" id="{5940EEF2-BF27-4A64-BDAA-60A3C59321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3" y="723"/>
                <a:ext cx="329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72" name="Text Box 38">
                <a:extLst>
                  <a:ext uri="{FF2B5EF4-FFF2-40B4-BE49-F238E27FC236}">
                    <a16:creationId xmlns:a16="http://schemas.microsoft.com/office/drawing/2014/main" id="{2B854221-29DE-4578-B19F-209FA980FD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1" y="723"/>
                <a:ext cx="329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73" name="Text Box 39">
                <a:extLst>
                  <a:ext uri="{FF2B5EF4-FFF2-40B4-BE49-F238E27FC236}">
                    <a16:creationId xmlns:a16="http://schemas.microsoft.com/office/drawing/2014/main" id="{46027637-6874-42D2-844D-D3B6A979E6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" y="723"/>
                <a:ext cx="329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74" name="Line 40">
                <a:extLst>
                  <a:ext uri="{FF2B5EF4-FFF2-40B4-BE49-F238E27FC236}">
                    <a16:creationId xmlns:a16="http://schemas.microsoft.com/office/drawing/2014/main" id="{80065553-5422-4733-ACB3-D5D5D5973F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" y="1447"/>
                <a:ext cx="68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Line 41">
                <a:extLst>
                  <a:ext uri="{FF2B5EF4-FFF2-40B4-BE49-F238E27FC236}">
                    <a16:creationId xmlns:a16="http://schemas.microsoft.com/office/drawing/2014/main" id="{F86D6B27-61DB-4CE3-BD6A-39F806EB6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0" y="1447"/>
                <a:ext cx="0" cy="72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76" name="Group 79">
                <a:extLst>
                  <a:ext uri="{FF2B5EF4-FFF2-40B4-BE49-F238E27FC236}">
                    <a16:creationId xmlns:a16="http://schemas.microsoft.com/office/drawing/2014/main" id="{D3536167-2276-4A81-BC2A-DE9D80901B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6" y="1590"/>
                <a:ext cx="150" cy="233"/>
                <a:chOff x="676" y="1590"/>
                <a:chExt cx="150" cy="233"/>
              </a:xfrm>
            </p:grpSpPr>
            <p:sp>
              <p:nvSpPr>
                <p:cNvPr id="87" name="Line 64">
                  <a:extLst>
                    <a:ext uri="{FF2B5EF4-FFF2-40B4-BE49-F238E27FC236}">
                      <a16:creationId xmlns:a16="http://schemas.microsoft.com/office/drawing/2014/main" id="{7FB5120B-C502-4DCF-82DB-099411C687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85" y="1606"/>
                  <a:ext cx="110" cy="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8" name="Rectangle 65">
                  <a:extLst>
                    <a:ext uri="{FF2B5EF4-FFF2-40B4-BE49-F238E27FC236}">
                      <a16:creationId xmlns:a16="http://schemas.microsoft.com/office/drawing/2014/main" id="{00E30D0D-3E99-4ABE-BF1F-2125830021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1590"/>
                  <a:ext cx="150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</a:p>
              </p:txBody>
            </p:sp>
          </p:grpSp>
          <p:grpSp>
            <p:nvGrpSpPr>
              <p:cNvPr id="77" name="Group 80">
                <a:extLst>
                  <a:ext uri="{FF2B5EF4-FFF2-40B4-BE49-F238E27FC236}">
                    <a16:creationId xmlns:a16="http://schemas.microsoft.com/office/drawing/2014/main" id="{C6A336B3-BF16-4F57-A162-79C71A6865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4" y="1590"/>
                <a:ext cx="150" cy="233"/>
                <a:chOff x="1794" y="1590"/>
                <a:chExt cx="150" cy="233"/>
              </a:xfrm>
            </p:grpSpPr>
            <p:sp>
              <p:nvSpPr>
                <p:cNvPr id="85" name="Line 67">
                  <a:extLst>
                    <a:ext uri="{FF2B5EF4-FFF2-40B4-BE49-F238E27FC236}">
                      <a16:creationId xmlns:a16="http://schemas.microsoft.com/office/drawing/2014/main" id="{E447CA20-00F7-4B79-8CFE-E6A90C6614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03" y="1606"/>
                  <a:ext cx="118" cy="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6" name="Rectangle 68">
                  <a:extLst>
                    <a:ext uri="{FF2B5EF4-FFF2-40B4-BE49-F238E27FC236}">
                      <a16:creationId xmlns:a16="http://schemas.microsoft.com/office/drawing/2014/main" id="{551FB13B-346B-4892-A297-7AC5DC9EE9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4" y="1590"/>
                  <a:ext cx="150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</a:p>
              </p:txBody>
            </p:sp>
          </p:grpSp>
          <p:grpSp>
            <p:nvGrpSpPr>
              <p:cNvPr id="78" name="Group 81">
                <a:extLst>
                  <a:ext uri="{FF2B5EF4-FFF2-40B4-BE49-F238E27FC236}">
                    <a16:creationId xmlns:a16="http://schemas.microsoft.com/office/drawing/2014/main" id="{130171FE-571D-41F1-A2BD-876C530D47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8" y="1590"/>
                <a:ext cx="150" cy="233"/>
                <a:chOff x="3218" y="1590"/>
                <a:chExt cx="150" cy="233"/>
              </a:xfrm>
            </p:grpSpPr>
            <p:sp>
              <p:nvSpPr>
                <p:cNvPr id="83" name="Line 70">
                  <a:extLst>
                    <a:ext uri="{FF2B5EF4-FFF2-40B4-BE49-F238E27FC236}">
                      <a16:creationId xmlns:a16="http://schemas.microsoft.com/office/drawing/2014/main" id="{E4125D63-DD37-46A9-83D9-09629824D8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27" y="1606"/>
                  <a:ext cx="118" cy="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4" name="Rectangle 71">
                  <a:extLst>
                    <a:ext uri="{FF2B5EF4-FFF2-40B4-BE49-F238E27FC236}">
                      <a16:creationId xmlns:a16="http://schemas.microsoft.com/office/drawing/2014/main" id="{DA4EBC3C-A550-4A66-8112-DB37644638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8" y="1590"/>
                  <a:ext cx="150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</a:p>
              </p:txBody>
            </p:sp>
          </p:grpSp>
          <p:sp>
            <p:nvSpPr>
              <p:cNvPr id="79" name="Text Box 72">
                <a:extLst>
                  <a:ext uri="{FF2B5EF4-FFF2-40B4-BE49-F238E27FC236}">
                    <a16:creationId xmlns:a16="http://schemas.microsoft.com/office/drawing/2014/main" id="{B1539822-30E9-4A84-BC38-8FC4E36706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9" y="1075"/>
                <a:ext cx="530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0" name="Text Box 73">
                <a:extLst>
                  <a:ext uri="{FF2B5EF4-FFF2-40B4-BE49-F238E27FC236}">
                    <a16:creationId xmlns:a16="http://schemas.microsoft.com/office/drawing/2014/main" id="{E3E5FCD2-1635-4AC4-9434-7399975C23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6" y="920"/>
                <a:ext cx="530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1" name="Text Box 74">
                <a:extLst>
                  <a:ext uri="{FF2B5EF4-FFF2-40B4-BE49-F238E27FC236}">
                    <a16:creationId xmlns:a16="http://schemas.microsoft.com/office/drawing/2014/main" id="{86A6C51C-BDB5-4466-B067-C226E47F56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7" y="1872"/>
                <a:ext cx="530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2" name="Text Box 75">
                <a:extLst>
                  <a:ext uri="{FF2B5EF4-FFF2-40B4-BE49-F238E27FC236}">
                    <a16:creationId xmlns:a16="http://schemas.microsoft.com/office/drawing/2014/main" id="{E584A9E4-06EC-4804-8673-E44182307E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" y="1874"/>
                <a:ext cx="530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</p:grpSp>
        <p:sp>
          <p:nvSpPr>
            <p:cNvPr id="46" name="AutoShape 123">
              <a:extLst>
                <a:ext uri="{FF2B5EF4-FFF2-40B4-BE49-F238E27FC236}">
                  <a16:creationId xmlns:a16="http://schemas.microsoft.com/office/drawing/2014/main" id="{8B519DA6-73AC-4806-A8EA-02598AF06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413" y="2794531"/>
              <a:ext cx="223838" cy="19050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AutoShape 123">
              <a:extLst>
                <a:ext uri="{FF2B5EF4-FFF2-40B4-BE49-F238E27FC236}">
                  <a16:creationId xmlns:a16="http://schemas.microsoft.com/office/drawing/2014/main" id="{B0D2B1A1-9468-404C-A795-51B961A34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325" y="2797457"/>
              <a:ext cx="223838" cy="19050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AutoShape 123">
              <a:extLst>
                <a:ext uri="{FF2B5EF4-FFF2-40B4-BE49-F238E27FC236}">
                  <a16:creationId xmlns:a16="http://schemas.microsoft.com/office/drawing/2014/main" id="{CC86C098-499C-455C-8868-61C82FA72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107" y="2794175"/>
              <a:ext cx="223838" cy="19050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" name="Text Box 42">
            <a:extLst>
              <a:ext uri="{FF2B5EF4-FFF2-40B4-BE49-F238E27FC236}">
                <a16:creationId xmlns:a16="http://schemas.microsoft.com/office/drawing/2014/main" id="{1E488C8F-BE1D-4DE7-8241-413EC05C5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1" y="3456165"/>
            <a:ext cx="1829076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en-US" altLang="zh-CN" sz="2800" dirty="0">
                <a:solidFill>
                  <a:srgbClr val="FF0000"/>
                </a:solidFill>
              </a:rPr>
              <a:t>D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2</a:t>
            </a:r>
            <a:r>
              <a:rPr kumimoji="0" lang="en-US" altLang="zh-CN" sz="2800" dirty="0">
                <a:solidFill>
                  <a:srgbClr val="FF0000"/>
                </a:solidFill>
              </a:rPr>
              <a:t>＝Q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aseline="30000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92" name="Text Box 42">
            <a:extLst>
              <a:ext uri="{FF2B5EF4-FFF2-40B4-BE49-F238E27FC236}">
                <a16:creationId xmlns:a16="http://schemas.microsoft.com/office/drawing/2014/main" id="{1E488C8F-BE1D-4DE7-8241-413EC05C5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940" y="4076398"/>
            <a:ext cx="1681169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en-US" altLang="zh-CN" sz="2800" dirty="0">
                <a:solidFill>
                  <a:srgbClr val="FF0000"/>
                </a:solidFill>
              </a:rPr>
              <a:t>D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dirty="0">
                <a:solidFill>
                  <a:srgbClr val="FF0000"/>
                </a:solidFill>
              </a:rPr>
              <a:t>＝Q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0</a:t>
            </a:r>
            <a:r>
              <a:rPr kumimoji="0" lang="en-US" altLang="zh-CN" sz="2800" baseline="30000" dirty="0">
                <a:solidFill>
                  <a:srgbClr val="FF0000"/>
                </a:solidFill>
              </a:rPr>
              <a:t>n</a:t>
            </a:r>
          </a:p>
        </p:txBody>
      </p:sp>
      <p:grpSp>
        <p:nvGrpSpPr>
          <p:cNvPr id="94" name="组合 93"/>
          <p:cNvGrpSpPr/>
          <p:nvPr/>
        </p:nvGrpSpPr>
        <p:grpSpPr>
          <a:xfrm>
            <a:off x="663945" y="4714349"/>
            <a:ext cx="1475567" cy="609398"/>
            <a:chOff x="2120461" y="5519006"/>
            <a:chExt cx="4594773" cy="609398"/>
          </a:xfrm>
        </p:grpSpPr>
        <p:sp>
          <p:nvSpPr>
            <p:cNvPr id="95" name="Text Box 42">
              <a:extLst>
                <a:ext uri="{FF2B5EF4-FFF2-40B4-BE49-F238E27FC236}">
                  <a16:creationId xmlns:a16="http://schemas.microsoft.com/office/drawing/2014/main" id="{1E488C8F-BE1D-4DE7-8241-413EC05C5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0461" y="5519006"/>
              <a:ext cx="4594773" cy="609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None/>
                <a:defRPr/>
              </a:pPr>
              <a:r>
                <a:rPr kumimoji="0" lang="en-US" altLang="zh-CN" sz="2800" dirty="0">
                  <a:solidFill>
                    <a:srgbClr val="FF0000"/>
                  </a:solidFill>
                </a:rPr>
                <a:t>D</a:t>
              </a:r>
              <a:r>
                <a:rPr kumimoji="0" lang="en-US" altLang="zh-CN" sz="2800" baseline="-25000" dirty="0">
                  <a:solidFill>
                    <a:srgbClr val="FF0000"/>
                  </a:solidFill>
                </a:rPr>
                <a:t>0</a:t>
              </a:r>
              <a:r>
                <a:rPr kumimoji="0" lang="en-US" altLang="zh-CN" sz="2800" dirty="0">
                  <a:solidFill>
                    <a:srgbClr val="FF0000"/>
                  </a:solidFill>
                </a:rPr>
                <a:t>＝Q</a:t>
              </a:r>
              <a:r>
                <a:rPr kumimoji="0" lang="en-US" altLang="zh-CN" sz="2800" baseline="-25000" dirty="0">
                  <a:solidFill>
                    <a:srgbClr val="FF0000"/>
                  </a:solidFill>
                </a:rPr>
                <a:t>2</a:t>
              </a:r>
              <a:r>
                <a:rPr kumimoji="0" lang="en-US" altLang="zh-CN" sz="2800" baseline="30000" dirty="0">
                  <a:solidFill>
                    <a:srgbClr val="FF0000"/>
                  </a:solidFill>
                </a:rPr>
                <a:t>n</a:t>
              </a:r>
            </a:p>
          </p:txBody>
        </p:sp>
        <p:sp>
          <p:nvSpPr>
            <p:cNvPr id="96" name="Line 43">
              <a:extLst>
                <a:ext uri="{FF2B5EF4-FFF2-40B4-BE49-F238E27FC236}">
                  <a16:creationId xmlns:a16="http://schemas.microsoft.com/office/drawing/2014/main" id="{EA6631C8-F386-43DB-BA61-08F86CCD87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2124" y="5657808"/>
              <a:ext cx="794886" cy="4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97" name="Group 265">
            <a:extLst>
              <a:ext uri="{FF2B5EF4-FFF2-40B4-BE49-F238E27FC236}">
                <a16:creationId xmlns:a16="http://schemas.microsoft.com/office/drawing/2014/main" id="{99F84062-9EA0-4C7E-BA0C-777DA597B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80342"/>
              </p:ext>
            </p:extLst>
          </p:nvPr>
        </p:nvGraphicFramePr>
        <p:xfrm>
          <a:off x="4130173" y="3682575"/>
          <a:ext cx="4483100" cy="3200456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6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n+1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n+1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n+1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0   0   0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0       0       1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0   0   1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0       1       1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0   1   1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1       1       1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1   1   1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1       1       0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6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1   1   0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1       0       0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6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1   0   0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0       0       0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8" name="Freeform 308">
            <a:extLst>
              <a:ext uri="{FF2B5EF4-FFF2-40B4-BE49-F238E27FC236}">
                <a16:creationId xmlns:a16="http://schemas.microsoft.com/office/drawing/2014/main" id="{ACC930A7-DD19-4F79-8638-AB34C6F41326}"/>
              </a:ext>
            </a:extLst>
          </p:cNvPr>
          <p:cNvSpPr>
            <a:spLocks/>
          </p:cNvSpPr>
          <p:nvPr/>
        </p:nvSpPr>
        <p:spPr bwMode="auto">
          <a:xfrm flipH="1">
            <a:off x="3559216" y="4381096"/>
            <a:ext cx="574675" cy="2307939"/>
          </a:xfrm>
          <a:custGeom>
            <a:avLst/>
            <a:gdLst>
              <a:gd name="T0" fmla="*/ 2147483647 w 362"/>
              <a:gd name="T1" fmla="*/ 2147483647 h 1649"/>
              <a:gd name="T2" fmla="*/ 2147483647 w 362"/>
              <a:gd name="T3" fmla="*/ 2147483647 h 1649"/>
              <a:gd name="T4" fmla="*/ 2147483647 w 362"/>
              <a:gd name="T5" fmla="*/ 0 h 1649"/>
              <a:gd name="T6" fmla="*/ 0 w 362"/>
              <a:gd name="T7" fmla="*/ 0 h 164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2" h="1649">
                <a:moveTo>
                  <a:pt x="45" y="1649"/>
                </a:moveTo>
                <a:lnTo>
                  <a:pt x="362" y="1649"/>
                </a:lnTo>
                <a:lnTo>
                  <a:pt x="362" y="0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" name="Text Box 43">
            <a:extLst>
              <a:ext uri="{FF2B5EF4-FFF2-40B4-BE49-F238E27FC236}">
                <a16:creationId xmlns:a16="http://schemas.microsoft.com/office/drawing/2014/main" id="{C4FB4D5A-9900-4104-9A7E-4DB07CAD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791" y="3904043"/>
            <a:ext cx="128014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）状态表</a:t>
            </a:r>
          </a:p>
        </p:txBody>
      </p:sp>
    </p:spTree>
    <p:extLst>
      <p:ext uri="{BB962C8B-B14F-4D97-AF65-F5344CB8AC3E}">
        <p14:creationId xmlns:p14="http://schemas.microsoft.com/office/powerpoint/2010/main" val="412033869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5" grpId="1"/>
      <p:bldP spid="36" grpId="0" autoUpdateAnimBg="0"/>
      <p:bldP spid="37" grpId="0" autoUpdateAnimBg="0"/>
      <p:bldP spid="42" grpId="0" autoUpdateAnimBg="0"/>
      <p:bldP spid="43" grpId="0" autoUpdateAnimBg="0"/>
      <p:bldP spid="38" grpId="0"/>
      <p:bldP spid="92" grpId="0"/>
      <p:bldP spid="9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）画状态图</a:t>
            </a:r>
          </a:p>
          <a:p>
            <a:endParaRPr lang="zh-CN" altLang="en-US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" name="Group 307">
            <a:extLst>
              <a:ext uri="{FF2B5EF4-FFF2-40B4-BE49-F238E27FC236}">
                <a16:creationId xmlns:a16="http://schemas.microsoft.com/office/drawing/2014/main" id="{45E0FB28-A78E-4B1E-AE60-F5D300903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892256"/>
              </p:ext>
            </p:extLst>
          </p:nvPr>
        </p:nvGraphicFramePr>
        <p:xfrm>
          <a:off x="251939" y="1022729"/>
          <a:ext cx="1471612" cy="3627435"/>
        </p:xfrm>
        <a:graphic>
          <a:graphicData uri="http://schemas.openxmlformats.org/drawingml/2006/table">
            <a:tbl>
              <a:tblPr/>
              <a:tblGrid>
                <a:gridCol w="1471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zh-CN" altLang="en-US" sz="2800" b="1" i="0" u="none" strike="noStrike" cap="none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0   0   0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0   0   1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0   1   1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1   1   1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1   1   0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1   0   0</a:t>
                      </a:r>
                    </a:p>
                  </a:txBody>
                  <a:tcPr marT="45724" marB="45724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2" name="Freeform 308">
            <a:extLst>
              <a:ext uri="{FF2B5EF4-FFF2-40B4-BE49-F238E27FC236}">
                <a16:creationId xmlns:a16="http://schemas.microsoft.com/office/drawing/2014/main" id="{ACC930A7-DD19-4F79-8638-AB34C6F41326}"/>
              </a:ext>
            </a:extLst>
          </p:cNvPr>
          <p:cNvSpPr>
            <a:spLocks/>
          </p:cNvSpPr>
          <p:nvPr/>
        </p:nvSpPr>
        <p:spPr bwMode="auto">
          <a:xfrm>
            <a:off x="1741014" y="1776792"/>
            <a:ext cx="574675" cy="2617787"/>
          </a:xfrm>
          <a:custGeom>
            <a:avLst/>
            <a:gdLst>
              <a:gd name="T0" fmla="*/ 2147483647 w 362"/>
              <a:gd name="T1" fmla="*/ 2147483647 h 1649"/>
              <a:gd name="T2" fmla="*/ 2147483647 w 362"/>
              <a:gd name="T3" fmla="*/ 2147483647 h 1649"/>
              <a:gd name="T4" fmla="*/ 2147483647 w 362"/>
              <a:gd name="T5" fmla="*/ 0 h 1649"/>
              <a:gd name="T6" fmla="*/ 0 w 362"/>
              <a:gd name="T7" fmla="*/ 0 h 164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2" h="1649">
                <a:moveTo>
                  <a:pt x="45" y="1649"/>
                </a:moveTo>
                <a:lnTo>
                  <a:pt x="362" y="1649"/>
                </a:lnTo>
                <a:lnTo>
                  <a:pt x="362" y="0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" name="Rectangle 44">
            <a:extLst>
              <a:ext uri="{FF2B5EF4-FFF2-40B4-BE49-F238E27FC236}">
                <a16:creationId xmlns:a16="http://schemas.microsoft.com/office/drawing/2014/main" id="{AE49F98D-E98C-4F56-BEF6-F8EC57031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220" y="1927555"/>
            <a:ext cx="1008063" cy="431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000</a:t>
            </a:r>
          </a:p>
        </p:txBody>
      </p:sp>
      <p:sp>
        <p:nvSpPr>
          <p:cNvPr id="94" name="Rectangle 45">
            <a:extLst>
              <a:ext uri="{FF2B5EF4-FFF2-40B4-BE49-F238E27FC236}">
                <a16:creationId xmlns:a16="http://schemas.microsoft.com/office/drawing/2014/main" id="{D1ED964D-3E39-429D-8B1F-41602226A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4470" y="1927555"/>
            <a:ext cx="1008063" cy="431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001</a:t>
            </a:r>
          </a:p>
        </p:txBody>
      </p:sp>
      <p:sp>
        <p:nvSpPr>
          <p:cNvPr id="95" name="Rectangle 46">
            <a:extLst>
              <a:ext uri="{FF2B5EF4-FFF2-40B4-BE49-F238E27FC236}">
                <a16:creationId xmlns:a16="http://schemas.microsoft.com/office/drawing/2014/main" id="{9B4C4796-58EB-42E5-A35B-0B53B13A8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4470" y="2864180"/>
            <a:ext cx="1008063" cy="431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110</a:t>
            </a:r>
          </a:p>
        </p:txBody>
      </p:sp>
      <p:sp>
        <p:nvSpPr>
          <p:cNvPr id="96" name="Rectangle 47">
            <a:extLst>
              <a:ext uri="{FF2B5EF4-FFF2-40B4-BE49-F238E27FC236}">
                <a16:creationId xmlns:a16="http://schemas.microsoft.com/office/drawing/2014/main" id="{469B54A9-54B6-435B-8701-B05E7C937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133" y="2864180"/>
            <a:ext cx="1008062" cy="431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111</a:t>
            </a:r>
          </a:p>
        </p:txBody>
      </p:sp>
      <p:sp>
        <p:nvSpPr>
          <p:cNvPr id="97" name="Rectangle 48">
            <a:extLst>
              <a:ext uri="{FF2B5EF4-FFF2-40B4-BE49-F238E27FC236}">
                <a16:creationId xmlns:a16="http://schemas.microsoft.com/office/drawing/2014/main" id="{C0C50FAF-7A06-4505-AEC0-7C8D0B85C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133" y="1927555"/>
            <a:ext cx="1008062" cy="431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011</a:t>
            </a:r>
          </a:p>
        </p:txBody>
      </p:sp>
      <p:sp>
        <p:nvSpPr>
          <p:cNvPr id="98" name="Rectangle 49">
            <a:extLst>
              <a:ext uri="{FF2B5EF4-FFF2-40B4-BE49-F238E27FC236}">
                <a16:creationId xmlns:a16="http://schemas.microsoft.com/office/drawing/2014/main" id="{CF2121A7-6F51-4D54-88A4-2E4578FC0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220" y="2864180"/>
            <a:ext cx="1008063" cy="431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100</a:t>
            </a:r>
          </a:p>
        </p:txBody>
      </p:sp>
      <p:sp>
        <p:nvSpPr>
          <p:cNvPr id="99" name="Line 50">
            <a:extLst>
              <a:ext uri="{FF2B5EF4-FFF2-40B4-BE49-F238E27FC236}">
                <a16:creationId xmlns:a16="http://schemas.microsoft.com/office/drawing/2014/main" id="{DEE6562F-3B6A-421B-A396-E2FF75CD24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6045" y="2359355"/>
            <a:ext cx="0" cy="5048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Line 53">
            <a:extLst>
              <a:ext uri="{FF2B5EF4-FFF2-40B4-BE49-F238E27FC236}">
                <a16:creationId xmlns:a16="http://schemas.microsoft.com/office/drawing/2014/main" id="{EAFE30F4-9985-4153-9F2C-D227D4732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0958" y="2359355"/>
            <a:ext cx="0" cy="5048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" name="Text Box 54">
            <a:extLst>
              <a:ext uri="{FF2B5EF4-FFF2-40B4-BE49-F238E27FC236}">
                <a16:creationId xmlns:a16="http://schemas.microsoft.com/office/drawing/2014/main" id="{8C8D7890-7F5A-46F1-836E-FEE8DAD9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2942" y="1090655"/>
            <a:ext cx="5700802" cy="43704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假设初始状态: </a:t>
            </a:r>
            <a:r>
              <a:rPr kumimoji="0" lang="en-US" altLang="zh-CN" sz="28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aseline="-250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aseline="-250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aseline="-250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“0 0 0”</a:t>
            </a:r>
            <a:endParaRPr kumimoji="0" lang="en-US" altLang="zh-CN" sz="28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" name="Line 55">
            <a:extLst>
              <a:ext uri="{FF2B5EF4-FFF2-40B4-BE49-F238E27FC236}">
                <a16:creationId xmlns:a16="http://schemas.microsoft.com/office/drawing/2014/main" id="{DFED310A-9C1A-4C55-8A47-2C2CB391F4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9445" y="3086430"/>
            <a:ext cx="838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Line 56">
            <a:extLst>
              <a:ext uri="{FF2B5EF4-FFF2-40B4-BE49-F238E27FC236}">
                <a16:creationId xmlns:a16="http://schemas.microsoft.com/office/drawing/2014/main" id="{901A3438-9858-4704-BEFA-C669EA75AB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38245" y="3086430"/>
            <a:ext cx="838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Line 51">
            <a:extLst>
              <a:ext uri="{FF2B5EF4-FFF2-40B4-BE49-F238E27FC236}">
                <a16:creationId xmlns:a16="http://schemas.microsoft.com/office/drawing/2014/main" id="{32B4FBB8-7E3C-4111-B735-C975C891F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8333" y="2140280"/>
            <a:ext cx="8651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" name="Line 52">
            <a:extLst>
              <a:ext uri="{FF2B5EF4-FFF2-40B4-BE49-F238E27FC236}">
                <a16:creationId xmlns:a16="http://schemas.microsoft.com/office/drawing/2014/main" id="{F9146053-5E15-49BE-A2E9-39BB058D4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1583" y="2122818"/>
            <a:ext cx="8651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Rectangle 84">
            <a:extLst>
              <a:ext uri="{FF2B5EF4-FFF2-40B4-BE49-F238E27FC236}">
                <a16:creationId xmlns:a16="http://schemas.microsoft.com/office/drawing/2014/main" id="{E8FC8EFE-2498-4AFB-8FE6-C9023633D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3608" y="4790719"/>
            <a:ext cx="1008062" cy="431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010</a:t>
            </a:r>
          </a:p>
        </p:txBody>
      </p:sp>
      <p:sp>
        <p:nvSpPr>
          <p:cNvPr id="107" name="Line 85">
            <a:extLst>
              <a:ext uri="{FF2B5EF4-FFF2-40B4-BE49-F238E27FC236}">
                <a16:creationId xmlns:a16="http://schemas.microsoft.com/office/drawing/2014/main" id="{7838CE50-CBDF-4021-86FA-7FDDED8323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1195" y="4871681"/>
            <a:ext cx="8604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" name="Rectangle 86">
            <a:extLst>
              <a:ext uri="{FF2B5EF4-FFF2-40B4-BE49-F238E27FC236}">
                <a16:creationId xmlns:a16="http://schemas.microsoft.com/office/drawing/2014/main" id="{F519AAAB-0A67-4E9C-8277-5477C52F6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4795" y="4771669"/>
            <a:ext cx="1008063" cy="431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101</a:t>
            </a:r>
          </a:p>
        </p:txBody>
      </p:sp>
      <p:sp>
        <p:nvSpPr>
          <p:cNvPr id="109" name="Line 87">
            <a:extLst>
              <a:ext uri="{FF2B5EF4-FFF2-40B4-BE49-F238E27FC236}">
                <a16:creationId xmlns:a16="http://schemas.microsoft.com/office/drawing/2014/main" id="{B07E4EE3-A935-4821-9F58-406BAFED0E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1195" y="5085994"/>
            <a:ext cx="8255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stealth" w="sm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0" name="Group 91">
            <a:extLst>
              <a:ext uri="{FF2B5EF4-FFF2-40B4-BE49-F238E27FC236}">
                <a16:creationId xmlns:a16="http://schemas.microsoft.com/office/drawing/2014/main" id="{75A0ADD2-2A25-4275-9877-1DE44BD9C1F4}"/>
              </a:ext>
            </a:extLst>
          </p:cNvPr>
          <p:cNvGrpSpPr>
            <a:grpSpLocks/>
          </p:cNvGrpSpPr>
          <p:nvPr/>
        </p:nvGrpSpPr>
        <p:grpSpPr bwMode="auto">
          <a:xfrm>
            <a:off x="4764909" y="3572646"/>
            <a:ext cx="1767184" cy="581024"/>
            <a:chOff x="4879" y="2734"/>
            <a:chExt cx="621" cy="614"/>
          </a:xfrm>
        </p:grpSpPr>
        <p:sp>
          <p:nvSpPr>
            <p:cNvPr id="111" name="AutoShape 90">
              <a:extLst>
                <a:ext uri="{FF2B5EF4-FFF2-40B4-BE49-F238E27FC236}">
                  <a16:creationId xmlns:a16="http://schemas.microsoft.com/office/drawing/2014/main" id="{4F0BA695-BD19-45FA-AC4B-1CCD08624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" y="2744"/>
              <a:ext cx="621" cy="6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" name="Text Box 88">
              <a:extLst>
                <a:ext uri="{FF2B5EF4-FFF2-40B4-BE49-F238E27FC236}">
                  <a16:creationId xmlns:a16="http://schemas.microsoft.com/office/drawing/2014/main" id="{13DC1D7C-AE33-40D4-B100-71C6D8710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1" y="2734"/>
              <a:ext cx="587" cy="55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有效循环</a:t>
              </a:r>
            </a:p>
          </p:txBody>
        </p:sp>
      </p:grpSp>
      <p:grpSp>
        <p:nvGrpSpPr>
          <p:cNvPr id="113" name="Group 95">
            <a:extLst>
              <a:ext uri="{FF2B5EF4-FFF2-40B4-BE49-F238E27FC236}">
                <a16:creationId xmlns:a16="http://schemas.microsoft.com/office/drawing/2014/main" id="{A52B5D34-5E17-476F-B91B-19FDABAB2D0C}"/>
              </a:ext>
            </a:extLst>
          </p:cNvPr>
          <p:cNvGrpSpPr>
            <a:grpSpLocks/>
          </p:cNvGrpSpPr>
          <p:nvPr/>
        </p:nvGrpSpPr>
        <p:grpSpPr bwMode="auto">
          <a:xfrm>
            <a:off x="6747053" y="4683078"/>
            <a:ext cx="1647825" cy="566738"/>
            <a:chOff x="3581" y="3706"/>
            <a:chExt cx="1038" cy="394"/>
          </a:xfrm>
        </p:grpSpPr>
        <p:sp>
          <p:nvSpPr>
            <p:cNvPr id="114" name="AutoShape 93">
              <a:extLst>
                <a:ext uri="{FF2B5EF4-FFF2-40B4-BE49-F238E27FC236}">
                  <a16:creationId xmlns:a16="http://schemas.microsoft.com/office/drawing/2014/main" id="{790AB7EB-1157-4684-893B-F79BB1FE8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3716"/>
              <a:ext cx="1038" cy="38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Text Box 94">
              <a:extLst>
                <a:ext uri="{FF2B5EF4-FFF2-40B4-BE49-F238E27FC236}">
                  <a16:creationId xmlns:a16="http://schemas.microsoft.com/office/drawing/2014/main" id="{A5B7CFCE-CFF2-402F-91BB-0D0612070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3" y="3706"/>
              <a:ext cx="1016" cy="36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无效循环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2028351" y="6215783"/>
            <a:ext cx="703469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分析结果：不能自启动的同步六进制计数器</a:t>
            </a:r>
          </a:p>
        </p:txBody>
      </p:sp>
      <p:sp>
        <p:nvSpPr>
          <p:cNvPr id="29" name="Text Box 42">
            <a:extLst>
              <a:ext uri="{FF2B5EF4-FFF2-40B4-BE49-F238E27FC236}">
                <a16:creationId xmlns:a16="http://schemas.microsoft.com/office/drawing/2014/main" id="{F5A08FDD-C530-4174-B66A-693187E3F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77" y="4783793"/>
            <a:ext cx="1829076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en-US" altLang="zh-CN" sz="2800" dirty="0">
                <a:solidFill>
                  <a:srgbClr val="FF0000"/>
                </a:solidFill>
              </a:rPr>
              <a:t>D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2</a:t>
            </a:r>
            <a:r>
              <a:rPr kumimoji="0" lang="en-US" altLang="zh-CN" sz="2800" dirty="0">
                <a:solidFill>
                  <a:srgbClr val="FF0000"/>
                </a:solidFill>
              </a:rPr>
              <a:t>＝Q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aseline="30000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30" name="Text Box 42">
            <a:extLst>
              <a:ext uri="{FF2B5EF4-FFF2-40B4-BE49-F238E27FC236}">
                <a16:creationId xmlns:a16="http://schemas.microsoft.com/office/drawing/2014/main" id="{6921D11E-A10D-4101-9B43-3EE8A5497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16" y="5404026"/>
            <a:ext cx="1681169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en-US" altLang="zh-CN" sz="2800" dirty="0">
                <a:solidFill>
                  <a:srgbClr val="FF0000"/>
                </a:solidFill>
              </a:rPr>
              <a:t>D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dirty="0">
                <a:solidFill>
                  <a:srgbClr val="FF0000"/>
                </a:solidFill>
              </a:rPr>
              <a:t>＝Q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0</a:t>
            </a:r>
            <a:r>
              <a:rPr kumimoji="0" lang="en-US" altLang="zh-CN" sz="2800" baseline="30000" dirty="0">
                <a:solidFill>
                  <a:srgbClr val="FF0000"/>
                </a:solidFill>
              </a:rPr>
              <a:t>n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208BA95-76C6-40D4-8C85-66B49042971A}"/>
              </a:ext>
            </a:extLst>
          </p:cNvPr>
          <p:cNvGrpSpPr/>
          <p:nvPr/>
        </p:nvGrpSpPr>
        <p:grpSpPr>
          <a:xfrm>
            <a:off x="328021" y="6041977"/>
            <a:ext cx="1475567" cy="609398"/>
            <a:chOff x="2120461" y="5519006"/>
            <a:chExt cx="4594773" cy="609398"/>
          </a:xfrm>
        </p:grpSpPr>
        <p:sp>
          <p:nvSpPr>
            <p:cNvPr id="32" name="Text Box 42">
              <a:extLst>
                <a:ext uri="{FF2B5EF4-FFF2-40B4-BE49-F238E27FC236}">
                  <a16:creationId xmlns:a16="http://schemas.microsoft.com/office/drawing/2014/main" id="{62C04957-98DC-4E57-8352-37D9B223A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0461" y="5519006"/>
              <a:ext cx="4594773" cy="609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None/>
                <a:defRPr/>
              </a:pPr>
              <a:r>
                <a:rPr kumimoji="0" lang="en-US" altLang="zh-CN" sz="2800" dirty="0">
                  <a:solidFill>
                    <a:srgbClr val="FF0000"/>
                  </a:solidFill>
                </a:rPr>
                <a:t>D</a:t>
              </a:r>
              <a:r>
                <a:rPr kumimoji="0" lang="en-US" altLang="zh-CN" sz="2800" baseline="-25000" dirty="0">
                  <a:solidFill>
                    <a:srgbClr val="FF0000"/>
                  </a:solidFill>
                </a:rPr>
                <a:t>0</a:t>
              </a:r>
              <a:r>
                <a:rPr kumimoji="0" lang="en-US" altLang="zh-CN" sz="2800" dirty="0">
                  <a:solidFill>
                    <a:srgbClr val="FF0000"/>
                  </a:solidFill>
                </a:rPr>
                <a:t>＝Q</a:t>
              </a:r>
              <a:r>
                <a:rPr kumimoji="0" lang="en-US" altLang="zh-CN" sz="2800" baseline="-25000" dirty="0">
                  <a:solidFill>
                    <a:srgbClr val="FF0000"/>
                  </a:solidFill>
                </a:rPr>
                <a:t>2</a:t>
              </a:r>
              <a:r>
                <a:rPr kumimoji="0" lang="en-US" altLang="zh-CN" sz="2800" baseline="30000" dirty="0">
                  <a:solidFill>
                    <a:srgbClr val="FF0000"/>
                  </a:solidFill>
                </a:rPr>
                <a:t>n</a:t>
              </a:r>
            </a:p>
          </p:txBody>
        </p:sp>
        <p:sp>
          <p:nvSpPr>
            <p:cNvPr id="33" name="Line 43">
              <a:extLst>
                <a:ext uri="{FF2B5EF4-FFF2-40B4-BE49-F238E27FC236}">
                  <a16:creationId xmlns:a16="http://schemas.microsoft.com/office/drawing/2014/main" id="{EBCF0800-6FBC-4276-B10D-6695C91AD9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2124" y="5657808"/>
              <a:ext cx="794886" cy="4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915623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3" grpId="0" animBg="1" autoUpdateAnimBg="0"/>
      <p:bldP spid="94" grpId="0" animBg="1" autoUpdateAnimBg="0"/>
      <p:bldP spid="95" grpId="0" animBg="1" autoUpdateAnimBg="0"/>
      <p:bldP spid="96" grpId="0" animBg="1" autoUpdateAnimBg="0"/>
      <p:bldP spid="97" grpId="0" animBg="1" autoUpdateAnimBg="0"/>
      <p:bldP spid="98" grpId="0" animBg="1" autoUpdateAnimBg="0"/>
      <p:bldP spid="101" grpId="0" animBg="1" autoUpdateAnimBg="0"/>
      <p:bldP spid="106" grpId="0" animBg="1" autoUpdateAnimBg="0"/>
      <p:bldP spid="108" grpId="0" animBg="1" autoUpdateAnimBg="0"/>
      <p:bldP spid="3" grpId="0" animBg="1"/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）时序图</a:t>
            </a:r>
          </a:p>
          <a:p>
            <a:endParaRPr lang="zh-CN" altLang="en-US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Group 66">
            <a:extLst>
              <a:ext uri="{FF2B5EF4-FFF2-40B4-BE49-F238E27FC236}">
                <a16:creationId xmlns:a16="http://schemas.microsoft.com/office/drawing/2014/main" id="{EB2B569D-F6E5-4C10-8DA7-96CD261A4B3C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1163638"/>
            <a:ext cx="8056562" cy="3503612"/>
            <a:chOff x="291" y="733"/>
            <a:chExt cx="5075" cy="2207"/>
          </a:xfrm>
        </p:grpSpPr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BA219219-E064-454A-96C0-9B2830AF28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0" y="778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C5A7379A-23D5-47C9-A131-96F125BD8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0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6B4B40E5-549B-43C4-AE55-E2B360AED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7" y="1051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6525E730-66D1-48D8-80F0-960725F19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7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78FBE945-B2CB-4D97-B32E-34E711FBE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778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F5F5B121-7088-47E5-9D71-AC5C2F137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7DE613D0-B847-44FB-A564-28C80EE8D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051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0DD838C4-07AE-4538-BEC9-5A2D530A7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3229ED2E-8A9C-436D-9C76-98E02136F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1" y="778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3B5B79AC-E4EE-47E4-B88D-18B0113436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1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5501967C-F3EB-4FDF-B9EA-84BF623CB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" y="1051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366DE382-8250-4700-9DDE-ABC725A14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791334B0-8EF2-4BA9-A574-0470CC30C9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6" y="778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5C226A40-C6D8-48A5-9CF3-ABB69A808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6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6E7A5DED-6DE5-4422-8912-E8A077B2D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" y="1051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B0339367-AC46-4472-9FB5-D94735EAE5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097DD322-64F0-4449-9452-422C21A6A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1" y="778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A9C02CCB-7291-4C12-BC88-AF3B8A2116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1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E6A38006-85C1-41C7-8FF7-0C87485A4E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8" y="1051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20C95DE8-DE61-4D7E-95C7-C7D4841B6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8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8609C063-9AE9-4159-A60E-02ECC118FE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778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DCE257F6-72F7-46E6-A48D-6ECFEB493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F1D4009D-4C5D-4B07-B034-4014931E8D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3" y="1051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F62CD95C-A245-40EF-90A8-AF9F931EA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3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A89AD29C-A29B-4FA9-A8FC-012B238B76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1" y="778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249EDB6F-D9F6-4B88-A03B-9BBC1DB1D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1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6DF8EC81-3D80-4987-8352-F89670E72D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" y="1051"/>
              <a:ext cx="3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FCC571C5-8046-4F6A-B150-E8A58AA8A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" y="778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54BCA63A-C3DA-471D-938E-5C28EFAF85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6" y="1051"/>
              <a:ext cx="3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81862673-F9FC-4E24-9809-F7D9644F5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9" y="1233"/>
              <a:ext cx="190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A84F1691-42D0-453A-9DE1-6805512FE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5" y="1505"/>
              <a:ext cx="190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2BDC0234-C183-4D19-916D-7EDA7202E0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4" y="1232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65E4CDC8-AD5D-4042-9A51-AE6A080BB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0" y="1233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90AE9A0C-E8B8-4428-9F0F-30F1D0F9D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9" y="1233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0E60E02D-65F5-4566-B1A7-318D22CFBE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6" y="1505"/>
              <a:ext cx="3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81378D87-0CE2-46A7-9836-066006EFC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0" y="1233"/>
              <a:ext cx="58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3445BF48-3F3E-4A8E-9910-199084D27A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1731"/>
              <a:ext cx="190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0863B621-CE50-413D-A853-5B9215BDB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1" y="2003"/>
              <a:ext cx="190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34B17D6A-9D7D-47D0-8B5D-22471350B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0" y="1730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43">
              <a:extLst>
                <a:ext uri="{FF2B5EF4-FFF2-40B4-BE49-F238E27FC236}">
                  <a16:creationId xmlns:a16="http://schemas.microsoft.com/office/drawing/2014/main" id="{18BFC4AC-2554-4DCA-A4E7-3FED9560B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1731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DB69862D-93CA-46E6-B987-BF9C7D35C2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6" y="2003"/>
              <a:ext cx="999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0BB85F41-E659-4249-9B6D-9BE72AAA0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2230"/>
              <a:ext cx="190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AD9CC6C9-E243-4996-9C5B-FEACA1F8D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502"/>
              <a:ext cx="1269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79E0F4DE-B426-4755-AE8A-E5E2CCC4B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5" y="2229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A3C2125B-978D-407B-AEEC-CB57012BB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2230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9DCA96F1-DBD7-430A-A293-C4D0683F1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6" y="2503"/>
              <a:ext cx="1634" cy="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Text Box 50">
              <a:extLst>
                <a:ext uri="{FF2B5EF4-FFF2-40B4-BE49-F238E27FC236}">
                  <a16:creationId xmlns:a16="http://schemas.microsoft.com/office/drawing/2014/main" id="{1FD5011D-4F48-43B7-B1FD-CA07D477D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" y="2652"/>
              <a:ext cx="414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001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011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110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100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</a:t>
              </a:r>
            </a:p>
          </p:txBody>
        </p:sp>
        <p:sp>
          <p:nvSpPr>
            <p:cNvPr id="51" name="Text Box 51">
              <a:extLst>
                <a:ext uri="{FF2B5EF4-FFF2-40B4-BE49-F238E27FC236}">
                  <a16:creationId xmlns:a16="http://schemas.microsoft.com/office/drawing/2014/main" id="{09BBDDB2-09F4-4C24-8DE9-600C2F430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734"/>
              <a:ext cx="372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</a:p>
          </p:txBody>
        </p:sp>
        <p:sp>
          <p:nvSpPr>
            <p:cNvPr id="52" name="Text Box 52">
              <a:extLst>
                <a:ext uri="{FF2B5EF4-FFF2-40B4-BE49-F238E27FC236}">
                  <a16:creationId xmlns:a16="http://schemas.microsoft.com/office/drawing/2014/main" id="{49EC1C15-5613-41A7-A3F3-87321B88F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" y="1217"/>
              <a:ext cx="329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Text Box 53">
              <a:extLst>
                <a:ext uri="{FF2B5EF4-FFF2-40B4-BE49-F238E27FC236}">
                  <a16:creationId xmlns:a16="http://schemas.microsoft.com/office/drawing/2014/main" id="{62B2070A-2181-4A77-9D16-C8729D8C06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" y="1670"/>
              <a:ext cx="329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Text Box 54">
              <a:extLst>
                <a:ext uri="{FF2B5EF4-FFF2-40B4-BE49-F238E27FC236}">
                  <a16:creationId xmlns:a16="http://schemas.microsoft.com/office/drawing/2014/main" id="{AAFD958A-0F46-4524-8921-D4F8675C2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" y="2215"/>
              <a:ext cx="329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55">
              <a:extLst>
                <a:ext uri="{FF2B5EF4-FFF2-40B4-BE49-F238E27FC236}">
                  <a16:creationId xmlns:a16="http://schemas.microsoft.com/office/drawing/2014/main" id="{2A0D97E0-F038-48A2-BDAC-8E8260ED2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9" y="733"/>
              <a:ext cx="0" cy="1888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E8C8D8BD-92DF-4DA3-9CB4-F71D0537B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4" y="778"/>
              <a:ext cx="0" cy="1888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ECD5EE82-31E3-49C4-826E-33E5A6357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9" y="778"/>
              <a:ext cx="0" cy="1888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Line 58">
              <a:extLst>
                <a:ext uri="{FF2B5EF4-FFF2-40B4-BE49-F238E27FC236}">
                  <a16:creationId xmlns:a16="http://schemas.microsoft.com/office/drawing/2014/main" id="{BA05EA7B-0846-4D76-A37B-5A96E1661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778"/>
              <a:ext cx="0" cy="1888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Line 59">
              <a:extLst>
                <a:ext uri="{FF2B5EF4-FFF2-40B4-BE49-F238E27FC236}">
                  <a16:creationId xmlns:a16="http://schemas.microsoft.com/office/drawing/2014/main" id="{9C575EA4-4BA6-4185-8825-B62876328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" y="778"/>
              <a:ext cx="0" cy="1888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Line 60">
              <a:extLst>
                <a:ext uri="{FF2B5EF4-FFF2-40B4-BE49-F238E27FC236}">
                  <a16:creationId xmlns:a16="http://schemas.microsoft.com/office/drawing/2014/main" id="{DFEA2431-FA5E-46C0-93DB-0190ED89D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5" y="778"/>
              <a:ext cx="0" cy="1888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Line 61">
              <a:extLst>
                <a:ext uri="{FF2B5EF4-FFF2-40B4-BE49-F238E27FC236}">
                  <a16:creationId xmlns:a16="http://schemas.microsoft.com/office/drawing/2014/main" id="{00064CF5-94B1-453C-AC77-93E998F01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0" y="778"/>
              <a:ext cx="0" cy="1888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2" name="矩形 61"/>
          <p:cNvSpPr/>
          <p:nvPr/>
        </p:nvSpPr>
        <p:spPr>
          <a:xfrm>
            <a:off x="1211200" y="5668683"/>
            <a:ext cx="703469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分析结果：不能自启动的同步六进制计数器</a:t>
            </a:r>
          </a:p>
        </p:txBody>
      </p:sp>
    </p:spTree>
    <p:extLst>
      <p:ext uri="{BB962C8B-B14F-4D97-AF65-F5344CB8AC3E}">
        <p14:creationId xmlns:p14="http://schemas.microsoft.com/office/powerpoint/2010/main" val="2465184730"/>
      </p:ext>
    </p:extLst>
  </p:cSld>
  <p:clrMapOvr>
    <a:masterClrMapping/>
  </p:clrMapOvr>
  <p:transition>
    <p:blinds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2】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分析下面电路的逻辑功能</a:t>
            </a:r>
          </a:p>
        </p:txBody>
      </p:sp>
      <p:grpSp>
        <p:nvGrpSpPr>
          <p:cNvPr id="3" name="Group 118">
            <a:extLst>
              <a:ext uri="{FF2B5EF4-FFF2-40B4-BE49-F238E27FC236}">
                <a16:creationId xmlns:a16="http://schemas.microsoft.com/office/drawing/2014/main" id="{DBD27BEE-A41A-41AB-9825-F5340CBAA0F9}"/>
              </a:ext>
            </a:extLst>
          </p:cNvPr>
          <p:cNvGrpSpPr>
            <a:grpSpLocks/>
          </p:cNvGrpSpPr>
          <p:nvPr/>
        </p:nvGrpSpPr>
        <p:grpSpPr bwMode="auto">
          <a:xfrm>
            <a:off x="882651" y="632343"/>
            <a:ext cx="7129464" cy="3581400"/>
            <a:chOff x="556" y="768"/>
            <a:chExt cx="4491" cy="2256"/>
          </a:xfrm>
        </p:grpSpPr>
        <p:sp>
          <p:nvSpPr>
            <p:cNvPr id="4" name="Rectangle 119">
              <a:extLst>
                <a:ext uri="{FF2B5EF4-FFF2-40B4-BE49-F238E27FC236}">
                  <a16:creationId xmlns:a16="http://schemas.microsoft.com/office/drawing/2014/main" id="{16D8343F-092F-45FC-B8E2-3E71162F5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1618"/>
              <a:ext cx="771" cy="49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 D</a:t>
              </a:r>
            </a:p>
          </p:txBody>
        </p:sp>
        <p:grpSp>
          <p:nvGrpSpPr>
            <p:cNvPr id="5" name="Group 120">
              <a:extLst>
                <a:ext uri="{FF2B5EF4-FFF2-40B4-BE49-F238E27FC236}">
                  <a16:creationId xmlns:a16="http://schemas.microsoft.com/office/drawing/2014/main" id="{BFE536DA-5FA0-4946-A3AE-18A95BF596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0" y="1646"/>
              <a:ext cx="144" cy="233"/>
              <a:chOff x="1306" y="2223"/>
              <a:chExt cx="144" cy="233"/>
            </a:xfrm>
          </p:grpSpPr>
          <p:sp>
            <p:nvSpPr>
              <p:cNvPr id="66" name="Line 121">
                <a:extLst>
                  <a:ext uri="{FF2B5EF4-FFF2-40B4-BE49-F238E27FC236}">
                    <a16:creationId xmlns:a16="http://schemas.microsoft.com/office/drawing/2014/main" id="{5BAF4834-6405-4467-A42F-0BE487B30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5" y="2231"/>
                <a:ext cx="125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Rectangle 122">
                <a:extLst>
                  <a:ext uri="{FF2B5EF4-FFF2-40B4-BE49-F238E27FC236}">
                    <a16:creationId xmlns:a16="http://schemas.microsoft.com/office/drawing/2014/main" id="{B64925BD-CC63-40CB-9793-486C60471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6" y="2223"/>
                <a:ext cx="14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endPara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" name="Line 123">
              <a:extLst>
                <a:ext uri="{FF2B5EF4-FFF2-40B4-BE49-F238E27FC236}">
                  <a16:creationId xmlns:a16="http://schemas.microsoft.com/office/drawing/2014/main" id="{5BB07006-2405-4A4F-B315-FE5548842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7" y="2117"/>
              <a:ext cx="0" cy="1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Line 124">
              <a:extLst>
                <a:ext uri="{FF2B5EF4-FFF2-40B4-BE49-F238E27FC236}">
                  <a16:creationId xmlns:a16="http://schemas.microsoft.com/office/drawing/2014/main" id="{D0DCEA55-1097-494B-AB71-C9762F1005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7" y="1210"/>
              <a:ext cx="0" cy="4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Rectangle 125">
              <a:extLst>
                <a:ext uri="{FF2B5EF4-FFF2-40B4-BE49-F238E27FC236}">
                  <a16:creationId xmlns:a16="http://schemas.microsoft.com/office/drawing/2014/main" id="{E5E65998-49DF-40F1-B525-E04957B9C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1618"/>
              <a:ext cx="771" cy="49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D</a:t>
              </a:r>
            </a:p>
          </p:txBody>
        </p:sp>
        <p:sp>
          <p:nvSpPr>
            <p:cNvPr id="9" name="Line 126">
              <a:extLst>
                <a:ext uri="{FF2B5EF4-FFF2-40B4-BE49-F238E27FC236}">
                  <a16:creationId xmlns:a16="http://schemas.microsoft.com/office/drawing/2014/main" id="{C960298A-9289-4C0A-B339-03396A02C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117"/>
              <a:ext cx="0" cy="1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Line 127">
              <a:extLst>
                <a:ext uri="{FF2B5EF4-FFF2-40B4-BE49-F238E27FC236}">
                  <a16:creationId xmlns:a16="http://schemas.microsoft.com/office/drawing/2014/main" id="{4E2A7DB1-0F75-4E78-A9C7-D41F387D7D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24" y="1074"/>
              <a:ext cx="0" cy="5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Rectangle 128">
              <a:extLst>
                <a:ext uri="{FF2B5EF4-FFF2-40B4-BE49-F238E27FC236}">
                  <a16:creationId xmlns:a16="http://schemas.microsoft.com/office/drawing/2014/main" id="{E51DABF7-0B1F-45E2-AA03-8D7120049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1618"/>
              <a:ext cx="771" cy="49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D</a:t>
              </a:r>
            </a:p>
          </p:txBody>
        </p:sp>
        <p:sp>
          <p:nvSpPr>
            <p:cNvPr id="12" name="Line 129">
              <a:extLst>
                <a:ext uri="{FF2B5EF4-FFF2-40B4-BE49-F238E27FC236}">
                  <a16:creationId xmlns:a16="http://schemas.microsoft.com/office/drawing/2014/main" id="{D479409D-B92E-4F9C-9345-B944CEB1C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1" y="2117"/>
              <a:ext cx="0" cy="1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130">
              <a:extLst>
                <a:ext uri="{FF2B5EF4-FFF2-40B4-BE49-F238E27FC236}">
                  <a16:creationId xmlns:a16="http://schemas.microsoft.com/office/drawing/2014/main" id="{C977FA53-8E83-46C1-AFBF-9A6626CD2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0" y="1074"/>
              <a:ext cx="0" cy="5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131">
              <a:extLst>
                <a:ext uri="{FF2B5EF4-FFF2-40B4-BE49-F238E27FC236}">
                  <a16:creationId xmlns:a16="http://schemas.microsoft.com/office/drawing/2014/main" id="{4AA82B10-B29A-4CCA-9C9B-B053727B5E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1" y="1482"/>
              <a:ext cx="122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132">
              <a:extLst>
                <a:ext uri="{FF2B5EF4-FFF2-40B4-BE49-F238E27FC236}">
                  <a16:creationId xmlns:a16="http://schemas.microsoft.com/office/drawing/2014/main" id="{436846A9-11BF-473E-9E83-C2E0DF68D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4" y="2117"/>
              <a:ext cx="0" cy="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133">
              <a:extLst>
                <a:ext uri="{FF2B5EF4-FFF2-40B4-BE49-F238E27FC236}">
                  <a16:creationId xmlns:a16="http://schemas.microsoft.com/office/drawing/2014/main" id="{F51DCD8D-ECCA-4DEF-9234-5E5C2DE9A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4" y="2208"/>
              <a:ext cx="63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134">
              <a:extLst>
                <a:ext uri="{FF2B5EF4-FFF2-40B4-BE49-F238E27FC236}">
                  <a16:creationId xmlns:a16="http://schemas.microsoft.com/office/drawing/2014/main" id="{465EFDEA-7576-45B9-9176-88D5ECD9A9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4" y="2298"/>
              <a:ext cx="294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Text Box 135">
              <a:extLst>
                <a:ext uri="{FF2B5EF4-FFF2-40B4-BE49-F238E27FC236}">
                  <a16:creationId xmlns:a16="http://schemas.microsoft.com/office/drawing/2014/main" id="{40E4FD0C-2DA5-48B8-9E30-5F075ACBD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" y="2147"/>
              <a:ext cx="37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</a:p>
          </p:txBody>
        </p:sp>
        <p:sp>
          <p:nvSpPr>
            <p:cNvPr id="19" name="Line 136">
              <a:extLst>
                <a:ext uri="{FF2B5EF4-FFF2-40B4-BE49-F238E27FC236}">
                  <a16:creationId xmlns:a16="http://schemas.microsoft.com/office/drawing/2014/main" id="{B525DB0A-9F27-4924-83C9-244E1A059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1482"/>
              <a:ext cx="0" cy="1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137">
              <a:extLst>
                <a:ext uri="{FF2B5EF4-FFF2-40B4-BE49-F238E27FC236}">
                  <a16:creationId xmlns:a16="http://schemas.microsoft.com/office/drawing/2014/main" id="{A74A2616-C36D-41AA-8416-BC12E98C7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2298"/>
              <a:ext cx="273" cy="18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138">
              <a:extLst>
                <a:ext uri="{FF2B5EF4-FFF2-40B4-BE49-F238E27FC236}">
                  <a16:creationId xmlns:a16="http://schemas.microsoft.com/office/drawing/2014/main" id="{267D0D73-E0C2-4C3B-9041-1528B6198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0" y="2117"/>
              <a:ext cx="0" cy="1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Rectangle 139">
              <a:extLst>
                <a:ext uri="{FF2B5EF4-FFF2-40B4-BE49-F238E27FC236}">
                  <a16:creationId xmlns:a16="http://schemas.microsoft.com/office/drawing/2014/main" id="{776022E9-155E-4EEE-B6ED-FB946FF76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9" y="2715"/>
              <a:ext cx="279" cy="160"/>
            </a:xfrm>
            <a:prstGeom prst="rect">
              <a:avLst/>
            </a:prstGeom>
            <a:noFill/>
            <a:ln w="38100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140">
              <a:extLst>
                <a:ext uri="{FF2B5EF4-FFF2-40B4-BE49-F238E27FC236}">
                  <a16:creationId xmlns:a16="http://schemas.microsoft.com/office/drawing/2014/main" id="{5DC2AC56-27C1-4D7D-A176-D1EBA87CF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9" y="2715"/>
              <a:ext cx="279" cy="160"/>
            </a:xfrm>
            <a:prstGeom prst="rect">
              <a:avLst/>
            </a:prstGeom>
            <a:noFill/>
            <a:ln w="38100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Rectangle 141">
              <a:extLst>
                <a:ext uri="{FF2B5EF4-FFF2-40B4-BE49-F238E27FC236}">
                  <a16:creationId xmlns:a16="http://schemas.microsoft.com/office/drawing/2014/main" id="{A62B4169-8252-479C-8B96-808B96E17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9" y="2715"/>
              <a:ext cx="279" cy="160"/>
            </a:xfrm>
            <a:prstGeom prst="rect">
              <a:avLst/>
            </a:prstGeom>
            <a:noFill/>
            <a:ln w="38100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Rectangle 142">
              <a:extLst>
                <a:ext uri="{FF2B5EF4-FFF2-40B4-BE49-F238E27FC236}">
                  <a16:creationId xmlns:a16="http://schemas.microsoft.com/office/drawing/2014/main" id="{4AA67C6A-6254-4975-B493-16EA61957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9" y="2715"/>
              <a:ext cx="279" cy="160"/>
            </a:xfrm>
            <a:prstGeom prst="rect">
              <a:avLst/>
            </a:prstGeom>
            <a:noFill/>
            <a:ln w="38100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143">
              <a:extLst>
                <a:ext uri="{FF2B5EF4-FFF2-40B4-BE49-F238E27FC236}">
                  <a16:creationId xmlns:a16="http://schemas.microsoft.com/office/drawing/2014/main" id="{4FDC5BFA-737F-4D13-8C70-25C0FC2E2D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3" y="2480"/>
              <a:ext cx="0" cy="15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144">
              <a:extLst>
                <a:ext uri="{FF2B5EF4-FFF2-40B4-BE49-F238E27FC236}">
                  <a16:creationId xmlns:a16="http://schemas.microsoft.com/office/drawing/2014/main" id="{1ECCBB14-D72B-4C9F-881D-7C66F335C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5" y="2117"/>
              <a:ext cx="0" cy="31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145">
              <a:extLst>
                <a:ext uri="{FF2B5EF4-FFF2-40B4-BE49-F238E27FC236}">
                  <a16:creationId xmlns:a16="http://schemas.microsoft.com/office/drawing/2014/main" id="{5602D6EB-B03F-454B-8523-6F99AA431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4" y="1482"/>
              <a:ext cx="40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146">
              <a:extLst>
                <a:ext uri="{FF2B5EF4-FFF2-40B4-BE49-F238E27FC236}">
                  <a16:creationId xmlns:a16="http://schemas.microsoft.com/office/drawing/2014/main" id="{61C5CE21-F72A-4511-814F-DAFA5A781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" y="1482"/>
              <a:ext cx="0" cy="154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147">
              <a:extLst>
                <a:ext uri="{FF2B5EF4-FFF2-40B4-BE49-F238E27FC236}">
                  <a16:creationId xmlns:a16="http://schemas.microsoft.com/office/drawing/2014/main" id="{A98C631E-158B-4E76-8361-42A3EE51E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" y="3024"/>
              <a:ext cx="8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148">
              <a:extLst>
                <a:ext uri="{FF2B5EF4-FFF2-40B4-BE49-F238E27FC236}">
                  <a16:creationId xmlns:a16="http://schemas.microsoft.com/office/drawing/2014/main" id="{2D235682-F0B6-4DC8-8459-8CEFF7FC62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4" y="2888"/>
              <a:ext cx="0" cy="1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149">
              <a:extLst>
                <a:ext uri="{FF2B5EF4-FFF2-40B4-BE49-F238E27FC236}">
                  <a16:creationId xmlns:a16="http://schemas.microsoft.com/office/drawing/2014/main" id="{D0148388-5475-4704-86C4-D7BC0D7D5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5" y="2434"/>
              <a:ext cx="149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Line 150">
              <a:extLst>
                <a:ext uri="{FF2B5EF4-FFF2-40B4-BE49-F238E27FC236}">
                  <a16:creationId xmlns:a16="http://schemas.microsoft.com/office/drawing/2014/main" id="{26A9F618-4109-4FD8-B4A8-64858EA8E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6" y="2480"/>
              <a:ext cx="0" cy="9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Line 151">
              <a:extLst>
                <a:ext uri="{FF2B5EF4-FFF2-40B4-BE49-F238E27FC236}">
                  <a16:creationId xmlns:a16="http://schemas.microsoft.com/office/drawing/2014/main" id="{DFE65CE6-1D86-4F57-A3A2-A8BE1E1DF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6" y="2570"/>
              <a:ext cx="40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152">
              <a:extLst>
                <a:ext uri="{FF2B5EF4-FFF2-40B4-BE49-F238E27FC236}">
                  <a16:creationId xmlns:a16="http://schemas.microsoft.com/office/drawing/2014/main" id="{98E51D0D-830F-481A-9CCB-B247F254CE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9" y="1346"/>
              <a:ext cx="0" cy="8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Line 153">
              <a:extLst>
                <a:ext uri="{FF2B5EF4-FFF2-40B4-BE49-F238E27FC236}">
                  <a16:creationId xmlns:a16="http://schemas.microsoft.com/office/drawing/2014/main" id="{A74FC0F4-52BD-4606-AC21-6D69E6342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" y="1346"/>
              <a:ext cx="77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Line 154">
              <a:extLst>
                <a:ext uri="{FF2B5EF4-FFF2-40B4-BE49-F238E27FC236}">
                  <a16:creationId xmlns:a16="http://schemas.microsoft.com/office/drawing/2014/main" id="{DD9467DF-60EE-4046-9F61-31C63B58A2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4" y="1210"/>
              <a:ext cx="0" cy="136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Line 155">
              <a:extLst>
                <a:ext uri="{FF2B5EF4-FFF2-40B4-BE49-F238E27FC236}">
                  <a16:creationId xmlns:a16="http://schemas.microsoft.com/office/drawing/2014/main" id="{3443A17A-D06A-4728-936E-80CB69B189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7" y="1210"/>
              <a:ext cx="335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Line 156">
              <a:extLst>
                <a:ext uri="{FF2B5EF4-FFF2-40B4-BE49-F238E27FC236}">
                  <a16:creationId xmlns:a16="http://schemas.microsoft.com/office/drawing/2014/main" id="{A9AAB9CD-9312-45A5-B156-FF56E9E882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81" y="1074"/>
              <a:ext cx="0" cy="5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Line 157">
              <a:extLst>
                <a:ext uri="{FF2B5EF4-FFF2-40B4-BE49-F238E27FC236}">
                  <a16:creationId xmlns:a16="http://schemas.microsoft.com/office/drawing/2014/main" id="{DF4A1FC5-98BF-435A-B28E-894189F500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0" y="2888"/>
              <a:ext cx="0" cy="1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Line 158">
              <a:extLst>
                <a:ext uri="{FF2B5EF4-FFF2-40B4-BE49-F238E27FC236}">
                  <a16:creationId xmlns:a16="http://schemas.microsoft.com/office/drawing/2014/main" id="{98DBFE66-5A99-4DFD-8EA3-3D148E929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0" y="3024"/>
              <a:ext cx="8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159">
              <a:extLst>
                <a:ext uri="{FF2B5EF4-FFF2-40B4-BE49-F238E27FC236}">
                  <a16:creationId xmlns:a16="http://schemas.microsoft.com/office/drawing/2014/main" id="{3C4F6B87-BF2B-4080-A7F3-AFB9B5D6BC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7" y="1482"/>
              <a:ext cx="0" cy="154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Text Box 160">
              <a:extLst>
                <a:ext uri="{FF2B5EF4-FFF2-40B4-BE49-F238E27FC236}">
                  <a16:creationId xmlns:a16="http://schemas.microsoft.com/office/drawing/2014/main" id="{26CF2038-F7B8-4928-B530-319034B58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768"/>
              <a:ext cx="329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44" name="Text Box 161">
              <a:extLst>
                <a:ext uri="{FF2B5EF4-FFF2-40B4-BE49-F238E27FC236}">
                  <a16:creationId xmlns:a16="http://schemas.microsoft.com/office/drawing/2014/main" id="{54A00A11-A03A-4F08-B6EF-EB2795055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5" y="768"/>
              <a:ext cx="329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5" name="Text Box 162">
              <a:extLst>
                <a:ext uri="{FF2B5EF4-FFF2-40B4-BE49-F238E27FC236}">
                  <a16:creationId xmlns:a16="http://schemas.microsoft.com/office/drawing/2014/main" id="{DD6DFD68-5A95-4AAA-9F7E-70C8DAE9B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9" y="768"/>
              <a:ext cx="329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grpSp>
          <p:nvGrpSpPr>
            <p:cNvPr id="46" name="Group 163">
              <a:extLst>
                <a:ext uri="{FF2B5EF4-FFF2-40B4-BE49-F238E27FC236}">
                  <a16:creationId xmlns:a16="http://schemas.microsoft.com/office/drawing/2014/main" id="{4971A30D-4C32-434E-83D0-B3CA1538E6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7" y="1646"/>
              <a:ext cx="144" cy="233"/>
              <a:chOff x="1306" y="2223"/>
              <a:chExt cx="144" cy="233"/>
            </a:xfrm>
          </p:grpSpPr>
          <p:sp>
            <p:nvSpPr>
              <p:cNvPr id="64" name="Line 164">
                <a:extLst>
                  <a:ext uri="{FF2B5EF4-FFF2-40B4-BE49-F238E27FC236}">
                    <a16:creationId xmlns:a16="http://schemas.microsoft.com/office/drawing/2014/main" id="{4E6491DB-12F6-4CD0-A131-AC8E7B2A4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5" y="2231"/>
                <a:ext cx="125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Rectangle 165">
                <a:extLst>
                  <a:ext uri="{FF2B5EF4-FFF2-40B4-BE49-F238E27FC236}">
                    <a16:creationId xmlns:a16="http://schemas.microsoft.com/office/drawing/2014/main" id="{335CB285-F5BA-4DA9-9F04-396BE6013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6" y="2223"/>
                <a:ext cx="14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endPara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7" name="Group 166">
              <a:extLst>
                <a:ext uri="{FF2B5EF4-FFF2-40B4-BE49-F238E27FC236}">
                  <a16:creationId xmlns:a16="http://schemas.microsoft.com/office/drawing/2014/main" id="{A03386D9-A37C-4BCA-88B3-F94DD4AA87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8" y="1645"/>
              <a:ext cx="144" cy="233"/>
              <a:chOff x="1306" y="2223"/>
              <a:chExt cx="144" cy="233"/>
            </a:xfrm>
          </p:grpSpPr>
          <p:sp>
            <p:nvSpPr>
              <p:cNvPr id="62" name="Line 167">
                <a:extLst>
                  <a:ext uri="{FF2B5EF4-FFF2-40B4-BE49-F238E27FC236}">
                    <a16:creationId xmlns:a16="http://schemas.microsoft.com/office/drawing/2014/main" id="{93D95616-93DA-4D6F-91EE-2DB7B57B6F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5" y="2231"/>
                <a:ext cx="125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Rectangle 168">
                <a:extLst>
                  <a:ext uri="{FF2B5EF4-FFF2-40B4-BE49-F238E27FC236}">
                    <a16:creationId xmlns:a16="http://schemas.microsoft.com/office/drawing/2014/main" id="{CBB5A564-9916-4678-ABBE-8B3F6D050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6" y="2223"/>
                <a:ext cx="14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endPara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8" name="Oval 169">
              <a:extLst>
                <a:ext uri="{FF2B5EF4-FFF2-40B4-BE49-F238E27FC236}">
                  <a16:creationId xmlns:a16="http://schemas.microsoft.com/office/drawing/2014/main" id="{10F18CDF-34F1-4369-8E80-E9F8ADC27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" y="2630"/>
              <a:ext cx="80" cy="8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Text Box 170">
              <a:extLst>
                <a:ext uri="{FF2B5EF4-FFF2-40B4-BE49-F238E27FC236}">
                  <a16:creationId xmlns:a16="http://schemas.microsoft.com/office/drawing/2014/main" id="{F4D7883F-9FC5-4985-8F46-BB82680A1B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1" y="1106"/>
              <a:ext cx="40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50" name="Text Box 171">
              <a:extLst>
                <a:ext uri="{FF2B5EF4-FFF2-40B4-BE49-F238E27FC236}">
                  <a16:creationId xmlns:a16="http://schemas.microsoft.com/office/drawing/2014/main" id="{73EBA75B-A937-41D2-B63D-1C4F26A43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1" y="971"/>
              <a:ext cx="40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51" name="Text Box 172">
              <a:extLst>
                <a:ext uri="{FF2B5EF4-FFF2-40B4-BE49-F238E27FC236}">
                  <a16:creationId xmlns:a16="http://schemas.microsoft.com/office/drawing/2014/main" id="{8ED4FA45-840B-4B90-99EA-236C8BB21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8" y="1921"/>
              <a:ext cx="40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52" name="Text Box 173">
              <a:extLst>
                <a:ext uri="{FF2B5EF4-FFF2-40B4-BE49-F238E27FC236}">
                  <a16:creationId xmlns:a16="http://schemas.microsoft.com/office/drawing/2014/main" id="{550FC8B8-BCDF-4229-8A36-35A12F7FA0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4" y="1921"/>
              <a:ext cx="40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53" name="Text Box 174">
              <a:extLst>
                <a:ext uri="{FF2B5EF4-FFF2-40B4-BE49-F238E27FC236}">
                  <a16:creationId xmlns:a16="http://schemas.microsoft.com/office/drawing/2014/main" id="{BD304584-4401-436F-9E3D-20FBCC341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7" y="2058"/>
              <a:ext cx="40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54" name="Text Box 175">
              <a:extLst>
                <a:ext uri="{FF2B5EF4-FFF2-40B4-BE49-F238E27FC236}">
                  <a16:creationId xmlns:a16="http://schemas.microsoft.com/office/drawing/2014/main" id="{A8E52E38-28E4-4010-9A10-2BEC22452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2663"/>
              <a:ext cx="315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55" name="Text Box 176">
              <a:extLst>
                <a:ext uri="{FF2B5EF4-FFF2-40B4-BE49-F238E27FC236}">
                  <a16:creationId xmlns:a16="http://schemas.microsoft.com/office/drawing/2014/main" id="{E89CDACB-CFCA-4C70-9AC7-D85EF81DE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5" y="2250"/>
              <a:ext cx="315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56" name="AutoShape 177">
              <a:extLst>
                <a:ext uri="{FF2B5EF4-FFF2-40B4-BE49-F238E27FC236}">
                  <a16:creationId xmlns:a16="http://schemas.microsoft.com/office/drawing/2014/main" id="{7D54EEA5-F6A6-4154-B8EB-293B44CD3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" y="2021"/>
              <a:ext cx="130" cy="9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Text Box 178">
              <a:extLst>
                <a:ext uri="{FF2B5EF4-FFF2-40B4-BE49-F238E27FC236}">
                  <a16:creationId xmlns:a16="http://schemas.microsoft.com/office/drawing/2014/main" id="{2B32AB99-A3E1-48C4-9FF8-9192162B0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0" y="1799"/>
              <a:ext cx="37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</a:p>
          </p:txBody>
        </p:sp>
        <p:sp>
          <p:nvSpPr>
            <p:cNvPr id="58" name="AutoShape 180">
              <a:extLst>
                <a:ext uri="{FF2B5EF4-FFF2-40B4-BE49-F238E27FC236}">
                  <a16:creationId xmlns:a16="http://schemas.microsoft.com/office/drawing/2014/main" id="{510DBAEF-A534-4D27-9EEB-8EA2ED7FB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6" y="2021"/>
              <a:ext cx="130" cy="9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Text Box 181">
              <a:extLst>
                <a:ext uri="{FF2B5EF4-FFF2-40B4-BE49-F238E27FC236}">
                  <a16:creationId xmlns:a16="http://schemas.microsoft.com/office/drawing/2014/main" id="{97FE5277-84A8-415D-BD14-6E3A713C9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0" y="1811"/>
              <a:ext cx="37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</a:p>
          </p:txBody>
        </p:sp>
        <p:sp>
          <p:nvSpPr>
            <p:cNvPr id="60" name="AutoShape 183">
              <a:extLst>
                <a:ext uri="{FF2B5EF4-FFF2-40B4-BE49-F238E27FC236}">
                  <a16:creationId xmlns:a16="http://schemas.microsoft.com/office/drawing/2014/main" id="{CE89DFEF-1616-4F34-AC6C-9AEF4149A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020"/>
              <a:ext cx="130" cy="9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Text Box 184">
              <a:extLst>
                <a:ext uri="{FF2B5EF4-FFF2-40B4-BE49-F238E27FC236}">
                  <a16:creationId xmlns:a16="http://schemas.microsoft.com/office/drawing/2014/main" id="{A3DFA449-E998-49BD-9C39-042C97A82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4" y="1811"/>
              <a:ext cx="37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</a:p>
          </p:txBody>
        </p:sp>
      </p:grpSp>
      <p:sp>
        <p:nvSpPr>
          <p:cNvPr id="68" name="Text Box 43">
            <a:extLst>
              <a:ext uri="{FF2B5EF4-FFF2-40B4-BE49-F238E27FC236}">
                <a16:creationId xmlns:a16="http://schemas.microsoft.com/office/drawing/2014/main" id="{C4FB4D5A-9900-4104-9A7E-4DB07CAD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83" y="3643910"/>
            <a:ext cx="21765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）列方程</a:t>
            </a:r>
          </a:p>
        </p:txBody>
      </p:sp>
      <p:sp>
        <p:nvSpPr>
          <p:cNvPr id="69" name="Text Box 39">
            <a:extLst>
              <a:ext uri="{FF2B5EF4-FFF2-40B4-BE49-F238E27FC236}">
                <a16:creationId xmlns:a16="http://schemas.microsoft.com/office/drawing/2014/main" id="{ECF1F874-C2FD-4A83-8405-AAD66B218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739" y="4404410"/>
            <a:ext cx="19859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输出方程：</a:t>
            </a:r>
          </a:p>
        </p:txBody>
      </p:sp>
      <p:sp>
        <p:nvSpPr>
          <p:cNvPr id="70" name="Text Box 41">
            <a:extLst>
              <a:ext uri="{FF2B5EF4-FFF2-40B4-BE49-F238E27FC236}">
                <a16:creationId xmlns:a16="http://schemas.microsoft.com/office/drawing/2014/main" id="{BBA89BEA-4F7E-4CB8-B026-7512EC7F9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516" y="5002897"/>
            <a:ext cx="1985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驱动方程：</a:t>
            </a:r>
          </a:p>
        </p:txBody>
      </p:sp>
      <p:grpSp>
        <p:nvGrpSpPr>
          <p:cNvPr id="71" name="Group 57">
            <a:extLst>
              <a:ext uri="{FF2B5EF4-FFF2-40B4-BE49-F238E27FC236}">
                <a16:creationId xmlns:a16="http://schemas.microsoft.com/office/drawing/2014/main" id="{5A51712A-9C83-4129-9EBF-F02C2DB17368}"/>
              </a:ext>
            </a:extLst>
          </p:cNvPr>
          <p:cNvGrpSpPr>
            <a:grpSpLocks/>
          </p:cNvGrpSpPr>
          <p:nvPr/>
        </p:nvGrpSpPr>
        <p:grpSpPr bwMode="auto">
          <a:xfrm>
            <a:off x="2412471" y="4340644"/>
            <a:ext cx="484899" cy="519113"/>
            <a:chOff x="1297" y="3169"/>
            <a:chExt cx="1085" cy="327"/>
          </a:xfrm>
        </p:grpSpPr>
        <p:sp>
          <p:nvSpPr>
            <p:cNvPr id="72" name="Text Box 40">
              <a:extLst>
                <a:ext uri="{FF2B5EF4-FFF2-40B4-BE49-F238E27FC236}">
                  <a16:creationId xmlns:a16="http://schemas.microsoft.com/office/drawing/2014/main" id="{FC5CB726-96AB-4A00-8838-9837A74D5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7" y="3169"/>
              <a:ext cx="10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--</a:t>
              </a:r>
              <a:endPara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" name="Line 56">
              <a:extLst>
                <a:ext uri="{FF2B5EF4-FFF2-40B4-BE49-F238E27FC236}">
                  <a16:creationId xmlns:a16="http://schemas.microsoft.com/office/drawing/2014/main" id="{2B92A2A5-58B1-47CF-A580-971EFA495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" y="3223"/>
              <a:ext cx="477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4" name="Text Box 58">
            <a:extLst>
              <a:ext uri="{FF2B5EF4-FFF2-40B4-BE49-F238E27FC236}">
                <a16:creationId xmlns:a16="http://schemas.microsoft.com/office/drawing/2014/main" id="{76DC86CA-B67A-4685-BFD0-62C0F7039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79" y="6302189"/>
            <a:ext cx="1985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状态方程：</a:t>
            </a:r>
          </a:p>
        </p:txBody>
      </p:sp>
      <p:sp>
        <p:nvSpPr>
          <p:cNvPr id="75" name="Text Box 59">
            <a:extLst>
              <a:ext uri="{FF2B5EF4-FFF2-40B4-BE49-F238E27FC236}">
                <a16:creationId xmlns:a16="http://schemas.microsoft.com/office/drawing/2014/main" id="{39564F96-9932-4527-89A9-A2E717FE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2032" y="6284771"/>
            <a:ext cx="172658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=D</a:t>
            </a:r>
            <a:endParaRPr kumimoji="1" lang="en-US" altLang="zh-CN" sz="2800" b="1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Text Box 42">
            <a:extLst>
              <a:ext uri="{FF2B5EF4-FFF2-40B4-BE49-F238E27FC236}">
                <a16:creationId xmlns:a16="http://schemas.microsoft.com/office/drawing/2014/main" id="{1E488C8F-BE1D-4DE7-8241-413EC05C5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9701" y="4930030"/>
            <a:ext cx="1829076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en-US" altLang="zh-CN" sz="2800" dirty="0">
                <a:solidFill>
                  <a:srgbClr val="FF0000"/>
                </a:solidFill>
              </a:rPr>
              <a:t>D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2</a:t>
            </a:r>
            <a:r>
              <a:rPr kumimoji="0" lang="en-US" altLang="zh-CN" sz="2800" dirty="0">
                <a:solidFill>
                  <a:srgbClr val="FF0000"/>
                </a:solidFill>
              </a:rPr>
              <a:t>＝Q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aseline="30000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77" name="Text Box 42">
            <a:extLst>
              <a:ext uri="{FF2B5EF4-FFF2-40B4-BE49-F238E27FC236}">
                <a16:creationId xmlns:a16="http://schemas.microsoft.com/office/drawing/2014/main" id="{1E488C8F-BE1D-4DE7-8241-413EC05C5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3" y="4921963"/>
            <a:ext cx="1681169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en-US" altLang="zh-CN" sz="2800" dirty="0">
                <a:solidFill>
                  <a:srgbClr val="FF0000"/>
                </a:solidFill>
              </a:rPr>
              <a:t>D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dirty="0">
                <a:solidFill>
                  <a:srgbClr val="FF0000"/>
                </a:solidFill>
              </a:rPr>
              <a:t>＝Q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0</a:t>
            </a:r>
            <a:r>
              <a:rPr kumimoji="0" lang="en-US" altLang="zh-CN" sz="2800" baseline="30000" dirty="0">
                <a:solidFill>
                  <a:srgbClr val="FF0000"/>
                </a:solidFill>
              </a:rPr>
              <a:t>n</a:t>
            </a:r>
          </a:p>
        </p:txBody>
      </p:sp>
      <p:grpSp>
        <p:nvGrpSpPr>
          <p:cNvPr id="81" name="Group 112">
            <a:extLst>
              <a:ext uri="{FF2B5EF4-FFF2-40B4-BE49-F238E27FC236}">
                <a16:creationId xmlns:a16="http://schemas.microsoft.com/office/drawing/2014/main" id="{A5512E04-E152-4A5C-ADDC-84C608DFEF38}"/>
              </a:ext>
            </a:extLst>
          </p:cNvPr>
          <p:cNvGrpSpPr>
            <a:grpSpLocks/>
          </p:cNvGrpSpPr>
          <p:nvPr/>
        </p:nvGrpSpPr>
        <p:grpSpPr bwMode="auto">
          <a:xfrm>
            <a:off x="2399701" y="5599656"/>
            <a:ext cx="5165725" cy="379101"/>
            <a:chOff x="395" y="3069"/>
            <a:chExt cx="3254" cy="333"/>
          </a:xfrm>
        </p:grpSpPr>
        <p:sp>
          <p:nvSpPr>
            <p:cNvPr id="82" name="Text Box 106">
              <a:extLst>
                <a:ext uri="{FF2B5EF4-FFF2-40B4-BE49-F238E27FC236}">
                  <a16:creationId xmlns:a16="http://schemas.microsoft.com/office/drawing/2014/main" id="{501F496A-CED1-4838-896C-E97E3FA6F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" y="3072"/>
              <a:ext cx="325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=(Q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83" name="Line 107">
              <a:extLst>
                <a:ext uri="{FF2B5EF4-FFF2-40B4-BE49-F238E27FC236}">
                  <a16:creationId xmlns:a16="http://schemas.microsoft.com/office/drawing/2014/main" id="{ADE1D1EE-45E1-478B-8E91-69CBA041A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141"/>
              <a:ext cx="29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" name="Line 108">
              <a:extLst>
                <a:ext uri="{FF2B5EF4-FFF2-40B4-BE49-F238E27FC236}">
                  <a16:creationId xmlns:a16="http://schemas.microsoft.com/office/drawing/2014/main" id="{EB9E75F6-5B72-4F32-BDAD-0795B7587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" y="3069"/>
              <a:ext cx="651" cy="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" name="Line 109">
              <a:extLst>
                <a:ext uri="{FF2B5EF4-FFF2-40B4-BE49-F238E27FC236}">
                  <a16:creationId xmlns:a16="http://schemas.microsoft.com/office/drawing/2014/main" id="{5D0FDF3A-F03F-4DC9-95AA-DBFA996A7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5" y="3141"/>
              <a:ext cx="2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Line 110">
              <a:extLst>
                <a:ext uri="{FF2B5EF4-FFF2-40B4-BE49-F238E27FC236}">
                  <a16:creationId xmlns:a16="http://schemas.microsoft.com/office/drawing/2014/main" id="{D0AF0C03-AABA-49DD-A3A2-247547F4FF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1" y="3141"/>
              <a:ext cx="27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" name="Line 111">
              <a:extLst>
                <a:ext uri="{FF2B5EF4-FFF2-40B4-BE49-F238E27FC236}">
                  <a16:creationId xmlns:a16="http://schemas.microsoft.com/office/drawing/2014/main" id="{8F1CF412-808C-4ED4-A370-E499BF8A5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3" y="3141"/>
              <a:ext cx="2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449523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8" grpId="0" autoUpdateAnimBg="0"/>
      <p:bldP spid="69" grpId="0" autoUpdateAnimBg="0"/>
      <p:bldP spid="70" grpId="0" autoUpdateAnimBg="0"/>
      <p:bldP spid="74" grpId="0" autoUpdateAnimBg="0"/>
      <p:bldP spid="75" grpId="0" autoUpdateAnimBg="0"/>
      <p:bldP spid="76" grpId="0"/>
      <p:bldP spid="7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2】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分析下面电路的逻辑功能</a:t>
            </a:r>
          </a:p>
        </p:txBody>
      </p:sp>
      <p:sp>
        <p:nvSpPr>
          <p:cNvPr id="88" name="Text Box 46">
            <a:extLst>
              <a:ext uri="{FF2B5EF4-FFF2-40B4-BE49-F238E27FC236}">
                <a16:creationId xmlns:a16="http://schemas.microsoft.com/office/drawing/2014/main" id="{F8823E21-440B-441B-B2E6-1B9C606E5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011" y="4410428"/>
            <a:ext cx="1686565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画状态图：</a:t>
            </a:r>
          </a:p>
        </p:txBody>
      </p:sp>
      <p:grpSp>
        <p:nvGrpSpPr>
          <p:cNvPr id="89" name="Group 52">
            <a:extLst>
              <a:ext uri="{FF2B5EF4-FFF2-40B4-BE49-F238E27FC236}">
                <a16:creationId xmlns:a16="http://schemas.microsoft.com/office/drawing/2014/main" id="{8ABCCA57-5B98-44E4-AA4D-BB06481CF423}"/>
              </a:ext>
            </a:extLst>
          </p:cNvPr>
          <p:cNvGrpSpPr>
            <a:grpSpLocks/>
          </p:cNvGrpSpPr>
          <p:nvPr/>
        </p:nvGrpSpPr>
        <p:grpSpPr bwMode="auto">
          <a:xfrm>
            <a:off x="469261" y="4651728"/>
            <a:ext cx="7870825" cy="1368425"/>
            <a:chOff x="287" y="2522"/>
            <a:chExt cx="4958" cy="862"/>
          </a:xfrm>
        </p:grpSpPr>
        <p:sp>
          <p:nvSpPr>
            <p:cNvPr id="90" name="Rectangle 32">
              <a:extLst>
                <a:ext uri="{FF2B5EF4-FFF2-40B4-BE49-F238E27FC236}">
                  <a16:creationId xmlns:a16="http://schemas.microsoft.com/office/drawing/2014/main" id="{53B149A6-79A4-459F-A53F-E186A659E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" y="2522"/>
              <a:ext cx="635" cy="2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</a:t>
              </a:r>
            </a:p>
          </p:txBody>
        </p:sp>
        <p:sp>
          <p:nvSpPr>
            <p:cNvPr id="91" name="Rectangle 33">
              <a:extLst>
                <a:ext uri="{FF2B5EF4-FFF2-40B4-BE49-F238E27FC236}">
                  <a16:creationId xmlns:a16="http://schemas.microsoft.com/office/drawing/2014/main" id="{7CFD90F5-43E5-4897-BC70-0B3640A7A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1" y="2522"/>
              <a:ext cx="635" cy="2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001</a:t>
              </a:r>
            </a:p>
          </p:txBody>
        </p:sp>
        <p:sp>
          <p:nvSpPr>
            <p:cNvPr id="92" name="Rectangle 34">
              <a:extLst>
                <a:ext uri="{FF2B5EF4-FFF2-40B4-BE49-F238E27FC236}">
                  <a16:creationId xmlns:a16="http://schemas.microsoft.com/office/drawing/2014/main" id="{DDA5831B-2B37-4E30-B1E9-46B8CB240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1" y="3112"/>
              <a:ext cx="635" cy="2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110</a:t>
              </a:r>
            </a:p>
          </p:txBody>
        </p:sp>
        <p:sp>
          <p:nvSpPr>
            <p:cNvPr id="93" name="Rectangle 35">
              <a:extLst>
                <a:ext uri="{FF2B5EF4-FFF2-40B4-BE49-F238E27FC236}">
                  <a16:creationId xmlns:a16="http://schemas.microsoft.com/office/drawing/2014/main" id="{BE00BABD-39A8-43FC-ACE4-1A7C4BB3A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" y="3112"/>
              <a:ext cx="635" cy="2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</a:t>
              </a:r>
            </a:p>
          </p:txBody>
        </p:sp>
        <p:sp>
          <p:nvSpPr>
            <p:cNvPr id="94" name="Rectangle 36">
              <a:extLst>
                <a:ext uri="{FF2B5EF4-FFF2-40B4-BE49-F238E27FC236}">
                  <a16:creationId xmlns:a16="http://schemas.microsoft.com/office/drawing/2014/main" id="{091F9A71-37CA-4674-9903-5DA74A544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" y="3100"/>
              <a:ext cx="635" cy="2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101</a:t>
              </a:r>
            </a:p>
          </p:txBody>
        </p:sp>
        <p:sp>
          <p:nvSpPr>
            <p:cNvPr id="95" name="Rectangle 37">
              <a:extLst>
                <a:ext uri="{FF2B5EF4-FFF2-40B4-BE49-F238E27FC236}">
                  <a16:creationId xmlns:a16="http://schemas.microsoft.com/office/drawing/2014/main" id="{A6E714ED-1FD5-4C5D-8A84-5AA05ECE1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" y="2522"/>
              <a:ext cx="635" cy="2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011</a:t>
              </a:r>
            </a:p>
          </p:txBody>
        </p:sp>
        <p:sp>
          <p:nvSpPr>
            <p:cNvPr id="96" name="Rectangle 38">
              <a:extLst>
                <a:ext uri="{FF2B5EF4-FFF2-40B4-BE49-F238E27FC236}">
                  <a16:creationId xmlns:a16="http://schemas.microsoft.com/office/drawing/2014/main" id="{D6BFB1C7-FC5D-4324-B5F8-15B0E33FB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3112"/>
              <a:ext cx="635" cy="2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010</a:t>
              </a:r>
            </a:p>
          </p:txBody>
        </p:sp>
        <p:sp>
          <p:nvSpPr>
            <p:cNvPr id="97" name="Rectangle 39">
              <a:extLst>
                <a:ext uri="{FF2B5EF4-FFF2-40B4-BE49-F238E27FC236}">
                  <a16:creationId xmlns:a16="http://schemas.microsoft.com/office/drawing/2014/main" id="{864BE564-B804-46CB-A515-E6054C7DE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" y="3112"/>
              <a:ext cx="635" cy="2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100</a:t>
              </a:r>
            </a:p>
          </p:txBody>
        </p:sp>
        <p:sp>
          <p:nvSpPr>
            <p:cNvPr id="98" name="Line 40">
              <a:extLst>
                <a:ext uri="{FF2B5EF4-FFF2-40B4-BE49-F238E27FC236}">
                  <a16:creationId xmlns:a16="http://schemas.microsoft.com/office/drawing/2014/main" id="{6E5AC2C8-F26F-4C1E-A0BE-60A965B4F8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9" y="2794"/>
              <a:ext cx="0" cy="3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Line 41">
              <a:extLst>
                <a:ext uri="{FF2B5EF4-FFF2-40B4-BE49-F238E27FC236}">
                  <a16:creationId xmlns:a16="http://schemas.microsoft.com/office/drawing/2014/main" id="{2EE9361F-0D29-4C64-95D0-BA1939942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7" y="2650"/>
              <a:ext cx="54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Line 42">
              <a:extLst>
                <a:ext uri="{FF2B5EF4-FFF2-40B4-BE49-F238E27FC236}">
                  <a16:creationId xmlns:a16="http://schemas.microsoft.com/office/drawing/2014/main" id="{1CB03009-9BFA-4CC6-AB84-8BFB3334F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6" y="2658"/>
              <a:ext cx="54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Line 44">
              <a:extLst>
                <a:ext uri="{FF2B5EF4-FFF2-40B4-BE49-F238E27FC236}">
                  <a16:creationId xmlns:a16="http://schemas.microsoft.com/office/drawing/2014/main" id="{C070DC8C-39C3-45A8-B9AE-5551366DC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8" y="2794"/>
              <a:ext cx="0" cy="3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Line 45">
              <a:extLst>
                <a:ext uri="{FF2B5EF4-FFF2-40B4-BE49-F238E27FC236}">
                  <a16:creationId xmlns:a16="http://schemas.microsoft.com/office/drawing/2014/main" id="{D4BD5F41-78A4-44CF-AB92-2420B8F9A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" y="3248"/>
              <a:ext cx="32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" name="Line 48">
              <a:extLst>
                <a:ext uri="{FF2B5EF4-FFF2-40B4-BE49-F238E27FC236}">
                  <a16:creationId xmlns:a16="http://schemas.microsoft.com/office/drawing/2014/main" id="{5B33FB51-7BC5-4637-9A70-09AC2D7FC7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77" y="3226"/>
              <a:ext cx="52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" name="Line 49">
              <a:extLst>
                <a:ext uri="{FF2B5EF4-FFF2-40B4-BE49-F238E27FC236}">
                  <a16:creationId xmlns:a16="http://schemas.microsoft.com/office/drawing/2014/main" id="{8B2DF93F-DF3E-4A89-9680-9773AE8DF8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7" y="3226"/>
              <a:ext cx="52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Line 51">
              <a:extLst>
                <a:ext uri="{FF2B5EF4-FFF2-40B4-BE49-F238E27FC236}">
                  <a16:creationId xmlns:a16="http://schemas.microsoft.com/office/drawing/2014/main" id="{0CE846D7-B878-44EA-8B64-22954B9EE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6" y="3248"/>
              <a:ext cx="32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6" name="矩形 105"/>
          <p:cNvSpPr/>
          <p:nvPr/>
        </p:nvSpPr>
        <p:spPr>
          <a:xfrm>
            <a:off x="1210563" y="6268089"/>
            <a:ext cx="703469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分析结果：能自启动的同步六进制计数器</a:t>
            </a:r>
          </a:p>
        </p:txBody>
      </p:sp>
      <p:sp>
        <p:nvSpPr>
          <p:cNvPr id="87" name="Text Box 39">
            <a:extLst>
              <a:ext uri="{FF2B5EF4-FFF2-40B4-BE49-F238E27FC236}">
                <a16:creationId xmlns:a16="http://schemas.microsoft.com/office/drawing/2014/main" id="{D714D6FA-2149-47AB-A1BD-EB8B6D18F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324" y="1260112"/>
            <a:ext cx="19859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输出方程：</a:t>
            </a:r>
          </a:p>
        </p:txBody>
      </p:sp>
      <p:sp>
        <p:nvSpPr>
          <p:cNvPr id="107" name="Text Box 41">
            <a:extLst>
              <a:ext uri="{FF2B5EF4-FFF2-40B4-BE49-F238E27FC236}">
                <a16:creationId xmlns:a16="http://schemas.microsoft.com/office/drawing/2014/main" id="{3264B0D5-0B9A-46DA-9680-20142394C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101" y="1858599"/>
            <a:ext cx="1985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驱动方程：</a:t>
            </a:r>
          </a:p>
        </p:txBody>
      </p:sp>
      <p:grpSp>
        <p:nvGrpSpPr>
          <p:cNvPr id="108" name="Group 57">
            <a:extLst>
              <a:ext uri="{FF2B5EF4-FFF2-40B4-BE49-F238E27FC236}">
                <a16:creationId xmlns:a16="http://schemas.microsoft.com/office/drawing/2014/main" id="{0378BAB5-DBA4-46DD-A0BD-3E5EB9C62EC3}"/>
              </a:ext>
            </a:extLst>
          </p:cNvPr>
          <p:cNvGrpSpPr>
            <a:grpSpLocks/>
          </p:cNvGrpSpPr>
          <p:nvPr/>
        </p:nvGrpSpPr>
        <p:grpSpPr bwMode="auto">
          <a:xfrm>
            <a:off x="3476056" y="1196346"/>
            <a:ext cx="484899" cy="519113"/>
            <a:chOff x="1297" y="3169"/>
            <a:chExt cx="1085" cy="327"/>
          </a:xfrm>
        </p:grpSpPr>
        <p:sp>
          <p:nvSpPr>
            <p:cNvPr id="109" name="Text Box 40">
              <a:extLst>
                <a:ext uri="{FF2B5EF4-FFF2-40B4-BE49-F238E27FC236}">
                  <a16:creationId xmlns:a16="http://schemas.microsoft.com/office/drawing/2014/main" id="{08DC3942-B99C-4B85-B8DB-65BE4B0D8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7" y="3169"/>
              <a:ext cx="10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--</a:t>
              </a:r>
              <a:endPara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Line 56">
              <a:extLst>
                <a:ext uri="{FF2B5EF4-FFF2-40B4-BE49-F238E27FC236}">
                  <a16:creationId xmlns:a16="http://schemas.microsoft.com/office/drawing/2014/main" id="{B3D5AD2B-8C6C-44E3-B837-2175BB540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" y="3223"/>
              <a:ext cx="477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1" name="Text Box 58">
            <a:extLst>
              <a:ext uri="{FF2B5EF4-FFF2-40B4-BE49-F238E27FC236}">
                <a16:creationId xmlns:a16="http://schemas.microsoft.com/office/drawing/2014/main" id="{7F9AAE8E-1F62-43AF-91A3-54BA24E19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5564" y="3157891"/>
            <a:ext cx="1985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状态方程：</a:t>
            </a:r>
          </a:p>
        </p:txBody>
      </p:sp>
      <p:sp>
        <p:nvSpPr>
          <p:cNvPr id="112" name="Text Box 59">
            <a:extLst>
              <a:ext uri="{FF2B5EF4-FFF2-40B4-BE49-F238E27FC236}">
                <a16:creationId xmlns:a16="http://schemas.microsoft.com/office/drawing/2014/main" id="{8663E1B6-E577-4D25-9242-9A8A10D61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617" y="3140473"/>
            <a:ext cx="172658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=D</a:t>
            </a:r>
            <a:endParaRPr kumimoji="1" lang="en-US" altLang="zh-CN" sz="2800" b="1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3" name="Text Box 42">
            <a:extLst>
              <a:ext uri="{FF2B5EF4-FFF2-40B4-BE49-F238E27FC236}">
                <a16:creationId xmlns:a16="http://schemas.microsoft.com/office/drawing/2014/main" id="{15F6D1CD-CA1B-4EB6-BC94-6C5E7DBD4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3286" y="1785732"/>
            <a:ext cx="1829076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en-US" altLang="zh-CN" sz="2800" dirty="0">
                <a:solidFill>
                  <a:srgbClr val="FF0000"/>
                </a:solidFill>
              </a:rPr>
              <a:t>D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2</a:t>
            </a:r>
            <a:r>
              <a:rPr kumimoji="0" lang="en-US" altLang="zh-CN" sz="2800" dirty="0">
                <a:solidFill>
                  <a:srgbClr val="FF0000"/>
                </a:solidFill>
              </a:rPr>
              <a:t>＝Q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aseline="30000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14" name="Text Box 42">
            <a:extLst>
              <a:ext uri="{FF2B5EF4-FFF2-40B4-BE49-F238E27FC236}">
                <a16:creationId xmlns:a16="http://schemas.microsoft.com/office/drawing/2014/main" id="{52DE5137-0408-47DA-8E78-C02670073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918" y="1777665"/>
            <a:ext cx="1681169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en-US" altLang="zh-CN" sz="2800" dirty="0">
                <a:solidFill>
                  <a:srgbClr val="FF0000"/>
                </a:solidFill>
              </a:rPr>
              <a:t>D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dirty="0">
                <a:solidFill>
                  <a:srgbClr val="FF0000"/>
                </a:solidFill>
              </a:rPr>
              <a:t>＝Q</a:t>
            </a:r>
            <a:r>
              <a:rPr kumimoji="0" lang="en-US" altLang="zh-CN" sz="2800" baseline="-25000" dirty="0">
                <a:solidFill>
                  <a:srgbClr val="FF0000"/>
                </a:solidFill>
              </a:rPr>
              <a:t>0</a:t>
            </a:r>
            <a:r>
              <a:rPr kumimoji="0" lang="en-US" altLang="zh-CN" sz="2800" baseline="30000" dirty="0">
                <a:solidFill>
                  <a:srgbClr val="FF0000"/>
                </a:solidFill>
              </a:rPr>
              <a:t>n</a:t>
            </a:r>
          </a:p>
        </p:txBody>
      </p:sp>
      <p:grpSp>
        <p:nvGrpSpPr>
          <p:cNvPr id="115" name="Group 112">
            <a:extLst>
              <a:ext uri="{FF2B5EF4-FFF2-40B4-BE49-F238E27FC236}">
                <a16:creationId xmlns:a16="http://schemas.microsoft.com/office/drawing/2014/main" id="{0E92B054-9B4A-46C2-894F-005D0531CE26}"/>
              </a:ext>
            </a:extLst>
          </p:cNvPr>
          <p:cNvGrpSpPr>
            <a:grpSpLocks/>
          </p:cNvGrpSpPr>
          <p:nvPr/>
        </p:nvGrpSpPr>
        <p:grpSpPr bwMode="auto">
          <a:xfrm>
            <a:off x="3463286" y="2455358"/>
            <a:ext cx="5165725" cy="379101"/>
            <a:chOff x="395" y="3069"/>
            <a:chExt cx="3254" cy="333"/>
          </a:xfrm>
        </p:grpSpPr>
        <p:sp>
          <p:nvSpPr>
            <p:cNvPr id="116" name="Text Box 106">
              <a:extLst>
                <a:ext uri="{FF2B5EF4-FFF2-40B4-BE49-F238E27FC236}">
                  <a16:creationId xmlns:a16="http://schemas.microsoft.com/office/drawing/2014/main" id="{7D67B4E8-3B78-4F96-BC36-7AC35EAAC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" y="3072"/>
              <a:ext cx="325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=(Q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117" name="Line 107">
              <a:extLst>
                <a:ext uri="{FF2B5EF4-FFF2-40B4-BE49-F238E27FC236}">
                  <a16:creationId xmlns:a16="http://schemas.microsoft.com/office/drawing/2014/main" id="{C1E6C7F1-6F32-40FD-82B1-6682AB08A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141"/>
              <a:ext cx="29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8" name="Line 108">
              <a:extLst>
                <a:ext uri="{FF2B5EF4-FFF2-40B4-BE49-F238E27FC236}">
                  <a16:creationId xmlns:a16="http://schemas.microsoft.com/office/drawing/2014/main" id="{FC4DC4D5-D07A-4029-9492-23CB4F1AC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" y="3069"/>
              <a:ext cx="651" cy="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" name="Line 109">
              <a:extLst>
                <a:ext uri="{FF2B5EF4-FFF2-40B4-BE49-F238E27FC236}">
                  <a16:creationId xmlns:a16="http://schemas.microsoft.com/office/drawing/2014/main" id="{B2FA945F-DBE0-4FCF-B583-0FA9AC13D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5" y="3141"/>
              <a:ext cx="2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0" name="Line 110">
              <a:extLst>
                <a:ext uri="{FF2B5EF4-FFF2-40B4-BE49-F238E27FC236}">
                  <a16:creationId xmlns:a16="http://schemas.microsoft.com/office/drawing/2014/main" id="{FF6143A1-3B61-4BCC-824F-E69236A9F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1" y="3141"/>
              <a:ext cx="27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Line 111">
              <a:extLst>
                <a:ext uri="{FF2B5EF4-FFF2-40B4-BE49-F238E27FC236}">
                  <a16:creationId xmlns:a16="http://schemas.microsoft.com/office/drawing/2014/main" id="{30003813-150E-4EA2-856E-7DAFA5AEE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3" y="3141"/>
              <a:ext cx="2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811442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 autoUpdateAnimBg="0"/>
      <p:bldP spid="106" grpId="0" animBg="1"/>
      <p:bldP spid="87" grpId="0" autoUpdateAnimBg="0"/>
      <p:bldP spid="107" grpId="0" autoUpdateAnimBg="0"/>
      <p:bldP spid="111" grpId="0" autoUpdateAnimBg="0"/>
      <p:bldP spid="112" grpId="0" autoUpdateAnimBg="0"/>
      <p:bldP spid="113" grpId="0"/>
      <p:bldP spid="1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3】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分析下面电路的逻辑功能</a:t>
            </a:r>
          </a:p>
        </p:txBody>
      </p:sp>
      <p:sp>
        <p:nvSpPr>
          <p:cNvPr id="68" name="Text Box 43">
            <a:extLst>
              <a:ext uri="{FF2B5EF4-FFF2-40B4-BE49-F238E27FC236}">
                <a16:creationId xmlns:a16="http://schemas.microsoft.com/office/drawing/2014/main" id="{C4FB4D5A-9900-4104-9A7E-4DB07CAD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83" y="3780390"/>
            <a:ext cx="21765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）列方程</a:t>
            </a:r>
          </a:p>
        </p:txBody>
      </p:sp>
      <p:sp>
        <p:nvSpPr>
          <p:cNvPr id="69" name="Text Box 39">
            <a:extLst>
              <a:ext uri="{FF2B5EF4-FFF2-40B4-BE49-F238E27FC236}">
                <a16:creationId xmlns:a16="http://schemas.microsoft.com/office/drawing/2014/main" id="{ECF1F874-C2FD-4A83-8405-AAD66B218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739" y="4404410"/>
            <a:ext cx="19859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输出方程：</a:t>
            </a:r>
          </a:p>
        </p:txBody>
      </p:sp>
      <p:sp>
        <p:nvSpPr>
          <p:cNvPr id="70" name="Text Box 41">
            <a:extLst>
              <a:ext uri="{FF2B5EF4-FFF2-40B4-BE49-F238E27FC236}">
                <a16:creationId xmlns:a16="http://schemas.microsoft.com/office/drawing/2014/main" id="{BBA89BEA-4F7E-4CB8-B026-7512EC7F9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516" y="5098433"/>
            <a:ext cx="1985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驱动方程：</a:t>
            </a:r>
          </a:p>
        </p:txBody>
      </p:sp>
      <p:sp>
        <p:nvSpPr>
          <p:cNvPr id="74" name="Text Box 58">
            <a:extLst>
              <a:ext uri="{FF2B5EF4-FFF2-40B4-BE49-F238E27FC236}">
                <a16:creationId xmlns:a16="http://schemas.microsoft.com/office/drawing/2014/main" id="{76DC86CA-B67A-4685-BFD0-62C0F7039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79" y="6302189"/>
            <a:ext cx="1985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状态方程：</a:t>
            </a:r>
          </a:p>
        </p:txBody>
      </p:sp>
      <p:grpSp>
        <p:nvGrpSpPr>
          <p:cNvPr id="88" name="Group 97">
            <a:extLst>
              <a:ext uri="{FF2B5EF4-FFF2-40B4-BE49-F238E27FC236}">
                <a16:creationId xmlns:a16="http://schemas.microsoft.com/office/drawing/2014/main" id="{7C7F8AC2-848A-475C-BCD5-5CB699015C83}"/>
              </a:ext>
            </a:extLst>
          </p:cNvPr>
          <p:cNvGrpSpPr>
            <a:grpSpLocks/>
          </p:cNvGrpSpPr>
          <p:nvPr/>
        </p:nvGrpSpPr>
        <p:grpSpPr bwMode="auto">
          <a:xfrm>
            <a:off x="287338" y="768350"/>
            <a:ext cx="8694737" cy="3144838"/>
            <a:chOff x="181" y="484"/>
            <a:chExt cx="5477" cy="1981"/>
          </a:xfrm>
        </p:grpSpPr>
        <p:grpSp>
          <p:nvGrpSpPr>
            <p:cNvPr id="89" name="Group 92">
              <a:extLst>
                <a:ext uri="{FF2B5EF4-FFF2-40B4-BE49-F238E27FC236}">
                  <a16:creationId xmlns:a16="http://schemas.microsoft.com/office/drawing/2014/main" id="{49A44DBD-9E8D-42BB-95C4-D5E1C98EB1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" y="484"/>
              <a:ext cx="5477" cy="1981"/>
              <a:chOff x="181" y="484"/>
              <a:chExt cx="5477" cy="1981"/>
            </a:xfrm>
          </p:grpSpPr>
          <p:sp>
            <p:nvSpPr>
              <p:cNvPr id="94" name="Rectangle 5">
                <a:extLst>
                  <a:ext uri="{FF2B5EF4-FFF2-40B4-BE49-F238E27FC236}">
                    <a16:creationId xmlns:a16="http://schemas.microsoft.com/office/drawing/2014/main" id="{36156225-F4BD-40C7-987C-4A2EDDC86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1254"/>
                <a:ext cx="496" cy="68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5" name="AutoShape 7">
                <a:extLst>
                  <a:ext uri="{FF2B5EF4-FFF2-40B4-BE49-F238E27FC236}">
                    <a16:creationId xmlns:a16="http://schemas.microsoft.com/office/drawing/2014/main" id="{7D0B6F12-9DF0-42EC-B369-ECF72CEEA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170" y="1524"/>
                <a:ext cx="143" cy="12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6" name="Oval 8">
                <a:extLst>
                  <a:ext uri="{FF2B5EF4-FFF2-40B4-BE49-F238E27FC236}">
                    <a16:creationId xmlns:a16="http://schemas.microsoft.com/office/drawing/2014/main" id="{0DEE29D1-7046-4D1F-95D7-A2CC07098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9" y="1761"/>
                <a:ext cx="67" cy="67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" name="Text Box 9">
                <a:extLst>
                  <a:ext uri="{FF2B5EF4-FFF2-40B4-BE49-F238E27FC236}">
                    <a16:creationId xmlns:a16="http://schemas.microsoft.com/office/drawing/2014/main" id="{3557C0C4-5B4A-4D17-88D0-A237B77A27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8" y="1219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98" name="Text Box 10">
                <a:extLst>
                  <a:ext uri="{FF2B5EF4-FFF2-40B4-BE49-F238E27FC236}">
                    <a16:creationId xmlns:a16="http://schemas.microsoft.com/office/drawing/2014/main" id="{B5713B69-2D17-452C-B56D-A70269FB3B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6" y="1117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grpSp>
            <p:nvGrpSpPr>
              <p:cNvPr id="99" name="Group 13">
                <a:extLst>
                  <a:ext uri="{FF2B5EF4-FFF2-40B4-BE49-F238E27FC236}">
                    <a16:creationId xmlns:a16="http://schemas.microsoft.com/office/drawing/2014/main" id="{6D6F77C2-9E15-4545-8867-AE1C72A2E7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7" y="1524"/>
                <a:ext cx="407" cy="288"/>
                <a:chOff x="1615" y="2688"/>
                <a:chExt cx="407" cy="288"/>
              </a:xfrm>
            </p:grpSpPr>
            <p:sp>
              <p:nvSpPr>
                <p:cNvPr id="154" name="Text Box 11">
                  <a:extLst>
                    <a:ext uri="{FF2B5EF4-FFF2-40B4-BE49-F238E27FC236}">
                      <a16:creationId xmlns:a16="http://schemas.microsoft.com/office/drawing/2014/main" id="{B448B352-8F01-48A5-B834-F30E809549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15" y="2688"/>
                  <a:ext cx="40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55" name="Line 12">
                  <a:extLst>
                    <a:ext uri="{FF2B5EF4-FFF2-40B4-BE49-F238E27FC236}">
                      <a16:creationId xmlns:a16="http://schemas.microsoft.com/office/drawing/2014/main" id="{8FD14027-B670-4B4B-9FDC-ACC74846F6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0" y="2733"/>
                  <a:ext cx="147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00" name="Text Box 14">
                <a:extLst>
                  <a:ext uri="{FF2B5EF4-FFF2-40B4-BE49-F238E27FC236}">
                    <a16:creationId xmlns:a16="http://schemas.microsoft.com/office/drawing/2014/main" id="{97964B74-DC8B-4A98-9259-52E521B77A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3" y="1456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1" name="Rectangle 17">
                <a:extLst>
                  <a:ext uri="{FF2B5EF4-FFF2-40B4-BE49-F238E27FC236}">
                    <a16:creationId xmlns:a16="http://schemas.microsoft.com/office/drawing/2014/main" id="{B2210BC0-BF7F-45AE-80E9-0105E0EDCD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244"/>
                <a:ext cx="496" cy="68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2" name="AutoShape 18">
                <a:extLst>
                  <a:ext uri="{FF2B5EF4-FFF2-40B4-BE49-F238E27FC236}">
                    <a16:creationId xmlns:a16="http://schemas.microsoft.com/office/drawing/2014/main" id="{9E5DAD10-AF61-4656-A9CB-3123E19322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62" y="1514"/>
                <a:ext cx="143" cy="12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" name="Oval 19">
                <a:extLst>
                  <a:ext uri="{FF2B5EF4-FFF2-40B4-BE49-F238E27FC236}">
                    <a16:creationId xmlns:a16="http://schemas.microsoft.com/office/drawing/2014/main" id="{145EF608-2690-481A-AC09-F1B246F962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" y="1751"/>
                <a:ext cx="67" cy="67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" name="Text Box 20">
                <a:extLst>
                  <a:ext uri="{FF2B5EF4-FFF2-40B4-BE49-F238E27FC236}">
                    <a16:creationId xmlns:a16="http://schemas.microsoft.com/office/drawing/2014/main" id="{16A12989-07F5-4934-B08F-37C2F1FB8E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0" y="1209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5" name="Text Box 21">
                <a:extLst>
                  <a:ext uri="{FF2B5EF4-FFF2-40B4-BE49-F238E27FC236}">
                    <a16:creationId xmlns:a16="http://schemas.microsoft.com/office/drawing/2014/main" id="{CDDF681A-6F01-47F3-B5EB-9FDABB7199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0" y="1074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grpSp>
            <p:nvGrpSpPr>
              <p:cNvPr id="106" name="Group 22">
                <a:extLst>
                  <a:ext uri="{FF2B5EF4-FFF2-40B4-BE49-F238E27FC236}">
                    <a16:creationId xmlns:a16="http://schemas.microsoft.com/office/drawing/2014/main" id="{CD857594-53D3-4E4C-A1FC-001F33B2D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1" y="1522"/>
                <a:ext cx="407" cy="288"/>
                <a:chOff x="1615" y="2688"/>
                <a:chExt cx="407" cy="288"/>
              </a:xfrm>
            </p:grpSpPr>
            <p:sp>
              <p:nvSpPr>
                <p:cNvPr id="152" name="Text Box 23">
                  <a:extLst>
                    <a:ext uri="{FF2B5EF4-FFF2-40B4-BE49-F238E27FC236}">
                      <a16:creationId xmlns:a16="http://schemas.microsoft.com/office/drawing/2014/main" id="{CBA12E0D-2374-40EE-BFED-6F28B3753A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15" y="2688"/>
                  <a:ext cx="40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53" name="Line 24">
                  <a:extLst>
                    <a:ext uri="{FF2B5EF4-FFF2-40B4-BE49-F238E27FC236}">
                      <a16:creationId xmlns:a16="http://schemas.microsoft.com/office/drawing/2014/main" id="{7E4205C2-BB2D-4FE4-BB8B-AB23F724C9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0" y="2733"/>
                  <a:ext cx="147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07" name="Text Box 25">
                <a:extLst>
                  <a:ext uri="{FF2B5EF4-FFF2-40B4-BE49-F238E27FC236}">
                    <a16:creationId xmlns:a16="http://schemas.microsoft.com/office/drawing/2014/main" id="{A43E1483-748F-4046-90C6-A194C107AF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75" y="1446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08" name="Group 28">
                <a:extLst>
                  <a:ext uri="{FF2B5EF4-FFF2-40B4-BE49-F238E27FC236}">
                    <a16:creationId xmlns:a16="http://schemas.microsoft.com/office/drawing/2014/main" id="{D28E656A-7AD4-4C1C-963E-22E98685A7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43" y="1254"/>
                <a:ext cx="430" cy="395"/>
                <a:chOff x="1525" y="3117"/>
                <a:chExt cx="430" cy="395"/>
              </a:xfrm>
            </p:grpSpPr>
            <p:sp>
              <p:nvSpPr>
                <p:cNvPr id="150" name="Rectangle 26">
                  <a:extLst>
                    <a:ext uri="{FF2B5EF4-FFF2-40B4-BE49-F238E27FC236}">
                      <a16:creationId xmlns:a16="http://schemas.microsoft.com/office/drawing/2014/main" id="{3FDADCD4-0798-4F35-B2B4-80785E10CF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9" y="3174"/>
                  <a:ext cx="237" cy="338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51" name="Text Box 27">
                  <a:extLst>
                    <a:ext uri="{FF2B5EF4-FFF2-40B4-BE49-F238E27FC236}">
                      <a16:creationId xmlns:a16="http://schemas.microsoft.com/office/drawing/2014/main" id="{BFE450AD-9CC2-4B79-9704-EA74E35503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25" y="3117"/>
                  <a:ext cx="430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=1</a:t>
                  </a:r>
                </a:p>
              </p:txBody>
            </p:sp>
          </p:grpSp>
          <p:sp>
            <p:nvSpPr>
              <p:cNvPr id="109" name="Line 30">
                <a:extLst>
                  <a:ext uri="{FF2B5EF4-FFF2-40B4-BE49-F238E27FC236}">
                    <a16:creationId xmlns:a16="http://schemas.microsoft.com/office/drawing/2014/main" id="{0467C2BA-27C8-4DD9-BD5F-789B6294E7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9" y="1411"/>
                <a:ext cx="3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10" name="Group 31">
                <a:extLst>
                  <a:ext uri="{FF2B5EF4-FFF2-40B4-BE49-F238E27FC236}">
                    <a16:creationId xmlns:a16="http://schemas.microsoft.com/office/drawing/2014/main" id="{1C4AA5CA-6DA8-4B9E-A74D-DAD52FCF92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9" y="1173"/>
                <a:ext cx="430" cy="395"/>
                <a:chOff x="1525" y="3117"/>
                <a:chExt cx="430" cy="395"/>
              </a:xfrm>
            </p:grpSpPr>
            <p:sp>
              <p:nvSpPr>
                <p:cNvPr id="148" name="Rectangle 32">
                  <a:extLst>
                    <a:ext uri="{FF2B5EF4-FFF2-40B4-BE49-F238E27FC236}">
                      <a16:creationId xmlns:a16="http://schemas.microsoft.com/office/drawing/2014/main" id="{E8E4E254-1C0B-451A-A64B-4A8D17E92D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9" y="3174"/>
                  <a:ext cx="237" cy="338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" name="Text Box 33">
                  <a:extLst>
                    <a:ext uri="{FF2B5EF4-FFF2-40B4-BE49-F238E27FC236}">
                      <a16:creationId xmlns:a16="http://schemas.microsoft.com/office/drawing/2014/main" id="{8EE770E6-D298-468A-A008-6BF451D39E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25" y="3117"/>
                  <a:ext cx="430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=1</a:t>
                  </a:r>
                </a:p>
              </p:txBody>
            </p:sp>
          </p:grpSp>
          <p:sp>
            <p:nvSpPr>
              <p:cNvPr id="111" name="Line 34">
                <a:extLst>
                  <a:ext uri="{FF2B5EF4-FFF2-40B4-BE49-F238E27FC236}">
                    <a16:creationId xmlns:a16="http://schemas.microsoft.com/office/drawing/2014/main" id="{03AA59FB-7840-45EB-A6F9-36299B1DA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04" y="1445"/>
                <a:ext cx="237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" name="Line 35">
                <a:extLst>
                  <a:ext uri="{FF2B5EF4-FFF2-40B4-BE49-F238E27FC236}">
                    <a16:creationId xmlns:a16="http://schemas.microsoft.com/office/drawing/2014/main" id="{EFB5B05F-1869-4201-B413-D15A4E8EC6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0" y="1366"/>
                <a:ext cx="27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13" name="Group 38">
                <a:extLst>
                  <a:ext uri="{FF2B5EF4-FFF2-40B4-BE49-F238E27FC236}">
                    <a16:creationId xmlns:a16="http://schemas.microsoft.com/office/drawing/2014/main" id="{5B0D9A2A-E930-4C26-B0E0-108365DADA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" y="709"/>
                <a:ext cx="281" cy="317"/>
                <a:chOff x="1096" y="3162"/>
                <a:chExt cx="281" cy="317"/>
              </a:xfrm>
            </p:grpSpPr>
            <p:sp>
              <p:nvSpPr>
                <p:cNvPr id="146" name="Rectangle 36">
                  <a:extLst>
                    <a:ext uri="{FF2B5EF4-FFF2-40B4-BE49-F238E27FC236}">
                      <a16:creationId xmlns:a16="http://schemas.microsoft.com/office/drawing/2014/main" id="{F7CC9D6F-B540-4264-9FEB-6B33431BFE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96" y="3162"/>
                  <a:ext cx="203" cy="317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" name="Oval 37">
                  <a:extLst>
                    <a:ext uri="{FF2B5EF4-FFF2-40B4-BE49-F238E27FC236}">
                      <a16:creationId xmlns:a16="http://schemas.microsoft.com/office/drawing/2014/main" id="{90E0C0FA-3D8F-4350-AC3D-54B2CD8881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9" y="3274"/>
                  <a:ext cx="68" cy="68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4" name="Group 39">
                <a:extLst>
                  <a:ext uri="{FF2B5EF4-FFF2-40B4-BE49-F238E27FC236}">
                    <a16:creationId xmlns:a16="http://schemas.microsoft.com/office/drawing/2014/main" id="{36BAD44D-3B91-4215-B1C1-1C5B151533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34" y="783"/>
                <a:ext cx="281" cy="317"/>
                <a:chOff x="1096" y="3162"/>
                <a:chExt cx="281" cy="317"/>
              </a:xfrm>
            </p:grpSpPr>
            <p:sp>
              <p:nvSpPr>
                <p:cNvPr id="144" name="Rectangle 40">
                  <a:extLst>
                    <a:ext uri="{FF2B5EF4-FFF2-40B4-BE49-F238E27FC236}">
                      <a16:creationId xmlns:a16="http://schemas.microsoft.com/office/drawing/2014/main" id="{EFF2C8B2-1815-40DE-8D6A-AC4B897EC0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96" y="3162"/>
                  <a:ext cx="203" cy="317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5" name="Oval 41">
                  <a:extLst>
                    <a:ext uri="{FF2B5EF4-FFF2-40B4-BE49-F238E27FC236}">
                      <a16:creationId xmlns:a16="http://schemas.microsoft.com/office/drawing/2014/main" id="{F7C61096-705E-4125-8674-3E407A5435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9" y="3274"/>
                  <a:ext cx="68" cy="68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5" name="Group 42">
                <a:extLst>
                  <a:ext uri="{FF2B5EF4-FFF2-40B4-BE49-F238E27FC236}">
                    <a16:creationId xmlns:a16="http://schemas.microsoft.com/office/drawing/2014/main" id="{5B62CE61-175C-4327-9EBB-945F1F03E8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56" y="1963"/>
                <a:ext cx="281" cy="317"/>
                <a:chOff x="1096" y="3162"/>
                <a:chExt cx="281" cy="317"/>
              </a:xfrm>
            </p:grpSpPr>
            <p:sp>
              <p:nvSpPr>
                <p:cNvPr id="142" name="Rectangle 43">
                  <a:extLst>
                    <a:ext uri="{FF2B5EF4-FFF2-40B4-BE49-F238E27FC236}">
                      <a16:creationId xmlns:a16="http://schemas.microsoft.com/office/drawing/2014/main" id="{92C024ED-1358-4510-82FA-99B22E0E32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96" y="3162"/>
                  <a:ext cx="203" cy="317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3" name="Oval 44">
                  <a:extLst>
                    <a:ext uri="{FF2B5EF4-FFF2-40B4-BE49-F238E27FC236}">
                      <a16:creationId xmlns:a16="http://schemas.microsoft.com/office/drawing/2014/main" id="{42BEAF55-C4ED-4B90-9D38-16E47A1C4C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9" y="3274"/>
                  <a:ext cx="68" cy="68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6" name="Group 45">
                <a:extLst>
                  <a:ext uri="{FF2B5EF4-FFF2-40B4-BE49-F238E27FC236}">
                    <a16:creationId xmlns:a16="http://schemas.microsoft.com/office/drawing/2014/main" id="{2B433B4C-7302-488D-8C15-BA1A92416F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67" y="1399"/>
                <a:ext cx="281" cy="317"/>
                <a:chOff x="1096" y="3162"/>
                <a:chExt cx="281" cy="317"/>
              </a:xfrm>
            </p:grpSpPr>
            <p:sp>
              <p:nvSpPr>
                <p:cNvPr id="140" name="Rectangle 46">
                  <a:extLst>
                    <a:ext uri="{FF2B5EF4-FFF2-40B4-BE49-F238E27FC236}">
                      <a16:creationId xmlns:a16="http://schemas.microsoft.com/office/drawing/2014/main" id="{0F6D975F-4FD8-4C53-82EA-B406D29223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96" y="3162"/>
                  <a:ext cx="203" cy="317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1" name="Oval 47">
                  <a:extLst>
                    <a:ext uri="{FF2B5EF4-FFF2-40B4-BE49-F238E27FC236}">
                      <a16:creationId xmlns:a16="http://schemas.microsoft.com/office/drawing/2014/main" id="{923F3D5C-0567-4FE7-988E-F4DFFDF18B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9" y="3274"/>
                  <a:ext cx="68" cy="68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17" name="Line 48">
                <a:extLst>
                  <a:ext uri="{FF2B5EF4-FFF2-40B4-BE49-F238E27FC236}">
                    <a16:creationId xmlns:a16="http://schemas.microsoft.com/office/drawing/2014/main" id="{8D78990D-203B-4757-8B6A-1A1D1185A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9" y="858"/>
                <a:ext cx="308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8" name="Line 49">
                <a:extLst>
                  <a:ext uri="{FF2B5EF4-FFF2-40B4-BE49-F238E27FC236}">
                    <a16:creationId xmlns:a16="http://schemas.microsoft.com/office/drawing/2014/main" id="{F0054DE0-DE41-4A23-8E29-C1D85DA83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" y="847"/>
                <a:ext cx="42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9" name="Freeform 50">
                <a:extLst>
                  <a:ext uri="{FF2B5EF4-FFF2-40B4-BE49-F238E27FC236}">
                    <a16:creationId xmlns:a16="http://schemas.microsoft.com/office/drawing/2014/main" id="{6B400039-965E-4F30-BF40-73405E4965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" y="835"/>
                <a:ext cx="3535" cy="1390"/>
              </a:xfrm>
              <a:custGeom>
                <a:avLst/>
                <a:gdLst>
                  <a:gd name="T0" fmla="*/ 0 w 3535"/>
                  <a:gd name="T1" fmla="*/ 0 h 1356"/>
                  <a:gd name="T2" fmla="*/ 0 w 3535"/>
                  <a:gd name="T3" fmla="*/ 1498 h 1356"/>
                  <a:gd name="T4" fmla="*/ 3535 w 3535"/>
                  <a:gd name="T5" fmla="*/ 1498 h 13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35" h="1356">
                    <a:moveTo>
                      <a:pt x="0" y="0"/>
                    </a:moveTo>
                    <a:lnTo>
                      <a:pt x="0" y="1356"/>
                    </a:lnTo>
                    <a:lnTo>
                      <a:pt x="3535" y="1356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0" name="Freeform 51">
                <a:extLst>
                  <a:ext uri="{FF2B5EF4-FFF2-40B4-BE49-F238E27FC236}">
                    <a16:creationId xmlns:a16="http://schemas.microsoft.com/office/drawing/2014/main" id="{AEC03B2A-35F1-49E6-89D2-88603C736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7" y="926"/>
                <a:ext cx="328" cy="554"/>
              </a:xfrm>
              <a:custGeom>
                <a:avLst/>
                <a:gdLst>
                  <a:gd name="T0" fmla="*/ 0 w 328"/>
                  <a:gd name="T1" fmla="*/ 0 h 553"/>
                  <a:gd name="T2" fmla="*/ 170 w 328"/>
                  <a:gd name="T3" fmla="*/ 0 h 553"/>
                  <a:gd name="T4" fmla="*/ 170 w 328"/>
                  <a:gd name="T5" fmla="*/ 557 h 553"/>
                  <a:gd name="T6" fmla="*/ 328 w 328"/>
                  <a:gd name="T7" fmla="*/ 557 h 5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28" h="553">
                    <a:moveTo>
                      <a:pt x="0" y="0"/>
                    </a:moveTo>
                    <a:lnTo>
                      <a:pt x="170" y="0"/>
                    </a:lnTo>
                    <a:lnTo>
                      <a:pt x="170" y="553"/>
                    </a:lnTo>
                    <a:lnTo>
                      <a:pt x="328" y="553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" name="Freeform 52">
                <a:extLst>
                  <a:ext uri="{FF2B5EF4-FFF2-40B4-BE49-F238E27FC236}">
                    <a16:creationId xmlns:a16="http://schemas.microsoft.com/office/drawing/2014/main" id="{44D443BB-938C-4E48-AB60-8DE8B81F111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439" y="1626"/>
                <a:ext cx="328" cy="498"/>
              </a:xfrm>
              <a:custGeom>
                <a:avLst/>
                <a:gdLst>
                  <a:gd name="T0" fmla="*/ 0 w 328"/>
                  <a:gd name="T1" fmla="*/ 0 h 553"/>
                  <a:gd name="T2" fmla="*/ 170 w 328"/>
                  <a:gd name="T3" fmla="*/ 0 h 553"/>
                  <a:gd name="T4" fmla="*/ 170 w 328"/>
                  <a:gd name="T5" fmla="*/ 363 h 553"/>
                  <a:gd name="T6" fmla="*/ 328 w 328"/>
                  <a:gd name="T7" fmla="*/ 363 h 5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28" h="553">
                    <a:moveTo>
                      <a:pt x="0" y="0"/>
                    </a:moveTo>
                    <a:lnTo>
                      <a:pt x="170" y="0"/>
                    </a:lnTo>
                    <a:lnTo>
                      <a:pt x="170" y="553"/>
                    </a:lnTo>
                    <a:lnTo>
                      <a:pt x="328" y="553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" name="Line 53">
                <a:extLst>
                  <a:ext uri="{FF2B5EF4-FFF2-40B4-BE49-F238E27FC236}">
                    <a16:creationId xmlns:a16="http://schemas.microsoft.com/office/drawing/2014/main" id="{F852806B-58B0-4D9F-9670-86B881426C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60" y="1558"/>
                <a:ext cx="18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" name="Freeform 55">
                <a:extLst>
                  <a:ext uri="{FF2B5EF4-FFF2-40B4-BE49-F238E27FC236}">
                    <a16:creationId xmlns:a16="http://schemas.microsoft.com/office/drawing/2014/main" id="{BD3F91A2-93B1-4B87-942F-A5787C351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5" y="1524"/>
                <a:ext cx="102" cy="701"/>
              </a:xfrm>
              <a:custGeom>
                <a:avLst/>
                <a:gdLst>
                  <a:gd name="T0" fmla="*/ 102 w 102"/>
                  <a:gd name="T1" fmla="*/ 0 h 701"/>
                  <a:gd name="T2" fmla="*/ 0 w 102"/>
                  <a:gd name="T3" fmla="*/ 0 h 701"/>
                  <a:gd name="T4" fmla="*/ 0 w 102"/>
                  <a:gd name="T5" fmla="*/ 701 h 70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2" h="701">
                    <a:moveTo>
                      <a:pt x="102" y="0"/>
                    </a:moveTo>
                    <a:lnTo>
                      <a:pt x="0" y="0"/>
                    </a:lnTo>
                    <a:lnTo>
                      <a:pt x="0" y="701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Freeform 56">
                <a:extLst>
                  <a:ext uri="{FF2B5EF4-FFF2-40B4-BE49-F238E27FC236}">
                    <a16:creationId xmlns:a16="http://schemas.microsoft.com/office/drawing/2014/main" id="{07961FF9-F131-453C-8A81-2CD6EA28C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" y="1355"/>
                <a:ext cx="994" cy="768"/>
              </a:xfrm>
              <a:custGeom>
                <a:avLst/>
                <a:gdLst>
                  <a:gd name="T0" fmla="*/ 339 w 994"/>
                  <a:gd name="T1" fmla="*/ 0 h 734"/>
                  <a:gd name="T2" fmla="*/ 0 w 994"/>
                  <a:gd name="T3" fmla="*/ 0 h 734"/>
                  <a:gd name="T4" fmla="*/ 0 w 994"/>
                  <a:gd name="T5" fmla="*/ 880 h 734"/>
                  <a:gd name="T6" fmla="*/ 994 w 994"/>
                  <a:gd name="T7" fmla="*/ 880 h 734"/>
                  <a:gd name="T8" fmla="*/ 994 w 994"/>
                  <a:gd name="T9" fmla="*/ 542 h 734"/>
                  <a:gd name="T10" fmla="*/ 915 w 994"/>
                  <a:gd name="T11" fmla="*/ 542 h 7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94" h="734">
                    <a:moveTo>
                      <a:pt x="339" y="0"/>
                    </a:moveTo>
                    <a:lnTo>
                      <a:pt x="0" y="0"/>
                    </a:lnTo>
                    <a:lnTo>
                      <a:pt x="0" y="734"/>
                    </a:lnTo>
                    <a:lnTo>
                      <a:pt x="994" y="734"/>
                    </a:lnTo>
                    <a:lnTo>
                      <a:pt x="994" y="452"/>
                    </a:lnTo>
                    <a:lnTo>
                      <a:pt x="915" y="452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5" name="Line 57">
                <a:extLst>
                  <a:ext uri="{FF2B5EF4-FFF2-40B4-BE49-F238E27FC236}">
                    <a16:creationId xmlns:a16="http://schemas.microsoft.com/office/drawing/2014/main" id="{5B4DDB1D-D846-40FD-9418-4F6673F48A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0" y="2122"/>
                <a:ext cx="231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" name="Freeform 58">
                <a:extLst>
                  <a:ext uri="{FF2B5EF4-FFF2-40B4-BE49-F238E27FC236}">
                    <a16:creationId xmlns:a16="http://schemas.microsoft.com/office/drawing/2014/main" id="{801C60D5-3F70-4939-BD11-F5BE830D7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8" y="1795"/>
                <a:ext cx="508" cy="226"/>
              </a:xfrm>
              <a:custGeom>
                <a:avLst/>
                <a:gdLst>
                  <a:gd name="T0" fmla="*/ 0 w 508"/>
                  <a:gd name="T1" fmla="*/ 0 h 215"/>
                  <a:gd name="T2" fmla="*/ 158 w 508"/>
                  <a:gd name="T3" fmla="*/ 0 h 215"/>
                  <a:gd name="T4" fmla="*/ 158 w 508"/>
                  <a:gd name="T5" fmla="*/ 263 h 215"/>
                  <a:gd name="T6" fmla="*/ 508 w 508"/>
                  <a:gd name="T7" fmla="*/ 263 h 2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08" h="215">
                    <a:moveTo>
                      <a:pt x="0" y="0"/>
                    </a:moveTo>
                    <a:lnTo>
                      <a:pt x="158" y="0"/>
                    </a:lnTo>
                    <a:lnTo>
                      <a:pt x="158" y="215"/>
                    </a:lnTo>
                    <a:lnTo>
                      <a:pt x="508" y="215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7" name="Freeform 59">
                <a:extLst>
                  <a:ext uri="{FF2B5EF4-FFF2-40B4-BE49-F238E27FC236}">
                    <a16:creationId xmlns:a16="http://schemas.microsoft.com/office/drawing/2014/main" id="{61D4C7FF-13DD-4C4E-BAEA-47F66029EE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5" y="937"/>
                <a:ext cx="2169" cy="474"/>
              </a:xfrm>
              <a:custGeom>
                <a:avLst/>
                <a:gdLst>
                  <a:gd name="T0" fmla="*/ 0 w 2169"/>
                  <a:gd name="T1" fmla="*/ 474 h 474"/>
                  <a:gd name="T2" fmla="*/ 0 w 2169"/>
                  <a:gd name="T3" fmla="*/ 0 h 474"/>
                  <a:gd name="T4" fmla="*/ 2169 w 2169"/>
                  <a:gd name="T5" fmla="*/ 0 h 4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9" h="474">
                    <a:moveTo>
                      <a:pt x="0" y="474"/>
                    </a:moveTo>
                    <a:lnTo>
                      <a:pt x="0" y="0"/>
                    </a:lnTo>
                    <a:lnTo>
                      <a:pt x="2169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8" name="Freeform 60">
                <a:extLst>
                  <a:ext uri="{FF2B5EF4-FFF2-40B4-BE49-F238E27FC236}">
                    <a16:creationId xmlns:a16="http://schemas.microsoft.com/office/drawing/2014/main" id="{2C2DF840-0531-4F73-8AC9-AC30A43F9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1016"/>
                <a:ext cx="565" cy="350"/>
              </a:xfrm>
              <a:custGeom>
                <a:avLst/>
                <a:gdLst>
                  <a:gd name="T0" fmla="*/ 0 w 565"/>
                  <a:gd name="T1" fmla="*/ 339 h 350"/>
                  <a:gd name="T2" fmla="*/ 373 w 565"/>
                  <a:gd name="T3" fmla="*/ 350 h 350"/>
                  <a:gd name="T4" fmla="*/ 373 w 565"/>
                  <a:gd name="T5" fmla="*/ 0 h 350"/>
                  <a:gd name="T6" fmla="*/ 565 w 565"/>
                  <a:gd name="T7" fmla="*/ 0 h 3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65" h="350">
                    <a:moveTo>
                      <a:pt x="0" y="339"/>
                    </a:moveTo>
                    <a:lnTo>
                      <a:pt x="373" y="350"/>
                    </a:lnTo>
                    <a:lnTo>
                      <a:pt x="373" y="0"/>
                    </a:lnTo>
                    <a:lnTo>
                      <a:pt x="565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9" name="Freeform 61">
                <a:extLst>
                  <a:ext uri="{FF2B5EF4-FFF2-40B4-BE49-F238E27FC236}">
                    <a16:creationId xmlns:a16="http://schemas.microsoft.com/office/drawing/2014/main" id="{A4DFECE0-B99A-4908-B4BE-C8ECAF9FAD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7" y="1016"/>
                <a:ext cx="1525" cy="294"/>
              </a:xfrm>
              <a:custGeom>
                <a:avLst/>
                <a:gdLst>
                  <a:gd name="T0" fmla="*/ 1525 w 1525"/>
                  <a:gd name="T1" fmla="*/ 0 h 294"/>
                  <a:gd name="T2" fmla="*/ 0 w 1525"/>
                  <a:gd name="T3" fmla="*/ 0 h 294"/>
                  <a:gd name="T4" fmla="*/ 0 w 1525"/>
                  <a:gd name="T5" fmla="*/ 294 h 294"/>
                  <a:gd name="T6" fmla="*/ 124 w 1525"/>
                  <a:gd name="T7" fmla="*/ 294 h 29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25" h="294">
                    <a:moveTo>
                      <a:pt x="1525" y="0"/>
                    </a:moveTo>
                    <a:lnTo>
                      <a:pt x="0" y="0"/>
                    </a:lnTo>
                    <a:lnTo>
                      <a:pt x="0" y="294"/>
                    </a:lnTo>
                    <a:lnTo>
                      <a:pt x="124" y="294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0" name="Freeform 62">
                <a:extLst>
                  <a:ext uri="{FF2B5EF4-FFF2-40B4-BE49-F238E27FC236}">
                    <a16:creationId xmlns:a16="http://schemas.microsoft.com/office/drawing/2014/main" id="{B16FD4AF-86D5-4523-A851-3BC388E0D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" y="1581"/>
                <a:ext cx="2722" cy="745"/>
              </a:xfrm>
              <a:custGeom>
                <a:avLst/>
                <a:gdLst>
                  <a:gd name="T0" fmla="*/ 2722 w 2722"/>
                  <a:gd name="T1" fmla="*/ 0 h 745"/>
                  <a:gd name="T2" fmla="*/ 2575 w 2722"/>
                  <a:gd name="T3" fmla="*/ 0 h 745"/>
                  <a:gd name="T4" fmla="*/ 2575 w 2722"/>
                  <a:gd name="T5" fmla="*/ 745 h 745"/>
                  <a:gd name="T6" fmla="*/ 0 w 2722"/>
                  <a:gd name="T7" fmla="*/ 745 h 74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22" h="745">
                    <a:moveTo>
                      <a:pt x="2722" y="0"/>
                    </a:moveTo>
                    <a:lnTo>
                      <a:pt x="2575" y="0"/>
                    </a:lnTo>
                    <a:lnTo>
                      <a:pt x="2575" y="745"/>
                    </a:lnTo>
                    <a:lnTo>
                      <a:pt x="0" y="745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1" name="Freeform 63">
                <a:extLst>
                  <a:ext uri="{FF2B5EF4-FFF2-40B4-BE49-F238E27FC236}">
                    <a16:creationId xmlns:a16="http://schemas.microsoft.com/office/drawing/2014/main" id="{D26B29DD-A027-464D-945B-384F880D2B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6" y="1592"/>
                <a:ext cx="159" cy="734"/>
              </a:xfrm>
              <a:custGeom>
                <a:avLst/>
                <a:gdLst>
                  <a:gd name="T0" fmla="*/ 159 w 159"/>
                  <a:gd name="T1" fmla="*/ 0 h 734"/>
                  <a:gd name="T2" fmla="*/ 0 w 159"/>
                  <a:gd name="T3" fmla="*/ 0 h 734"/>
                  <a:gd name="T4" fmla="*/ 0 w 159"/>
                  <a:gd name="T5" fmla="*/ 734 h 7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9" h="734">
                    <a:moveTo>
                      <a:pt x="159" y="0"/>
                    </a:moveTo>
                    <a:lnTo>
                      <a:pt x="0" y="0"/>
                    </a:lnTo>
                    <a:lnTo>
                      <a:pt x="0" y="734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2" name="Text Box 64">
                <a:extLst>
                  <a:ext uri="{FF2B5EF4-FFF2-40B4-BE49-F238E27FC236}">
                    <a16:creationId xmlns:a16="http://schemas.microsoft.com/office/drawing/2014/main" id="{2C2FC219-8C82-49FF-A28C-5E6EE8E110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" y="542"/>
                <a:ext cx="429" cy="327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133" name="Text Box 65">
                <a:extLst>
                  <a:ext uri="{FF2B5EF4-FFF2-40B4-BE49-F238E27FC236}">
                    <a16:creationId xmlns:a16="http://schemas.microsoft.com/office/drawing/2014/main" id="{BC11EEA2-DC2F-41F0-8904-B40C1C707E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" y="1999"/>
                <a:ext cx="429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</a:t>
                </a:r>
              </a:p>
            </p:txBody>
          </p:sp>
          <p:sp>
            <p:nvSpPr>
              <p:cNvPr id="134" name="Text Box 66">
                <a:extLst>
                  <a:ext uri="{FF2B5EF4-FFF2-40B4-BE49-F238E27FC236}">
                    <a16:creationId xmlns:a16="http://schemas.microsoft.com/office/drawing/2014/main" id="{246537AA-B752-4904-9695-E455976FD3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9" y="1333"/>
                <a:ext cx="429" cy="327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Y</a:t>
                </a:r>
              </a:p>
            </p:txBody>
          </p:sp>
          <p:sp>
            <p:nvSpPr>
              <p:cNvPr id="135" name="Text Box 67">
                <a:extLst>
                  <a:ext uri="{FF2B5EF4-FFF2-40B4-BE49-F238E27FC236}">
                    <a16:creationId xmlns:a16="http://schemas.microsoft.com/office/drawing/2014/main" id="{1E9A621B-DA83-4BED-8D1A-E25206EA4A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9" y="484"/>
                <a:ext cx="418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136" name="Text Box 68">
                <a:extLst>
                  <a:ext uri="{FF2B5EF4-FFF2-40B4-BE49-F238E27FC236}">
                    <a16:creationId xmlns:a16="http://schemas.microsoft.com/office/drawing/2014/main" id="{D597B10B-9529-446B-84E4-FE48E02A8E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39" y="645"/>
                <a:ext cx="418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137" name="Text Box 69">
                <a:extLst>
                  <a:ext uri="{FF2B5EF4-FFF2-40B4-BE49-F238E27FC236}">
                    <a16:creationId xmlns:a16="http://schemas.microsoft.com/office/drawing/2014/main" id="{9F3957E7-7C85-4AC1-B8F2-5206EB6B29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2" y="1031"/>
                <a:ext cx="418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138" name="Text Box 70">
                <a:extLst>
                  <a:ext uri="{FF2B5EF4-FFF2-40B4-BE49-F238E27FC236}">
                    <a16:creationId xmlns:a16="http://schemas.microsoft.com/office/drawing/2014/main" id="{018C70FD-A2E3-4798-B062-27DFD01EE3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5" y="1742"/>
                <a:ext cx="418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139" name="Text Box 71">
                <a:extLst>
                  <a:ext uri="{FF2B5EF4-FFF2-40B4-BE49-F238E27FC236}">
                    <a16:creationId xmlns:a16="http://schemas.microsoft.com/office/drawing/2014/main" id="{43CE75D8-68AF-40C0-8544-575E70DECF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9" y="1946"/>
                <a:ext cx="418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</p:grpSp>
        <p:sp>
          <p:nvSpPr>
            <p:cNvPr id="90" name="Text Box 93">
              <a:extLst>
                <a:ext uri="{FF2B5EF4-FFF2-40B4-BE49-F238E27FC236}">
                  <a16:creationId xmlns:a16="http://schemas.microsoft.com/office/drawing/2014/main" id="{23DA4616-55D9-49A2-8E32-ADD2AF2E8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8" y="761"/>
              <a:ext cx="262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91" name="Text Box 94">
              <a:extLst>
                <a:ext uri="{FF2B5EF4-FFF2-40B4-BE49-F238E27FC236}">
                  <a16:creationId xmlns:a16="http://schemas.microsoft.com/office/drawing/2014/main" id="{953F9655-F4B7-4642-9E16-CD10E77424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" y="685"/>
              <a:ext cx="196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92" name="Text Box 95">
              <a:extLst>
                <a:ext uri="{FF2B5EF4-FFF2-40B4-BE49-F238E27FC236}">
                  <a16:creationId xmlns:a16="http://schemas.microsoft.com/office/drawing/2014/main" id="{4E28977C-9DE6-416C-987D-079305CAE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9" y="1945"/>
              <a:ext cx="262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93" name="Text Box 96">
              <a:extLst>
                <a:ext uri="{FF2B5EF4-FFF2-40B4-BE49-F238E27FC236}">
                  <a16:creationId xmlns:a16="http://schemas.microsoft.com/office/drawing/2014/main" id="{7E89B7D3-427E-41C9-A6D4-95E41E8F83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0" y="1380"/>
              <a:ext cx="262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35925" y="4266427"/>
                <a:ext cx="7153732" cy="6805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 xmlns:m="http://schemas.openxmlformats.org/officeDocument/2006/math">
                    <m:r>
                      <a:rPr kumimoji="1" lang="en-US" altLang="zh-CN" sz="2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𝒀</m:t>
                    </m:r>
                    <m:r>
                      <a:rPr kumimoji="1" lang="en-US" altLang="zh-CN" sz="2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2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</m:acc>
                            <m:sSubSup>
                              <m:sSubSupPr>
                                <m:ctrlP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e>
                            </m:acc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e>
                            </m:acc>
                          </m:e>
                        </m:acc>
                      </m:e>
                    </m:acc>
                    <m:r>
                      <a:rPr kumimoji="1" lang="en-US" altLang="zh-CN" sz="2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sSubSup>
                      <m:sSubSupPr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  <m:sSubSup>
                      <m:sSubSupPr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p>
                        </m:sSubSup>
                      </m:e>
                    </m:acc>
                    <m:r>
                      <a:rPr lang="en-US" altLang="zh-C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p>
                        </m:sSubSup>
                      </m:e>
                    </m:acc>
                  </m:oMath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72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5925" y="4266427"/>
                <a:ext cx="7153732" cy="680507"/>
              </a:xfrm>
              <a:prstGeom prst="rect">
                <a:avLst/>
              </a:prstGeom>
              <a:blipFill rotWithShape="0">
                <a:blip r:embed="rId2"/>
                <a:stretch>
                  <a:fillRect b="-223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1845" y="5046634"/>
                <a:ext cx="322026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</m:t>
                      </m:r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𝑨</m:t>
                      </m:r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73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1845" y="5046634"/>
                <a:ext cx="3220267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4117" y="5581178"/>
                <a:ext cx="3220267" cy="5658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74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4117" y="5581178"/>
                <a:ext cx="3220267" cy="56586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389" y="6265836"/>
                <a:ext cx="3220267" cy="5329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</m:t>
                      </m:r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75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6389" y="6265836"/>
                <a:ext cx="3220267" cy="53296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42364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8" grpId="0" autoUpdateAnimBg="0"/>
      <p:bldP spid="69" grpId="0" autoUpdateAnimBg="0"/>
      <p:bldP spid="70" grpId="0" autoUpdateAnimBg="0"/>
      <p:bldP spid="74" grpId="0" autoUpdateAnimBg="0"/>
      <p:bldP spid="172" grpId="0" autoUpdateAnimBg="0"/>
      <p:bldP spid="173" grpId="0" autoUpdateAnimBg="0"/>
      <p:bldP spid="174" grpId="0" autoUpdateAnimBg="0"/>
      <p:bldP spid="17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9">
            <a:extLst>
              <a:ext uri="{FF2B5EF4-FFF2-40B4-BE49-F238E27FC236}">
                <a16:creationId xmlns:a16="http://schemas.microsoft.com/office/drawing/2014/main" id="{ECF1F874-C2FD-4A83-8405-AAD66B218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082" y="137983"/>
            <a:ext cx="19859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输出方程：</a:t>
            </a:r>
          </a:p>
        </p:txBody>
      </p:sp>
      <p:sp>
        <p:nvSpPr>
          <p:cNvPr id="3" name="Text Box 41">
            <a:extLst>
              <a:ext uri="{FF2B5EF4-FFF2-40B4-BE49-F238E27FC236}">
                <a16:creationId xmlns:a16="http://schemas.microsoft.com/office/drawing/2014/main" id="{BBA89BEA-4F7E-4CB8-B026-7512EC7F9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59" y="832006"/>
            <a:ext cx="1985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驱动方程：</a:t>
            </a:r>
          </a:p>
        </p:txBody>
      </p:sp>
      <p:sp>
        <p:nvSpPr>
          <p:cNvPr id="4" name="Text Box 58">
            <a:extLst>
              <a:ext uri="{FF2B5EF4-FFF2-40B4-BE49-F238E27FC236}">
                <a16:creationId xmlns:a16="http://schemas.microsoft.com/office/drawing/2014/main" id="{76DC86CA-B67A-4685-BFD0-62C0F7039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22" y="2035762"/>
            <a:ext cx="1985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状态方程：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0268" y="0"/>
                <a:ext cx="7153732" cy="6805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 xmlns:m="http://schemas.openxmlformats.org/officeDocument/2006/math">
                    <m:r>
                      <a:rPr kumimoji="1" lang="en-US" altLang="zh-CN" sz="2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𝒀</m:t>
                    </m:r>
                    <m:r>
                      <a:rPr kumimoji="1" lang="en-US" altLang="zh-CN" sz="2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2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</m:acc>
                            <m:sSubSup>
                              <m:sSubSupPr>
                                <m:ctrlP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e>
                            </m:acc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altLang="zh-CN" sz="28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e>
                            </m:acc>
                          </m:e>
                        </m:acc>
                      </m:e>
                    </m:acc>
                    <m:r>
                      <a:rPr kumimoji="1" lang="en-US" altLang="zh-CN" sz="2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sSubSup>
                      <m:sSubSupPr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  <m:sSubSup>
                      <m:sSubSupPr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p>
                        </m:sSubSup>
                      </m:e>
                    </m:acc>
                    <m:r>
                      <a:rPr lang="en-US" altLang="zh-C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p>
                        </m:sSubSup>
                      </m:e>
                    </m:acc>
                  </m:oMath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0268" y="0"/>
                <a:ext cx="7153732" cy="680507"/>
              </a:xfrm>
              <a:prstGeom prst="rect">
                <a:avLst/>
              </a:prstGeom>
              <a:blipFill rotWithShape="0">
                <a:blip r:embed="rId2"/>
                <a:stretch>
                  <a:fillRect b="-223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6188" y="780207"/>
                <a:ext cx="322026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</m:t>
                      </m:r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𝑨</m:t>
                      </m:r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6188" y="780207"/>
                <a:ext cx="3220267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8460" y="1314751"/>
                <a:ext cx="3220267" cy="5658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8460" y="1314751"/>
                <a:ext cx="3220267" cy="56586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0732" y="1999409"/>
                <a:ext cx="3220267" cy="5329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</m:t>
                      </m:r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0732" y="1999409"/>
                <a:ext cx="3220267" cy="53296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121">
            <a:extLst>
              <a:ext uri="{FF2B5EF4-FFF2-40B4-BE49-F238E27FC236}">
                <a16:creationId xmlns:a16="http://schemas.microsoft.com/office/drawing/2014/main" id="{15861355-3353-4096-8649-0D598E252EB2}"/>
              </a:ext>
            </a:extLst>
          </p:cNvPr>
          <p:cNvGrpSpPr>
            <a:grpSpLocks/>
          </p:cNvGrpSpPr>
          <p:nvPr/>
        </p:nvGrpSpPr>
        <p:grpSpPr bwMode="auto">
          <a:xfrm>
            <a:off x="388744" y="3419454"/>
            <a:ext cx="3530600" cy="2576512"/>
            <a:chOff x="248" y="848"/>
            <a:chExt cx="2224" cy="1623"/>
          </a:xfrm>
        </p:grpSpPr>
        <p:sp>
          <p:nvSpPr>
            <p:cNvPr id="10" name="Rectangle 19">
              <a:extLst>
                <a:ext uri="{FF2B5EF4-FFF2-40B4-BE49-F238E27FC236}">
                  <a16:creationId xmlns:a16="http://schemas.microsoft.com/office/drawing/2014/main" id="{47179FE6-FF69-4764-97D0-B345A2D1A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2152"/>
              <a:ext cx="635" cy="31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10/0</a:t>
              </a:r>
            </a:p>
          </p:txBody>
        </p:sp>
        <p:sp>
          <p:nvSpPr>
            <p:cNvPr id="11" name="Rectangle 18">
              <a:extLst>
                <a:ext uri="{FF2B5EF4-FFF2-40B4-BE49-F238E27FC236}">
                  <a16:creationId xmlns:a16="http://schemas.microsoft.com/office/drawing/2014/main" id="{F2F0ABE3-ED09-4DF8-B91A-29CE49848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152"/>
              <a:ext cx="550" cy="31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00/1</a:t>
              </a:r>
            </a:p>
          </p:txBody>
        </p:sp>
        <p:sp>
          <p:nvSpPr>
            <p:cNvPr id="12" name="Rectangle 17">
              <a:extLst>
                <a:ext uri="{FF2B5EF4-FFF2-40B4-BE49-F238E27FC236}">
                  <a16:creationId xmlns:a16="http://schemas.microsoft.com/office/drawing/2014/main" id="{2B67AE35-F82B-4C33-AD58-23C22613B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" y="2152"/>
              <a:ext cx="1039" cy="31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1     1</a:t>
              </a:r>
            </a:p>
          </p:txBody>
        </p:sp>
        <p:sp>
          <p:nvSpPr>
            <p:cNvPr id="13" name="Rectangle 16">
              <a:extLst>
                <a:ext uri="{FF2B5EF4-FFF2-40B4-BE49-F238E27FC236}">
                  <a16:creationId xmlns:a16="http://schemas.microsoft.com/office/drawing/2014/main" id="{6F0D1BDB-4365-4E0D-929F-08CA55241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1834"/>
              <a:ext cx="635" cy="31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01/0</a:t>
              </a:r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FF1E5B32-97A6-4B69-935B-E186D749D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1834"/>
              <a:ext cx="550" cy="31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11/0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9AEBB6E-D23B-4FB5-8E83-27F819D85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" y="1834"/>
              <a:ext cx="1039" cy="31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1     0</a:t>
              </a: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1B83A7C8-DE31-486C-9E45-218B4BA80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1515"/>
              <a:ext cx="635" cy="31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00/0</a:t>
              </a:r>
            </a:p>
          </p:txBody>
        </p:sp>
        <p:sp>
          <p:nvSpPr>
            <p:cNvPr id="17" name="Rectangle 12">
              <a:extLst>
                <a:ext uri="{FF2B5EF4-FFF2-40B4-BE49-F238E27FC236}">
                  <a16:creationId xmlns:a16="http://schemas.microsoft.com/office/drawing/2014/main" id="{E3FBEC52-248A-4FE9-BF72-AF2AFF4AF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1515"/>
              <a:ext cx="550" cy="31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10/0</a:t>
              </a:r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6EBF9491-B0F1-400D-90A4-AF629E1BB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" y="1515"/>
              <a:ext cx="1039" cy="31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0     1</a:t>
              </a: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B80A1441-8BC1-4D80-BB10-0303ECFC4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1196"/>
              <a:ext cx="635" cy="31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11/1</a:t>
              </a: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2F0601F5-9C7E-43F6-85AE-747295E16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1196"/>
              <a:ext cx="550" cy="31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01/0</a:t>
              </a:r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EC029FA7-6363-4CAC-A67D-0ACC6860E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" y="1196"/>
              <a:ext cx="1039" cy="31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0     0</a:t>
              </a: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DE99D330-67CA-4283-B2F1-25F649108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870"/>
              <a:ext cx="635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EC60185C-08B5-4BA6-A86C-9C08ADF07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870"/>
              <a:ext cx="550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FFD9A424-603E-46CC-9C2A-4E2B69782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" y="870"/>
              <a:ext cx="1039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BCDB44E9-EC73-4280-9545-DDA923CBF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" y="1196"/>
              <a:ext cx="2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44932668-83D6-4BFF-A764-A15F74C585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" y="1515"/>
              <a:ext cx="2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23">
              <a:extLst>
                <a:ext uri="{FF2B5EF4-FFF2-40B4-BE49-F238E27FC236}">
                  <a16:creationId xmlns:a16="http://schemas.microsoft.com/office/drawing/2014/main" id="{F6756D24-3A5F-4B49-BCED-50CF74131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" y="1834"/>
              <a:ext cx="2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63289C8F-BE07-4A63-8AC3-B6CC8B01A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" y="2152"/>
              <a:ext cx="2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48230994-9C8A-4C40-A445-409C54646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7" y="870"/>
              <a:ext cx="0" cy="16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75779EEC-FDC0-4275-839D-7C12F3F72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870"/>
              <a:ext cx="0" cy="16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20">
              <a:extLst>
                <a:ext uri="{FF2B5EF4-FFF2-40B4-BE49-F238E27FC236}">
                  <a16:creationId xmlns:a16="http://schemas.microsoft.com/office/drawing/2014/main" id="{759B3009-0CE7-4478-9818-A108DDFE4E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" y="870"/>
              <a:ext cx="2224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26">
              <a:extLst>
                <a:ext uri="{FF2B5EF4-FFF2-40B4-BE49-F238E27FC236}">
                  <a16:creationId xmlns:a16="http://schemas.microsoft.com/office/drawing/2014/main" id="{1F8EC7AB-F741-4A20-B2BE-3F1518B25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" y="870"/>
              <a:ext cx="0" cy="1601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189EF518-4205-4C85-9F8E-EAE0C6487D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" y="870"/>
              <a:ext cx="0" cy="1601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Line 25">
              <a:extLst>
                <a:ext uri="{FF2B5EF4-FFF2-40B4-BE49-F238E27FC236}">
                  <a16:creationId xmlns:a16="http://schemas.microsoft.com/office/drawing/2014/main" id="{0647AF66-DFD4-4E1B-94D8-88A05408D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" y="2471"/>
              <a:ext cx="2224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60">
              <a:extLst>
                <a:ext uri="{FF2B5EF4-FFF2-40B4-BE49-F238E27FC236}">
                  <a16:creationId xmlns:a16="http://schemas.microsoft.com/office/drawing/2014/main" id="{97D3B215-E76A-4A4F-A3B5-0570931491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" y="870"/>
              <a:ext cx="1039" cy="32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Text Box 64">
              <a:extLst>
                <a:ext uri="{FF2B5EF4-FFF2-40B4-BE49-F238E27FC236}">
                  <a16:creationId xmlns:a16="http://schemas.microsoft.com/office/drawing/2014/main" id="{AF1B8610-8740-4B94-9A19-F117A73B67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" y="848"/>
              <a:ext cx="38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37" name="Text Box 65">
              <a:extLst>
                <a:ext uri="{FF2B5EF4-FFF2-40B4-BE49-F238E27FC236}">
                  <a16:creationId xmlns:a16="http://schemas.microsoft.com/office/drawing/2014/main" id="{54BFCA8F-E880-4342-BA40-90B2EE832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" y="926"/>
              <a:ext cx="76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</p:grpSp>
      <p:sp>
        <p:nvSpPr>
          <p:cNvPr id="38" name="Text Box 126">
            <a:extLst>
              <a:ext uri="{FF2B5EF4-FFF2-40B4-BE49-F238E27FC236}">
                <a16:creationId xmlns:a16="http://schemas.microsoft.com/office/drawing/2014/main" id="{9E8E2978-8F84-4BA0-B0EB-A7DC01468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584" y="6267173"/>
            <a:ext cx="231140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/Y</a:t>
            </a:r>
          </a:p>
        </p:txBody>
      </p:sp>
      <p:sp>
        <p:nvSpPr>
          <p:cNvPr id="39" name="Text Box 43">
            <a:extLst>
              <a:ext uri="{FF2B5EF4-FFF2-40B4-BE49-F238E27FC236}">
                <a16:creationId xmlns:a16="http://schemas.microsoft.com/office/drawing/2014/main" id="{C4FB4D5A-9900-4104-9A7E-4DB07CAD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83" y="2674922"/>
            <a:ext cx="21765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0" name="Group 119">
            <a:extLst>
              <a:ext uri="{FF2B5EF4-FFF2-40B4-BE49-F238E27FC236}">
                <a16:creationId xmlns:a16="http://schemas.microsoft.com/office/drawing/2014/main" id="{E0363708-EF46-447F-AF53-140EA061BCC3}"/>
              </a:ext>
            </a:extLst>
          </p:cNvPr>
          <p:cNvGrpSpPr>
            <a:grpSpLocks/>
          </p:cNvGrpSpPr>
          <p:nvPr/>
        </p:nvGrpSpPr>
        <p:grpSpPr bwMode="auto">
          <a:xfrm>
            <a:off x="5773852" y="1991942"/>
            <a:ext cx="2486025" cy="1376367"/>
            <a:chOff x="3436" y="664"/>
            <a:chExt cx="1566" cy="867"/>
          </a:xfrm>
        </p:grpSpPr>
        <p:grpSp>
          <p:nvGrpSpPr>
            <p:cNvPr id="41" name="Group 79">
              <a:extLst>
                <a:ext uri="{FF2B5EF4-FFF2-40B4-BE49-F238E27FC236}">
                  <a16:creationId xmlns:a16="http://schemas.microsoft.com/office/drawing/2014/main" id="{1F4C13DC-ABE1-47E6-8646-61AE7A5776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5" y="1095"/>
              <a:ext cx="417" cy="305"/>
              <a:chOff x="1875" y="3196"/>
              <a:chExt cx="417" cy="305"/>
            </a:xfrm>
          </p:grpSpPr>
          <p:sp>
            <p:nvSpPr>
              <p:cNvPr id="44" name="Oval 80">
                <a:extLst>
                  <a:ext uri="{FF2B5EF4-FFF2-40B4-BE49-F238E27FC236}">
                    <a16:creationId xmlns:a16="http://schemas.microsoft.com/office/drawing/2014/main" id="{AEF452C5-8CBF-426D-BCBD-C5CDE1E1D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5" y="3196"/>
                <a:ext cx="305" cy="30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" name="Text Box 81">
                <a:extLst>
                  <a:ext uri="{FF2B5EF4-FFF2-40B4-BE49-F238E27FC236}">
                    <a16:creationId xmlns:a16="http://schemas.microsoft.com/office/drawing/2014/main" id="{9C844412-D9FD-483E-A9D0-1413473986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6" y="3196"/>
                <a:ext cx="406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</p:grpSp>
        <p:sp>
          <p:nvSpPr>
            <p:cNvPr id="42" name="Arc 82">
              <a:extLst>
                <a:ext uri="{FF2B5EF4-FFF2-40B4-BE49-F238E27FC236}">
                  <a16:creationId xmlns:a16="http://schemas.microsoft.com/office/drawing/2014/main" id="{161BE5F6-0822-4BD2-837E-98DA89169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988"/>
              <a:ext cx="1236" cy="543"/>
            </a:xfrm>
            <a:custGeom>
              <a:avLst/>
              <a:gdLst>
                <a:gd name="T0" fmla="*/ 0 w 26085"/>
                <a:gd name="T1" fmla="*/ 0 h 21600"/>
                <a:gd name="T2" fmla="*/ 0 w 26085"/>
                <a:gd name="T3" fmla="*/ 0 h 21600"/>
                <a:gd name="T4" fmla="*/ 0 w 2608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085" h="21600" fill="none" extrusionOk="0">
                  <a:moveTo>
                    <a:pt x="-1" y="4079"/>
                  </a:moveTo>
                  <a:cubicBezTo>
                    <a:pt x="3678" y="1427"/>
                    <a:pt x="8098" y="-1"/>
                    <a:pt x="12633" y="0"/>
                  </a:cubicBezTo>
                  <a:cubicBezTo>
                    <a:pt x="17519" y="0"/>
                    <a:pt x="22261" y="1656"/>
                    <a:pt x="26084" y="4700"/>
                  </a:cubicBezTo>
                </a:path>
                <a:path w="26085" h="21600" stroke="0" extrusionOk="0">
                  <a:moveTo>
                    <a:pt x="-1" y="4079"/>
                  </a:moveTo>
                  <a:cubicBezTo>
                    <a:pt x="3678" y="1427"/>
                    <a:pt x="8098" y="-1"/>
                    <a:pt x="12633" y="0"/>
                  </a:cubicBezTo>
                  <a:cubicBezTo>
                    <a:pt x="17519" y="0"/>
                    <a:pt x="22261" y="1656"/>
                    <a:pt x="26084" y="4700"/>
                  </a:cubicBezTo>
                  <a:lnTo>
                    <a:pt x="12633" y="21600"/>
                  </a:lnTo>
                  <a:lnTo>
                    <a:pt x="-1" y="4079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Text Box 83">
              <a:extLst>
                <a:ext uri="{FF2B5EF4-FFF2-40B4-BE49-F238E27FC236}">
                  <a16:creationId xmlns:a16="http://schemas.microsoft.com/office/drawing/2014/main" id="{8F094914-C166-4488-8850-D2FB47AC3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2" y="664"/>
              <a:ext cx="1410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输入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输出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46" name="Group 115">
            <a:extLst>
              <a:ext uri="{FF2B5EF4-FFF2-40B4-BE49-F238E27FC236}">
                <a16:creationId xmlns:a16="http://schemas.microsoft.com/office/drawing/2014/main" id="{CB8594FE-E1E4-4FE4-9F55-1035F51623B2}"/>
              </a:ext>
            </a:extLst>
          </p:cNvPr>
          <p:cNvGrpSpPr>
            <a:grpSpLocks/>
          </p:cNvGrpSpPr>
          <p:nvPr/>
        </p:nvGrpSpPr>
        <p:grpSpPr bwMode="auto">
          <a:xfrm>
            <a:off x="7635989" y="2955550"/>
            <a:ext cx="1252538" cy="2322513"/>
            <a:chOff x="4609" y="1271"/>
            <a:chExt cx="789" cy="1463"/>
          </a:xfrm>
        </p:grpSpPr>
        <p:grpSp>
          <p:nvGrpSpPr>
            <p:cNvPr id="47" name="Group 87">
              <a:extLst>
                <a:ext uri="{FF2B5EF4-FFF2-40B4-BE49-F238E27FC236}">
                  <a16:creationId xmlns:a16="http://schemas.microsoft.com/office/drawing/2014/main" id="{5D8B7A23-D350-45DA-A7DF-1723C3E47A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9" y="2429"/>
              <a:ext cx="417" cy="305"/>
              <a:chOff x="1875" y="3196"/>
              <a:chExt cx="417" cy="305"/>
            </a:xfrm>
          </p:grpSpPr>
          <p:sp>
            <p:nvSpPr>
              <p:cNvPr id="50" name="Oval 88">
                <a:extLst>
                  <a:ext uri="{FF2B5EF4-FFF2-40B4-BE49-F238E27FC236}">
                    <a16:creationId xmlns:a16="http://schemas.microsoft.com/office/drawing/2014/main" id="{65CEFBA7-8917-46E4-B780-F99106708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5" y="3196"/>
                <a:ext cx="305" cy="30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1" name="Text Box 89">
                <a:extLst>
                  <a:ext uri="{FF2B5EF4-FFF2-40B4-BE49-F238E27FC236}">
                    <a16:creationId xmlns:a16="http://schemas.microsoft.com/office/drawing/2014/main" id="{91B6E231-0DBF-44D4-9630-4CBE675885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6" y="3196"/>
                <a:ext cx="406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48" name="Arc 90">
              <a:extLst>
                <a:ext uri="{FF2B5EF4-FFF2-40B4-BE49-F238E27FC236}">
                  <a16:creationId xmlns:a16="http://schemas.microsoft.com/office/drawing/2014/main" id="{C8E9F281-AC06-48E8-B2BB-54C96529E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1271"/>
              <a:ext cx="384" cy="1288"/>
            </a:xfrm>
            <a:custGeom>
              <a:avLst/>
              <a:gdLst>
                <a:gd name="T0" fmla="*/ 0 w 21600"/>
                <a:gd name="T1" fmla="*/ 0 h 30032"/>
                <a:gd name="T2" fmla="*/ 0 w 21600"/>
                <a:gd name="T3" fmla="*/ 0 h 30032"/>
                <a:gd name="T4" fmla="*/ 0 w 21600"/>
                <a:gd name="T5" fmla="*/ 0 h 300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0032" fill="none" extrusionOk="0">
                  <a:moveTo>
                    <a:pt x="15352" y="0"/>
                  </a:moveTo>
                  <a:cubicBezTo>
                    <a:pt x="19355" y="4044"/>
                    <a:pt x="21600" y="9504"/>
                    <a:pt x="21600" y="15194"/>
                  </a:cubicBezTo>
                  <a:cubicBezTo>
                    <a:pt x="21600" y="20712"/>
                    <a:pt x="19487" y="26021"/>
                    <a:pt x="15696" y="30031"/>
                  </a:cubicBezTo>
                </a:path>
                <a:path w="21600" h="30032" stroke="0" extrusionOk="0">
                  <a:moveTo>
                    <a:pt x="15352" y="0"/>
                  </a:moveTo>
                  <a:cubicBezTo>
                    <a:pt x="19355" y="4044"/>
                    <a:pt x="21600" y="9504"/>
                    <a:pt x="21600" y="15194"/>
                  </a:cubicBezTo>
                  <a:cubicBezTo>
                    <a:pt x="21600" y="20712"/>
                    <a:pt x="19487" y="26021"/>
                    <a:pt x="15696" y="30031"/>
                  </a:cubicBezTo>
                  <a:lnTo>
                    <a:pt x="0" y="15194"/>
                  </a:lnTo>
                  <a:lnTo>
                    <a:pt x="15352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Text Box 91">
              <a:extLst>
                <a:ext uri="{FF2B5EF4-FFF2-40B4-BE49-F238E27FC236}">
                  <a16:creationId xmlns:a16="http://schemas.microsoft.com/office/drawing/2014/main" id="{8F707C4E-DC03-4683-994B-BE035B3D5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" y="1751"/>
              <a:ext cx="39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52" name="Group 111">
            <a:extLst>
              <a:ext uri="{FF2B5EF4-FFF2-40B4-BE49-F238E27FC236}">
                <a16:creationId xmlns:a16="http://schemas.microsoft.com/office/drawing/2014/main" id="{F38D5D6E-F04F-4D6A-8374-1E9A8B3CF148}"/>
              </a:ext>
            </a:extLst>
          </p:cNvPr>
          <p:cNvGrpSpPr>
            <a:grpSpLocks/>
          </p:cNvGrpSpPr>
          <p:nvPr/>
        </p:nvGrpSpPr>
        <p:grpSpPr bwMode="auto">
          <a:xfrm>
            <a:off x="5500802" y="4585913"/>
            <a:ext cx="2289175" cy="1236662"/>
            <a:chOff x="3264" y="2298"/>
            <a:chExt cx="1442" cy="779"/>
          </a:xfrm>
        </p:grpSpPr>
        <p:grpSp>
          <p:nvGrpSpPr>
            <p:cNvPr id="53" name="Group 93">
              <a:extLst>
                <a:ext uri="{FF2B5EF4-FFF2-40B4-BE49-F238E27FC236}">
                  <a16:creationId xmlns:a16="http://schemas.microsoft.com/office/drawing/2014/main" id="{10104B47-ACCE-42AE-944C-91BBAA2FD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2439"/>
              <a:ext cx="417" cy="305"/>
              <a:chOff x="1875" y="3196"/>
              <a:chExt cx="417" cy="305"/>
            </a:xfrm>
          </p:grpSpPr>
          <p:sp>
            <p:nvSpPr>
              <p:cNvPr id="56" name="Oval 94">
                <a:extLst>
                  <a:ext uri="{FF2B5EF4-FFF2-40B4-BE49-F238E27FC236}">
                    <a16:creationId xmlns:a16="http://schemas.microsoft.com/office/drawing/2014/main" id="{B567A589-1AD1-4D61-A968-36E0E8C357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5" y="3196"/>
                <a:ext cx="305" cy="30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" name="Text Box 95">
                <a:extLst>
                  <a:ext uri="{FF2B5EF4-FFF2-40B4-BE49-F238E27FC236}">
                    <a16:creationId xmlns:a16="http://schemas.microsoft.com/office/drawing/2014/main" id="{EA65D0E2-6446-42C6-825A-362EF648A2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6" y="3196"/>
                <a:ext cx="406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</p:grpSp>
        <p:sp>
          <p:nvSpPr>
            <p:cNvPr id="54" name="Arc 96">
              <a:extLst>
                <a:ext uri="{FF2B5EF4-FFF2-40B4-BE49-F238E27FC236}">
                  <a16:creationId xmlns:a16="http://schemas.microsoft.com/office/drawing/2014/main" id="{AC23F9FE-3853-4639-BAE4-B6AD9FE2425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470" y="2298"/>
              <a:ext cx="1236" cy="543"/>
            </a:xfrm>
            <a:custGeom>
              <a:avLst/>
              <a:gdLst>
                <a:gd name="T0" fmla="*/ 0 w 26085"/>
                <a:gd name="T1" fmla="*/ 0 h 21600"/>
                <a:gd name="T2" fmla="*/ 0 w 26085"/>
                <a:gd name="T3" fmla="*/ 0 h 21600"/>
                <a:gd name="T4" fmla="*/ 0 w 2608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085" h="21600" fill="none" extrusionOk="0">
                  <a:moveTo>
                    <a:pt x="-1" y="4079"/>
                  </a:moveTo>
                  <a:cubicBezTo>
                    <a:pt x="3678" y="1427"/>
                    <a:pt x="8098" y="-1"/>
                    <a:pt x="12633" y="0"/>
                  </a:cubicBezTo>
                  <a:cubicBezTo>
                    <a:pt x="17519" y="0"/>
                    <a:pt x="22261" y="1656"/>
                    <a:pt x="26084" y="4700"/>
                  </a:cubicBezTo>
                </a:path>
                <a:path w="26085" h="21600" stroke="0" extrusionOk="0">
                  <a:moveTo>
                    <a:pt x="-1" y="4079"/>
                  </a:moveTo>
                  <a:cubicBezTo>
                    <a:pt x="3678" y="1427"/>
                    <a:pt x="8098" y="-1"/>
                    <a:pt x="12633" y="0"/>
                  </a:cubicBezTo>
                  <a:cubicBezTo>
                    <a:pt x="17519" y="0"/>
                    <a:pt x="22261" y="1656"/>
                    <a:pt x="26084" y="4700"/>
                  </a:cubicBezTo>
                  <a:lnTo>
                    <a:pt x="12633" y="21600"/>
                  </a:lnTo>
                  <a:lnTo>
                    <a:pt x="-1" y="4079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Text Box 97">
              <a:extLst>
                <a:ext uri="{FF2B5EF4-FFF2-40B4-BE49-F238E27FC236}">
                  <a16:creationId xmlns:a16="http://schemas.microsoft.com/office/drawing/2014/main" id="{60A191C2-FDE9-4821-B2BE-7890EEF6C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1" y="2789"/>
              <a:ext cx="52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58" name="Group 76">
            <a:extLst>
              <a:ext uri="{FF2B5EF4-FFF2-40B4-BE49-F238E27FC236}">
                <a16:creationId xmlns:a16="http://schemas.microsoft.com/office/drawing/2014/main" id="{47CDC7B1-81F5-4016-81C5-CB303F471B7B}"/>
              </a:ext>
            </a:extLst>
          </p:cNvPr>
          <p:cNvGrpSpPr>
            <a:grpSpLocks/>
          </p:cNvGrpSpPr>
          <p:nvPr/>
        </p:nvGrpSpPr>
        <p:grpSpPr bwMode="auto">
          <a:xfrm>
            <a:off x="5483339" y="2695200"/>
            <a:ext cx="661988" cy="484188"/>
            <a:chOff x="1875" y="3196"/>
            <a:chExt cx="417" cy="305"/>
          </a:xfrm>
        </p:grpSpPr>
        <p:sp>
          <p:nvSpPr>
            <p:cNvPr id="59" name="Oval 77">
              <a:extLst>
                <a:ext uri="{FF2B5EF4-FFF2-40B4-BE49-F238E27FC236}">
                  <a16:creationId xmlns:a16="http://schemas.microsoft.com/office/drawing/2014/main" id="{29D37FA3-8409-4785-8801-D79F9463D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5" y="3196"/>
              <a:ext cx="305" cy="30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Text Box 78">
              <a:extLst>
                <a:ext uri="{FF2B5EF4-FFF2-40B4-BE49-F238E27FC236}">
                  <a16:creationId xmlns:a16="http://schemas.microsoft.com/office/drawing/2014/main" id="{0E948AA8-E858-4A70-B2C9-40DA55A85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6" y="3196"/>
              <a:ext cx="40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</p:grpSp>
      <p:grpSp>
        <p:nvGrpSpPr>
          <p:cNvPr id="61" name="Group 125">
            <a:extLst>
              <a:ext uri="{FF2B5EF4-FFF2-40B4-BE49-F238E27FC236}">
                <a16:creationId xmlns:a16="http://schemas.microsoft.com/office/drawing/2014/main" id="{352B1227-4959-480A-B47D-0C31CC5562B9}"/>
              </a:ext>
            </a:extLst>
          </p:cNvPr>
          <p:cNvGrpSpPr>
            <a:grpSpLocks/>
          </p:cNvGrpSpPr>
          <p:nvPr/>
        </p:nvGrpSpPr>
        <p:grpSpPr bwMode="auto">
          <a:xfrm>
            <a:off x="4819764" y="2884113"/>
            <a:ext cx="1111250" cy="2044700"/>
            <a:chOff x="2778" y="1689"/>
            <a:chExt cx="700" cy="1288"/>
          </a:xfrm>
        </p:grpSpPr>
        <p:sp>
          <p:nvSpPr>
            <p:cNvPr id="62" name="Arc 100">
              <a:extLst>
                <a:ext uri="{FF2B5EF4-FFF2-40B4-BE49-F238E27FC236}">
                  <a16:creationId xmlns:a16="http://schemas.microsoft.com/office/drawing/2014/main" id="{7BDA3D51-07D3-4920-9C10-B208E021EA1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094" y="1689"/>
              <a:ext cx="384" cy="1288"/>
            </a:xfrm>
            <a:custGeom>
              <a:avLst/>
              <a:gdLst>
                <a:gd name="T0" fmla="*/ 0 w 21600"/>
                <a:gd name="T1" fmla="*/ 0 h 30032"/>
                <a:gd name="T2" fmla="*/ 0 w 21600"/>
                <a:gd name="T3" fmla="*/ 0 h 30032"/>
                <a:gd name="T4" fmla="*/ 0 w 21600"/>
                <a:gd name="T5" fmla="*/ 0 h 300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0032" fill="none" extrusionOk="0">
                  <a:moveTo>
                    <a:pt x="15352" y="0"/>
                  </a:moveTo>
                  <a:cubicBezTo>
                    <a:pt x="19355" y="4044"/>
                    <a:pt x="21600" y="9504"/>
                    <a:pt x="21600" y="15194"/>
                  </a:cubicBezTo>
                  <a:cubicBezTo>
                    <a:pt x="21600" y="20712"/>
                    <a:pt x="19487" y="26021"/>
                    <a:pt x="15696" y="30031"/>
                  </a:cubicBezTo>
                </a:path>
                <a:path w="21600" h="30032" stroke="0" extrusionOk="0">
                  <a:moveTo>
                    <a:pt x="15352" y="0"/>
                  </a:moveTo>
                  <a:cubicBezTo>
                    <a:pt x="19355" y="4044"/>
                    <a:pt x="21600" y="9504"/>
                    <a:pt x="21600" y="15194"/>
                  </a:cubicBezTo>
                  <a:cubicBezTo>
                    <a:pt x="21600" y="20712"/>
                    <a:pt x="19487" y="26021"/>
                    <a:pt x="15696" y="30031"/>
                  </a:cubicBezTo>
                  <a:lnTo>
                    <a:pt x="0" y="15194"/>
                  </a:lnTo>
                  <a:lnTo>
                    <a:pt x="15352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Text Box 101">
              <a:extLst>
                <a:ext uri="{FF2B5EF4-FFF2-40B4-BE49-F238E27FC236}">
                  <a16:creationId xmlns:a16="http://schemas.microsoft.com/office/drawing/2014/main" id="{29E0A2BF-C928-426F-AF98-A05649C14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8" y="2248"/>
              <a:ext cx="39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0/1</a:t>
              </a:r>
            </a:p>
          </p:txBody>
        </p:sp>
      </p:grpSp>
      <p:grpSp>
        <p:nvGrpSpPr>
          <p:cNvPr id="64" name="Group 109">
            <a:extLst>
              <a:ext uri="{FF2B5EF4-FFF2-40B4-BE49-F238E27FC236}">
                <a16:creationId xmlns:a16="http://schemas.microsoft.com/office/drawing/2014/main" id="{F128EB94-9B79-42DE-8997-D8E4DF9EB004}"/>
              </a:ext>
            </a:extLst>
          </p:cNvPr>
          <p:cNvGrpSpPr>
            <a:grpSpLocks/>
          </p:cNvGrpSpPr>
          <p:nvPr/>
        </p:nvGrpSpPr>
        <p:grpSpPr bwMode="auto">
          <a:xfrm>
            <a:off x="5464289" y="2982538"/>
            <a:ext cx="1400175" cy="1876425"/>
            <a:chOff x="3241" y="1288"/>
            <a:chExt cx="882" cy="1182"/>
          </a:xfrm>
        </p:grpSpPr>
        <p:sp>
          <p:nvSpPr>
            <p:cNvPr id="65" name="Arc 104">
              <a:extLst>
                <a:ext uri="{FF2B5EF4-FFF2-40B4-BE49-F238E27FC236}">
                  <a16:creationId xmlns:a16="http://schemas.microsoft.com/office/drawing/2014/main" id="{4DAF2992-CF81-4FCC-BE97-0E290BE9C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" y="1288"/>
              <a:ext cx="384" cy="1182"/>
            </a:xfrm>
            <a:custGeom>
              <a:avLst/>
              <a:gdLst>
                <a:gd name="T0" fmla="*/ 0 w 21600"/>
                <a:gd name="T1" fmla="*/ 0 h 27558"/>
                <a:gd name="T2" fmla="*/ 0 w 21600"/>
                <a:gd name="T3" fmla="*/ 0 h 27558"/>
                <a:gd name="T4" fmla="*/ 0 w 21600"/>
                <a:gd name="T5" fmla="*/ 0 h 275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7558" fill="none" extrusionOk="0">
                  <a:moveTo>
                    <a:pt x="17457" y="-1"/>
                  </a:moveTo>
                  <a:cubicBezTo>
                    <a:pt x="20149" y="3694"/>
                    <a:pt x="21600" y="8148"/>
                    <a:pt x="21600" y="12720"/>
                  </a:cubicBezTo>
                  <a:cubicBezTo>
                    <a:pt x="21600" y="18238"/>
                    <a:pt x="19487" y="23547"/>
                    <a:pt x="15696" y="27557"/>
                  </a:cubicBezTo>
                </a:path>
                <a:path w="21600" h="27558" stroke="0" extrusionOk="0">
                  <a:moveTo>
                    <a:pt x="17457" y="-1"/>
                  </a:moveTo>
                  <a:cubicBezTo>
                    <a:pt x="20149" y="3694"/>
                    <a:pt x="21600" y="8148"/>
                    <a:pt x="21600" y="12720"/>
                  </a:cubicBezTo>
                  <a:cubicBezTo>
                    <a:pt x="21600" y="18238"/>
                    <a:pt x="19487" y="23547"/>
                    <a:pt x="15696" y="27557"/>
                  </a:cubicBezTo>
                  <a:lnTo>
                    <a:pt x="0" y="12720"/>
                  </a:lnTo>
                  <a:lnTo>
                    <a:pt x="17457" y="-1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Text Box 106">
              <a:extLst>
                <a:ext uri="{FF2B5EF4-FFF2-40B4-BE49-F238E27FC236}">
                  <a16:creationId xmlns:a16="http://schemas.microsoft.com/office/drawing/2014/main" id="{5C7A22DC-C153-42BF-82EE-086812F60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3" y="1716"/>
              <a:ext cx="52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1/1</a:t>
              </a:r>
            </a:p>
          </p:txBody>
        </p:sp>
      </p:grpSp>
      <p:grpSp>
        <p:nvGrpSpPr>
          <p:cNvPr id="67" name="Group 112">
            <a:extLst>
              <a:ext uri="{FF2B5EF4-FFF2-40B4-BE49-F238E27FC236}">
                <a16:creationId xmlns:a16="http://schemas.microsoft.com/office/drawing/2014/main" id="{70B4749E-0D08-45DB-AF4F-7982C9229D31}"/>
              </a:ext>
            </a:extLst>
          </p:cNvPr>
          <p:cNvGrpSpPr>
            <a:grpSpLocks/>
          </p:cNvGrpSpPr>
          <p:nvPr/>
        </p:nvGrpSpPr>
        <p:grpSpPr bwMode="auto">
          <a:xfrm>
            <a:off x="5991339" y="4343025"/>
            <a:ext cx="1735138" cy="1268413"/>
            <a:chOff x="3573" y="2145"/>
            <a:chExt cx="1093" cy="799"/>
          </a:xfrm>
        </p:grpSpPr>
        <p:sp>
          <p:nvSpPr>
            <p:cNvPr id="68" name="Arc 108">
              <a:extLst>
                <a:ext uri="{FF2B5EF4-FFF2-40B4-BE49-F238E27FC236}">
                  <a16:creationId xmlns:a16="http://schemas.microsoft.com/office/drawing/2014/main" id="{2B66212A-4E14-48D0-A3CF-E6E4685EB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2401"/>
              <a:ext cx="1093" cy="543"/>
            </a:xfrm>
            <a:custGeom>
              <a:avLst/>
              <a:gdLst>
                <a:gd name="T0" fmla="*/ 0 w 23077"/>
                <a:gd name="T1" fmla="*/ 0 h 21600"/>
                <a:gd name="T2" fmla="*/ 0 w 23077"/>
                <a:gd name="T3" fmla="*/ 0 h 21600"/>
                <a:gd name="T4" fmla="*/ 0 w 2307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077" h="21600" fill="none" extrusionOk="0">
                  <a:moveTo>
                    <a:pt x="-1" y="4079"/>
                  </a:moveTo>
                  <a:cubicBezTo>
                    <a:pt x="3678" y="1427"/>
                    <a:pt x="8098" y="-1"/>
                    <a:pt x="12633" y="0"/>
                  </a:cubicBezTo>
                  <a:cubicBezTo>
                    <a:pt x="16286" y="0"/>
                    <a:pt x="19879" y="926"/>
                    <a:pt x="23077" y="2692"/>
                  </a:cubicBezTo>
                </a:path>
                <a:path w="23077" h="21600" stroke="0" extrusionOk="0">
                  <a:moveTo>
                    <a:pt x="-1" y="4079"/>
                  </a:moveTo>
                  <a:cubicBezTo>
                    <a:pt x="3678" y="1427"/>
                    <a:pt x="8098" y="-1"/>
                    <a:pt x="12633" y="0"/>
                  </a:cubicBezTo>
                  <a:cubicBezTo>
                    <a:pt x="16286" y="0"/>
                    <a:pt x="19879" y="926"/>
                    <a:pt x="23077" y="2692"/>
                  </a:cubicBezTo>
                  <a:lnTo>
                    <a:pt x="12633" y="21600"/>
                  </a:lnTo>
                  <a:lnTo>
                    <a:pt x="-1" y="4079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Text Box 110">
              <a:extLst>
                <a:ext uri="{FF2B5EF4-FFF2-40B4-BE49-F238E27FC236}">
                  <a16:creationId xmlns:a16="http://schemas.microsoft.com/office/drawing/2014/main" id="{AB3928CA-47B3-47A9-98B6-824275103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7" y="2145"/>
              <a:ext cx="52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70" name="Group 116">
            <a:extLst>
              <a:ext uri="{FF2B5EF4-FFF2-40B4-BE49-F238E27FC236}">
                <a16:creationId xmlns:a16="http://schemas.microsoft.com/office/drawing/2014/main" id="{3991A118-2096-4EF1-BEE0-8474EC0AEB73}"/>
              </a:ext>
            </a:extLst>
          </p:cNvPr>
          <p:cNvGrpSpPr>
            <a:grpSpLocks/>
          </p:cNvGrpSpPr>
          <p:nvPr/>
        </p:nvGrpSpPr>
        <p:grpSpPr bwMode="auto">
          <a:xfrm>
            <a:off x="7043852" y="3044450"/>
            <a:ext cx="1111250" cy="1755775"/>
            <a:chOff x="4236" y="1327"/>
            <a:chExt cx="700" cy="1106"/>
          </a:xfrm>
        </p:grpSpPr>
        <p:sp>
          <p:nvSpPr>
            <p:cNvPr id="71" name="Arc 113">
              <a:extLst>
                <a:ext uri="{FF2B5EF4-FFF2-40B4-BE49-F238E27FC236}">
                  <a16:creationId xmlns:a16="http://schemas.microsoft.com/office/drawing/2014/main" id="{F84CD9AC-3FD7-4B7A-8210-37563113C435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552" y="1327"/>
              <a:ext cx="384" cy="1106"/>
            </a:xfrm>
            <a:custGeom>
              <a:avLst/>
              <a:gdLst>
                <a:gd name="T0" fmla="*/ 0 w 21600"/>
                <a:gd name="T1" fmla="*/ 0 h 25799"/>
                <a:gd name="T2" fmla="*/ 0 w 21600"/>
                <a:gd name="T3" fmla="*/ 0 h 25799"/>
                <a:gd name="T4" fmla="*/ 0 w 21600"/>
                <a:gd name="T5" fmla="*/ 0 h 257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5799" fill="none" extrusionOk="0">
                  <a:moveTo>
                    <a:pt x="16066" y="-1"/>
                  </a:moveTo>
                  <a:cubicBezTo>
                    <a:pt x="19629" y="3964"/>
                    <a:pt x="21600" y="9106"/>
                    <a:pt x="21600" y="14437"/>
                  </a:cubicBezTo>
                  <a:cubicBezTo>
                    <a:pt x="21600" y="18450"/>
                    <a:pt x="20481" y="22385"/>
                    <a:pt x="18370" y="25799"/>
                  </a:cubicBezTo>
                </a:path>
                <a:path w="21600" h="25799" stroke="0" extrusionOk="0">
                  <a:moveTo>
                    <a:pt x="16066" y="-1"/>
                  </a:moveTo>
                  <a:cubicBezTo>
                    <a:pt x="19629" y="3964"/>
                    <a:pt x="21600" y="9106"/>
                    <a:pt x="21600" y="14437"/>
                  </a:cubicBezTo>
                  <a:cubicBezTo>
                    <a:pt x="21600" y="18450"/>
                    <a:pt x="20481" y="22385"/>
                    <a:pt x="18370" y="25799"/>
                  </a:cubicBezTo>
                  <a:lnTo>
                    <a:pt x="0" y="14437"/>
                  </a:lnTo>
                  <a:lnTo>
                    <a:pt x="16066" y="-1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Text Box 114">
              <a:extLst>
                <a:ext uri="{FF2B5EF4-FFF2-40B4-BE49-F238E27FC236}">
                  <a16:creationId xmlns:a16="http://schemas.microsoft.com/office/drawing/2014/main" id="{0B6504EE-B389-494B-9846-CAD394678B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6" y="1717"/>
              <a:ext cx="39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73" name="Group 120">
            <a:extLst>
              <a:ext uri="{FF2B5EF4-FFF2-40B4-BE49-F238E27FC236}">
                <a16:creationId xmlns:a16="http://schemas.microsoft.com/office/drawing/2014/main" id="{FFC72CBF-BD41-44C5-B34F-A11F1BF66826}"/>
              </a:ext>
            </a:extLst>
          </p:cNvPr>
          <p:cNvGrpSpPr>
            <a:grpSpLocks/>
          </p:cNvGrpSpPr>
          <p:nvPr/>
        </p:nvGrpSpPr>
        <p:grpSpPr bwMode="auto">
          <a:xfrm>
            <a:off x="5994514" y="2255463"/>
            <a:ext cx="1589088" cy="1273175"/>
            <a:chOff x="3575" y="830"/>
            <a:chExt cx="1001" cy="802"/>
          </a:xfrm>
        </p:grpSpPr>
        <p:sp>
          <p:nvSpPr>
            <p:cNvPr id="74" name="Arc 117">
              <a:extLst>
                <a:ext uri="{FF2B5EF4-FFF2-40B4-BE49-F238E27FC236}">
                  <a16:creationId xmlns:a16="http://schemas.microsoft.com/office/drawing/2014/main" id="{063017EE-D789-4763-8668-E6B27F2463F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575" y="830"/>
              <a:ext cx="1001" cy="543"/>
            </a:xfrm>
            <a:custGeom>
              <a:avLst/>
              <a:gdLst>
                <a:gd name="T0" fmla="*/ 0 w 21126"/>
                <a:gd name="T1" fmla="*/ 0 h 21600"/>
                <a:gd name="T2" fmla="*/ 0 w 21126"/>
                <a:gd name="T3" fmla="*/ 0 h 21600"/>
                <a:gd name="T4" fmla="*/ 0 w 2112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126" h="21600" fill="none" extrusionOk="0">
                  <a:moveTo>
                    <a:pt x="0" y="2537"/>
                  </a:moveTo>
                  <a:cubicBezTo>
                    <a:pt x="3126" y="871"/>
                    <a:pt x="6614" y="-1"/>
                    <a:pt x="10157" y="0"/>
                  </a:cubicBezTo>
                  <a:cubicBezTo>
                    <a:pt x="14014" y="0"/>
                    <a:pt x="17802" y="1033"/>
                    <a:pt x="21125" y="2992"/>
                  </a:cubicBezTo>
                </a:path>
                <a:path w="21126" h="21600" stroke="0" extrusionOk="0">
                  <a:moveTo>
                    <a:pt x="0" y="2537"/>
                  </a:moveTo>
                  <a:cubicBezTo>
                    <a:pt x="3126" y="871"/>
                    <a:pt x="6614" y="-1"/>
                    <a:pt x="10157" y="0"/>
                  </a:cubicBezTo>
                  <a:cubicBezTo>
                    <a:pt x="14014" y="0"/>
                    <a:pt x="17802" y="1033"/>
                    <a:pt x="21125" y="2992"/>
                  </a:cubicBezTo>
                  <a:lnTo>
                    <a:pt x="10157" y="21600"/>
                  </a:lnTo>
                  <a:lnTo>
                    <a:pt x="0" y="2537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Text Box 118">
              <a:extLst>
                <a:ext uri="{FF2B5EF4-FFF2-40B4-BE49-F238E27FC236}">
                  <a16:creationId xmlns:a16="http://schemas.microsoft.com/office/drawing/2014/main" id="{C7789F81-5851-4137-B25E-15BB524ADB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5" y="1344"/>
              <a:ext cx="52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sp>
        <p:nvSpPr>
          <p:cNvPr id="76" name="Text Box 43">
            <a:extLst>
              <a:ext uri="{FF2B5EF4-FFF2-40B4-BE49-F238E27FC236}">
                <a16:creationId xmlns:a16="http://schemas.microsoft.com/office/drawing/2014/main" id="{C4FB4D5A-9900-4104-9A7E-4DB07CAD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5450" y="1434386"/>
            <a:ext cx="21765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状态图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676805" y="5859285"/>
            <a:ext cx="4225370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分析结果：可逆的同步四进制计数器</a:t>
            </a:r>
          </a:p>
        </p:txBody>
      </p:sp>
    </p:spTree>
    <p:extLst>
      <p:ext uri="{BB962C8B-B14F-4D97-AF65-F5344CB8AC3E}">
        <p14:creationId xmlns:p14="http://schemas.microsoft.com/office/powerpoint/2010/main" val="1635099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 autoUpdateAnimBg="0"/>
      <p:bldP spid="39" grpId="0" autoUpdateAnimBg="0"/>
      <p:bldP spid="76" grpId="0"/>
      <p:bldP spid="7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§7.2.2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异步时序电路分析 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1】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分析下面异步时序电路的逻辑功能</a:t>
            </a:r>
          </a:p>
        </p:txBody>
      </p:sp>
      <p:sp>
        <p:nvSpPr>
          <p:cNvPr id="35" name="Text Box 43">
            <a:extLst>
              <a:ext uri="{FF2B5EF4-FFF2-40B4-BE49-F238E27FC236}">
                <a16:creationId xmlns:a16="http://schemas.microsoft.com/office/drawing/2014/main" id="{C4FB4D5A-9900-4104-9A7E-4DB07CAD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70" y="3193087"/>
            <a:ext cx="21765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）列方程</a:t>
            </a:r>
          </a:p>
        </p:txBody>
      </p:sp>
      <p:grpSp>
        <p:nvGrpSpPr>
          <p:cNvPr id="89" name="Group 69">
            <a:extLst>
              <a:ext uri="{FF2B5EF4-FFF2-40B4-BE49-F238E27FC236}">
                <a16:creationId xmlns:a16="http://schemas.microsoft.com/office/drawing/2014/main" id="{AD00C0C4-EC26-493A-A5CA-2298929F1011}"/>
              </a:ext>
            </a:extLst>
          </p:cNvPr>
          <p:cNvGrpSpPr>
            <a:grpSpLocks/>
          </p:cNvGrpSpPr>
          <p:nvPr/>
        </p:nvGrpSpPr>
        <p:grpSpPr bwMode="auto">
          <a:xfrm>
            <a:off x="1433581" y="1293982"/>
            <a:ext cx="6656388" cy="1898650"/>
            <a:chOff x="672" y="886"/>
            <a:chExt cx="4193" cy="1196"/>
          </a:xfrm>
        </p:grpSpPr>
        <p:sp>
          <p:nvSpPr>
            <p:cNvPr id="90" name="Rectangle 7">
              <a:extLst>
                <a:ext uri="{FF2B5EF4-FFF2-40B4-BE49-F238E27FC236}">
                  <a16:creationId xmlns:a16="http://schemas.microsoft.com/office/drawing/2014/main" id="{42EA1198-F2FB-43D6-829B-B03F18B2D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" y="1142"/>
              <a:ext cx="502" cy="62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" name="Text Box 8">
              <a:extLst>
                <a:ext uri="{FF2B5EF4-FFF2-40B4-BE49-F238E27FC236}">
                  <a16:creationId xmlns:a16="http://schemas.microsoft.com/office/drawing/2014/main" id="{9D8C5130-D2E4-40F2-A113-3118A7DD1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6" y="1108"/>
              <a:ext cx="309" cy="250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93" name="Text Box 9">
              <a:extLst>
                <a:ext uri="{FF2B5EF4-FFF2-40B4-BE49-F238E27FC236}">
                  <a16:creationId xmlns:a16="http://schemas.microsoft.com/office/drawing/2014/main" id="{7251FCC3-7F92-42F8-93AC-A139A1BD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5" y="1524"/>
              <a:ext cx="309" cy="250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00" name="AutoShape 10">
              <a:extLst>
                <a:ext uri="{FF2B5EF4-FFF2-40B4-BE49-F238E27FC236}">
                  <a16:creationId xmlns:a16="http://schemas.microsoft.com/office/drawing/2014/main" id="{A411B2B4-0C2F-45CD-9447-05C263C168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709" y="1398"/>
              <a:ext cx="111" cy="9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Oval 11">
              <a:extLst>
                <a:ext uri="{FF2B5EF4-FFF2-40B4-BE49-F238E27FC236}">
                  <a16:creationId xmlns:a16="http://schemas.microsoft.com/office/drawing/2014/main" id="{B6751341-68A5-4EF1-A78E-4FC3B8605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1415"/>
              <a:ext cx="64" cy="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Text Box 12">
              <a:extLst>
                <a:ext uri="{FF2B5EF4-FFF2-40B4-BE49-F238E27FC236}">
                  <a16:creationId xmlns:a16="http://schemas.microsoft.com/office/drawing/2014/main" id="{229A1150-FD70-4EBE-88E8-2B8839E16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1011"/>
              <a:ext cx="309" cy="253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03" name="Text Box 13">
              <a:extLst>
                <a:ext uri="{FF2B5EF4-FFF2-40B4-BE49-F238E27FC236}">
                  <a16:creationId xmlns:a16="http://schemas.microsoft.com/office/drawing/2014/main" id="{67B7D5FC-D306-4823-92D1-15FF219D9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7" y="1384"/>
              <a:ext cx="309" cy="250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04" name="Oval 14">
              <a:extLst>
                <a:ext uri="{FF2B5EF4-FFF2-40B4-BE49-F238E27FC236}">
                  <a16:creationId xmlns:a16="http://schemas.microsoft.com/office/drawing/2014/main" id="{14836F1B-9D67-49D3-836E-253D5460C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1596"/>
              <a:ext cx="64" cy="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Line 15">
              <a:extLst>
                <a:ext uri="{FF2B5EF4-FFF2-40B4-BE49-F238E27FC236}">
                  <a16:creationId xmlns:a16="http://schemas.microsoft.com/office/drawing/2014/main" id="{4765EFB3-1BE7-47D8-8FB0-39098BEBD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1419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Rectangle 16">
              <a:extLst>
                <a:ext uri="{FF2B5EF4-FFF2-40B4-BE49-F238E27FC236}">
                  <a16:creationId xmlns:a16="http://schemas.microsoft.com/office/drawing/2014/main" id="{4B5C8B02-845E-4C31-B675-A6289B4DB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" y="1142"/>
              <a:ext cx="502" cy="62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Text Box 17">
              <a:extLst>
                <a:ext uri="{FF2B5EF4-FFF2-40B4-BE49-F238E27FC236}">
                  <a16:creationId xmlns:a16="http://schemas.microsoft.com/office/drawing/2014/main" id="{4384C462-1B4F-4815-B9AC-C26158A2E7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6" y="1108"/>
              <a:ext cx="309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08" name="Text Box 18">
              <a:extLst>
                <a:ext uri="{FF2B5EF4-FFF2-40B4-BE49-F238E27FC236}">
                  <a16:creationId xmlns:a16="http://schemas.microsoft.com/office/drawing/2014/main" id="{29C87EE5-F07C-4725-9A6E-2BA95BC09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5" y="1524"/>
              <a:ext cx="309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09" name="AutoShape 19">
              <a:extLst>
                <a:ext uri="{FF2B5EF4-FFF2-40B4-BE49-F238E27FC236}">
                  <a16:creationId xmlns:a16="http://schemas.microsoft.com/office/drawing/2014/main" id="{1C1756B6-36B5-43DC-ACC3-22E21C3A45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709" y="1398"/>
              <a:ext cx="111" cy="9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" name="Oval 20">
              <a:extLst>
                <a:ext uri="{FF2B5EF4-FFF2-40B4-BE49-F238E27FC236}">
                  <a16:creationId xmlns:a16="http://schemas.microsoft.com/office/drawing/2014/main" id="{15C3A799-84E7-4583-8D80-C378286E9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1415"/>
              <a:ext cx="64" cy="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Text Box 21">
              <a:extLst>
                <a:ext uri="{FF2B5EF4-FFF2-40B4-BE49-F238E27FC236}">
                  <a16:creationId xmlns:a16="http://schemas.microsoft.com/office/drawing/2014/main" id="{D116793F-55A1-4F0E-9421-7EBDB8CA55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7" y="1384"/>
              <a:ext cx="309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12" name="Oval 22">
              <a:extLst>
                <a:ext uri="{FF2B5EF4-FFF2-40B4-BE49-F238E27FC236}">
                  <a16:creationId xmlns:a16="http://schemas.microsoft.com/office/drawing/2014/main" id="{44089619-B794-4EB6-9C30-249DCD3EB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1596"/>
              <a:ext cx="64" cy="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" name="Line 23">
              <a:extLst>
                <a:ext uri="{FF2B5EF4-FFF2-40B4-BE49-F238E27FC236}">
                  <a16:creationId xmlns:a16="http://schemas.microsoft.com/office/drawing/2014/main" id="{5E7175AA-57DF-4B0A-85CF-387AE144E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1419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Rectangle 24">
              <a:extLst>
                <a:ext uri="{FF2B5EF4-FFF2-40B4-BE49-F238E27FC236}">
                  <a16:creationId xmlns:a16="http://schemas.microsoft.com/office/drawing/2014/main" id="{EBF2FA4E-A26A-421D-B3B1-61D3166B9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1141"/>
              <a:ext cx="502" cy="62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Text Box 25">
              <a:extLst>
                <a:ext uri="{FF2B5EF4-FFF2-40B4-BE49-F238E27FC236}">
                  <a16:creationId xmlns:a16="http://schemas.microsoft.com/office/drawing/2014/main" id="{A1D7551B-02BB-422E-A90A-F9C5ABEE0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9" y="1107"/>
              <a:ext cx="309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16" name="Text Box 26">
              <a:extLst>
                <a:ext uri="{FF2B5EF4-FFF2-40B4-BE49-F238E27FC236}">
                  <a16:creationId xmlns:a16="http://schemas.microsoft.com/office/drawing/2014/main" id="{59F611E9-4A77-4E47-8FCA-167371714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8" y="1523"/>
              <a:ext cx="309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17" name="AutoShape 27">
              <a:extLst>
                <a:ext uri="{FF2B5EF4-FFF2-40B4-BE49-F238E27FC236}">
                  <a16:creationId xmlns:a16="http://schemas.microsoft.com/office/drawing/2014/main" id="{F1F7829E-76D4-4D05-B38B-6A4571D0BA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872" y="1397"/>
              <a:ext cx="111" cy="9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Oval 28">
              <a:extLst>
                <a:ext uri="{FF2B5EF4-FFF2-40B4-BE49-F238E27FC236}">
                  <a16:creationId xmlns:a16="http://schemas.microsoft.com/office/drawing/2014/main" id="{1802415A-000C-4863-8C1F-F6C86ECCA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1414"/>
              <a:ext cx="64" cy="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9" name="Text Box 29">
              <a:extLst>
                <a:ext uri="{FF2B5EF4-FFF2-40B4-BE49-F238E27FC236}">
                  <a16:creationId xmlns:a16="http://schemas.microsoft.com/office/drawing/2014/main" id="{EDF46EA4-3962-4646-B528-9A8415F09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1" y="1010"/>
              <a:ext cx="309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20" name="Text Box 30">
              <a:extLst>
                <a:ext uri="{FF2B5EF4-FFF2-40B4-BE49-F238E27FC236}">
                  <a16:creationId xmlns:a16="http://schemas.microsoft.com/office/drawing/2014/main" id="{37DCB96F-3569-4853-BF23-6B9378320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1383"/>
              <a:ext cx="309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21" name="Oval 31">
              <a:extLst>
                <a:ext uri="{FF2B5EF4-FFF2-40B4-BE49-F238E27FC236}">
                  <a16:creationId xmlns:a16="http://schemas.microsoft.com/office/drawing/2014/main" id="{34041BAE-E2D3-4DFB-8169-97B464ED0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5" y="1595"/>
              <a:ext cx="64" cy="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32">
              <a:extLst>
                <a:ext uri="{FF2B5EF4-FFF2-40B4-BE49-F238E27FC236}">
                  <a16:creationId xmlns:a16="http://schemas.microsoft.com/office/drawing/2014/main" id="{5E800215-D2DD-4C46-92DF-B7B333C2B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5" y="1418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Rectangle 33">
              <a:extLst>
                <a:ext uri="{FF2B5EF4-FFF2-40B4-BE49-F238E27FC236}">
                  <a16:creationId xmlns:a16="http://schemas.microsoft.com/office/drawing/2014/main" id="{3E43CCEC-9AE6-4AA0-A0C2-9C0AA16F1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2" y="1140"/>
              <a:ext cx="502" cy="62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Text Box 34">
              <a:extLst>
                <a:ext uri="{FF2B5EF4-FFF2-40B4-BE49-F238E27FC236}">
                  <a16:creationId xmlns:a16="http://schemas.microsoft.com/office/drawing/2014/main" id="{800E8460-DC32-4D70-A9EB-3F3ADAFDF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0" y="1106"/>
              <a:ext cx="309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125" name="Text Box 35">
              <a:extLst>
                <a:ext uri="{FF2B5EF4-FFF2-40B4-BE49-F238E27FC236}">
                  <a16:creationId xmlns:a16="http://schemas.microsoft.com/office/drawing/2014/main" id="{B6BD5BF8-F71A-4281-9F6E-B9B9DEC9F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" y="1522"/>
              <a:ext cx="309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126" name="AutoShape 36">
              <a:extLst>
                <a:ext uri="{FF2B5EF4-FFF2-40B4-BE49-F238E27FC236}">
                  <a16:creationId xmlns:a16="http://schemas.microsoft.com/office/drawing/2014/main" id="{DFC2F951-5FB1-4C94-BCF7-86AEE732015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963" y="1396"/>
              <a:ext cx="111" cy="9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7" name="Oval 37">
              <a:extLst>
                <a:ext uri="{FF2B5EF4-FFF2-40B4-BE49-F238E27FC236}">
                  <a16:creationId xmlns:a16="http://schemas.microsoft.com/office/drawing/2014/main" id="{9D9E1F40-FC59-4AF1-92EF-078B9EA60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" y="1413"/>
              <a:ext cx="64" cy="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Text Box 38">
              <a:extLst>
                <a:ext uri="{FF2B5EF4-FFF2-40B4-BE49-F238E27FC236}">
                  <a16:creationId xmlns:a16="http://schemas.microsoft.com/office/drawing/2014/main" id="{26903406-1746-427D-B0B6-80507C2E54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0" y="1031"/>
              <a:ext cx="309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129" name="Text Box 39">
              <a:extLst>
                <a:ext uri="{FF2B5EF4-FFF2-40B4-BE49-F238E27FC236}">
                  <a16:creationId xmlns:a16="http://schemas.microsoft.com/office/drawing/2014/main" id="{24CBB9EE-85E6-4D7E-84AB-283463E12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1" y="1382"/>
              <a:ext cx="309" cy="25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130" name="Oval 40">
              <a:extLst>
                <a:ext uri="{FF2B5EF4-FFF2-40B4-BE49-F238E27FC236}">
                  <a16:creationId xmlns:a16="http://schemas.microsoft.com/office/drawing/2014/main" id="{DB25892E-ABB7-4AF5-95C9-54BD30E5E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1594"/>
              <a:ext cx="64" cy="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1" name="Line 41">
              <a:extLst>
                <a:ext uri="{FF2B5EF4-FFF2-40B4-BE49-F238E27FC236}">
                  <a16:creationId xmlns:a16="http://schemas.microsoft.com/office/drawing/2014/main" id="{94943FC4-6A9C-44AC-980B-2D02E05C4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6" y="1417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2" name="Freeform 42">
              <a:extLst>
                <a:ext uri="{FF2B5EF4-FFF2-40B4-BE49-F238E27FC236}">
                  <a16:creationId xmlns:a16="http://schemas.microsoft.com/office/drawing/2014/main" id="{74B4BE4B-1773-4BFA-A935-B6FD1E466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" y="1441"/>
              <a:ext cx="2912" cy="501"/>
            </a:xfrm>
            <a:custGeom>
              <a:avLst/>
              <a:gdLst>
                <a:gd name="T0" fmla="*/ 2912 w 2912"/>
                <a:gd name="T1" fmla="*/ 0 h 501"/>
                <a:gd name="T2" fmla="*/ 2774 w 2912"/>
                <a:gd name="T3" fmla="*/ 0 h 501"/>
                <a:gd name="T4" fmla="*/ 2774 w 2912"/>
                <a:gd name="T5" fmla="*/ 501 h 501"/>
                <a:gd name="T6" fmla="*/ 0 w 2912"/>
                <a:gd name="T7" fmla="*/ 501 h 50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12" h="501">
                  <a:moveTo>
                    <a:pt x="2912" y="0"/>
                  </a:moveTo>
                  <a:lnTo>
                    <a:pt x="2774" y="0"/>
                  </a:lnTo>
                  <a:lnTo>
                    <a:pt x="2774" y="501"/>
                  </a:lnTo>
                  <a:lnTo>
                    <a:pt x="0" y="501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" name="Freeform 43">
              <a:extLst>
                <a:ext uri="{FF2B5EF4-FFF2-40B4-BE49-F238E27FC236}">
                  <a16:creationId xmlns:a16="http://schemas.microsoft.com/office/drawing/2014/main" id="{EC653B8C-631B-46A1-A1BB-0440A7051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1441"/>
              <a:ext cx="203" cy="490"/>
            </a:xfrm>
            <a:custGeom>
              <a:avLst/>
              <a:gdLst>
                <a:gd name="T0" fmla="*/ 203 w 203"/>
                <a:gd name="T1" fmla="*/ 0 h 490"/>
                <a:gd name="T2" fmla="*/ 0 w 203"/>
                <a:gd name="T3" fmla="*/ 0 h 490"/>
                <a:gd name="T4" fmla="*/ 0 w 203"/>
                <a:gd name="T5" fmla="*/ 490 h 4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3" h="490">
                  <a:moveTo>
                    <a:pt x="203" y="0"/>
                  </a:moveTo>
                  <a:lnTo>
                    <a:pt x="0" y="0"/>
                  </a:lnTo>
                  <a:lnTo>
                    <a:pt x="0" y="49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" name="Freeform 44">
              <a:extLst>
                <a:ext uri="{FF2B5EF4-FFF2-40B4-BE49-F238E27FC236}">
                  <a16:creationId xmlns:a16="http://schemas.microsoft.com/office/drawing/2014/main" id="{9CA25FDD-48F0-41F8-A31C-F6C647E39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" y="907"/>
              <a:ext cx="3424" cy="736"/>
            </a:xfrm>
            <a:custGeom>
              <a:avLst/>
              <a:gdLst>
                <a:gd name="T0" fmla="*/ 266 w 3424"/>
                <a:gd name="T1" fmla="*/ 460 h 629"/>
                <a:gd name="T2" fmla="*/ 0 w 3424"/>
                <a:gd name="T3" fmla="*/ 460 h 629"/>
                <a:gd name="T4" fmla="*/ 0 w 3424"/>
                <a:gd name="T5" fmla="*/ 0 h 629"/>
                <a:gd name="T6" fmla="*/ 3424 w 3424"/>
                <a:gd name="T7" fmla="*/ 0 h 629"/>
                <a:gd name="T8" fmla="*/ 3424 w 3424"/>
                <a:gd name="T9" fmla="*/ 1178 h 629"/>
                <a:gd name="T10" fmla="*/ 3104 w 3424"/>
                <a:gd name="T11" fmla="*/ 1178 h 6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24" h="629">
                  <a:moveTo>
                    <a:pt x="266" y="245"/>
                  </a:moveTo>
                  <a:lnTo>
                    <a:pt x="0" y="245"/>
                  </a:lnTo>
                  <a:lnTo>
                    <a:pt x="0" y="0"/>
                  </a:lnTo>
                  <a:lnTo>
                    <a:pt x="3424" y="0"/>
                  </a:lnTo>
                  <a:lnTo>
                    <a:pt x="3424" y="629"/>
                  </a:lnTo>
                  <a:lnTo>
                    <a:pt x="3104" y="629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5" name="Line 45">
              <a:extLst>
                <a:ext uri="{FF2B5EF4-FFF2-40B4-BE49-F238E27FC236}">
                  <a16:creationId xmlns:a16="http://schemas.microsoft.com/office/drawing/2014/main" id="{47D3806F-1C12-4C90-9D18-F4EB1CFE5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0" y="1259"/>
              <a:ext cx="65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 46">
              <a:extLst>
                <a:ext uri="{FF2B5EF4-FFF2-40B4-BE49-F238E27FC236}">
                  <a16:creationId xmlns:a16="http://schemas.microsoft.com/office/drawing/2014/main" id="{E6753473-045D-4B61-9E33-D3DC47AD3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1281"/>
              <a:ext cx="58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Freeform 47">
              <a:extLst>
                <a:ext uri="{FF2B5EF4-FFF2-40B4-BE49-F238E27FC236}">
                  <a16:creationId xmlns:a16="http://schemas.microsoft.com/office/drawing/2014/main" id="{3FEE63FA-41CE-437A-96DE-41B91FEB9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" y="1003"/>
              <a:ext cx="1291" cy="448"/>
            </a:xfrm>
            <a:custGeom>
              <a:avLst/>
              <a:gdLst>
                <a:gd name="T0" fmla="*/ 139 w 1291"/>
                <a:gd name="T1" fmla="*/ 448 h 448"/>
                <a:gd name="T2" fmla="*/ 0 w 1291"/>
                <a:gd name="T3" fmla="*/ 448 h 448"/>
                <a:gd name="T4" fmla="*/ 0 w 1291"/>
                <a:gd name="T5" fmla="*/ 0 h 448"/>
                <a:gd name="T6" fmla="*/ 1099 w 1291"/>
                <a:gd name="T7" fmla="*/ 0 h 448"/>
                <a:gd name="T8" fmla="*/ 1099 w 1291"/>
                <a:gd name="T9" fmla="*/ 203 h 448"/>
                <a:gd name="T10" fmla="*/ 1291 w 1291"/>
                <a:gd name="T11" fmla="*/ 203 h 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91" h="448">
                  <a:moveTo>
                    <a:pt x="139" y="448"/>
                  </a:moveTo>
                  <a:lnTo>
                    <a:pt x="0" y="448"/>
                  </a:lnTo>
                  <a:lnTo>
                    <a:pt x="0" y="0"/>
                  </a:lnTo>
                  <a:lnTo>
                    <a:pt x="1099" y="0"/>
                  </a:lnTo>
                  <a:lnTo>
                    <a:pt x="1099" y="203"/>
                  </a:lnTo>
                  <a:lnTo>
                    <a:pt x="1291" y="203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Text Box 48">
              <a:extLst>
                <a:ext uri="{FF2B5EF4-FFF2-40B4-BE49-F238E27FC236}">
                  <a16:creationId xmlns:a16="http://schemas.microsoft.com/office/drawing/2014/main" id="{9DF662AF-E538-4F44-AA71-38B1869B4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2" y="886"/>
              <a:ext cx="416" cy="52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139" name="Text Box 49">
              <a:extLst>
                <a:ext uri="{FF2B5EF4-FFF2-40B4-BE49-F238E27FC236}">
                  <a16:creationId xmlns:a16="http://schemas.microsoft.com/office/drawing/2014/main" id="{29ECDFDE-A577-47E2-B14D-9402262CB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6" y="1557"/>
              <a:ext cx="416" cy="52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140" name="Text Box 50">
              <a:extLst>
                <a:ext uri="{FF2B5EF4-FFF2-40B4-BE49-F238E27FC236}">
                  <a16:creationId xmlns:a16="http://schemas.microsoft.com/office/drawing/2014/main" id="{A4F2A1F1-AB5E-424C-8402-52E56E33E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772"/>
              <a:ext cx="416" cy="292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</a:p>
          </p:txBody>
        </p:sp>
      </p:grpSp>
      <p:sp>
        <p:nvSpPr>
          <p:cNvPr id="141" name="Text Box 39">
            <a:extLst>
              <a:ext uri="{FF2B5EF4-FFF2-40B4-BE49-F238E27FC236}">
                <a16:creationId xmlns:a16="http://schemas.microsoft.com/office/drawing/2014/main" id="{ECF1F874-C2FD-4A83-8405-AAD66B218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344" y="3753320"/>
            <a:ext cx="19859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noProof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时钟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方程：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0759" y="3768552"/>
                <a:ext cx="314010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𝑪𝑷</m:t>
                          </m:r>
                        </m:e>
                        <m:sub>
                          <m: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noProof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𝑪𝑷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𝑪𝑷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2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0759" y="3768552"/>
                <a:ext cx="3140103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32968" y="3757176"/>
                <a:ext cx="249322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𝑪𝑷</m:t>
                          </m:r>
                        </m:e>
                        <m:sub>
                          <m: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noProof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3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2968" y="3757176"/>
                <a:ext cx="249322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Text Box 39">
            <a:extLst>
              <a:ext uri="{FF2B5EF4-FFF2-40B4-BE49-F238E27FC236}">
                <a16:creationId xmlns:a16="http://schemas.microsoft.com/office/drawing/2014/main" id="{ECF1F874-C2FD-4A83-8405-AAD66B218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616" y="4369744"/>
            <a:ext cx="19859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驱动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方程：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680" y="4357681"/>
                <a:ext cx="1675152" cy="9967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noProof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b="1" i="1" noProof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noProof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noProof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800" b="1" i="1" noProof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𝟏</m:t>
                      </m:r>
                    </m:oMath>
                  </m:oMathPara>
                </a14:m>
                <a:endParaRPr lang="en-US" altLang="zh-CN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5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6680" y="4357681"/>
                <a:ext cx="1675152" cy="9967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8698" y="4359953"/>
                <a:ext cx="1675152" cy="9645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noProof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𝟏</m:t>
                      </m:r>
                    </m:oMath>
                  </m:oMathPara>
                </a14:m>
                <a:endParaRPr lang="en-US" altLang="zh-CN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6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8698" y="4359953"/>
                <a:ext cx="1675152" cy="96455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38013" y="4362225"/>
                <a:ext cx="2051956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noProof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𝟏</m:t>
                      </m:r>
                    </m:oMath>
                  </m:oMathPara>
                </a14:m>
                <a:endParaRPr lang="en-US" altLang="zh-CN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7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8013" y="4362225"/>
                <a:ext cx="2051956" cy="95410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Text Box 39">
            <a:extLst>
              <a:ext uri="{FF2B5EF4-FFF2-40B4-BE49-F238E27FC236}">
                <a16:creationId xmlns:a16="http://schemas.microsoft.com/office/drawing/2014/main" id="{ECF1F874-C2FD-4A83-8405-AAD66B218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88" y="5381956"/>
            <a:ext cx="19859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noProof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方程：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8952" y="5342593"/>
                <a:ext cx="3544898" cy="15009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p>
                      </m:sSubSup>
                      <m:r>
                        <a:rPr lang="en-US" altLang="zh-CN" sz="2800" b="1" i="1" noProof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b="1" i="1" noProof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noProof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noProof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800" b="1" i="1" noProof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r>
                        <a:rPr lang="en-US" altLang="zh-CN" sz="2800" i="1" noProof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bSup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lang="en-US" altLang="zh-CN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bSup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lang="en-US" altLang="zh-CN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9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8952" y="5342593"/>
                <a:ext cx="3544898" cy="15009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41535" y="5381956"/>
                <a:ext cx="142245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𝐶𝑃</m:t>
                      </m:r>
                      <m:r>
                        <a:rPr lang="en-US" altLang="zh-C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0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41535" y="5381956"/>
                <a:ext cx="1422456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43807" y="6312280"/>
                <a:ext cx="142245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𝐶𝑃</m:t>
                      </m:r>
                      <m:r>
                        <a:rPr lang="en-US" altLang="zh-C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1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43807" y="6312280"/>
                <a:ext cx="1422456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43807" y="5793668"/>
                <a:ext cx="142245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2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43807" y="5793668"/>
                <a:ext cx="1422456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98016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5" grpId="0" autoUpdateAnimBg="0"/>
      <p:bldP spid="141" grpId="0" autoUpdateAnimBg="0"/>
      <p:bldP spid="142" grpId="0" autoUpdateAnimBg="0"/>
      <p:bldP spid="143" grpId="0" autoUpdateAnimBg="0"/>
      <p:bldP spid="144" grpId="0" autoUpdateAnimBg="0"/>
      <p:bldP spid="145" grpId="0" autoUpdateAnimBg="0"/>
      <p:bldP spid="146" grpId="0" autoUpdateAnimBg="0"/>
      <p:bldP spid="147" grpId="0" autoUpdateAnimBg="0"/>
      <p:bldP spid="148" grpId="0" autoUpdateAnimBg="0"/>
      <p:bldP spid="149" grpId="0" autoUpdateAnimBg="0"/>
      <p:bldP spid="150" grpId="0" autoUpdateAnimBg="0"/>
      <p:bldP spid="151" grpId="0" autoUpdateAnimBg="0"/>
      <p:bldP spid="15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05">
            <a:extLst>
              <a:ext uri="{FF2B5EF4-FFF2-40B4-BE49-F238E27FC236}">
                <a16:creationId xmlns:a16="http://schemas.microsoft.com/office/drawing/2014/main" id="{54A2459F-DEB8-4315-9AA4-9FF5BF9BA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777484"/>
              </p:ext>
            </p:extLst>
          </p:nvPr>
        </p:nvGraphicFramePr>
        <p:xfrm>
          <a:off x="516908" y="1927319"/>
          <a:ext cx="4811122" cy="4621524"/>
        </p:xfrm>
        <a:graphic>
          <a:graphicData uri="http://schemas.openxmlformats.org/drawingml/2006/table">
            <a:tbl>
              <a:tblPr/>
              <a:tblGrid>
                <a:gridCol w="1884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4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28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78" marB="46778" horzOverflow="overflow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n+1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n+1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n+1</a:t>
                      </a: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CP</a:t>
                      </a: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78" marB="467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Box 35">
            <a:extLst>
              <a:ext uri="{FF2B5EF4-FFF2-40B4-BE49-F238E27FC236}">
                <a16:creationId xmlns:a16="http://schemas.microsoft.com/office/drawing/2014/main" id="{BA00F9FD-6758-4810-B475-66D626CB0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638" y="2416269"/>
            <a:ext cx="1409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0   0   0</a:t>
            </a:r>
          </a:p>
        </p:txBody>
      </p:sp>
      <p:sp>
        <p:nvSpPr>
          <p:cNvPr id="5" name="Text Box 36">
            <a:extLst>
              <a:ext uri="{FF2B5EF4-FFF2-40B4-BE49-F238E27FC236}">
                <a16:creationId xmlns:a16="http://schemas.microsoft.com/office/drawing/2014/main" id="{24AE80C8-BC15-4ECD-BFE5-9EF3D1F39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0688" y="2416269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6" name="Text Box 37">
            <a:extLst>
              <a:ext uri="{FF2B5EF4-FFF2-40B4-BE49-F238E27FC236}">
                <a16:creationId xmlns:a16="http://schemas.microsoft.com/office/drawing/2014/main" id="{82A2993F-3193-48DA-B48E-C365A1B81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6788" y="2416269"/>
            <a:ext cx="5334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7" name="Text Box 38">
            <a:extLst>
              <a:ext uri="{FF2B5EF4-FFF2-40B4-BE49-F238E27FC236}">
                <a16:creationId xmlns:a16="http://schemas.microsoft.com/office/drawing/2014/main" id="{E49BAE7A-462B-4A1B-B554-DE1D8C69D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588" y="2962369"/>
            <a:ext cx="1409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0   0   1</a:t>
            </a:r>
          </a:p>
        </p:txBody>
      </p:sp>
      <p:sp>
        <p:nvSpPr>
          <p:cNvPr id="8" name="Text Box 39">
            <a:extLst>
              <a:ext uri="{FF2B5EF4-FFF2-40B4-BE49-F238E27FC236}">
                <a16:creationId xmlns:a16="http://schemas.microsoft.com/office/drawing/2014/main" id="{D7DB1801-1936-40A4-9AC6-A84FD5CC8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0688" y="2962369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9" name="Text Box 40">
            <a:extLst>
              <a:ext uri="{FF2B5EF4-FFF2-40B4-BE49-F238E27FC236}">
                <a16:creationId xmlns:a16="http://schemas.microsoft.com/office/drawing/2014/main" id="{DFE17F1C-9C56-40A9-882C-48247C6EA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7738" y="2943319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10" name="Text Box 41">
            <a:extLst>
              <a:ext uri="{FF2B5EF4-FFF2-40B4-BE49-F238E27FC236}">
                <a16:creationId xmlns:a16="http://schemas.microsoft.com/office/drawing/2014/main" id="{AA73296C-6466-4248-82DC-EEB2D430D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838" y="2435319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11" name="Text Box 42">
            <a:extLst>
              <a:ext uri="{FF2B5EF4-FFF2-40B4-BE49-F238E27FC236}">
                <a16:creationId xmlns:a16="http://schemas.microsoft.com/office/drawing/2014/main" id="{3306DC39-F534-40C2-B998-595C79D72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838" y="2962369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12" name="Text Box 43">
            <a:extLst>
              <a:ext uri="{FF2B5EF4-FFF2-40B4-BE49-F238E27FC236}">
                <a16:creationId xmlns:a16="http://schemas.microsoft.com/office/drawing/2014/main" id="{172FA210-D882-4732-B10F-8F35468B3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588" y="3452907"/>
            <a:ext cx="1409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0   1   0</a:t>
            </a:r>
          </a:p>
        </p:txBody>
      </p:sp>
      <p:sp>
        <p:nvSpPr>
          <p:cNvPr id="13" name="Text Box 44">
            <a:extLst>
              <a:ext uri="{FF2B5EF4-FFF2-40B4-BE49-F238E27FC236}">
                <a16:creationId xmlns:a16="http://schemas.microsoft.com/office/drawing/2014/main" id="{1503C2B8-4E08-4A44-ADEB-3A8BA9677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1638" y="3452907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14" name="Text Box 45">
            <a:extLst>
              <a:ext uri="{FF2B5EF4-FFF2-40B4-BE49-F238E27FC236}">
                <a16:creationId xmlns:a16="http://schemas.microsoft.com/office/drawing/2014/main" id="{8F5E5026-93DD-4002-A0C9-F8A1886EF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7738" y="3471957"/>
            <a:ext cx="5334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15" name="Text Box 46">
            <a:extLst>
              <a:ext uri="{FF2B5EF4-FFF2-40B4-BE49-F238E27FC236}">
                <a16:creationId xmlns:a16="http://schemas.microsoft.com/office/drawing/2014/main" id="{D7F863B5-0A6F-4361-92EC-BC07E871D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838" y="3471957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16" name="Text Box 47">
            <a:extLst>
              <a:ext uri="{FF2B5EF4-FFF2-40B4-BE49-F238E27FC236}">
                <a16:creationId xmlns:a16="http://schemas.microsoft.com/office/drawing/2014/main" id="{4BDF28C2-60D9-49C9-92FE-7A0C7CD2E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588" y="3946619"/>
            <a:ext cx="1409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0   1   1</a:t>
            </a:r>
          </a:p>
        </p:txBody>
      </p:sp>
      <p:sp>
        <p:nvSpPr>
          <p:cNvPr id="17" name="Text Box 48">
            <a:extLst>
              <a:ext uri="{FF2B5EF4-FFF2-40B4-BE49-F238E27FC236}">
                <a16:creationId xmlns:a16="http://schemas.microsoft.com/office/drawing/2014/main" id="{DB012038-FD75-45AB-83E5-AB60E2CAD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0688" y="3946619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18" name="AutoShape 49">
            <a:extLst>
              <a:ext uri="{FF2B5EF4-FFF2-40B4-BE49-F238E27FC236}">
                <a16:creationId xmlns:a16="http://schemas.microsoft.com/office/drawing/2014/main" id="{B6B48CFD-9402-443E-BCBF-F611419DA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8031" y="2575019"/>
            <a:ext cx="203648" cy="708792"/>
          </a:xfrm>
          <a:prstGeom prst="curvedLeftArrow">
            <a:avLst>
              <a:gd name="adj1" fmla="val 94286"/>
              <a:gd name="adj2" fmla="val 188571"/>
              <a:gd name="adj3" fmla="val 33333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AutoShape 50">
            <a:extLst>
              <a:ext uri="{FF2B5EF4-FFF2-40B4-BE49-F238E27FC236}">
                <a16:creationId xmlns:a16="http://schemas.microsoft.com/office/drawing/2014/main" id="{7C05C8CF-B2A2-44C3-985F-DE63A30B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607" y="3599686"/>
            <a:ext cx="206375" cy="714412"/>
          </a:xfrm>
          <a:prstGeom prst="curvedLeftArrow">
            <a:avLst>
              <a:gd name="adj1" fmla="val 94286"/>
              <a:gd name="adj2" fmla="val 188571"/>
              <a:gd name="adj3" fmla="val 33333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Text Box 51">
            <a:extLst>
              <a:ext uri="{FF2B5EF4-FFF2-40B4-BE49-F238E27FC236}">
                <a16:creationId xmlns:a16="http://schemas.microsoft.com/office/drawing/2014/main" id="{00005C81-B502-4CD6-9617-21AA12690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838" y="3946619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21" name="Text Box 52">
            <a:extLst>
              <a:ext uri="{FF2B5EF4-FFF2-40B4-BE49-F238E27FC236}">
                <a16:creationId xmlns:a16="http://schemas.microsoft.com/office/drawing/2014/main" id="{B5608841-151C-48C3-B82B-972306969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4788" y="3946619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22" name="Text Box 53">
            <a:extLst>
              <a:ext uri="{FF2B5EF4-FFF2-40B4-BE49-F238E27FC236}">
                <a16:creationId xmlns:a16="http://schemas.microsoft.com/office/drawing/2014/main" id="{8564E352-C560-4FCB-83CB-3E9D1B77D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588" y="4405407"/>
            <a:ext cx="1409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1   0   0</a:t>
            </a:r>
          </a:p>
        </p:txBody>
      </p:sp>
      <p:sp>
        <p:nvSpPr>
          <p:cNvPr id="23" name="Text Box 54">
            <a:extLst>
              <a:ext uri="{FF2B5EF4-FFF2-40B4-BE49-F238E27FC236}">
                <a16:creationId xmlns:a16="http://schemas.microsoft.com/office/drawing/2014/main" id="{C7ED58FA-53F8-4216-AB2E-69FB800C3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9738" y="4367307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24" name="Text Box 55">
            <a:extLst>
              <a:ext uri="{FF2B5EF4-FFF2-40B4-BE49-F238E27FC236}">
                <a16:creationId xmlns:a16="http://schemas.microsoft.com/office/drawing/2014/main" id="{FDFF1973-388A-45DA-B9FF-61472F60A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838" y="4405407"/>
            <a:ext cx="5334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25" name="Text Box 56">
            <a:extLst>
              <a:ext uri="{FF2B5EF4-FFF2-40B4-BE49-F238E27FC236}">
                <a16:creationId xmlns:a16="http://schemas.microsoft.com/office/drawing/2014/main" id="{6365F928-508D-4F7F-8ACC-F34785C84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838" y="4386357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26" name="Freeform 57">
            <a:extLst>
              <a:ext uri="{FF2B5EF4-FFF2-40B4-BE49-F238E27FC236}">
                <a16:creationId xmlns:a16="http://schemas.microsoft.com/office/drawing/2014/main" id="{B69F689F-8B0F-4905-9904-E79DA051CE02}"/>
              </a:ext>
            </a:extLst>
          </p:cNvPr>
          <p:cNvSpPr>
            <a:spLocks/>
          </p:cNvSpPr>
          <p:nvPr/>
        </p:nvSpPr>
        <p:spPr bwMode="auto">
          <a:xfrm>
            <a:off x="96221" y="2535332"/>
            <a:ext cx="381356" cy="2287094"/>
          </a:xfrm>
          <a:custGeom>
            <a:avLst/>
            <a:gdLst>
              <a:gd name="T0" fmla="*/ 2147483647 w 240"/>
              <a:gd name="T1" fmla="*/ 2147483647 h 1188"/>
              <a:gd name="T2" fmla="*/ 0 w 240"/>
              <a:gd name="T3" fmla="*/ 2147483647 h 1188"/>
              <a:gd name="T4" fmla="*/ 0 w 240"/>
              <a:gd name="T5" fmla="*/ 0 h 1188"/>
              <a:gd name="T6" fmla="*/ 2147483647 w 240"/>
              <a:gd name="T7" fmla="*/ 0 h 11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40" h="1188">
                <a:moveTo>
                  <a:pt x="240" y="1188"/>
                </a:moveTo>
                <a:lnTo>
                  <a:pt x="0" y="1188"/>
                </a:lnTo>
                <a:lnTo>
                  <a:pt x="0" y="0"/>
                </a:lnTo>
                <a:lnTo>
                  <a:pt x="216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Line 58">
            <a:extLst>
              <a:ext uri="{FF2B5EF4-FFF2-40B4-BE49-F238E27FC236}">
                <a16:creationId xmlns:a16="http://schemas.microsoft.com/office/drawing/2014/main" id="{1DA0F602-8CCC-4515-BC08-939117FFAB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420" y="4970556"/>
            <a:ext cx="4774609" cy="2375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Text Box 59">
            <a:extLst>
              <a:ext uri="{FF2B5EF4-FFF2-40B4-BE49-F238E27FC236}">
                <a16:creationId xmlns:a16="http://schemas.microsoft.com/office/drawing/2014/main" id="{F73E2856-6487-4C0A-81E8-D7B568A7B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588" y="5037232"/>
            <a:ext cx="1409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1   0   1</a:t>
            </a:r>
          </a:p>
        </p:txBody>
      </p:sp>
      <p:sp>
        <p:nvSpPr>
          <p:cNvPr id="29" name="Text Box 60">
            <a:extLst>
              <a:ext uri="{FF2B5EF4-FFF2-40B4-BE49-F238E27FC236}">
                <a16:creationId xmlns:a16="http://schemas.microsoft.com/office/drawing/2014/main" id="{B87A7227-0C86-4E0F-8256-CA3CAC4B1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0688" y="5018182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0" name="Text Box 61">
            <a:extLst>
              <a:ext uri="{FF2B5EF4-FFF2-40B4-BE49-F238E27FC236}">
                <a16:creationId xmlns:a16="http://schemas.microsoft.com/office/drawing/2014/main" id="{EB96B19F-A829-40FA-961B-8DC04304D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6788" y="5016594"/>
            <a:ext cx="5334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31" name="Text Box 62">
            <a:extLst>
              <a:ext uri="{FF2B5EF4-FFF2-40B4-BE49-F238E27FC236}">
                <a16:creationId xmlns:a16="http://schemas.microsoft.com/office/drawing/2014/main" id="{A28AFCE5-44B4-47E6-9619-2ACD4D199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838" y="5037232"/>
            <a:ext cx="6477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grpSp>
        <p:nvGrpSpPr>
          <p:cNvPr id="32" name="Group 63">
            <a:extLst>
              <a:ext uri="{FF2B5EF4-FFF2-40B4-BE49-F238E27FC236}">
                <a16:creationId xmlns:a16="http://schemas.microsoft.com/office/drawing/2014/main" id="{1FE45688-E2D1-4965-B6A0-F6809CEEFA6A}"/>
              </a:ext>
            </a:extLst>
          </p:cNvPr>
          <p:cNvGrpSpPr>
            <a:grpSpLocks/>
          </p:cNvGrpSpPr>
          <p:nvPr/>
        </p:nvGrpSpPr>
        <p:grpSpPr bwMode="auto">
          <a:xfrm>
            <a:off x="740741" y="5562694"/>
            <a:ext cx="3998916" cy="965200"/>
            <a:chOff x="501" y="2819"/>
            <a:chExt cx="2519" cy="608"/>
          </a:xfrm>
        </p:grpSpPr>
        <p:sp>
          <p:nvSpPr>
            <p:cNvPr id="33" name="Text Box 64">
              <a:extLst>
                <a:ext uri="{FF2B5EF4-FFF2-40B4-BE49-F238E27FC236}">
                  <a16:creationId xmlns:a16="http://schemas.microsoft.com/office/drawing/2014/main" id="{3671DD28-062F-4C91-8DDA-32772DD53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" y="2820"/>
              <a:ext cx="888" cy="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1   1   0</a:t>
              </a:r>
            </a:p>
          </p:txBody>
        </p:sp>
        <p:sp>
          <p:nvSpPr>
            <p:cNvPr id="34" name="Text Box 65">
              <a:extLst>
                <a:ext uri="{FF2B5EF4-FFF2-40B4-BE49-F238E27FC236}">
                  <a16:creationId xmlns:a16="http://schemas.microsoft.com/office/drawing/2014/main" id="{6918FE4F-CC49-41B7-BB35-213B892D9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" y="3096"/>
              <a:ext cx="888" cy="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1   1   1</a:t>
              </a:r>
            </a:p>
          </p:txBody>
        </p:sp>
        <p:sp>
          <p:nvSpPr>
            <p:cNvPr id="35" name="Text Box 66">
              <a:extLst>
                <a:ext uri="{FF2B5EF4-FFF2-40B4-BE49-F238E27FC236}">
                  <a16:creationId xmlns:a16="http://schemas.microsoft.com/office/drawing/2014/main" id="{CA49167C-C7A2-47A2-B7D4-DA771373C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2" y="2820"/>
              <a:ext cx="408" cy="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36" name="Text Box 67">
              <a:extLst>
                <a:ext uri="{FF2B5EF4-FFF2-40B4-BE49-F238E27FC236}">
                  <a16:creationId xmlns:a16="http://schemas.microsoft.com/office/drawing/2014/main" id="{422CA0B5-EED0-406A-A471-67D33CA67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4" y="2819"/>
              <a:ext cx="336" cy="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7" name="Text Box 68">
              <a:extLst>
                <a:ext uri="{FF2B5EF4-FFF2-40B4-BE49-F238E27FC236}">
                  <a16:creationId xmlns:a16="http://schemas.microsoft.com/office/drawing/2014/main" id="{5D9416A3-7F3C-4833-83F6-548F07CA82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" y="2820"/>
              <a:ext cx="408" cy="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38" name="Text Box 69">
              <a:extLst>
                <a:ext uri="{FF2B5EF4-FFF2-40B4-BE49-F238E27FC236}">
                  <a16:creationId xmlns:a16="http://schemas.microsoft.com/office/drawing/2014/main" id="{10F754F3-C194-4889-B0EF-2572535C85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0" y="3084"/>
              <a:ext cx="408" cy="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39" name="Text Box 70">
              <a:extLst>
                <a:ext uri="{FF2B5EF4-FFF2-40B4-BE49-F238E27FC236}">
                  <a16:creationId xmlns:a16="http://schemas.microsoft.com/office/drawing/2014/main" id="{363E10D8-BBED-4A72-9AB7-FB92DE361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6" y="3084"/>
              <a:ext cx="408" cy="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0" name="Text Box 71">
              <a:extLst>
                <a:ext uri="{FF2B5EF4-FFF2-40B4-BE49-F238E27FC236}">
                  <a16:creationId xmlns:a16="http://schemas.microsoft.com/office/drawing/2014/main" id="{D092B7C3-C450-4BBF-9AA8-4EA725571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4" y="3084"/>
              <a:ext cx="408" cy="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</p:grpSp>
      <p:sp>
        <p:nvSpPr>
          <p:cNvPr id="41" name="Text Box 39">
            <a:extLst>
              <a:ext uri="{FF2B5EF4-FFF2-40B4-BE49-F238E27FC236}">
                <a16:creationId xmlns:a16="http://schemas.microsoft.com/office/drawing/2014/main" id="{ECF1F874-C2FD-4A83-8405-AAD66B218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85" y="1261194"/>
            <a:ext cx="32359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noProof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noProof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noProof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）状态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转换表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7912" y="4812"/>
                <a:ext cx="3544898" cy="15009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p>
                      </m:sSubSup>
                      <m:r>
                        <a:rPr lang="en-US" altLang="zh-CN" sz="2800" b="1" i="1" noProof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b="1" i="1" noProof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b="1" i="1" noProof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noProof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noProof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800" b="1" i="1" noProof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r>
                        <a:rPr lang="en-US" altLang="zh-CN" sz="2800" i="1" noProof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bSup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lang="en-US" altLang="zh-CN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bSup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lang="en-US" altLang="zh-CN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7912" y="4812"/>
                <a:ext cx="3544898" cy="15009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30495" y="44175"/>
                <a:ext cx="142245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𝐶𝑃</m:t>
                      </m:r>
                      <m:r>
                        <a:rPr lang="en-US" altLang="zh-C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0495" y="44175"/>
                <a:ext cx="1422456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32767" y="974499"/>
                <a:ext cx="142245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𝐶𝑃</m:t>
                      </m:r>
                      <m:r>
                        <a:rPr lang="en-US" altLang="zh-C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4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2767" y="974499"/>
                <a:ext cx="1422456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39">
                <a:extLst>
                  <a:ext uri="{FF2B5EF4-FFF2-40B4-BE49-F238E27FC236}">
                    <a16:creationId xmlns:a16="http://schemas.microsoft.com/office/drawing/2014/main" id="{ECF1F874-C2FD-4A83-8405-AAD66B218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32767" y="455887"/>
                <a:ext cx="142245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Text Box 39">
                <a:extLst>
                  <a:ext uri="{FF2B5EF4-FFF2-40B4-BE49-F238E27FC236}">
                    <a16:creationId xmlns="" xmlns:a16="http://schemas.microsoft.com/office/drawing/2014/main" id="{ECF1F874-C2FD-4A83-8405-AAD66B218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2767" y="455887"/>
                <a:ext cx="1422456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Box 36">
                <a:extLst>
                  <a:ext uri="{FF2B5EF4-FFF2-40B4-BE49-F238E27FC236}">
                    <a16:creationId xmlns:a16="http://schemas.microsoft.com/office/drawing/2014/main" id="{24AE80C8-BC15-4ECD-BFE5-9EF3D1F39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1705" y="2404895"/>
                <a:ext cx="647700" cy="525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6" name="Text Box 36">
                <a:extLst>
                  <a:ext uri="{FF2B5EF4-FFF2-40B4-BE49-F238E27FC236}">
                    <a16:creationId xmlns="" xmlns:a16="http://schemas.microsoft.com/office/drawing/2014/main" id="{24AE80C8-BC15-4ECD-BFE5-9EF3D1F39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1705" y="2404895"/>
                <a:ext cx="647700" cy="52540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36">
                <a:extLst>
                  <a:ext uri="{FF2B5EF4-FFF2-40B4-BE49-F238E27FC236}">
                    <a16:creationId xmlns:a16="http://schemas.microsoft.com/office/drawing/2014/main" id="{24AE80C8-BC15-4ECD-BFE5-9EF3D1F39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3977" y="2884843"/>
                <a:ext cx="647700" cy="525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7" name="Text Box 36">
                <a:extLst>
                  <a:ext uri="{FF2B5EF4-FFF2-40B4-BE49-F238E27FC236}">
                    <a16:creationId xmlns="" xmlns:a16="http://schemas.microsoft.com/office/drawing/2014/main" id="{24AE80C8-BC15-4ECD-BFE5-9EF3D1F39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3977" y="2884843"/>
                <a:ext cx="647700" cy="52540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36">
                <a:extLst>
                  <a:ext uri="{FF2B5EF4-FFF2-40B4-BE49-F238E27FC236}">
                    <a16:creationId xmlns:a16="http://schemas.microsoft.com/office/drawing/2014/main" id="{24AE80C8-BC15-4ECD-BFE5-9EF3D1F39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1705" y="3448514"/>
                <a:ext cx="647700" cy="525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8" name="Text Box 36">
                <a:extLst>
                  <a:ext uri="{FF2B5EF4-FFF2-40B4-BE49-F238E27FC236}">
                    <a16:creationId xmlns="" xmlns:a16="http://schemas.microsoft.com/office/drawing/2014/main" id="{24AE80C8-BC15-4ECD-BFE5-9EF3D1F39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1705" y="3448514"/>
                <a:ext cx="647700" cy="52540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36">
                <a:extLst>
                  <a:ext uri="{FF2B5EF4-FFF2-40B4-BE49-F238E27FC236}">
                    <a16:creationId xmlns:a16="http://schemas.microsoft.com/office/drawing/2014/main" id="{24AE80C8-BC15-4ECD-BFE5-9EF3D1F39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3977" y="3942110"/>
                <a:ext cx="647700" cy="525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9" name="Text Box 36">
                <a:extLst>
                  <a:ext uri="{FF2B5EF4-FFF2-40B4-BE49-F238E27FC236}">
                    <a16:creationId xmlns="" xmlns:a16="http://schemas.microsoft.com/office/drawing/2014/main" id="{24AE80C8-BC15-4ECD-BFE5-9EF3D1F39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3977" y="3942110"/>
                <a:ext cx="647700" cy="52540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36">
                <a:extLst>
                  <a:ext uri="{FF2B5EF4-FFF2-40B4-BE49-F238E27FC236}">
                    <a16:creationId xmlns:a16="http://schemas.microsoft.com/office/drawing/2014/main" id="{24AE80C8-BC15-4ECD-BFE5-9EF3D1F39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6249" y="4463003"/>
                <a:ext cx="647700" cy="525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0" name="Text Box 36">
                <a:extLst>
                  <a:ext uri="{FF2B5EF4-FFF2-40B4-BE49-F238E27FC236}">
                    <a16:creationId xmlns="" xmlns:a16="http://schemas.microsoft.com/office/drawing/2014/main" id="{24AE80C8-BC15-4ECD-BFE5-9EF3D1F39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6249" y="4463003"/>
                <a:ext cx="647700" cy="525401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36">
                <a:extLst>
                  <a:ext uri="{FF2B5EF4-FFF2-40B4-BE49-F238E27FC236}">
                    <a16:creationId xmlns:a16="http://schemas.microsoft.com/office/drawing/2014/main" id="{24AE80C8-BC15-4ECD-BFE5-9EF3D1F39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8522" y="4997542"/>
                <a:ext cx="647700" cy="525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1" name="Text Box 36">
                <a:extLst>
                  <a:ext uri="{FF2B5EF4-FFF2-40B4-BE49-F238E27FC236}">
                    <a16:creationId xmlns="" xmlns:a16="http://schemas.microsoft.com/office/drawing/2014/main" id="{24AE80C8-BC15-4ECD-BFE5-9EF3D1F39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8522" y="4997542"/>
                <a:ext cx="647700" cy="52540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36">
                <a:extLst>
                  <a:ext uri="{FF2B5EF4-FFF2-40B4-BE49-F238E27FC236}">
                    <a16:creationId xmlns:a16="http://schemas.microsoft.com/office/drawing/2014/main" id="{24AE80C8-BC15-4ECD-BFE5-9EF3D1F39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4442" y="5518436"/>
                <a:ext cx="647700" cy="525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2" name="Text Box 36">
                <a:extLst>
                  <a:ext uri="{FF2B5EF4-FFF2-40B4-BE49-F238E27FC236}">
                    <a16:creationId xmlns="" xmlns:a16="http://schemas.microsoft.com/office/drawing/2014/main" id="{24AE80C8-BC15-4ECD-BFE5-9EF3D1F39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4442" y="5518436"/>
                <a:ext cx="647700" cy="525401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Box 36">
                <a:extLst>
                  <a:ext uri="{FF2B5EF4-FFF2-40B4-BE49-F238E27FC236}">
                    <a16:creationId xmlns:a16="http://schemas.microsoft.com/office/drawing/2014/main" id="{24AE80C8-BC15-4ECD-BFE5-9EF3D1F39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6715" y="6039327"/>
                <a:ext cx="647700" cy="525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3" name="Text Box 36">
                <a:extLst>
                  <a:ext uri="{FF2B5EF4-FFF2-40B4-BE49-F238E27FC236}">
                    <a16:creationId xmlns="" xmlns:a16="http://schemas.microsoft.com/office/drawing/2014/main" id="{24AE80C8-BC15-4ECD-BFE5-9EF3D1F39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6715" y="6039327"/>
                <a:ext cx="647700" cy="525401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72">
            <a:extLst>
              <a:ext uri="{FF2B5EF4-FFF2-40B4-BE49-F238E27FC236}">
                <a16:creationId xmlns:a16="http://schemas.microsoft.com/office/drawing/2014/main" id="{33930FAC-681B-41EE-8592-9DD59D86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921" y="1776600"/>
            <a:ext cx="289053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）状态转换图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802740" y="2457048"/>
            <a:ext cx="2811463" cy="2746379"/>
            <a:chOff x="5802740" y="2457048"/>
            <a:chExt cx="2811463" cy="2746379"/>
          </a:xfrm>
        </p:grpSpPr>
        <p:grpSp>
          <p:nvGrpSpPr>
            <p:cNvPr id="55" name="Group 73">
              <a:extLst>
                <a:ext uri="{FF2B5EF4-FFF2-40B4-BE49-F238E27FC236}">
                  <a16:creationId xmlns:a16="http://schemas.microsoft.com/office/drawing/2014/main" id="{D17B8E90-063A-4FCC-ABFD-14227429BF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02740" y="2457048"/>
              <a:ext cx="2811463" cy="2746379"/>
              <a:chOff x="3212" y="2016"/>
              <a:chExt cx="1771" cy="1730"/>
            </a:xfrm>
          </p:grpSpPr>
          <p:sp>
            <p:nvSpPr>
              <p:cNvPr id="56" name="Oval 74">
                <a:extLst>
                  <a:ext uri="{FF2B5EF4-FFF2-40B4-BE49-F238E27FC236}">
                    <a16:creationId xmlns:a16="http://schemas.microsoft.com/office/drawing/2014/main" id="{3867F54D-B749-463A-AF08-2266BB4CA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" y="2575"/>
                <a:ext cx="384" cy="24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000</a:t>
                </a:r>
              </a:p>
            </p:txBody>
          </p:sp>
          <p:sp>
            <p:nvSpPr>
              <p:cNvPr id="57" name="Line 75">
                <a:extLst>
                  <a:ext uri="{FF2B5EF4-FFF2-40B4-BE49-F238E27FC236}">
                    <a16:creationId xmlns:a16="http://schemas.microsoft.com/office/drawing/2014/main" id="{0830B95C-E978-41F0-86D7-BBA59B0A9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8" y="2671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Oval 76">
                <a:extLst>
                  <a:ext uri="{FF2B5EF4-FFF2-40B4-BE49-F238E27FC236}">
                    <a16:creationId xmlns:a16="http://schemas.microsoft.com/office/drawing/2014/main" id="{6EAE9E80-5EB9-4623-A09E-B169EE27F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" y="2575"/>
                <a:ext cx="384" cy="24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001</a:t>
                </a:r>
              </a:p>
            </p:txBody>
          </p:sp>
          <p:sp>
            <p:nvSpPr>
              <p:cNvPr id="59" name="Oval 77">
                <a:extLst>
                  <a:ext uri="{FF2B5EF4-FFF2-40B4-BE49-F238E27FC236}">
                    <a16:creationId xmlns:a16="http://schemas.microsoft.com/office/drawing/2014/main" id="{068184A7-D2F4-4D22-AABB-354C2C16F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8" y="2575"/>
                <a:ext cx="384" cy="24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010</a:t>
                </a:r>
              </a:p>
            </p:txBody>
          </p:sp>
          <p:sp>
            <p:nvSpPr>
              <p:cNvPr id="60" name="Oval 78">
                <a:extLst>
                  <a:ext uri="{FF2B5EF4-FFF2-40B4-BE49-F238E27FC236}">
                    <a16:creationId xmlns:a16="http://schemas.microsoft.com/office/drawing/2014/main" id="{28269A04-8C23-4807-8360-35189F5AE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8" y="3103"/>
                <a:ext cx="384" cy="24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011</a:t>
                </a:r>
              </a:p>
            </p:txBody>
          </p:sp>
          <p:sp>
            <p:nvSpPr>
              <p:cNvPr id="61" name="Oval 79">
                <a:extLst>
                  <a:ext uri="{FF2B5EF4-FFF2-40B4-BE49-F238E27FC236}">
                    <a16:creationId xmlns:a16="http://schemas.microsoft.com/office/drawing/2014/main" id="{FA3D2D61-D9BD-4A25-A74E-FEC9640F0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" y="3103"/>
                <a:ext cx="384" cy="24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100</a:t>
                </a:r>
              </a:p>
            </p:txBody>
          </p:sp>
          <p:sp>
            <p:nvSpPr>
              <p:cNvPr id="62" name="Oval 80">
                <a:extLst>
                  <a:ext uri="{FF2B5EF4-FFF2-40B4-BE49-F238E27FC236}">
                    <a16:creationId xmlns:a16="http://schemas.microsoft.com/office/drawing/2014/main" id="{A80D6E2F-ECBF-44B3-9906-31B1AF0B4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8" y="2095"/>
                <a:ext cx="384" cy="24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101</a:t>
                </a:r>
              </a:p>
            </p:txBody>
          </p:sp>
          <p:sp>
            <p:nvSpPr>
              <p:cNvPr id="63" name="Oval 81">
                <a:extLst>
                  <a:ext uri="{FF2B5EF4-FFF2-40B4-BE49-F238E27FC236}">
                    <a16:creationId xmlns:a16="http://schemas.microsoft.com/office/drawing/2014/main" id="{D1D408DA-91F8-4714-80E5-1C71BF470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3506"/>
                <a:ext cx="384" cy="24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110</a:t>
                </a:r>
              </a:p>
            </p:txBody>
          </p:sp>
          <p:sp>
            <p:nvSpPr>
              <p:cNvPr id="64" name="Line 82">
                <a:extLst>
                  <a:ext uri="{FF2B5EF4-FFF2-40B4-BE49-F238E27FC236}">
                    <a16:creationId xmlns:a16="http://schemas.microsoft.com/office/drawing/2014/main" id="{D5FF291E-7E1C-4B65-BCE0-481CF96BD0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0" y="2671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Line 84">
                <a:extLst>
                  <a:ext uri="{FF2B5EF4-FFF2-40B4-BE49-F238E27FC236}">
                    <a16:creationId xmlns:a16="http://schemas.microsoft.com/office/drawing/2014/main" id="{6E732262-2D0B-49E4-93B6-93AF1D26C8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0" y="2815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Line 85">
                <a:extLst>
                  <a:ext uri="{FF2B5EF4-FFF2-40B4-BE49-F238E27FC236}">
                    <a16:creationId xmlns:a16="http://schemas.microsoft.com/office/drawing/2014/main" id="{EBD88961-1603-43C1-8169-49CA05197D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50" y="2335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Line 86">
                <a:extLst>
                  <a:ext uri="{FF2B5EF4-FFF2-40B4-BE49-F238E27FC236}">
                    <a16:creationId xmlns:a16="http://schemas.microsoft.com/office/drawing/2014/main" id="{86760BE3-E19F-4A12-B6C8-B092317A48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0" y="3199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Oval 87">
                <a:extLst>
                  <a:ext uri="{FF2B5EF4-FFF2-40B4-BE49-F238E27FC236}">
                    <a16:creationId xmlns:a16="http://schemas.microsoft.com/office/drawing/2014/main" id="{A43742D8-3441-44E7-AB8F-B79298FB6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2" y="2016"/>
                <a:ext cx="384" cy="24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111</a:t>
                </a:r>
              </a:p>
            </p:txBody>
          </p:sp>
          <p:sp>
            <p:nvSpPr>
              <p:cNvPr id="70" name="Line 88">
                <a:extLst>
                  <a:ext uri="{FF2B5EF4-FFF2-40B4-BE49-F238E27FC236}">
                    <a16:creationId xmlns:a16="http://schemas.microsoft.com/office/drawing/2014/main" id="{8CD8DB10-4FC6-41ED-AC27-31424D847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3245" y="2411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Line 89">
                <a:extLst>
                  <a:ext uri="{FF2B5EF4-FFF2-40B4-BE49-F238E27FC236}">
                    <a16:creationId xmlns:a16="http://schemas.microsoft.com/office/drawing/2014/main" id="{16A87698-E97F-49FC-9F92-F0308E91C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02" y="2767"/>
                <a:ext cx="408" cy="4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73" name="肘形连接符 72"/>
            <p:cNvCxnSpPr>
              <a:stCxn id="63" idx="6"/>
              <a:endCxn id="59" idx="6"/>
            </p:cNvCxnSpPr>
            <p:nvPr/>
          </p:nvCxnSpPr>
          <p:spPr bwMode="auto">
            <a:xfrm flipH="1" flipV="1">
              <a:off x="8549115" y="3534963"/>
              <a:ext cx="65088" cy="1477964"/>
            </a:xfrm>
            <a:prstGeom prst="bentConnector3">
              <a:avLst>
                <a:gd name="adj1" fmla="val -351217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4" name="矩形 73"/>
          <p:cNvSpPr/>
          <p:nvPr/>
        </p:nvSpPr>
        <p:spPr>
          <a:xfrm>
            <a:off x="5714045" y="5401864"/>
            <a:ext cx="3211592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分析结果：异步自启动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进制计数器</a:t>
            </a:r>
          </a:p>
        </p:txBody>
      </p:sp>
    </p:spTree>
    <p:extLst>
      <p:ext uri="{BB962C8B-B14F-4D97-AF65-F5344CB8AC3E}">
        <p14:creationId xmlns:p14="http://schemas.microsoft.com/office/powerpoint/2010/main" val="192592453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nimBg="1"/>
      <p:bldP spid="19" grpId="0" animBg="1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8" grpId="0" autoUpdateAnimBg="0"/>
      <p:bldP spid="29" grpId="0" autoUpdateAnimBg="0"/>
      <p:bldP spid="30" grpId="0" autoUpdateAnimBg="0"/>
      <p:bldP spid="31" grpId="0" autoUpdateAnimBg="0"/>
      <p:bldP spid="41" grpId="0" autoUpdateAnimBg="0"/>
      <p:bldP spid="46" grpId="0" autoUpdateAnimBg="0"/>
      <p:bldP spid="47" grpId="0" autoUpdateAnimBg="0"/>
      <p:bldP spid="48" grpId="0" autoUpdateAnimBg="0"/>
      <p:bldP spid="49" grpId="0" autoUpdateAnimBg="0"/>
      <p:bldP spid="50" grpId="0" autoUpdateAnimBg="0"/>
      <p:bldP spid="51" grpId="0" autoUpdateAnimBg="0"/>
      <p:bldP spid="52" grpId="0" autoUpdateAnimBg="0"/>
      <p:bldP spid="53" grpId="0" autoUpdateAnimBg="0"/>
      <p:bldP spid="54" grpId="0" autoUpdateAnimBg="0"/>
      <p:bldP spid="7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62B2F8-11F7-419D-B4B4-75B805875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§7.3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时序逻辑电路的设计</a:t>
            </a:r>
            <a:endParaRPr lang="zh-CN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4317F5E-BF35-42FF-872E-7B65B688F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55968"/>
            <a:ext cx="8229600" cy="453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613" indent="-31591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§7.3.1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同步时序电路的设计步骤： </a:t>
            </a:r>
            <a:endParaRPr lang="en-US" altLang="zh-CN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根据设计要求建立状态转换图或原始状态图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进行状态化简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进行状态分配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写出驱动方程和输出方程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画电路图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1200"/>
              </a:spcBef>
              <a:buClr>
                <a:srgbClr val="330066"/>
              </a:buClr>
              <a:buFont typeface="+mj-lt"/>
              <a:buAutoNum type="arabicPeriod"/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若是计数器，检查电路能否自启动</a:t>
            </a:r>
            <a:endParaRPr kumimoji="0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682453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一、同步计数器的设计</a:t>
            </a:r>
            <a:endParaRPr lang="en-US" altLang="zh-CN" sz="2800" dirty="0">
              <a:solidFill>
                <a:srgbClr val="1F08F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对</a:t>
            </a:r>
            <a:r>
              <a:rPr kumimoji="0"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</a:t>
            </a: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脉冲计数，一个脉冲变化一次状态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58493" y="1215325"/>
                <a:ext cx="7623089" cy="2838060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800" dirty="0">
                    <a:solidFill>
                      <a:srgbClr val="1F08F8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计数器的种类</a:t>
                </a:r>
                <a:endParaRPr lang="en-US" altLang="zh-CN" sz="2800" dirty="0">
                  <a:solidFill>
                    <a:srgbClr val="1F08F8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zh-CN" altLang="en-US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同步计数器、异步计数器</a:t>
                </a:r>
                <a:endParaRPr kumimoji="0" lang="en-US" altLang="zh-CN" sz="2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zh-CN" altLang="en-US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加法计数器（</a:t>
                </a:r>
                <a:r>
                  <a:rPr kumimoji="0" lang="en-US" altLang="zh-CN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+1</a:t>
                </a:r>
                <a:r>
                  <a:rPr kumimoji="0" lang="zh-CN" altLang="en-US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、</a:t>
                </a:r>
                <a:r>
                  <a:rPr kumimoji="0" lang="en-US" altLang="zh-CN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+2</a:t>
                </a:r>
                <a:r>
                  <a:rPr kumimoji="0" lang="zh-CN" altLang="en-US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等）、减法计数器（</a:t>
                </a:r>
                <a:r>
                  <a:rPr kumimoji="0" lang="en-US" altLang="zh-CN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-1</a:t>
                </a:r>
                <a:r>
                  <a:rPr kumimoji="0" lang="zh-CN" altLang="en-US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、</a:t>
                </a:r>
                <a:r>
                  <a:rPr kumimoji="0" lang="en-US" altLang="zh-CN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-2</a:t>
                </a:r>
                <a:r>
                  <a:rPr kumimoji="0" lang="zh-CN" altLang="en-US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等）、可逆计数器等</a:t>
                </a:r>
                <a:endParaRPr kumimoji="0" lang="en-US" altLang="zh-CN" sz="2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zh-CN" altLang="en-US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二进制计数器（模为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kumimoji="0"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  <m:sup>
                        <m:r>
                          <a:rPr kumimoji="0"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）、十进制计数器、任意进制计数器等</a:t>
                </a:r>
                <a:endParaRPr lang="zh-CN" altLang="en-US" sz="2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93" y="1215325"/>
                <a:ext cx="7623089" cy="2838060"/>
              </a:xfrm>
              <a:prstGeom prst="rect">
                <a:avLst/>
              </a:prstGeom>
              <a:blipFill rotWithShape="0">
                <a:blip r:embed="rId2"/>
                <a:stretch>
                  <a:fillRect l="-1359" r="-6235" b="-409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1297995" y="5281684"/>
            <a:ext cx="6754185" cy="70673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计数器是应用最多的一类标准器件</a:t>
            </a:r>
          </a:p>
        </p:txBody>
      </p:sp>
    </p:spTree>
    <p:extLst>
      <p:ext uri="{BB962C8B-B14F-4D97-AF65-F5344CB8AC3E}">
        <p14:creationId xmlns:p14="http://schemas.microsoft.com/office/powerpoint/2010/main" val="303400810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1】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设计一个同步的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进制计数器</a:t>
            </a:r>
            <a:endParaRPr lang="zh-CN" altLang="en-US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9E6524D4-D358-41DA-9A8B-FAD2FFAA8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034" y="906226"/>
            <a:ext cx="1971675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1、状态图</a:t>
            </a:r>
          </a:p>
        </p:txBody>
      </p:sp>
      <p:grpSp>
        <p:nvGrpSpPr>
          <p:cNvPr id="4" name="Group 32">
            <a:extLst>
              <a:ext uri="{FF2B5EF4-FFF2-40B4-BE49-F238E27FC236}">
                <a16:creationId xmlns:a16="http://schemas.microsoft.com/office/drawing/2014/main" id="{3DFA81D3-FEC0-45A9-886A-998ABEF94B42}"/>
              </a:ext>
            </a:extLst>
          </p:cNvPr>
          <p:cNvGrpSpPr>
            <a:grpSpLocks/>
          </p:cNvGrpSpPr>
          <p:nvPr/>
        </p:nvGrpSpPr>
        <p:grpSpPr bwMode="auto">
          <a:xfrm>
            <a:off x="915265" y="1587371"/>
            <a:ext cx="2528887" cy="1327150"/>
            <a:chOff x="599" y="1525"/>
            <a:chExt cx="1593" cy="836"/>
          </a:xfrm>
        </p:grpSpPr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21A584F9-FC4B-499C-8A79-3E60827AB9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9" y="1525"/>
              <a:ext cx="407" cy="305"/>
              <a:chOff x="915" y="2778"/>
              <a:chExt cx="407" cy="305"/>
            </a:xfrm>
          </p:grpSpPr>
          <p:sp>
            <p:nvSpPr>
              <p:cNvPr id="27" name="Oval 8">
                <a:extLst>
                  <a:ext uri="{FF2B5EF4-FFF2-40B4-BE49-F238E27FC236}">
                    <a16:creationId xmlns:a16="http://schemas.microsoft.com/office/drawing/2014/main" id="{8819DB36-985A-40AC-A172-61B191D59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Text Box 9">
                <a:extLst>
                  <a:ext uri="{FF2B5EF4-FFF2-40B4-BE49-F238E27FC236}">
                    <a16:creationId xmlns:a16="http://schemas.microsoft.com/office/drawing/2014/main" id="{5850FA66-F44A-4224-B9B4-865B737728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</p:grpSp>
        <p:sp>
          <p:nvSpPr>
            <p:cNvPr id="6" name="Line 11">
              <a:extLst>
                <a:ext uri="{FF2B5EF4-FFF2-40B4-BE49-F238E27FC236}">
                  <a16:creationId xmlns:a16="http://schemas.microsoft.com/office/drawing/2014/main" id="{0BD90E7F-8126-4BAD-80B6-FA9242BA5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" y="1694"/>
              <a:ext cx="29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6883244F-01EB-41B0-B1CE-942FB01C70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4" y="1525"/>
              <a:ext cx="407" cy="305"/>
              <a:chOff x="915" y="2778"/>
              <a:chExt cx="407" cy="305"/>
            </a:xfrm>
          </p:grpSpPr>
          <p:sp>
            <p:nvSpPr>
              <p:cNvPr id="25" name="Oval 13">
                <a:extLst>
                  <a:ext uri="{FF2B5EF4-FFF2-40B4-BE49-F238E27FC236}">
                    <a16:creationId xmlns:a16="http://schemas.microsoft.com/office/drawing/2014/main" id="{E0D9882E-345C-4B63-9176-C3138F560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Text Box 14">
                <a:extLst>
                  <a:ext uri="{FF2B5EF4-FFF2-40B4-BE49-F238E27FC236}">
                    <a16:creationId xmlns:a16="http://schemas.microsoft.com/office/drawing/2014/main" id="{4DF0A3AF-8760-478A-81C4-6D545D352D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8" name="Line 15">
              <a:extLst>
                <a:ext uri="{FF2B5EF4-FFF2-40B4-BE49-F238E27FC236}">
                  <a16:creationId xmlns:a16="http://schemas.microsoft.com/office/drawing/2014/main" id="{3954584B-41F5-4EA9-BFA0-9DA19EF57A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6" y="1683"/>
              <a:ext cx="29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" name="Group 16">
              <a:extLst>
                <a:ext uri="{FF2B5EF4-FFF2-40B4-BE49-F238E27FC236}">
                  <a16:creationId xmlns:a16="http://schemas.microsoft.com/office/drawing/2014/main" id="{03369439-887B-46DF-9432-F3E7B96704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0" y="1525"/>
              <a:ext cx="407" cy="305"/>
              <a:chOff x="915" y="2778"/>
              <a:chExt cx="407" cy="305"/>
            </a:xfrm>
          </p:grpSpPr>
          <p:sp>
            <p:nvSpPr>
              <p:cNvPr id="23" name="Oval 17">
                <a:extLst>
                  <a:ext uri="{FF2B5EF4-FFF2-40B4-BE49-F238E27FC236}">
                    <a16:creationId xmlns:a16="http://schemas.microsoft.com/office/drawing/2014/main" id="{11E0C508-DE15-4E77-967B-0CCBE7A33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Text Box 18">
                <a:extLst>
                  <a:ext uri="{FF2B5EF4-FFF2-40B4-BE49-F238E27FC236}">
                    <a16:creationId xmlns:a16="http://schemas.microsoft.com/office/drawing/2014/main" id="{8C4566F0-08B7-4A1D-8771-17E48F0D93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</p:grpSp>
        <p:sp>
          <p:nvSpPr>
            <p:cNvPr id="10" name="Line 19">
              <a:extLst>
                <a:ext uri="{FF2B5EF4-FFF2-40B4-BE49-F238E27FC236}">
                  <a16:creationId xmlns:a16="http://schemas.microsoft.com/office/drawing/2014/main" id="{8F337844-FDF4-4B93-A46A-B6BF89ED6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1841"/>
              <a:ext cx="0" cy="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1" name="Group 20">
              <a:extLst>
                <a:ext uri="{FF2B5EF4-FFF2-40B4-BE49-F238E27FC236}">
                  <a16:creationId xmlns:a16="http://schemas.microsoft.com/office/drawing/2014/main" id="{D16FE396-6CE1-4DC3-B21B-8B71BBDAB3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2033"/>
              <a:ext cx="407" cy="305"/>
              <a:chOff x="915" y="2778"/>
              <a:chExt cx="407" cy="305"/>
            </a:xfrm>
          </p:grpSpPr>
          <p:sp>
            <p:nvSpPr>
              <p:cNvPr id="21" name="Oval 21">
                <a:extLst>
                  <a:ext uri="{FF2B5EF4-FFF2-40B4-BE49-F238E27FC236}">
                    <a16:creationId xmlns:a16="http://schemas.microsoft.com/office/drawing/2014/main" id="{143E0688-B2ED-4C25-AB9A-28A20EF06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Text Box 22">
                <a:extLst>
                  <a:ext uri="{FF2B5EF4-FFF2-40B4-BE49-F238E27FC236}">
                    <a16:creationId xmlns:a16="http://schemas.microsoft.com/office/drawing/2014/main" id="{FCD84956-DEE4-4471-9D7A-AFDDCE5AE3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</a:p>
            </p:txBody>
          </p:sp>
        </p:grpSp>
        <p:sp>
          <p:nvSpPr>
            <p:cNvPr id="12" name="Line 23">
              <a:extLst>
                <a:ext uri="{FF2B5EF4-FFF2-40B4-BE49-F238E27FC236}">
                  <a16:creationId xmlns:a16="http://schemas.microsoft.com/office/drawing/2014/main" id="{B27F8FF8-3A05-421B-95D0-6F535A7CF4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0" y="2214"/>
              <a:ext cx="29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3" name="Group 24">
              <a:extLst>
                <a:ext uri="{FF2B5EF4-FFF2-40B4-BE49-F238E27FC236}">
                  <a16:creationId xmlns:a16="http://schemas.microsoft.com/office/drawing/2014/main" id="{5E0B19FC-6D1F-4959-AC58-07637E8784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" y="2033"/>
              <a:ext cx="407" cy="305"/>
              <a:chOff x="915" y="2778"/>
              <a:chExt cx="407" cy="305"/>
            </a:xfrm>
          </p:grpSpPr>
          <p:sp>
            <p:nvSpPr>
              <p:cNvPr id="19" name="Oval 25">
                <a:extLst>
                  <a:ext uri="{FF2B5EF4-FFF2-40B4-BE49-F238E27FC236}">
                    <a16:creationId xmlns:a16="http://schemas.microsoft.com/office/drawing/2014/main" id="{227B5F71-C8BC-4ACC-B9E3-B33E76761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Text Box 26">
                <a:extLst>
                  <a:ext uri="{FF2B5EF4-FFF2-40B4-BE49-F238E27FC236}">
                    <a16:creationId xmlns:a16="http://schemas.microsoft.com/office/drawing/2014/main" id="{ED0E9E29-F91C-44BB-85B6-973D00105D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14" name="Group 27">
              <a:extLst>
                <a:ext uri="{FF2B5EF4-FFF2-40B4-BE49-F238E27FC236}">
                  <a16:creationId xmlns:a16="http://schemas.microsoft.com/office/drawing/2014/main" id="{19DAEF07-0830-4103-A8DD-B33A6381E9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2056"/>
              <a:ext cx="407" cy="305"/>
              <a:chOff x="915" y="2778"/>
              <a:chExt cx="407" cy="305"/>
            </a:xfrm>
          </p:grpSpPr>
          <p:sp>
            <p:nvSpPr>
              <p:cNvPr id="17" name="Oval 28">
                <a:extLst>
                  <a:ext uri="{FF2B5EF4-FFF2-40B4-BE49-F238E27FC236}">
                    <a16:creationId xmlns:a16="http://schemas.microsoft.com/office/drawing/2014/main" id="{4653C27A-8F44-40CF-AEFA-D5D541FC0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Text Box 29">
                <a:extLst>
                  <a:ext uri="{FF2B5EF4-FFF2-40B4-BE49-F238E27FC236}">
                    <a16:creationId xmlns:a16="http://schemas.microsoft.com/office/drawing/2014/main" id="{479B21BD-D7BF-4510-A2E2-ECB09E3548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5</a:t>
                </a:r>
              </a:p>
            </p:txBody>
          </p:sp>
        </p:grpSp>
        <p:sp>
          <p:nvSpPr>
            <p:cNvPr id="15" name="Line 30">
              <a:extLst>
                <a:ext uri="{FF2B5EF4-FFF2-40B4-BE49-F238E27FC236}">
                  <a16:creationId xmlns:a16="http://schemas.microsoft.com/office/drawing/2014/main" id="{EAC4D2C7-E581-48B3-8938-4EB1544BF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4" y="2214"/>
              <a:ext cx="29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31">
              <a:extLst>
                <a:ext uri="{FF2B5EF4-FFF2-40B4-BE49-F238E27FC236}">
                  <a16:creationId xmlns:a16="http://schemas.microsoft.com/office/drawing/2014/main" id="{BDC0F097-87B3-4855-8C80-4D1EF9E6F3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2" y="1841"/>
              <a:ext cx="0" cy="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" name="Text Box 33">
            <a:extLst>
              <a:ext uri="{FF2B5EF4-FFF2-40B4-BE49-F238E27FC236}">
                <a16:creationId xmlns:a16="http://schemas.microsoft.com/office/drawing/2014/main" id="{233C7171-90F7-47D7-9E82-9E88E71CA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56" y="904970"/>
            <a:ext cx="394335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2、状态分配(状态编码)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" name="Group 59">
            <a:extLst>
              <a:ext uri="{FF2B5EF4-FFF2-40B4-BE49-F238E27FC236}">
                <a16:creationId xmlns:a16="http://schemas.microsoft.com/office/drawing/2014/main" id="{80E1EDF6-9DB1-414F-AA3E-02C6EAEB36B1}"/>
              </a:ext>
            </a:extLst>
          </p:cNvPr>
          <p:cNvGrpSpPr>
            <a:grpSpLocks/>
          </p:cNvGrpSpPr>
          <p:nvPr/>
        </p:nvGrpSpPr>
        <p:grpSpPr bwMode="auto">
          <a:xfrm>
            <a:off x="4561673" y="1532031"/>
            <a:ext cx="3797300" cy="1327150"/>
            <a:chOff x="2372" y="1412"/>
            <a:chExt cx="2392" cy="836"/>
          </a:xfrm>
        </p:grpSpPr>
        <p:grpSp>
          <p:nvGrpSpPr>
            <p:cNvPr id="31" name="Group 35">
              <a:extLst>
                <a:ext uri="{FF2B5EF4-FFF2-40B4-BE49-F238E27FC236}">
                  <a16:creationId xmlns:a16="http://schemas.microsoft.com/office/drawing/2014/main" id="{3CC9A3D7-DFAB-49C7-9B19-EFF334BD5E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2" y="1412"/>
              <a:ext cx="611" cy="305"/>
              <a:chOff x="915" y="2778"/>
              <a:chExt cx="407" cy="305"/>
            </a:xfrm>
          </p:grpSpPr>
          <p:sp>
            <p:nvSpPr>
              <p:cNvPr id="53" name="Oval 36">
                <a:extLst>
                  <a:ext uri="{FF2B5EF4-FFF2-40B4-BE49-F238E27FC236}">
                    <a16:creationId xmlns:a16="http://schemas.microsoft.com/office/drawing/2014/main" id="{3E8DD943-0722-4102-B400-906E9354B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" name="Text Box 37">
                <a:extLst>
                  <a:ext uri="{FF2B5EF4-FFF2-40B4-BE49-F238E27FC236}">
                    <a16:creationId xmlns:a16="http://schemas.microsoft.com/office/drawing/2014/main" id="{B7304A7B-9683-4CC6-904E-FAF2730091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2" name="Line 38">
              <a:extLst>
                <a:ext uri="{FF2B5EF4-FFF2-40B4-BE49-F238E27FC236}">
                  <a16:creationId xmlns:a16="http://schemas.microsoft.com/office/drawing/2014/main" id="{02D87676-A1AB-412F-B946-0D33B3288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" y="1581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3" name="Group 39">
              <a:extLst>
                <a:ext uri="{FF2B5EF4-FFF2-40B4-BE49-F238E27FC236}">
                  <a16:creationId xmlns:a16="http://schemas.microsoft.com/office/drawing/2014/main" id="{A78AB7F8-8B23-4CA8-A076-E61D839DF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1412"/>
              <a:ext cx="612" cy="305"/>
              <a:chOff x="915" y="2778"/>
              <a:chExt cx="407" cy="305"/>
            </a:xfrm>
          </p:grpSpPr>
          <p:sp>
            <p:nvSpPr>
              <p:cNvPr id="51" name="Oval 40">
                <a:extLst>
                  <a:ext uri="{FF2B5EF4-FFF2-40B4-BE49-F238E27FC236}">
                    <a16:creationId xmlns:a16="http://schemas.microsoft.com/office/drawing/2014/main" id="{4A05CF57-0D0D-479E-A37E-FE1F893DD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2" name="Text Box 41">
                <a:extLst>
                  <a:ext uri="{FF2B5EF4-FFF2-40B4-BE49-F238E27FC236}">
                    <a16:creationId xmlns:a16="http://schemas.microsoft.com/office/drawing/2014/main" id="{0D63059A-A06E-416C-94DF-93599F34AA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4" name="Line 42">
              <a:extLst>
                <a:ext uri="{FF2B5EF4-FFF2-40B4-BE49-F238E27FC236}">
                  <a16:creationId xmlns:a16="http://schemas.microsoft.com/office/drawing/2014/main" id="{79BE1C9C-B87B-4C8C-8AD7-92915E6D9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4" y="1570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5" name="Group 43">
              <a:extLst>
                <a:ext uri="{FF2B5EF4-FFF2-40B4-BE49-F238E27FC236}">
                  <a16:creationId xmlns:a16="http://schemas.microsoft.com/office/drawing/2014/main" id="{89DBC47B-0106-4CC5-BACF-8F16D4ABE9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5" y="1412"/>
              <a:ext cx="611" cy="305"/>
              <a:chOff x="915" y="2778"/>
              <a:chExt cx="407" cy="305"/>
            </a:xfrm>
          </p:grpSpPr>
          <p:sp>
            <p:nvSpPr>
              <p:cNvPr id="49" name="Oval 44">
                <a:extLst>
                  <a:ext uri="{FF2B5EF4-FFF2-40B4-BE49-F238E27FC236}">
                    <a16:creationId xmlns:a16="http://schemas.microsoft.com/office/drawing/2014/main" id="{C8E8EF1C-3765-4113-A365-FF6B00A965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" name="Text Box 45">
                <a:extLst>
                  <a:ext uri="{FF2B5EF4-FFF2-40B4-BE49-F238E27FC236}">
                    <a16:creationId xmlns:a16="http://schemas.microsoft.com/office/drawing/2014/main" id="{257C2C4F-0E40-4C11-B8E7-53894A1D43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6" name="Line 46">
              <a:extLst>
                <a:ext uri="{FF2B5EF4-FFF2-40B4-BE49-F238E27FC236}">
                  <a16:creationId xmlns:a16="http://schemas.microsoft.com/office/drawing/2014/main" id="{D2D91679-738B-4373-A1D1-C3A9841F09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1728"/>
              <a:ext cx="0" cy="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7" name="Group 47">
              <a:extLst>
                <a:ext uri="{FF2B5EF4-FFF2-40B4-BE49-F238E27FC236}">
                  <a16:creationId xmlns:a16="http://schemas.microsoft.com/office/drawing/2014/main" id="{B050299B-9C2D-4F7D-813E-B9CE76F993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3" y="1920"/>
              <a:ext cx="611" cy="305"/>
              <a:chOff x="915" y="2778"/>
              <a:chExt cx="407" cy="305"/>
            </a:xfrm>
          </p:grpSpPr>
          <p:sp>
            <p:nvSpPr>
              <p:cNvPr id="47" name="Oval 48">
                <a:extLst>
                  <a:ext uri="{FF2B5EF4-FFF2-40B4-BE49-F238E27FC236}">
                    <a16:creationId xmlns:a16="http://schemas.microsoft.com/office/drawing/2014/main" id="{D6270254-95C2-43CD-918E-2A22D6A1E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8" name="Text Box 49">
                <a:extLst>
                  <a:ext uri="{FF2B5EF4-FFF2-40B4-BE49-F238E27FC236}">
                    <a16:creationId xmlns:a16="http://schemas.microsoft.com/office/drawing/2014/main" id="{9974E17C-0361-47FD-AB69-4D0AB0E5CD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8" name="Line 50">
              <a:extLst>
                <a:ext uri="{FF2B5EF4-FFF2-40B4-BE49-F238E27FC236}">
                  <a16:creationId xmlns:a16="http://schemas.microsoft.com/office/drawing/2014/main" id="{B121BE4D-9477-4013-B53C-0D76B3F1FC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5" y="2101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9" name="Group 51">
              <a:extLst>
                <a:ext uri="{FF2B5EF4-FFF2-40B4-BE49-F238E27FC236}">
                  <a16:creationId xmlns:a16="http://schemas.microsoft.com/office/drawing/2014/main" id="{EB1CCDBA-92BC-4C58-AD31-5194F2E81A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5" y="1920"/>
              <a:ext cx="611" cy="305"/>
              <a:chOff x="915" y="2778"/>
              <a:chExt cx="407" cy="305"/>
            </a:xfrm>
          </p:grpSpPr>
          <p:sp>
            <p:nvSpPr>
              <p:cNvPr id="45" name="Oval 52">
                <a:extLst>
                  <a:ext uri="{FF2B5EF4-FFF2-40B4-BE49-F238E27FC236}">
                    <a16:creationId xmlns:a16="http://schemas.microsoft.com/office/drawing/2014/main" id="{886D357E-75E4-4C46-A107-AFBDD2DE1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Text Box 53">
                <a:extLst>
                  <a:ext uri="{FF2B5EF4-FFF2-40B4-BE49-F238E27FC236}">
                    <a16:creationId xmlns:a16="http://schemas.microsoft.com/office/drawing/2014/main" id="{7CD8FF4A-C070-4DB2-94EF-0931A6CA32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0" name="Group 54">
              <a:extLst>
                <a:ext uri="{FF2B5EF4-FFF2-40B4-BE49-F238E27FC236}">
                  <a16:creationId xmlns:a16="http://schemas.microsoft.com/office/drawing/2014/main" id="{B303931E-2A72-42A8-9F66-D882BA260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943"/>
              <a:ext cx="611" cy="305"/>
              <a:chOff x="915" y="2778"/>
              <a:chExt cx="407" cy="305"/>
            </a:xfrm>
          </p:grpSpPr>
          <p:sp>
            <p:nvSpPr>
              <p:cNvPr id="43" name="Oval 55">
                <a:extLst>
                  <a:ext uri="{FF2B5EF4-FFF2-40B4-BE49-F238E27FC236}">
                    <a16:creationId xmlns:a16="http://schemas.microsoft.com/office/drawing/2014/main" id="{758F9CC7-817B-4178-8416-88E16AA66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4" name="Text Box 56">
                <a:extLst>
                  <a:ext uri="{FF2B5EF4-FFF2-40B4-BE49-F238E27FC236}">
                    <a16:creationId xmlns:a16="http://schemas.microsoft.com/office/drawing/2014/main" id="{EBB4F911-0066-43F7-B0A3-86885D65D1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1" name="Line 57">
              <a:extLst>
                <a:ext uri="{FF2B5EF4-FFF2-40B4-BE49-F238E27FC236}">
                  <a16:creationId xmlns:a16="http://schemas.microsoft.com/office/drawing/2014/main" id="{A1DBDDCA-0E26-4FF5-B813-D48DC557EF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0" y="2101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58">
              <a:extLst>
                <a:ext uri="{FF2B5EF4-FFF2-40B4-BE49-F238E27FC236}">
                  <a16:creationId xmlns:a16="http://schemas.microsoft.com/office/drawing/2014/main" id="{8EF7AD2A-BD65-48BD-B79F-03FE6A71E4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7" y="1728"/>
              <a:ext cx="0" cy="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5" name="Text Box 114">
            <a:extLst>
              <a:ext uri="{FF2B5EF4-FFF2-40B4-BE49-F238E27FC236}">
                <a16:creationId xmlns:a16="http://schemas.microsoft.com/office/drawing/2014/main" id="{E73C69AE-CAA8-42AC-9374-1D06CA732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536" y="904351"/>
            <a:ext cx="1506537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1" lang="zh-CN" altLang="en-US" sz="2800" b="1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Text Box 60">
            <a:extLst>
              <a:ext uri="{FF2B5EF4-FFF2-40B4-BE49-F238E27FC236}">
                <a16:creationId xmlns:a16="http://schemas.microsoft.com/office/drawing/2014/main" id="{5EAF95EA-2410-4883-84A8-705E38DF8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163" y="2975045"/>
            <a:ext cx="3920153" cy="461665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加法计数器，自然态序编码</a:t>
            </a:r>
          </a:p>
        </p:txBody>
      </p:sp>
      <p:grpSp>
        <p:nvGrpSpPr>
          <p:cNvPr id="57" name="Group 62">
            <a:extLst>
              <a:ext uri="{FF2B5EF4-FFF2-40B4-BE49-F238E27FC236}">
                <a16:creationId xmlns:a16="http://schemas.microsoft.com/office/drawing/2014/main" id="{23AD66EA-9E72-49DA-9DC1-78BBB9B18086}"/>
              </a:ext>
            </a:extLst>
          </p:cNvPr>
          <p:cNvGrpSpPr>
            <a:grpSpLocks/>
          </p:cNvGrpSpPr>
          <p:nvPr/>
        </p:nvGrpSpPr>
        <p:grpSpPr bwMode="auto">
          <a:xfrm>
            <a:off x="488810" y="3858399"/>
            <a:ext cx="3797300" cy="1327150"/>
            <a:chOff x="2372" y="1412"/>
            <a:chExt cx="2392" cy="836"/>
          </a:xfrm>
        </p:grpSpPr>
        <p:grpSp>
          <p:nvGrpSpPr>
            <p:cNvPr id="58" name="Group 63">
              <a:extLst>
                <a:ext uri="{FF2B5EF4-FFF2-40B4-BE49-F238E27FC236}">
                  <a16:creationId xmlns:a16="http://schemas.microsoft.com/office/drawing/2014/main" id="{5D3A2621-AC89-4DE9-9901-3B40D2BEA6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2" y="1412"/>
              <a:ext cx="611" cy="305"/>
              <a:chOff x="915" y="2778"/>
              <a:chExt cx="407" cy="305"/>
            </a:xfrm>
          </p:grpSpPr>
          <p:sp>
            <p:nvSpPr>
              <p:cNvPr id="80" name="Oval 64">
                <a:extLst>
                  <a:ext uri="{FF2B5EF4-FFF2-40B4-BE49-F238E27FC236}">
                    <a16:creationId xmlns:a16="http://schemas.microsoft.com/office/drawing/2014/main" id="{4791BF6D-6F7E-4EF3-9152-3C611AEDF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1" name="Text Box 65">
                <a:extLst>
                  <a:ext uri="{FF2B5EF4-FFF2-40B4-BE49-F238E27FC236}">
                    <a16:creationId xmlns:a16="http://schemas.microsoft.com/office/drawing/2014/main" id="{921D1971-CEDF-46BB-AF03-6C71916786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9" name="Line 66">
              <a:extLst>
                <a:ext uri="{FF2B5EF4-FFF2-40B4-BE49-F238E27FC236}">
                  <a16:creationId xmlns:a16="http://schemas.microsoft.com/office/drawing/2014/main" id="{4C3E9277-1E77-4AE4-9B13-05695DA13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" y="1581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0" name="Group 67">
              <a:extLst>
                <a:ext uri="{FF2B5EF4-FFF2-40B4-BE49-F238E27FC236}">
                  <a16:creationId xmlns:a16="http://schemas.microsoft.com/office/drawing/2014/main" id="{CF54AE54-DDF6-4420-9832-BBBD095905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1412"/>
              <a:ext cx="612" cy="305"/>
              <a:chOff x="915" y="2778"/>
              <a:chExt cx="407" cy="305"/>
            </a:xfrm>
          </p:grpSpPr>
          <p:sp>
            <p:nvSpPr>
              <p:cNvPr id="78" name="Oval 68">
                <a:extLst>
                  <a:ext uri="{FF2B5EF4-FFF2-40B4-BE49-F238E27FC236}">
                    <a16:creationId xmlns:a16="http://schemas.microsoft.com/office/drawing/2014/main" id="{BB9AA3A4-84DB-486C-A25A-6FE3813027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Text Box 69">
                <a:extLst>
                  <a:ext uri="{FF2B5EF4-FFF2-40B4-BE49-F238E27FC236}">
                    <a16:creationId xmlns:a16="http://schemas.microsoft.com/office/drawing/2014/main" id="{0EBEDB2E-91D4-4E1A-87D0-83D3EFF9D0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1" name="Line 70">
              <a:extLst>
                <a:ext uri="{FF2B5EF4-FFF2-40B4-BE49-F238E27FC236}">
                  <a16:creationId xmlns:a16="http://schemas.microsoft.com/office/drawing/2014/main" id="{E740DA00-61BD-4405-A482-9DAFC3CA60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4" y="1570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2" name="Group 71">
              <a:extLst>
                <a:ext uri="{FF2B5EF4-FFF2-40B4-BE49-F238E27FC236}">
                  <a16:creationId xmlns:a16="http://schemas.microsoft.com/office/drawing/2014/main" id="{468BF652-A097-4440-AA55-816B78CBA5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5" y="1412"/>
              <a:ext cx="611" cy="305"/>
              <a:chOff x="915" y="2778"/>
              <a:chExt cx="407" cy="305"/>
            </a:xfrm>
          </p:grpSpPr>
          <p:sp>
            <p:nvSpPr>
              <p:cNvPr id="76" name="Oval 72">
                <a:extLst>
                  <a:ext uri="{FF2B5EF4-FFF2-40B4-BE49-F238E27FC236}">
                    <a16:creationId xmlns:a16="http://schemas.microsoft.com/office/drawing/2014/main" id="{9E6AADC9-C6A4-4D35-87E5-A0C26FB41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Text Box 73">
                <a:extLst>
                  <a:ext uri="{FF2B5EF4-FFF2-40B4-BE49-F238E27FC236}">
                    <a16:creationId xmlns:a16="http://schemas.microsoft.com/office/drawing/2014/main" id="{07864F6F-77E7-499B-96BA-EDBE42C1B1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3" name="Line 74">
              <a:extLst>
                <a:ext uri="{FF2B5EF4-FFF2-40B4-BE49-F238E27FC236}">
                  <a16:creationId xmlns:a16="http://schemas.microsoft.com/office/drawing/2014/main" id="{F51F3F4D-61B5-4010-9AE3-D69453977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1728"/>
              <a:ext cx="0" cy="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4" name="Group 75">
              <a:extLst>
                <a:ext uri="{FF2B5EF4-FFF2-40B4-BE49-F238E27FC236}">
                  <a16:creationId xmlns:a16="http://schemas.microsoft.com/office/drawing/2014/main" id="{1CB3FCAF-F745-45EB-8915-BAB68003D0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3" y="1920"/>
              <a:ext cx="611" cy="305"/>
              <a:chOff x="915" y="2778"/>
              <a:chExt cx="407" cy="305"/>
            </a:xfrm>
          </p:grpSpPr>
          <p:sp>
            <p:nvSpPr>
              <p:cNvPr id="74" name="Oval 76">
                <a:extLst>
                  <a:ext uri="{FF2B5EF4-FFF2-40B4-BE49-F238E27FC236}">
                    <a16:creationId xmlns:a16="http://schemas.microsoft.com/office/drawing/2014/main" id="{E4C066E5-E584-4ECF-B068-1EF639DCAD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Text Box 77">
                <a:extLst>
                  <a:ext uri="{FF2B5EF4-FFF2-40B4-BE49-F238E27FC236}">
                    <a16:creationId xmlns:a16="http://schemas.microsoft.com/office/drawing/2014/main" id="{E4718F37-5406-4569-A131-79987098A6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5" name="Line 78">
              <a:extLst>
                <a:ext uri="{FF2B5EF4-FFF2-40B4-BE49-F238E27FC236}">
                  <a16:creationId xmlns:a16="http://schemas.microsoft.com/office/drawing/2014/main" id="{330BB9AB-4E0D-4557-A473-2A8142A4A2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5" y="2101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6" name="Group 79">
              <a:extLst>
                <a:ext uri="{FF2B5EF4-FFF2-40B4-BE49-F238E27FC236}">
                  <a16:creationId xmlns:a16="http://schemas.microsoft.com/office/drawing/2014/main" id="{6076FCA9-A4BC-4340-9F65-42926B144F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5" y="1920"/>
              <a:ext cx="611" cy="305"/>
              <a:chOff x="915" y="2778"/>
              <a:chExt cx="407" cy="305"/>
            </a:xfrm>
          </p:grpSpPr>
          <p:sp>
            <p:nvSpPr>
              <p:cNvPr id="72" name="Oval 80">
                <a:extLst>
                  <a:ext uri="{FF2B5EF4-FFF2-40B4-BE49-F238E27FC236}">
                    <a16:creationId xmlns:a16="http://schemas.microsoft.com/office/drawing/2014/main" id="{35ABD4A9-F272-49BB-BD5C-246A21D70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Text Box 81">
                <a:extLst>
                  <a:ext uri="{FF2B5EF4-FFF2-40B4-BE49-F238E27FC236}">
                    <a16:creationId xmlns:a16="http://schemas.microsoft.com/office/drawing/2014/main" id="{9F93ED3C-C499-47B6-9A80-4C3EC5ECDB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7" name="Group 82">
              <a:extLst>
                <a:ext uri="{FF2B5EF4-FFF2-40B4-BE49-F238E27FC236}">
                  <a16:creationId xmlns:a16="http://schemas.microsoft.com/office/drawing/2014/main" id="{9B9ADC10-09EC-4AF8-85D2-7F2F9ADB33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943"/>
              <a:ext cx="611" cy="305"/>
              <a:chOff x="915" y="2778"/>
              <a:chExt cx="407" cy="305"/>
            </a:xfrm>
          </p:grpSpPr>
          <p:sp>
            <p:nvSpPr>
              <p:cNvPr id="70" name="Oval 83">
                <a:extLst>
                  <a:ext uri="{FF2B5EF4-FFF2-40B4-BE49-F238E27FC236}">
                    <a16:creationId xmlns:a16="http://schemas.microsoft.com/office/drawing/2014/main" id="{12049747-86A0-4F58-B1D2-C2FE23CE3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Text Box 84">
                <a:extLst>
                  <a:ext uri="{FF2B5EF4-FFF2-40B4-BE49-F238E27FC236}">
                    <a16:creationId xmlns:a16="http://schemas.microsoft.com/office/drawing/2014/main" id="{4D57BFAA-928E-488A-A544-C12387A043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8" name="Line 85">
              <a:extLst>
                <a:ext uri="{FF2B5EF4-FFF2-40B4-BE49-F238E27FC236}">
                  <a16:creationId xmlns:a16="http://schemas.microsoft.com/office/drawing/2014/main" id="{55155B99-CAF1-445F-BE3A-040C5F59C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0" y="2101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Line 86">
              <a:extLst>
                <a:ext uri="{FF2B5EF4-FFF2-40B4-BE49-F238E27FC236}">
                  <a16:creationId xmlns:a16="http://schemas.microsoft.com/office/drawing/2014/main" id="{820560F6-EEFA-49A7-8D72-80B89BB8AB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7" y="1728"/>
              <a:ext cx="0" cy="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2" name="Group 88">
            <a:extLst>
              <a:ext uri="{FF2B5EF4-FFF2-40B4-BE49-F238E27FC236}">
                <a16:creationId xmlns:a16="http://schemas.microsoft.com/office/drawing/2014/main" id="{31C6DA67-65DA-4FA6-A179-12C8D9A25334}"/>
              </a:ext>
            </a:extLst>
          </p:cNvPr>
          <p:cNvGrpSpPr>
            <a:grpSpLocks/>
          </p:cNvGrpSpPr>
          <p:nvPr/>
        </p:nvGrpSpPr>
        <p:grpSpPr bwMode="auto">
          <a:xfrm>
            <a:off x="4618823" y="3798793"/>
            <a:ext cx="3797300" cy="1327150"/>
            <a:chOff x="2372" y="1412"/>
            <a:chExt cx="2392" cy="836"/>
          </a:xfrm>
        </p:grpSpPr>
        <p:grpSp>
          <p:nvGrpSpPr>
            <p:cNvPr id="83" name="Group 89">
              <a:extLst>
                <a:ext uri="{FF2B5EF4-FFF2-40B4-BE49-F238E27FC236}">
                  <a16:creationId xmlns:a16="http://schemas.microsoft.com/office/drawing/2014/main" id="{5D131C30-704D-4E30-AB16-B176B1FDBA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2" y="1412"/>
              <a:ext cx="611" cy="305"/>
              <a:chOff x="915" y="2778"/>
              <a:chExt cx="407" cy="305"/>
            </a:xfrm>
          </p:grpSpPr>
          <p:sp>
            <p:nvSpPr>
              <p:cNvPr id="105" name="Oval 90">
                <a:extLst>
                  <a:ext uri="{FF2B5EF4-FFF2-40B4-BE49-F238E27FC236}">
                    <a16:creationId xmlns:a16="http://schemas.microsoft.com/office/drawing/2014/main" id="{0772A991-85BC-4304-A20E-EFB4C97A1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6" name="Text Box 91">
                <a:extLst>
                  <a:ext uri="{FF2B5EF4-FFF2-40B4-BE49-F238E27FC236}">
                    <a16:creationId xmlns:a16="http://schemas.microsoft.com/office/drawing/2014/main" id="{DF9E5B29-63FD-4BF0-B61A-3845AB44C0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4" name="Line 92">
              <a:extLst>
                <a:ext uri="{FF2B5EF4-FFF2-40B4-BE49-F238E27FC236}">
                  <a16:creationId xmlns:a16="http://schemas.microsoft.com/office/drawing/2014/main" id="{15C0F360-0346-4199-9053-141C44582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" y="1581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5" name="Group 93">
              <a:extLst>
                <a:ext uri="{FF2B5EF4-FFF2-40B4-BE49-F238E27FC236}">
                  <a16:creationId xmlns:a16="http://schemas.microsoft.com/office/drawing/2014/main" id="{5E0EF7FE-B2F5-4752-A182-89AD403E6C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1412"/>
              <a:ext cx="612" cy="305"/>
              <a:chOff x="915" y="2778"/>
              <a:chExt cx="407" cy="305"/>
            </a:xfrm>
          </p:grpSpPr>
          <p:sp>
            <p:nvSpPr>
              <p:cNvPr id="103" name="Oval 94">
                <a:extLst>
                  <a:ext uri="{FF2B5EF4-FFF2-40B4-BE49-F238E27FC236}">
                    <a16:creationId xmlns:a16="http://schemas.microsoft.com/office/drawing/2014/main" id="{D2149111-D8A2-46B4-90C9-0FB3DA57D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" name="Text Box 95">
                <a:extLst>
                  <a:ext uri="{FF2B5EF4-FFF2-40B4-BE49-F238E27FC236}">
                    <a16:creationId xmlns:a16="http://schemas.microsoft.com/office/drawing/2014/main" id="{A02B6007-E8F7-4B38-8020-03EED6D097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6" name="Line 96">
              <a:extLst>
                <a:ext uri="{FF2B5EF4-FFF2-40B4-BE49-F238E27FC236}">
                  <a16:creationId xmlns:a16="http://schemas.microsoft.com/office/drawing/2014/main" id="{3D4B5F9C-C1BB-4790-B025-FF181F0A1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4" y="1570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7" name="Group 97">
              <a:extLst>
                <a:ext uri="{FF2B5EF4-FFF2-40B4-BE49-F238E27FC236}">
                  <a16:creationId xmlns:a16="http://schemas.microsoft.com/office/drawing/2014/main" id="{17272E89-B671-4E37-AC72-0DD0DC1086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5" y="1412"/>
              <a:ext cx="611" cy="305"/>
              <a:chOff x="915" y="2778"/>
              <a:chExt cx="407" cy="305"/>
            </a:xfrm>
          </p:grpSpPr>
          <p:sp>
            <p:nvSpPr>
              <p:cNvPr id="101" name="Oval 98">
                <a:extLst>
                  <a:ext uri="{FF2B5EF4-FFF2-40B4-BE49-F238E27FC236}">
                    <a16:creationId xmlns:a16="http://schemas.microsoft.com/office/drawing/2014/main" id="{16BC1561-6FE6-48E9-99B8-C21311A7A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2" name="Text Box 99">
                <a:extLst>
                  <a:ext uri="{FF2B5EF4-FFF2-40B4-BE49-F238E27FC236}">
                    <a16:creationId xmlns:a16="http://schemas.microsoft.com/office/drawing/2014/main" id="{B1CA2C3F-1B50-495F-BC2E-8253A75616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8" name="Line 100">
              <a:extLst>
                <a:ext uri="{FF2B5EF4-FFF2-40B4-BE49-F238E27FC236}">
                  <a16:creationId xmlns:a16="http://schemas.microsoft.com/office/drawing/2014/main" id="{FA01ED8B-C26F-471E-8036-BC0145FCB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5" y="1728"/>
              <a:ext cx="0" cy="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9" name="Group 101">
              <a:extLst>
                <a:ext uri="{FF2B5EF4-FFF2-40B4-BE49-F238E27FC236}">
                  <a16:creationId xmlns:a16="http://schemas.microsoft.com/office/drawing/2014/main" id="{45E76FF2-C6E3-43E4-BD7B-0CF657F9BE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3" y="1920"/>
              <a:ext cx="611" cy="305"/>
              <a:chOff x="915" y="2778"/>
              <a:chExt cx="407" cy="305"/>
            </a:xfrm>
          </p:grpSpPr>
          <p:sp>
            <p:nvSpPr>
              <p:cNvPr id="99" name="Oval 102">
                <a:extLst>
                  <a:ext uri="{FF2B5EF4-FFF2-40B4-BE49-F238E27FC236}">
                    <a16:creationId xmlns:a16="http://schemas.microsoft.com/office/drawing/2014/main" id="{B18B81E4-10A5-4D46-A419-CC0C524B7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0" name="Text Box 103">
                <a:extLst>
                  <a:ext uri="{FF2B5EF4-FFF2-40B4-BE49-F238E27FC236}">
                    <a16:creationId xmlns:a16="http://schemas.microsoft.com/office/drawing/2014/main" id="{2F7E4642-0B1E-441A-9BA3-18A05952E4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0" name="Line 104">
              <a:extLst>
                <a:ext uri="{FF2B5EF4-FFF2-40B4-BE49-F238E27FC236}">
                  <a16:creationId xmlns:a16="http://schemas.microsoft.com/office/drawing/2014/main" id="{E566C971-48DA-404A-85EB-4D37D7A21D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5" y="2101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1" name="Group 105">
              <a:extLst>
                <a:ext uri="{FF2B5EF4-FFF2-40B4-BE49-F238E27FC236}">
                  <a16:creationId xmlns:a16="http://schemas.microsoft.com/office/drawing/2014/main" id="{3E22DFF1-6F98-41C0-A61B-9257FCB46B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5" y="1920"/>
              <a:ext cx="611" cy="305"/>
              <a:chOff x="915" y="2778"/>
              <a:chExt cx="407" cy="305"/>
            </a:xfrm>
          </p:grpSpPr>
          <p:sp>
            <p:nvSpPr>
              <p:cNvPr id="97" name="Oval 106">
                <a:extLst>
                  <a:ext uri="{FF2B5EF4-FFF2-40B4-BE49-F238E27FC236}">
                    <a16:creationId xmlns:a16="http://schemas.microsoft.com/office/drawing/2014/main" id="{C75975E9-676B-4251-AA13-AC833F2E6E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8" name="Text Box 107">
                <a:extLst>
                  <a:ext uri="{FF2B5EF4-FFF2-40B4-BE49-F238E27FC236}">
                    <a16:creationId xmlns:a16="http://schemas.microsoft.com/office/drawing/2014/main" id="{4412515B-74A5-4D11-A6A8-B9ABF1CE0C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2" name="Group 108">
              <a:extLst>
                <a:ext uri="{FF2B5EF4-FFF2-40B4-BE49-F238E27FC236}">
                  <a16:creationId xmlns:a16="http://schemas.microsoft.com/office/drawing/2014/main" id="{E18152CA-37D8-4D76-A8D8-51B86030AC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943"/>
              <a:ext cx="611" cy="305"/>
              <a:chOff x="915" y="2778"/>
              <a:chExt cx="407" cy="305"/>
            </a:xfrm>
          </p:grpSpPr>
          <p:sp>
            <p:nvSpPr>
              <p:cNvPr id="95" name="Oval 109">
                <a:extLst>
                  <a:ext uri="{FF2B5EF4-FFF2-40B4-BE49-F238E27FC236}">
                    <a16:creationId xmlns:a16="http://schemas.microsoft.com/office/drawing/2014/main" id="{8BABE2B3-BD9C-40D8-BAB3-652ECFFC4B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6" name="Text Box 110">
                <a:extLst>
                  <a:ext uri="{FF2B5EF4-FFF2-40B4-BE49-F238E27FC236}">
                    <a16:creationId xmlns:a16="http://schemas.microsoft.com/office/drawing/2014/main" id="{4D0BDEE4-232C-4466-90BB-4F2DC02572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3" name="Line 111">
              <a:extLst>
                <a:ext uri="{FF2B5EF4-FFF2-40B4-BE49-F238E27FC236}">
                  <a16:creationId xmlns:a16="http://schemas.microsoft.com/office/drawing/2014/main" id="{F6A371C5-EBA8-42D1-AEAA-74477E4FA0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0" y="2101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" name="Line 112">
              <a:extLst>
                <a:ext uri="{FF2B5EF4-FFF2-40B4-BE49-F238E27FC236}">
                  <a16:creationId xmlns:a16="http://schemas.microsoft.com/office/drawing/2014/main" id="{F7102350-77C7-47DB-A692-BE09DBEE79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7" y="1728"/>
              <a:ext cx="0" cy="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" name="Text Box 87">
            <a:extLst>
              <a:ext uri="{FF2B5EF4-FFF2-40B4-BE49-F238E27FC236}">
                <a16:creationId xmlns:a16="http://schemas.microsoft.com/office/drawing/2014/main" id="{11A36F77-1010-4808-944D-6A52818E8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9625" y="5266512"/>
            <a:ext cx="3538601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两个减法计数器</a:t>
            </a:r>
          </a:p>
        </p:txBody>
      </p:sp>
      <p:sp>
        <p:nvSpPr>
          <p:cNvPr id="108" name="Text Box 113">
            <a:extLst>
              <a:ext uri="{FF2B5EF4-FFF2-40B4-BE49-F238E27FC236}">
                <a16:creationId xmlns:a16="http://schemas.microsoft.com/office/drawing/2014/main" id="{9580E006-9046-4D54-874F-8EEC78DAE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252" y="5953125"/>
            <a:ext cx="8624034" cy="51911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注意：状态分配方式不同，所设计的电路结构也不同</a:t>
            </a:r>
          </a:p>
        </p:txBody>
      </p:sp>
    </p:spTree>
    <p:extLst>
      <p:ext uri="{BB962C8B-B14F-4D97-AF65-F5344CB8AC3E}">
        <p14:creationId xmlns:p14="http://schemas.microsoft.com/office/powerpoint/2010/main" val="410293436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 autoUpdateAnimBg="0"/>
      <p:bldP spid="29" grpId="0" animBg="1" autoUpdateAnimBg="0"/>
      <p:bldP spid="55" grpId="0" animBg="1" autoUpdateAnimBg="0"/>
      <p:bldP spid="56" grpId="0" animBg="1" autoUpdateAnimBg="0"/>
      <p:bldP spid="107" grpId="0" animBg="1" autoUpdateAnimBg="0"/>
      <p:bldP spid="108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A076632-4CEB-43D9-81B3-EA0C9F82B3CD}"/>
              </a:ext>
            </a:extLst>
          </p:cNvPr>
          <p:cNvSpPr txBox="1">
            <a:spLocks noChangeArrowheads="1"/>
          </p:cNvSpPr>
          <p:nvPr/>
        </p:nvSpPr>
        <p:spPr>
          <a:xfrm>
            <a:off x="454024" y="77788"/>
            <a:ext cx="3340053" cy="479425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建立状态转换表</a:t>
            </a:r>
          </a:p>
        </p:txBody>
      </p:sp>
      <p:graphicFrame>
        <p:nvGraphicFramePr>
          <p:cNvPr id="3" name="Group 353">
            <a:extLst>
              <a:ext uri="{FF2B5EF4-FFF2-40B4-BE49-F238E27FC236}">
                <a16:creationId xmlns:a16="http://schemas.microsoft.com/office/drawing/2014/main" id="{853D91F5-0FF0-403F-B466-4F0FBD5E1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341590"/>
              </p:ext>
            </p:extLst>
          </p:nvPr>
        </p:nvGraphicFramePr>
        <p:xfrm>
          <a:off x="557213" y="668338"/>
          <a:ext cx="4500562" cy="3214688"/>
        </p:xfrm>
        <a:graphic>
          <a:graphicData uri="http://schemas.openxmlformats.org/drawingml/2006/table">
            <a:tbl>
              <a:tblPr/>
              <a:tblGrid>
                <a:gridCol w="646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2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CP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n+1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n+1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n+1</a:t>
                      </a:r>
                      <a:endParaRPr kumimoji="1" lang="zh-CN" altLang="en-US" sz="2400" b="1" i="0" u="none" strike="noStrike" cap="none" normalizeH="0" baseline="30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0    0    0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0        0       1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0    0    1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0        1       0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0    1    0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0        1       1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0    1    1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1        0       0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1    0    0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1        0       1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1    0    1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0        0       0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8" name="Rectangle 2">
            <a:extLst>
              <a:ext uri="{FF2B5EF4-FFF2-40B4-BE49-F238E27FC236}">
                <a16:creationId xmlns:a16="http://schemas.microsoft.com/office/drawing/2014/main" id="{AA076632-4CEB-43D9-81B3-EA0C9F82B3CD}"/>
              </a:ext>
            </a:extLst>
          </p:cNvPr>
          <p:cNvSpPr txBox="1">
            <a:spLocks noChangeArrowheads="1"/>
          </p:cNvSpPr>
          <p:nvPr/>
        </p:nvSpPr>
        <p:spPr>
          <a:xfrm>
            <a:off x="456296" y="4010627"/>
            <a:ext cx="5794379" cy="479425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根据状态转换表建立次态卡诺图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2">
                <a:extLst>
                  <a:ext uri="{FF2B5EF4-FFF2-40B4-BE49-F238E27FC236}">
                    <a16:creationId xmlns:a16="http://schemas.microsoft.com/office/drawing/2014/main" id="{AA076632-4CEB-43D9-81B3-EA0C9F82B3C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124050" y="4506538"/>
                <a:ext cx="3692624" cy="4794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𝑄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p>
                      </m:sSubSup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sub>
                            <m:sup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0"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" name="Rectangle 2">
                <a:extLst>
                  <a:ext uri="{FF2B5EF4-FFF2-40B4-BE49-F238E27FC236}">
                    <a16:creationId xmlns="" xmlns:a16="http://schemas.microsoft.com/office/drawing/2014/main" id="{AA076632-4CEB-43D9-81B3-EA0C9F82B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50" y="4506538"/>
                <a:ext cx="3692624" cy="479425"/>
              </a:xfrm>
              <a:prstGeom prst="rect">
                <a:avLst/>
              </a:prstGeom>
              <a:blipFill rotWithShape="0">
                <a:blip r:embed="rId2"/>
                <a:stretch>
                  <a:fillRect b="-88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11">
            <a:extLst>
              <a:ext uri="{FF2B5EF4-FFF2-40B4-BE49-F238E27FC236}">
                <a16:creationId xmlns:a16="http://schemas.microsoft.com/office/drawing/2014/main" id="{F4545751-A680-4A0A-9D68-4FD03E05E802}"/>
              </a:ext>
            </a:extLst>
          </p:cNvPr>
          <p:cNvGrpSpPr>
            <a:grpSpLocks/>
          </p:cNvGrpSpPr>
          <p:nvPr/>
        </p:nvGrpSpPr>
        <p:grpSpPr bwMode="auto">
          <a:xfrm>
            <a:off x="6033662" y="557213"/>
            <a:ext cx="2689225" cy="1992313"/>
            <a:chOff x="169" y="2631"/>
            <a:chExt cx="1694" cy="1255"/>
          </a:xfrm>
        </p:grpSpPr>
        <p:grpSp>
          <p:nvGrpSpPr>
            <p:cNvPr id="41" name="Group 278">
              <a:extLst>
                <a:ext uri="{FF2B5EF4-FFF2-40B4-BE49-F238E27FC236}">
                  <a16:creationId xmlns:a16="http://schemas.microsoft.com/office/drawing/2014/main" id="{1F61DE81-3A12-4579-B3CB-CF2F19CB88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" y="2631"/>
              <a:ext cx="1694" cy="1255"/>
              <a:chOff x="3140" y="507"/>
              <a:chExt cx="1694" cy="1255"/>
            </a:xfrm>
          </p:grpSpPr>
          <p:sp>
            <p:nvSpPr>
              <p:cNvPr id="44" name="Rectangle 279">
                <a:extLst>
                  <a:ext uri="{FF2B5EF4-FFF2-40B4-BE49-F238E27FC236}">
                    <a16:creationId xmlns:a16="http://schemas.microsoft.com/office/drawing/2014/main" id="{9CB0CD6D-C01D-41E7-97C0-158343A02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45" name="Rectangle 280">
                <a:extLst>
                  <a:ext uri="{FF2B5EF4-FFF2-40B4-BE49-F238E27FC236}">
                    <a16:creationId xmlns:a16="http://schemas.microsoft.com/office/drawing/2014/main" id="{28ECC3FB-9A5A-4FA7-8734-F48FF2176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46" name="Rectangle 281">
                <a:extLst>
                  <a:ext uri="{FF2B5EF4-FFF2-40B4-BE49-F238E27FC236}">
                    <a16:creationId xmlns:a16="http://schemas.microsoft.com/office/drawing/2014/main" id="{57EF4601-3D48-48CD-A7E9-58049787ED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411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7" name="Rectangle 282">
                <a:extLst>
                  <a:ext uri="{FF2B5EF4-FFF2-40B4-BE49-F238E27FC236}">
                    <a16:creationId xmlns:a16="http://schemas.microsoft.com/office/drawing/2014/main" id="{480A2C95-9C09-4726-BD0B-192E57908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8" name="Rectangle 283">
                <a:extLst>
                  <a:ext uri="{FF2B5EF4-FFF2-40B4-BE49-F238E27FC236}">
                    <a16:creationId xmlns:a16="http://schemas.microsoft.com/office/drawing/2014/main" id="{5384F12C-FAEB-4A23-8D8D-67F3509801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49" name="Rectangle 284">
                <a:extLst>
                  <a:ext uri="{FF2B5EF4-FFF2-40B4-BE49-F238E27FC236}">
                    <a16:creationId xmlns:a16="http://schemas.microsoft.com/office/drawing/2014/main" id="{C2384FEA-03D4-4661-B2FA-DBE0292EF4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" name="Rectangle 285">
                <a:extLst>
                  <a:ext uri="{FF2B5EF4-FFF2-40B4-BE49-F238E27FC236}">
                    <a16:creationId xmlns:a16="http://schemas.microsoft.com/office/drawing/2014/main" id="{CD418686-0477-4976-A181-85AAF8FA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060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1" name="Rectangle 286">
                <a:extLst>
                  <a:ext uri="{FF2B5EF4-FFF2-40B4-BE49-F238E27FC236}">
                    <a16:creationId xmlns:a16="http://schemas.microsoft.com/office/drawing/2014/main" id="{8947C135-E6C7-45B0-874C-9C7899D35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2" name="Line 287">
                <a:extLst>
                  <a:ext uri="{FF2B5EF4-FFF2-40B4-BE49-F238E27FC236}">
                    <a16:creationId xmlns:a16="http://schemas.microsoft.com/office/drawing/2014/main" id="{49155A33-40F4-4EF2-81D0-E3FE76F57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Line 288">
                <a:extLst>
                  <a:ext uri="{FF2B5EF4-FFF2-40B4-BE49-F238E27FC236}">
                    <a16:creationId xmlns:a16="http://schemas.microsoft.com/office/drawing/2014/main" id="{7B70B2D8-AB3E-476B-91D3-308A12EA85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41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" name="Line 289">
                <a:extLst>
                  <a:ext uri="{FF2B5EF4-FFF2-40B4-BE49-F238E27FC236}">
                    <a16:creationId xmlns:a16="http://schemas.microsoft.com/office/drawing/2014/main" id="{50C543C5-E09E-45A4-B239-3A7A187860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762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" name="Line 290">
                <a:extLst>
                  <a:ext uri="{FF2B5EF4-FFF2-40B4-BE49-F238E27FC236}">
                    <a16:creationId xmlns:a16="http://schemas.microsoft.com/office/drawing/2014/main" id="{849CE4FE-B40F-4C74-B3BC-C9B5699A4D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" name="Line 291">
                <a:extLst>
                  <a:ext uri="{FF2B5EF4-FFF2-40B4-BE49-F238E27FC236}">
                    <a16:creationId xmlns:a16="http://schemas.microsoft.com/office/drawing/2014/main" id="{3520DD47-E410-40C6-883B-A860298D1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2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" name="Line 292">
                <a:extLst>
                  <a:ext uri="{FF2B5EF4-FFF2-40B4-BE49-F238E27FC236}">
                    <a16:creationId xmlns:a16="http://schemas.microsoft.com/office/drawing/2014/main" id="{B2153A45-F3DF-4D8F-BEDA-AD09501B6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Line 293">
                <a:extLst>
                  <a:ext uri="{FF2B5EF4-FFF2-40B4-BE49-F238E27FC236}">
                    <a16:creationId xmlns:a16="http://schemas.microsoft.com/office/drawing/2014/main" id="{83C6F329-AA7E-458E-B71A-F1C4233AE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3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" name="Line 294">
                <a:extLst>
                  <a:ext uri="{FF2B5EF4-FFF2-40B4-BE49-F238E27FC236}">
                    <a16:creationId xmlns:a16="http://schemas.microsoft.com/office/drawing/2014/main" id="{34B06DD4-C06B-427B-B9D6-B28C303AB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Line 295">
                <a:extLst>
                  <a:ext uri="{FF2B5EF4-FFF2-40B4-BE49-F238E27FC236}">
                    <a16:creationId xmlns:a16="http://schemas.microsoft.com/office/drawing/2014/main" id="{03874990-2803-4755-B031-69C49BD8F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0" y="655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Text Box 296">
                <a:extLst>
                  <a:ext uri="{FF2B5EF4-FFF2-40B4-BE49-F238E27FC236}">
                    <a16:creationId xmlns:a16="http://schemas.microsoft.com/office/drawing/2014/main" id="{B304500D-F4FB-41DB-8353-D60572229E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0" y="847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62" name="Text Box 297">
                <a:extLst>
                  <a:ext uri="{FF2B5EF4-FFF2-40B4-BE49-F238E27FC236}">
                    <a16:creationId xmlns:a16="http://schemas.microsoft.com/office/drawing/2014/main" id="{C1F02D32-9E0F-4611-96C4-D936A9C70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1" y="507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63" name="Text Box 298">
                <a:extLst>
                  <a:ext uri="{FF2B5EF4-FFF2-40B4-BE49-F238E27FC236}">
                    <a16:creationId xmlns:a16="http://schemas.microsoft.com/office/drawing/2014/main" id="{4E1B5D8D-2FEE-495C-8113-D934E10C23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3" y="655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64" name="Text Box 299">
                <a:extLst>
                  <a:ext uri="{FF2B5EF4-FFF2-40B4-BE49-F238E27FC236}">
                    <a16:creationId xmlns:a16="http://schemas.microsoft.com/office/drawing/2014/main" id="{BC752A6B-8797-40A5-8F2F-E17321D04B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65" name="Text Box 300">
                <a:extLst>
                  <a:ext uri="{FF2B5EF4-FFF2-40B4-BE49-F238E27FC236}">
                    <a16:creationId xmlns:a16="http://schemas.microsoft.com/office/drawing/2014/main" id="{40B81325-C316-461F-BBE0-D727462236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66" name="Text Box 301">
                <a:extLst>
                  <a:ext uri="{FF2B5EF4-FFF2-40B4-BE49-F238E27FC236}">
                    <a16:creationId xmlns:a16="http://schemas.microsoft.com/office/drawing/2014/main" id="{55E779F0-040F-4C72-ADD2-264E44F248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67" name="Text Box 302">
                <a:extLst>
                  <a:ext uri="{FF2B5EF4-FFF2-40B4-BE49-F238E27FC236}">
                    <a16:creationId xmlns:a16="http://schemas.microsoft.com/office/drawing/2014/main" id="{26794F45-5FD6-4F05-944F-FDBE5FE17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68" name="Text Box 303">
                <a:extLst>
                  <a:ext uri="{FF2B5EF4-FFF2-40B4-BE49-F238E27FC236}">
                    <a16:creationId xmlns:a16="http://schemas.microsoft.com/office/drawing/2014/main" id="{7FD06591-DC72-4EEE-8CCF-912F778DA3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09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69" name="Text Box 304">
                <a:extLst>
                  <a:ext uri="{FF2B5EF4-FFF2-40B4-BE49-F238E27FC236}">
                    <a16:creationId xmlns:a16="http://schemas.microsoft.com/office/drawing/2014/main" id="{AE0AB258-96AE-4954-9FAA-E26B711D12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5" y="144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42" name="AutoShape 309">
              <a:extLst>
                <a:ext uri="{FF2B5EF4-FFF2-40B4-BE49-F238E27FC236}">
                  <a16:creationId xmlns:a16="http://schemas.microsoft.com/office/drawing/2014/main" id="{0E70FC86-B264-4EFB-9A03-1D96903F7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1" y="3230"/>
              <a:ext cx="158" cy="587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Oval 310">
              <a:extLst>
                <a:ext uri="{FF2B5EF4-FFF2-40B4-BE49-F238E27FC236}">
                  <a16:creationId xmlns:a16="http://schemas.microsoft.com/office/drawing/2014/main" id="{284BD4B5-7CC3-431D-8753-26EA56786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" y="3219"/>
              <a:ext cx="203" cy="26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2">
                <a:extLst>
                  <a:ext uri="{FF2B5EF4-FFF2-40B4-BE49-F238E27FC236}">
                    <a16:creationId xmlns:a16="http://schemas.microsoft.com/office/drawing/2014/main" id="{AA076632-4CEB-43D9-81B3-EA0C9F82B3C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719451" y="2632076"/>
                <a:ext cx="3535134" cy="4794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𝑄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p>
                      </m:sSubSup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sub>
                            <m:sup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kumimoji="0"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sub>
                            <m:sup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kumimoji="0"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kumimoji="0"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sSubSup>
                        <m:sSubSupPr>
                          <m:ctrlPr>
                            <a:rPr kumimoji="0"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kumimoji="0"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0"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0" name="Rectangle 2">
                <a:extLst>
                  <a:ext uri="{FF2B5EF4-FFF2-40B4-BE49-F238E27FC236}">
                    <a16:creationId xmlns="" xmlns:a16="http://schemas.microsoft.com/office/drawing/2014/main" id="{AA076632-4CEB-43D9-81B3-EA0C9F82B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451" y="2632076"/>
                <a:ext cx="3535134" cy="479425"/>
              </a:xfrm>
              <a:prstGeom prst="rect">
                <a:avLst/>
              </a:prstGeom>
              <a:blipFill rotWithShape="0">
                <a:blip r:embed="rId3"/>
                <a:stretch>
                  <a:fillRect b="-1051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oup 349">
            <a:extLst>
              <a:ext uri="{FF2B5EF4-FFF2-40B4-BE49-F238E27FC236}">
                <a16:creationId xmlns:a16="http://schemas.microsoft.com/office/drawing/2014/main" id="{D867FC85-6BEF-453F-A240-6F28E1F57A10}"/>
              </a:ext>
            </a:extLst>
          </p:cNvPr>
          <p:cNvGrpSpPr>
            <a:grpSpLocks/>
          </p:cNvGrpSpPr>
          <p:nvPr/>
        </p:nvGrpSpPr>
        <p:grpSpPr bwMode="auto">
          <a:xfrm>
            <a:off x="6087138" y="3752465"/>
            <a:ext cx="2689225" cy="1992313"/>
            <a:chOff x="2123" y="2609"/>
            <a:chExt cx="1694" cy="1255"/>
          </a:xfrm>
        </p:grpSpPr>
        <p:grpSp>
          <p:nvGrpSpPr>
            <p:cNvPr id="72" name="Group 319">
              <a:extLst>
                <a:ext uri="{FF2B5EF4-FFF2-40B4-BE49-F238E27FC236}">
                  <a16:creationId xmlns:a16="http://schemas.microsoft.com/office/drawing/2014/main" id="{DD4EE9FC-BF2B-4C25-B3F2-AA381AC46A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3" y="2609"/>
              <a:ext cx="1694" cy="1255"/>
              <a:chOff x="3140" y="507"/>
              <a:chExt cx="1694" cy="1255"/>
            </a:xfrm>
          </p:grpSpPr>
          <p:sp>
            <p:nvSpPr>
              <p:cNvPr id="75" name="Rectangle 320">
                <a:extLst>
                  <a:ext uri="{FF2B5EF4-FFF2-40B4-BE49-F238E27FC236}">
                    <a16:creationId xmlns:a16="http://schemas.microsoft.com/office/drawing/2014/main" id="{26737E0F-0DB7-42D3-B21F-05A9AFDDC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76" name="Rectangle 321">
                <a:extLst>
                  <a:ext uri="{FF2B5EF4-FFF2-40B4-BE49-F238E27FC236}">
                    <a16:creationId xmlns:a16="http://schemas.microsoft.com/office/drawing/2014/main" id="{9037E8F7-B328-4289-BD0D-1BDD06809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77" name="Rectangle 322">
                <a:extLst>
                  <a:ext uri="{FF2B5EF4-FFF2-40B4-BE49-F238E27FC236}">
                    <a16:creationId xmlns:a16="http://schemas.microsoft.com/office/drawing/2014/main" id="{EE6B762D-55C0-4546-8891-6F12F6628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411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Rectangle 323">
                <a:extLst>
                  <a:ext uri="{FF2B5EF4-FFF2-40B4-BE49-F238E27FC236}">
                    <a16:creationId xmlns:a16="http://schemas.microsoft.com/office/drawing/2014/main" id="{17F3ABEE-7FAB-413F-8B71-D99FC3923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79" name="Rectangle 324">
                <a:extLst>
                  <a:ext uri="{FF2B5EF4-FFF2-40B4-BE49-F238E27FC236}">
                    <a16:creationId xmlns:a16="http://schemas.microsoft.com/office/drawing/2014/main" id="{4203A3D9-19D3-4BE8-88F2-75FD40DE8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80" name="Rectangle 325">
                <a:extLst>
                  <a:ext uri="{FF2B5EF4-FFF2-40B4-BE49-F238E27FC236}">
                    <a16:creationId xmlns:a16="http://schemas.microsoft.com/office/drawing/2014/main" id="{3B8F48EC-55AE-4EF4-8034-AD82D451A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1" name="Rectangle 326">
                <a:extLst>
                  <a:ext uri="{FF2B5EF4-FFF2-40B4-BE49-F238E27FC236}">
                    <a16:creationId xmlns:a16="http://schemas.microsoft.com/office/drawing/2014/main" id="{A68F45C7-E737-4648-AD98-87B9CEB0FD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060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" name="Rectangle 327">
                <a:extLst>
                  <a:ext uri="{FF2B5EF4-FFF2-40B4-BE49-F238E27FC236}">
                    <a16:creationId xmlns:a16="http://schemas.microsoft.com/office/drawing/2014/main" id="{5771F0C6-F7BE-4A7F-932C-A18582125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83" name="Line 328">
                <a:extLst>
                  <a:ext uri="{FF2B5EF4-FFF2-40B4-BE49-F238E27FC236}">
                    <a16:creationId xmlns:a16="http://schemas.microsoft.com/office/drawing/2014/main" id="{158ED5D5-A710-440C-B520-9349EEA0F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Line 329">
                <a:extLst>
                  <a:ext uri="{FF2B5EF4-FFF2-40B4-BE49-F238E27FC236}">
                    <a16:creationId xmlns:a16="http://schemas.microsoft.com/office/drawing/2014/main" id="{D8409DF3-0939-40CE-8572-50B939DA4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41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" name="Line 330">
                <a:extLst>
                  <a:ext uri="{FF2B5EF4-FFF2-40B4-BE49-F238E27FC236}">
                    <a16:creationId xmlns:a16="http://schemas.microsoft.com/office/drawing/2014/main" id="{F53DE03F-B392-4504-9598-54F62025C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762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6" name="Line 331">
                <a:extLst>
                  <a:ext uri="{FF2B5EF4-FFF2-40B4-BE49-F238E27FC236}">
                    <a16:creationId xmlns:a16="http://schemas.microsoft.com/office/drawing/2014/main" id="{DA5771A4-FEC5-4609-83A7-0D9994D2BC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" name="Line 332">
                <a:extLst>
                  <a:ext uri="{FF2B5EF4-FFF2-40B4-BE49-F238E27FC236}">
                    <a16:creationId xmlns:a16="http://schemas.microsoft.com/office/drawing/2014/main" id="{C8387A2A-12A4-4070-B124-EFCB8B8855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2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8" name="Line 333">
                <a:extLst>
                  <a:ext uri="{FF2B5EF4-FFF2-40B4-BE49-F238E27FC236}">
                    <a16:creationId xmlns:a16="http://schemas.microsoft.com/office/drawing/2014/main" id="{7C45E231-B9C7-4821-95AB-A8FA8BCA46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9" name="Line 334">
                <a:extLst>
                  <a:ext uri="{FF2B5EF4-FFF2-40B4-BE49-F238E27FC236}">
                    <a16:creationId xmlns:a16="http://schemas.microsoft.com/office/drawing/2014/main" id="{CAF25AA2-AB0A-4700-9F7B-5A57E3A82B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3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Line 335">
                <a:extLst>
                  <a:ext uri="{FF2B5EF4-FFF2-40B4-BE49-F238E27FC236}">
                    <a16:creationId xmlns:a16="http://schemas.microsoft.com/office/drawing/2014/main" id="{AC8F50EB-950C-4414-BD1F-9860F229E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" name="Line 336">
                <a:extLst>
                  <a:ext uri="{FF2B5EF4-FFF2-40B4-BE49-F238E27FC236}">
                    <a16:creationId xmlns:a16="http://schemas.microsoft.com/office/drawing/2014/main" id="{340EE5E4-E3E1-4227-A499-B80D08F86B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0" y="655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" name="Text Box 337">
                <a:extLst>
                  <a:ext uri="{FF2B5EF4-FFF2-40B4-BE49-F238E27FC236}">
                    <a16:creationId xmlns:a16="http://schemas.microsoft.com/office/drawing/2014/main" id="{098732F2-DFDF-485F-B624-2B5D3316BD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0" y="847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93" name="Text Box 338">
                <a:extLst>
                  <a:ext uri="{FF2B5EF4-FFF2-40B4-BE49-F238E27FC236}">
                    <a16:creationId xmlns:a16="http://schemas.microsoft.com/office/drawing/2014/main" id="{913327BD-50E7-4EA5-A111-B9DEF88B53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1" y="507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94" name="Text Box 339">
                <a:extLst>
                  <a:ext uri="{FF2B5EF4-FFF2-40B4-BE49-F238E27FC236}">
                    <a16:creationId xmlns:a16="http://schemas.microsoft.com/office/drawing/2014/main" id="{8B93A930-D02F-477B-A47B-A535A55EE8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3" y="655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95" name="Text Box 340">
                <a:extLst>
                  <a:ext uri="{FF2B5EF4-FFF2-40B4-BE49-F238E27FC236}">
                    <a16:creationId xmlns:a16="http://schemas.microsoft.com/office/drawing/2014/main" id="{4F909029-D690-4A04-9351-1FAB1FBF99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96" name="Text Box 341">
                <a:extLst>
                  <a:ext uri="{FF2B5EF4-FFF2-40B4-BE49-F238E27FC236}">
                    <a16:creationId xmlns:a16="http://schemas.microsoft.com/office/drawing/2014/main" id="{208B675D-4C0E-4C9F-A9C6-F54235185D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97" name="Text Box 342">
                <a:extLst>
                  <a:ext uri="{FF2B5EF4-FFF2-40B4-BE49-F238E27FC236}">
                    <a16:creationId xmlns:a16="http://schemas.microsoft.com/office/drawing/2014/main" id="{6AD4E40F-0C5D-462F-9506-BB65FF8937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98" name="Text Box 343">
                <a:extLst>
                  <a:ext uri="{FF2B5EF4-FFF2-40B4-BE49-F238E27FC236}">
                    <a16:creationId xmlns:a16="http://schemas.microsoft.com/office/drawing/2014/main" id="{6126ECF8-3640-463F-99E6-BE505886C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3" y="825"/>
                <a:ext cx="361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99" name="Text Box 344">
                <a:extLst>
                  <a:ext uri="{FF2B5EF4-FFF2-40B4-BE49-F238E27FC236}">
                    <a16:creationId xmlns:a16="http://schemas.microsoft.com/office/drawing/2014/main" id="{A6D0907C-5EB7-4337-BDE0-89274668F2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096"/>
                <a:ext cx="291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00" name="Text Box 345">
                <a:extLst>
                  <a:ext uri="{FF2B5EF4-FFF2-40B4-BE49-F238E27FC236}">
                    <a16:creationId xmlns:a16="http://schemas.microsoft.com/office/drawing/2014/main" id="{8A10A13F-ED86-4C8A-9C81-8E8C51841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447"/>
                <a:ext cx="271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73" name="AutoShape 346">
              <a:extLst>
                <a:ext uri="{FF2B5EF4-FFF2-40B4-BE49-F238E27FC236}">
                  <a16:creationId xmlns:a16="http://schemas.microsoft.com/office/drawing/2014/main" id="{19090ACA-0045-4E2F-8D97-8F4FA8ACB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" y="3220"/>
              <a:ext cx="204" cy="587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AutoShape 348">
              <a:extLst>
                <a:ext uri="{FF2B5EF4-FFF2-40B4-BE49-F238E27FC236}">
                  <a16:creationId xmlns:a16="http://schemas.microsoft.com/office/drawing/2014/main" id="{863F0C50-9C5F-4B9F-8EEB-92ED94A5E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2" y="3220"/>
              <a:ext cx="204" cy="587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Rectangle 2">
                <a:extLst>
                  <a:ext uri="{FF2B5EF4-FFF2-40B4-BE49-F238E27FC236}">
                    <a16:creationId xmlns:a16="http://schemas.microsoft.com/office/drawing/2014/main" id="{AA076632-4CEB-43D9-81B3-EA0C9F82B3C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734532" y="5787640"/>
                <a:ext cx="3535134" cy="4794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𝑄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p>
                      </m:sSubSup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sub>
                            <m:sup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0"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1" name="Rectangle 2">
                <a:extLst>
                  <a:ext uri="{FF2B5EF4-FFF2-40B4-BE49-F238E27FC236}">
                    <a16:creationId xmlns="" xmlns:a16="http://schemas.microsoft.com/office/drawing/2014/main" id="{AA076632-4CEB-43D9-81B3-EA0C9F82B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532" y="5787640"/>
                <a:ext cx="3535134" cy="479425"/>
              </a:xfrm>
              <a:prstGeom prst="rect">
                <a:avLst/>
              </a:prstGeom>
              <a:blipFill rotWithShape="0">
                <a:blip r:embed="rId4"/>
                <a:stretch>
                  <a:fillRect b="-88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右箭头 131"/>
          <p:cNvSpPr/>
          <p:nvPr/>
        </p:nvSpPr>
        <p:spPr>
          <a:xfrm>
            <a:off x="1953193" y="4671297"/>
            <a:ext cx="180181" cy="278606"/>
          </a:xfrm>
          <a:prstGeom prst="rightArrow">
            <a:avLst/>
          </a:prstGeom>
          <a:ln>
            <a:solidFill>
              <a:srgbClr val="1F08F8"/>
            </a:solidFill>
          </a:ln>
        </p:spPr>
        <p:txBody>
          <a:bodyPr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右箭头 132"/>
          <p:cNvSpPr/>
          <p:nvPr/>
        </p:nvSpPr>
        <p:spPr>
          <a:xfrm>
            <a:off x="5581893" y="2803597"/>
            <a:ext cx="180181" cy="278606"/>
          </a:xfrm>
          <a:prstGeom prst="rightArrow">
            <a:avLst/>
          </a:prstGeom>
          <a:ln>
            <a:solidFill>
              <a:srgbClr val="1F08F8"/>
            </a:solidFill>
          </a:ln>
        </p:spPr>
        <p:txBody>
          <a:bodyPr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右箭头 133"/>
          <p:cNvSpPr/>
          <p:nvPr/>
        </p:nvSpPr>
        <p:spPr>
          <a:xfrm>
            <a:off x="5584165" y="5931211"/>
            <a:ext cx="180181" cy="278606"/>
          </a:xfrm>
          <a:prstGeom prst="rightArrow">
            <a:avLst/>
          </a:prstGeom>
          <a:ln>
            <a:solidFill>
              <a:srgbClr val="1F08F8"/>
            </a:solidFill>
          </a:ln>
        </p:spPr>
        <p:txBody>
          <a:bodyPr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508614" y="4497625"/>
            <a:ext cx="2689225" cy="1992312"/>
            <a:chOff x="508614" y="4497625"/>
            <a:chExt cx="2689225" cy="1992312"/>
          </a:xfrm>
        </p:grpSpPr>
        <p:grpSp>
          <p:nvGrpSpPr>
            <p:cNvPr id="4" name="Group 261">
              <a:extLst>
                <a:ext uri="{FF2B5EF4-FFF2-40B4-BE49-F238E27FC236}">
                  <a16:creationId xmlns:a16="http://schemas.microsoft.com/office/drawing/2014/main" id="{8C20BA3A-EE2A-42DD-A8E9-915088CAE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614" y="4497625"/>
              <a:ext cx="2689225" cy="1992312"/>
              <a:chOff x="3140" y="507"/>
              <a:chExt cx="1694" cy="1255"/>
            </a:xfrm>
          </p:grpSpPr>
          <p:sp>
            <p:nvSpPr>
              <p:cNvPr id="5" name="Rectangle 162">
                <a:extLst>
                  <a:ext uri="{FF2B5EF4-FFF2-40B4-BE49-F238E27FC236}">
                    <a16:creationId xmlns:a16="http://schemas.microsoft.com/office/drawing/2014/main" id="{D372A552-32FC-4897-9439-E6C91B6A7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161">
                <a:extLst>
                  <a:ext uri="{FF2B5EF4-FFF2-40B4-BE49-F238E27FC236}">
                    <a16:creationId xmlns:a16="http://schemas.microsoft.com/office/drawing/2014/main" id="{DFAE9CD6-D66F-4A9E-B589-5D96BE09A1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7" name="Rectangle 160">
                <a:extLst>
                  <a:ext uri="{FF2B5EF4-FFF2-40B4-BE49-F238E27FC236}">
                    <a16:creationId xmlns:a16="http://schemas.microsoft.com/office/drawing/2014/main" id="{FA1522BD-D356-4184-AEFA-A2045FB92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411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159">
                <a:extLst>
                  <a:ext uri="{FF2B5EF4-FFF2-40B4-BE49-F238E27FC236}">
                    <a16:creationId xmlns:a16="http://schemas.microsoft.com/office/drawing/2014/main" id="{D6D2DED9-6CF4-4161-9475-8C0A08BF2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158">
                <a:extLst>
                  <a:ext uri="{FF2B5EF4-FFF2-40B4-BE49-F238E27FC236}">
                    <a16:creationId xmlns:a16="http://schemas.microsoft.com/office/drawing/2014/main" id="{F1B797D6-0D14-4EE4-8801-8E466BF71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157">
                <a:extLst>
                  <a:ext uri="{FF2B5EF4-FFF2-40B4-BE49-F238E27FC236}">
                    <a16:creationId xmlns:a16="http://schemas.microsoft.com/office/drawing/2014/main" id="{C2EF08C9-062A-41B0-98F1-36BA8B8A95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156">
                <a:extLst>
                  <a:ext uri="{FF2B5EF4-FFF2-40B4-BE49-F238E27FC236}">
                    <a16:creationId xmlns:a16="http://schemas.microsoft.com/office/drawing/2014/main" id="{A7EE101E-6CC9-4641-A6E2-B90576C2A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060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55">
                <a:extLst>
                  <a:ext uri="{FF2B5EF4-FFF2-40B4-BE49-F238E27FC236}">
                    <a16:creationId xmlns:a16="http://schemas.microsoft.com/office/drawing/2014/main" id="{85297D3C-B2A3-43B6-BDE7-657F2E7BB4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Line 163">
                <a:extLst>
                  <a:ext uri="{FF2B5EF4-FFF2-40B4-BE49-F238E27FC236}">
                    <a16:creationId xmlns:a16="http://schemas.microsoft.com/office/drawing/2014/main" id="{373546E5-CDCE-4822-82EE-829E3C6BC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Line 164">
                <a:extLst>
                  <a:ext uri="{FF2B5EF4-FFF2-40B4-BE49-F238E27FC236}">
                    <a16:creationId xmlns:a16="http://schemas.microsoft.com/office/drawing/2014/main" id="{1C6AEE2A-7EC1-4F79-AF7A-12E6F4AFA0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41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Line 165">
                <a:extLst>
                  <a:ext uri="{FF2B5EF4-FFF2-40B4-BE49-F238E27FC236}">
                    <a16:creationId xmlns:a16="http://schemas.microsoft.com/office/drawing/2014/main" id="{F3850EE9-E3C6-4128-93FA-CB98F73AB3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762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Line 166">
                <a:extLst>
                  <a:ext uri="{FF2B5EF4-FFF2-40B4-BE49-F238E27FC236}">
                    <a16:creationId xmlns:a16="http://schemas.microsoft.com/office/drawing/2014/main" id="{F9612508-5399-4970-9503-003BDF0A5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Line 167">
                <a:extLst>
                  <a:ext uri="{FF2B5EF4-FFF2-40B4-BE49-F238E27FC236}">
                    <a16:creationId xmlns:a16="http://schemas.microsoft.com/office/drawing/2014/main" id="{3FB53DFF-FCF1-4098-8244-CD70ADD878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2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Line 168">
                <a:extLst>
                  <a:ext uri="{FF2B5EF4-FFF2-40B4-BE49-F238E27FC236}">
                    <a16:creationId xmlns:a16="http://schemas.microsoft.com/office/drawing/2014/main" id="{70D59294-5737-426A-9487-0D53E200EE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Line 169">
                <a:extLst>
                  <a:ext uri="{FF2B5EF4-FFF2-40B4-BE49-F238E27FC236}">
                    <a16:creationId xmlns:a16="http://schemas.microsoft.com/office/drawing/2014/main" id="{DA5E9836-DD19-4E70-B33F-DCFE4C090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3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Line 170">
                <a:extLst>
                  <a:ext uri="{FF2B5EF4-FFF2-40B4-BE49-F238E27FC236}">
                    <a16:creationId xmlns:a16="http://schemas.microsoft.com/office/drawing/2014/main" id="{907C4B30-A552-446B-BE44-954682349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Line 232">
                <a:extLst>
                  <a:ext uri="{FF2B5EF4-FFF2-40B4-BE49-F238E27FC236}">
                    <a16:creationId xmlns:a16="http://schemas.microsoft.com/office/drawing/2014/main" id="{B63792BF-EEA3-4EED-AE62-A1EA42814D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0" y="655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Text Box 252">
                <a:extLst>
                  <a:ext uri="{FF2B5EF4-FFF2-40B4-BE49-F238E27FC236}">
                    <a16:creationId xmlns:a16="http://schemas.microsoft.com/office/drawing/2014/main" id="{025FB4D4-BA24-442B-BB5D-CF0981BEC9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0" y="847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23" name="Text Box 253">
                <a:extLst>
                  <a:ext uri="{FF2B5EF4-FFF2-40B4-BE49-F238E27FC236}">
                    <a16:creationId xmlns:a16="http://schemas.microsoft.com/office/drawing/2014/main" id="{14DE062C-332E-443A-831C-BC7D8FA49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1" y="507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24" name="Text Box 254">
                <a:extLst>
                  <a:ext uri="{FF2B5EF4-FFF2-40B4-BE49-F238E27FC236}">
                    <a16:creationId xmlns:a16="http://schemas.microsoft.com/office/drawing/2014/main" id="{A8535290-770F-4082-94F4-96F5ADBF35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3" y="655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25" name="Text Box 255">
                <a:extLst>
                  <a:ext uri="{FF2B5EF4-FFF2-40B4-BE49-F238E27FC236}">
                    <a16:creationId xmlns:a16="http://schemas.microsoft.com/office/drawing/2014/main" id="{6C0149F9-2663-4DC7-BA8D-210CAFEE08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26" name="Text Box 256">
                <a:extLst>
                  <a:ext uri="{FF2B5EF4-FFF2-40B4-BE49-F238E27FC236}">
                    <a16:creationId xmlns:a16="http://schemas.microsoft.com/office/drawing/2014/main" id="{45180934-71E3-42BB-9625-663298EBFE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27" name="Text Box 257">
                <a:extLst>
                  <a:ext uri="{FF2B5EF4-FFF2-40B4-BE49-F238E27FC236}">
                    <a16:creationId xmlns:a16="http://schemas.microsoft.com/office/drawing/2014/main" id="{18635FE3-99D7-49BC-A437-4EC45541DF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28" name="Text Box 258">
                <a:extLst>
                  <a:ext uri="{FF2B5EF4-FFF2-40B4-BE49-F238E27FC236}">
                    <a16:creationId xmlns:a16="http://schemas.microsoft.com/office/drawing/2014/main" id="{58E86F9F-A3C1-4DD8-A55A-3F4977BB1A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29" name="Text Box 259">
                <a:extLst>
                  <a:ext uri="{FF2B5EF4-FFF2-40B4-BE49-F238E27FC236}">
                    <a16:creationId xmlns:a16="http://schemas.microsoft.com/office/drawing/2014/main" id="{B91C5A8B-EE75-4BA0-9105-CBE1150FC8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09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30" name="Text Box 260">
                <a:extLst>
                  <a:ext uri="{FF2B5EF4-FFF2-40B4-BE49-F238E27FC236}">
                    <a16:creationId xmlns:a16="http://schemas.microsoft.com/office/drawing/2014/main" id="{BF3DFA30-ADB0-418C-8FC6-E640463865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5" y="144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31" name="AutoShape 263">
              <a:extLst>
                <a:ext uri="{FF2B5EF4-FFF2-40B4-BE49-F238E27FC236}">
                  <a16:creationId xmlns:a16="http://schemas.microsoft.com/office/drawing/2014/main" id="{54CB522C-5982-46F5-BF59-B45510558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489" y="5504100"/>
              <a:ext cx="233363" cy="93345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Text Box 267">
              <a:extLst>
                <a:ext uri="{FF2B5EF4-FFF2-40B4-BE49-F238E27FC236}">
                  <a16:creationId xmlns:a16="http://schemas.microsoft.com/office/drawing/2014/main" id="{2B9089CB-180B-46AA-937C-6FD30C65E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8514" y="5432662"/>
              <a:ext cx="430213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3" name="Text Box 268">
              <a:extLst>
                <a:ext uri="{FF2B5EF4-FFF2-40B4-BE49-F238E27FC236}">
                  <a16:creationId xmlns:a16="http://schemas.microsoft.com/office/drawing/2014/main" id="{AAE6036E-ECB8-4D3D-99A9-FAEAF7C33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2220" y="5988287"/>
              <a:ext cx="430213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4" name="Text Box 269">
              <a:extLst>
                <a:ext uri="{FF2B5EF4-FFF2-40B4-BE49-F238E27FC236}">
                  <a16:creationId xmlns:a16="http://schemas.microsoft.com/office/drawing/2014/main" id="{94F0FF94-46AF-4D2C-BD60-03C4651D2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8514" y="5986700"/>
              <a:ext cx="414338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35" name="Text Box 270">
              <a:extLst>
                <a:ext uri="{FF2B5EF4-FFF2-40B4-BE49-F238E27FC236}">
                  <a16:creationId xmlns:a16="http://schemas.microsoft.com/office/drawing/2014/main" id="{A5AF63F3-591F-42F5-95F6-8370A6E76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2535" y="5986700"/>
              <a:ext cx="320675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36" name="AutoShape 272">
              <a:extLst>
                <a:ext uri="{FF2B5EF4-FFF2-40B4-BE49-F238E27FC236}">
                  <a16:creationId xmlns:a16="http://schemas.microsoft.com/office/drawing/2014/main" id="{700566F4-24CE-4FD2-886C-13900AEF5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6510" y="6024800"/>
              <a:ext cx="322263" cy="358775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AutoShape 273">
              <a:extLst>
                <a:ext uri="{FF2B5EF4-FFF2-40B4-BE49-F238E27FC236}">
                  <a16:creationId xmlns:a16="http://schemas.microsoft.com/office/drawing/2014/main" id="{36D5E83B-DBE7-4E16-9562-83F38E391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0139" y="6024800"/>
              <a:ext cx="322263" cy="358775"/>
            </a:xfrm>
            <a:prstGeom prst="roundRect">
              <a:avLst>
                <a:gd name="adj" fmla="val 16667"/>
              </a:avLst>
            </a:prstGeom>
            <a:noFill/>
            <a:ln w="19050">
              <a:noFill/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AutoShape 272">
              <a:extLst>
                <a:ext uri="{FF2B5EF4-FFF2-40B4-BE49-F238E27FC236}">
                  <a16:creationId xmlns:a16="http://schemas.microsoft.com/office/drawing/2014/main" id="{700566F4-24CE-4FD2-886C-13900AEF5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529" y="6027072"/>
              <a:ext cx="322263" cy="358775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 Box 113">
                <a:extLst>
                  <a:ext uri="{FF2B5EF4-FFF2-40B4-BE49-F238E27FC236}">
                    <a16:creationId xmlns:a16="http://schemas.microsoft.com/office/drawing/2014/main" id="{9580E006-9046-4D54-874F-8EEC78DAE8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0231" y="6282931"/>
                <a:ext cx="5914761" cy="5329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如果选用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D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触发器，则有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𝑫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𝑸</m:t>
                        </m:r>
                      </m:e>
                      <m:sup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p>
                    </m:sSup>
                  </m:oMath>
                </a14:m>
                <a:endParaRPr kumimoji="1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5" name="Text Box 1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580E006-9046-4D54-874F-8EEC78DAE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0231" y="6282931"/>
                <a:ext cx="5914761" cy="532966"/>
              </a:xfrm>
              <a:prstGeom prst="rect">
                <a:avLst/>
              </a:prstGeom>
              <a:blipFill rotWithShape="0">
                <a:blip r:embed="rId5"/>
                <a:stretch>
                  <a:fillRect l="-1844" t="-10870" b="-23913"/>
                </a:stretch>
              </a:blip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979379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8" grpId="0" autoUpdateAnimBg="0"/>
      <p:bldP spid="39" grpId="0"/>
      <p:bldP spid="70" grpId="0"/>
      <p:bldP spid="131" grpId="0"/>
      <p:bldP spid="132" grpId="0" animBg="1"/>
      <p:bldP spid="133" grpId="0" animBg="1"/>
      <p:bldP spid="134" grpId="0" animBg="1"/>
      <p:bldP spid="135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AA076632-4CEB-43D9-81B3-EA0C9F82B3C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410658" y="180198"/>
                <a:ext cx="4768070" cy="4794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kumimoji="0"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kumimoji="0"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r>
                            <a:rPr kumimoji="0"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𝑄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p>
                      </m:sSubSup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sub>
                            <m:sup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0"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Rectangle 2">
                <a:extLst>
                  <a:ext uri="{FF2B5EF4-FFF2-40B4-BE49-F238E27FC236}">
                    <a16:creationId xmlns="" xmlns:a16="http://schemas.microsoft.com/office/drawing/2014/main" id="{AA076632-4CEB-43D9-81B3-EA0C9F82B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658" y="180198"/>
                <a:ext cx="4768070" cy="479425"/>
              </a:xfrm>
              <a:prstGeom prst="rect">
                <a:avLst/>
              </a:prstGeom>
              <a:blipFill rotWithShape="0">
                <a:blip r:embed="rId2"/>
                <a:stretch>
                  <a:fillRect b="-89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A076632-4CEB-43D9-81B3-EA0C9F82B3C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410657" y="768280"/>
                <a:ext cx="6037311" cy="4794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𝑫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0"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p>
                      </m:sSubSup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sub>
                            <m:sup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kumimoji="0"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sub>
                            <m:sup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kumimoji="0"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kumimoji="0"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sSubSup>
                        <m:sSubSupPr>
                          <m:ctrlPr>
                            <a:rPr kumimoji="0"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kumimoji="0"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0"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="" xmlns:a16="http://schemas.microsoft.com/office/drawing/2014/main" id="{AA076632-4CEB-43D9-81B3-EA0C9F82B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657" y="768280"/>
                <a:ext cx="6037311" cy="479425"/>
              </a:xfrm>
              <a:prstGeom prst="rect">
                <a:avLst/>
              </a:prstGeom>
              <a:blipFill rotWithShape="0">
                <a:blip r:embed="rId3"/>
                <a:stretch>
                  <a:fillRect b="-75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AA076632-4CEB-43D9-81B3-EA0C9F82B3C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410658" y="1356362"/>
                <a:ext cx="3535134" cy="4794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kumimoji="0"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kumimoji="0"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sub>
                          </m:s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r>
                            <a:rPr kumimoji="0"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𝑄</m:t>
                          </m:r>
                        </m:e>
                        <m:sub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p>
                      </m:sSubSup>
                      <m:r>
                        <a:rPr kumimoji="0"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0"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sub>
                            <m:sup>
                              <m:r>
                                <a:rPr kumimoji="0"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0"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Rectangle 2">
                <a:extLst>
                  <a:ext uri="{FF2B5EF4-FFF2-40B4-BE49-F238E27FC236}">
                    <a16:creationId xmlns="" xmlns:a16="http://schemas.microsoft.com/office/drawing/2014/main" id="{AA076632-4CEB-43D9-81B3-EA0C9F82B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658" y="1356362"/>
                <a:ext cx="3535134" cy="479425"/>
              </a:xfrm>
              <a:prstGeom prst="rect">
                <a:avLst/>
              </a:prstGeom>
              <a:blipFill rotWithShape="0">
                <a:blip r:embed="rId4"/>
                <a:stretch>
                  <a:fillRect b="-89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9" name="组合 128"/>
          <p:cNvGrpSpPr/>
          <p:nvPr/>
        </p:nvGrpSpPr>
        <p:grpSpPr>
          <a:xfrm>
            <a:off x="265113" y="2366963"/>
            <a:ext cx="8716962" cy="3924300"/>
            <a:chOff x="265113" y="2366963"/>
            <a:chExt cx="8716962" cy="3924300"/>
          </a:xfrm>
        </p:grpSpPr>
        <p:grpSp>
          <p:nvGrpSpPr>
            <p:cNvPr id="28" name="Group 79">
              <a:extLst>
                <a:ext uri="{FF2B5EF4-FFF2-40B4-BE49-F238E27FC236}">
                  <a16:creationId xmlns:a16="http://schemas.microsoft.com/office/drawing/2014/main" id="{5A6842C3-8A45-48D4-8B6A-45E65BD5C8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250" y="2498731"/>
              <a:ext cx="8632825" cy="2185992"/>
              <a:chOff x="87" y="1851"/>
              <a:chExt cx="5438" cy="1377"/>
            </a:xfrm>
          </p:grpSpPr>
          <p:grpSp>
            <p:nvGrpSpPr>
              <p:cNvPr id="29" name="Group 38">
                <a:extLst>
                  <a:ext uri="{FF2B5EF4-FFF2-40B4-BE49-F238E27FC236}">
                    <a16:creationId xmlns:a16="http://schemas.microsoft.com/office/drawing/2014/main" id="{9B08DD5A-4F29-4662-9965-6FBE034171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" y="1898"/>
                <a:ext cx="1527" cy="865"/>
                <a:chOff x="869" y="1876"/>
                <a:chExt cx="1527" cy="865"/>
              </a:xfrm>
            </p:grpSpPr>
            <p:sp>
              <p:nvSpPr>
                <p:cNvPr id="70" name="Rectangle 22">
                  <a:extLst>
                    <a:ext uri="{FF2B5EF4-FFF2-40B4-BE49-F238E27FC236}">
                      <a16:creationId xmlns:a16="http://schemas.microsoft.com/office/drawing/2014/main" id="{607F71F0-7936-4045-922A-49539ADA66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9" y="2169"/>
                  <a:ext cx="982" cy="53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" name="AutoShape 23">
                  <a:extLst>
                    <a:ext uri="{FF2B5EF4-FFF2-40B4-BE49-F238E27FC236}">
                      <a16:creationId xmlns:a16="http://schemas.microsoft.com/office/drawing/2014/main" id="{86C9A17F-A61A-4149-9A9F-02BFDFB538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3" y="2608"/>
                  <a:ext cx="192" cy="91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2" name="Text Box 24">
                  <a:extLst>
                    <a:ext uri="{FF2B5EF4-FFF2-40B4-BE49-F238E27FC236}">
                      <a16:creationId xmlns:a16="http://schemas.microsoft.com/office/drawing/2014/main" id="{80F95088-F4F2-4EB5-B171-2590B7DDD3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47" y="2400"/>
                  <a:ext cx="328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73" name="Text Box 25">
                  <a:extLst>
                    <a:ext uri="{FF2B5EF4-FFF2-40B4-BE49-F238E27FC236}">
                      <a16:creationId xmlns:a16="http://schemas.microsoft.com/office/drawing/2014/main" id="{E7702760-9E7F-4AC8-B957-02AC80C19F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5" y="2361"/>
                  <a:ext cx="49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" name="Text Box 26">
                  <a:extLst>
                    <a:ext uri="{FF2B5EF4-FFF2-40B4-BE49-F238E27FC236}">
                      <a16:creationId xmlns:a16="http://schemas.microsoft.com/office/drawing/2014/main" id="{12A2BB52-E332-41DC-974E-0876177D2A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04" y="1876"/>
                  <a:ext cx="49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75" name="Text Box 27">
                  <a:extLst>
                    <a:ext uri="{FF2B5EF4-FFF2-40B4-BE49-F238E27FC236}">
                      <a16:creationId xmlns:a16="http://schemas.microsoft.com/office/drawing/2014/main" id="{D025BBA5-46E4-4567-8333-2BED01C2D1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9" y="1876"/>
                  <a:ext cx="49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76" name="Line 28">
                  <a:extLst>
                    <a:ext uri="{FF2B5EF4-FFF2-40B4-BE49-F238E27FC236}">
                      <a16:creationId xmlns:a16="http://schemas.microsoft.com/office/drawing/2014/main" id="{6388E1EE-7D63-4DE7-BBE6-7594E8720F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26" y="1931"/>
                  <a:ext cx="13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7" name="Oval 29">
                  <a:extLst>
                    <a:ext uri="{FF2B5EF4-FFF2-40B4-BE49-F238E27FC236}">
                      <a16:creationId xmlns:a16="http://schemas.microsoft.com/office/drawing/2014/main" id="{471A70CB-93F2-4B3F-ADFC-597CFB2DE4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1" y="2055"/>
                  <a:ext cx="102" cy="102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8" name="Oval 30">
                  <a:extLst>
                    <a:ext uri="{FF2B5EF4-FFF2-40B4-BE49-F238E27FC236}">
                      <a16:creationId xmlns:a16="http://schemas.microsoft.com/office/drawing/2014/main" id="{4DBBF0BE-12D8-4E84-9C91-913BA1DC2A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09" y="2360"/>
                  <a:ext cx="102" cy="102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79" name="Group 33">
                  <a:extLst>
                    <a:ext uri="{FF2B5EF4-FFF2-40B4-BE49-F238E27FC236}">
                      <a16:creationId xmlns:a16="http://schemas.microsoft.com/office/drawing/2014/main" id="{5CA2E6A8-F496-4463-8E12-48C3F204E54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99" y="2453"/>
                  <a:ext cx="497" cy="288"/>
                  <a:chOff x="1458" y="3356"/>
                  <a:chExt cx="497" cy="288"/>
                </a:xfrm>
              </p:grpSpPr>
              <p:sp>
                <p:nvSpPr>
                  <p:cNvPr id="80" name="Text Box 31">
                    <a:extLst>
                      <a:ext uri="{FF2B5EF4-FFF2-40B4-BE49-F238E27FC236}">
                        <a16:creationId xmlns:a16="http://schemas.microsoft.com/office/drawing/2014/main" id="{6F9E2935-40AB-4C58-89DA-3DE7D989B05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58" y="3356"/>
                    <a:ext cx="497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R</a:t>
                    </a:r>
                    <a:r>
                      <a:rPr kumimoji="1" lang="en-US" altLang="zh-CN" sz="2400" b="1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rgbClr val="000000"/>
                        </a:solidFill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D</a:t>
                    </a:r>
                  </a:p>
                </p:txBody>
              </p:sp>
              <p:sp>
                <p:nvSpPr>
                  <p:cNvPr id="81" name="Line 32">
                    <a:extLst>
                      <a:ext uri="{FF2B5EF4-FFF2-40B4-BE49-F238E27FC236}">
                        <a16:creationId xmlns:a16="http://schemas.microsoft.com/office/drawing/2014/main" id="{709371EE-9F72-472A-97E7-3527D01A961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14" y="3411"/>
                    <a:ext cx="113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0" name="Group 77">
                <a:extLst>
                  <a:ext uri="{FF2B5EF4-FFF2-40B4-BE49-F238E27FC236}">
                    <a16:creationId xmlns:a16="http://schemas.microsoft.com/office/drawing/2014/main" id="{D73329AE-AECE-4534-B9A6-031A0EA228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8" y="2940"/>
                <a:ext cx="372" cy="288"/>
                <a:chOff x="5223" y="2896"/>
                <a:chExt cx="372" cy="288"/>
              </a:xfrm>
            </p:grpSpPr>
            <p:sp>
              <p:nvSpPr>
                <p:cNvPr id="68" name="Text Box 35">
                  <a:extLst>
                    <a:ext uri="{FF2B5EF4-FFF2-40B4-BE49-F238E27FC236}">
                      <a16:creationId xmlns:a16="http://schemas.microsoft.com/office/drawing/2014/main" id="{7723AF70-775B-4413-9885-F59FA56435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23" y="2896"/>
                  <a:ext cx="372" cy="288"/>
                </a:xfrm>
                <a:prstGeom prst="rect">
                  <a:avLst/>
                </a:prstGeom>
                <a:noFill/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R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69" name="Line 36">
                  <a:extLst>
                    <a:ext uri="{FF2B5EF4-FFF2-40B4-BE49-F238E27FC236}">
                      <a16:creationId xmlns:a16="http://schemas.microsoft.com/office/drawing/2014/main" id="{EEAF9D59-F585-4347-87A3-E868212DD5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79" y="2942"/>
                  <a:ext cx="113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31" name="Text Box 37">
                <a:extLst>
                  <a:ext uri="{FF2B5EF4-FFF2-40B4-BE49-F238E27FC236}">
                    <a16:creationId xmlns:a16="http://schemas.microsoft.com/office/drawing/2014/main" id="{6BA55730-84A0-49D3-B780-8DD7BE1CB8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0" y="2631"/>
                <a:ext cx="395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32" name="Group 39">
                <a:extLst>
                  <a:ext uri="{FF2B5EF4-FFF2-40B4-BE49-F238E27FC236}">
                    <a16:creationId xmlns:a16="http://schemas.microsoft.com/office/drawing/2014/main" id="{C855F516-D2B0-4215-BCC6-505515EA1C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7" y="1898"/>
                <a:ext cx="1527" cy="865"/>
                <a:chOff x="869" y="1876"/>
                <a:chExt cx="1527" cy="865"/>
              </a:xfrm>
            </p:grpSpPr>
            <p:sp>
              <p:nvSpPr>
                <p:cNvPr id="56" name="Rectangle 40">
                  <a:extLst>
                    <a:ext uri="{FF2B5EF4-FFF2-40B4-BE49-F238E27FC236}">
                      <a16:creationId xmlns:a16="http://schemas.microsoft.com/office/drawing/2014/main" id="{58F5E780-50AB-4668-ADBB-665111766D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9" y="2169"/>
                  <a:ext cx="982" cy="53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7" name="AutoShape 41">
                  <a:extLst>
                    <a:ext uri="{FF2B5EF4-FFF2-40B4-BE49-F238E27FC236}">
                      <a16:creationId xmlns:a16="http://schemas.microsoft.com/office/drawing/2014/main" id="{55DC4061-30E7-45DF-A7D6-907F519DD9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3" y="2608"/>
                  <a:ext cx="192" cy="91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" name="Text Box 42">
                  <a:extLst>
                    <a:ext uri="{FF2B5EF4-FFF2-40B4-BE49-F238E27FC236}">
                      <a16:creationId xmlns:a16="http://schemas.microsoft.com/office/drawing/2014/main" id="{E4EEC27E-3B3E-4D9C-A102-09A654D049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56" y="2373"/>
                  <a:ext cx="328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r>
                    <a:rPr kumimoji="1" lang="en-US" altLang="zh-CN" sz="24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59" name="Text Box 43">
                  <a:extLst>
                    <a:ext uri="{FF2B5EF4-FFF2-40B4-BE49-F238E27FC236}">
                      <a16:creationId xmlns:a16="http://schemas.microsoft.com/office/drawing/2014/main" id="{476C04CA-03C8-4212-9762-E7E4F0F9BF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5" y="2361"/>
                  <a:ext cx="49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0" name="Text Box 44">
                  <a:extLst>
                    <a:ext uri="{FF2B5EF4-FFF2-40B4-BE49-F238E27FC236}">
                      <a16:creationId xmlns:a16="http://schemas.microsoft.com/office/drawing/2014/main" id="{52750BD8-9E43-4163-8206-120D8FAD49C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04" y="1876"/>
                  <a:ext cx="49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61" name="Text Box 45">
                  <a:extLst>
                    <a:ext uri="{FF2B5EF4-FFF2-40B4-BE49-F238E27FC236}">
                      <a16:creationId xmlns:a16="http://schemas.microsoft.com/office/drawing/2014/main" id="{EE62073D-9BDA-4738-BC09-05D6E1C955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9" y="1876"/>
                  <a:ext cx="49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62" name="Line 46">
                  <a:extLst>
                    <a:ext uri="{FF2B5EF4-FFF2-40B4-BE49-F238E27FC236}">
                      <a16:creationId xmlns:a16="http://schemas.microsoft.com/office/drawing/2014/main" id="{D96E7603-9476-400B-8E53-AF70399AEC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26" y="1931"/>
                  <a:ext cx="13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" name="Oval 47">
                  <a:extLst>
                    <a:ext uri="{FF2B5EF4-FFF2-40B4-BE49-F238E27FC236}">
                      <a16:creationId xmlns:a16="http://schemas.microsoft.com/office/drawing/2014/main" id="{7F3B65B4-7B7D-48F3-A2E7-555ABC5337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1" y="2055"/>
                  <a:ext cx="102" cy="102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" name="Oval 48">
                  <a:extLst>
                    <a:ext uri="{FF2B5EF4-FFF2-40B4-BE49-F238E27FC236}">
                      <a16:creationId xmlns:a16="http://schemas.microsoft.com/office/drawing/2014/main" id="{33F7A011-20A9-4754-9E93-A251AC491B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09" y="2360"/>
                  <a:ext cx="102" cy="102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65" name="Group 49">
                  <a:extLst>
                    <a:ext uri="{FF2B5EF4-FFF2-40B4-BE49-F238E27FC236}">
                      <a16:creationId xmlns:a16="http://schemas.microsoft.com/office/drawing/2014/main" id="{05ABF642-8CA2-45A6-BC61-0CBD1A01FD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99" y="2453"/>
                  <a:ext cx="497" cy="288"/>
                  <a:chOff x="1458" y="3356"/>
                  <a:chExt cx="497" cy="288"/>
                </a:xfrm>
              </p:grpSpPr>
              <p:sp>
                <p:nvSpPr>
                  <p:cNvPr id="66" name="Text Box 50">
                    <a:extLst>
                      <a:ext uri="{FF2B5EF4-FFF2-40B4-BE49-F238E27FC236}">
                        <a16:creationId xmlns:a16="http://schemas.microsoft.com/office/drawing/2014/main" id="{1C6F79B3-CF76-46E0-BD3B-AD2C3DA2365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58" y="3356"/>
                    <a:ext cx="497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R</a:t>
                    </a:r>
                    <a:r>
                      <a:rPr kumimoji="1" lang="en-US" altLang="zh-CN" sz="2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D</a:t>
                    </a:r>
                  </a:p>
                </p:txBody>
              </p:sp>
              <p:sp>
                <p:nvSpPr>
                  <p:cNvPr id="67" name="Line 51">
                    <a:extLst>
                      <a:ext uri="{FF2B5EF4-FFF2-40B4-BE49-F238E27FC236}">
                        <a16:creationId xmlns:a16="http://schemas.microsoft.com/office/drawing/2014/main" id="{48B55D27-B1CB-480A-9CF9-4F9DFEEA74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14" y="3411"/>
                    <a:ext cx="113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3" name="Group 52">
                <a:extLst>
                  <a:ext uri="{FF2B5EF4-FFF2-40B4-BE49-F238E27FC236}">
                    <a16:creationId xmlns:a16="http://schemas.microsoft.com/office/drawing/2014/main" id="{74A4F2C3-F312-404A-98F6-EF222F110F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1" y="1851"/>
                <a:ext cx="1527" cy="901"/>
                <a:chOff x="869" y="1840"/>
                <a:chExt cx="1527" cy="901"/>
              </a:xfrm>
            </p:grpSpPr>
            <p:sp>
              <p:nvSpPr>
                <p:cNvPr id="44" name="Rectangle 53">
                  <a:extLst>
                    <a:ext uri="{FF2B5EF4-FFF2-40B4-BE49-F238E27FC236}">
                      <a16:creationId xmlns:a16="http://schemas.microsoft.com/office/drawing/2014/main" id="{3140FAAD-8EDF-4599-B027-4DC0E6B146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9" y="2169"/>
                  <a:ext cx="982" cy="53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5" name="AutoShape 54">
                  <a:extLst>
                    <a:ext uri="{FF2B5EF4-FFF2-40B4-BE49-F238E27FC236}">
                      <a16:creationId xmlns:a16="http://schemas.microsoft.com/office/drawing/2014/main" id="{A7B9A8DC-22F6-4C16-9DD4-4890F5A195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3" y="2608"/>
                  <a:ext cx="192" cy="91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" name="Text Box 55">
                  <a:extLst>
                    <a:ext uri="{FF2B5EF4-FFF2-40B4-BE49-F238E27FC236}">
                      <a16:creationId xmlns:a16="http://schemas.microsoft.com/office/drawing/2014/main" id="{7F86B48A-1FD5-4571-9F79-DB1407EBFE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47" y="2382"/>
                  <a:ext cx="328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47" name="Text Box 56">
                  <a:extLst>
                    <a:ext uri="{FF2B5EF4-FFF2-40B4-BE49-F238E27FC236}">
                      <a16:creationId xmlns:a16="http://schemas.microsoft.com/office/drawing/2014/main" id="{E01E48E5-59C3-408C-ACC6-8DE5B764AA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5" y="2361"/>
                  <a:ext cx="49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Text Box 57">
                  <a:extLst>
                    <a:ext uri="{FF2B5EF4-FFF2-40B4-BE49-F238E27FC236}">
                      <a16:creationId xmlns:a16="http://schemas.microsoft.com/office/drawing/2014/main" id="{487F3128-A906-4293-82AD-A1FA017C0B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9" y="1858"/>
                  <a:ext cx="49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49" name="Text Box 58">
                  <a:extLst>
                    <a:ext uri="{FF2B5EF4-FFF2-40B4-BE49-F238E27FC236}">
                      <a16:creationId xmlns:a16="http://schemas.microsoft.com/office/drawing/2014/main" id="{829D29D2-982E-495F-AE9E-A779438F02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9" y="1840"/>
                  <a:ext cx="49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50" name="Line 59">
                  <a:extLst>
                    <a:ext uri="{FF2B5EF4-FFF2-40B4-BE49-F238E27FC236}">
                      <a16:creationId xmlns:a16="http://schemas.microsoft.com/office/drawing/2014/main" id="{73D1412B-775D-4105-8255-208B6C6FBF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26" y="1895"/>
                  <a:ext cx="13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Oval 60">
                  <a:extLst>
                    <a:ext uri="{FF2B5EF4-FFF2-40B4-BE49-F238E27FC236}">
                      <a16:creationId xmlns:a16="http://schemas.microsoft.com/office/drawing/2014/main" id="{EB019977-0443-4B3E-B01E-60328A66F5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1" y="2055"/>
                  <a:ext cx="102" cy="102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2" name="Oval 61">
                  <a:extLst>
                    <a:ext uri="{FF2B5EF4-FFF2-40B4-BE49-F238E27FC236}">
                      <a16:creationId xmlns:a16="http://schemas.microsoft.com/office/drawing/2014/main" id="{463E778B-17EA-4B3D-BA0E-DC5E80EA2F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09" y="2360"/>
                  <a:ext cx="102" cy="102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53" name="Group 62">
                  <a:extLst>
                    <a:ext uri="{FF2B5EF4-FFF2-40B4-BE49-F238E27FC236}">
                      <a16:creationId xmlns:a16="http://schemas.microsoft.com/office/drawing/2014/main" id="{1E37AF51-D8D5-452F-B5D4-EB242D9E45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99" y="2453"/>
                  <a:ext cx="497" cy="288"/>
                  <a:chOff x="1458" y="3356"/>
                  <a:chExt cx="497" cy="288"/>
                </a:xfrm>
              </p:grpSpPr>
              <p:sp>
                <p:nvSpPr>
                  <p:cNvPr id="54" name="Text Box 63">
                    <a:extLst>
                      <a:ext uri="{FF2B5EF4-FFF2-40B4-BE49-F238E27FC236}">
                        <a16:creationId xmlns:a16="http://schemas.microsoft.com/office/drawing/2014/main" id="{22888556-F585-4AEE-AFF0-5FBBE1C0E75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58" y="3356"/>
                    <a:ext cx="497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R</a:t>
                    </a:r>
                    <a:r>
                      <a:rPr kumimoji="1" lang="en-US" altLang="zh-CN" sz="2400" b="1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rgbClr val="000000"/>
                        </a:solidFill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D</a:t>
                    </a:r>
                  </a:p>
                </p:txBody>
              </p:sp>
              <p:sp>
                <p:nvSpPr>
                  <p:cNvPr id="55" name="Line 64">
                    <a:extLst>
                      <a:ext uri="{FF2B5EF4-FFF2-40B4-BE49-F238E27FC236}">
                        <a16:creationId xmlns:a16="http://schemas.microsoft.com/office/drawing/2014/main" id="{68C5DE42-D43F-4366-A9FE-CDB07A9B43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14" y="3411"/>
                    <a:ext cx="113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34" name="Freeform 66">
                <a:extLst>
                  <a:ext uri="{FF2B5EF4-FFF2-40B4-BE49-F238E27FC236}">
                    <a16:creationId xmlns:a16="http://schemas.microsoft.com/office/drawing/2014/main" id="{2A143F7D-0CC0-402B-BADF-6477B6E98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" y="2733"/>
                <a:ext cx="4563" cy="158"/>
              </a:xfrm>
              <a:custGeom>
                <a:avLst/>
                <a:gdLst>
                  <a:gd name="T0" fmla="*/ 0 w 4563"/>
                  <a:gd name="T1" fmla="*/ 0 h 158"/>
                  <a:gd name="T2" fmla="*/ 0 w 4563"/>
                  <a:gd name="T3" fmla="*/ 158 h 158"/>
                  <a:gd name="T4" fmla="*/ 4563 w 4563"/>
                  <a:gd name="T5" fmla="*/ 158 h 15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63" h="158">
                    <a:moveTo>
                      <a:pt x="0" y="0"/>
                    </a:moveTo>
                    <a:lnTo>
                      <a:pt x="0" y="158"/>
                    </a:lnTo>
                    <a:lnTo>
                      <a:pt x="4563" y="158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Line 67">
                <a:extLst>
                  <a:ext uri="{FF2B5EF4-FFF2-40B4-BE49-F238E27FC236}">
                    <a16:creationId xmlns:a16="http://schemas.microsoft.com/office/drawing/2014/main" id="{C468EBD1-8C67-456A-BDB1-178BB3CAE1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5" y="2722"/>
                <a:ext cx="0" cy="16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Line 68">
                <a:extLst>
                  <a:ext uri="{FF2B5EF4-FFF2-40B4-BE49-F238E27FC236}">
                    <a16:creationId xmlns:a16="http://schemas.microsoft.com/office/drawing/2014/main" id="{7F6B20A5-4A62-4788-987C-DD1C52007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7" y="2711"/>
                <a:ext cx="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Text Box 70">
                <a:extLst>
                  <a:ext uri="{FF2B5EF4-FFF2-40B4-BE49-F238E27FC236}">
                    <a16:creationId xmlns:a16="http://schemas.microsoft.com/office/drawing/2014/main" id="{D8B4C039-781C-4F99-926C-FA1ADDE6BD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35" y="2519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38" name="Text Box 71">
                <a:extLst>
                  <a:ext uri="{FF2B5EF4-FFF2-40B4-BE49-F238E27FC236}">
                    <a16:creationId xmlns:a16="http://schemas.microsoft.com/office/drawing/2014/main" id="{3AA062F1-1C06-47ED-9A81-9F3B145E03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95" y="2510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39" name="Freeform 72">
                <a:extLst>
                  <a:ext uri="{FF2B5EF4-FFF2-40B4-BE49-F238E27FC236}">
                    <a16:creationId xmlns:a16="http://schemas.microsoft.com/office/drawing/2014/main" id="{DAEB3EDA-3C8A-4D9A-BCA8-0F47816286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9" y="2451"/>
                <a:ext cx="3964" cy="565"/>
              </a:xfrm>
              <a:custGeom>
                <a:avLst/>
                <a:gdLst>
                  <a:gd name="T0" fmla="*/ 0 w 3964"/>
                  <a:gd name="T1" fmla="*/ 0 h 565"/>
                  <a:gd name="T2" fmla="*/ 225 w 3964"/>
                  <a:gd name="T3" fmla="*/ 0 h 565"/>
                  <a:gd name="T4" fmla="*/ 225 w 3964"/>
                  <a:gd name="T5" fmla="*/ 565 h 565"/>
                  <a:gd name="T6" fmla="*/ 3964 w 3964"/>
                  <a:gd name="T7" fmla="*/ 565 h 56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64" h="565">
                    <a:moveTo>
                      <a:pt x="0" y="0"/>
                    </a:moveTo>
                    <a:lnTo>
                      <a:pt x="225" y="0"/>
                    </a:lnTo>
                    <a:lnTo>
                      <a:pt x="225" y="565"/>
                    </a:lnTo>
                    <a:lnTo>
                      <a:pt x="3964" y="565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Freeform 73">
                <a:extLst>
                  <a:ext uri="{FF2B5EF4-FFF2-40B4-BE49-F238E27FC236}">
                    <a16:creationId xmlns:a16="http://schemas.microsoft.com/office/drawing/2014/main" id="{2C86605A-F8E5-47AC-A5E1-27EF488CB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2428"/>
                <a:ext cx="192" cy="588"/>
              </a:xfrm>
              <a:custGeom>
                <a:avLst/>
                <a:gdLst>
                  <a:gd name="T0" fmla="*/ 0 w 192"/>
                  <a:gd name="T1" fmla="*/ 0 h 588"/>
                  <a:gd name="T2" fmla="*/ 192 w 192"/>
                  <a:gd name="T3" fmla="*/ 0 h 588"/>
                  <a:gd name="T4" fmla="*/ 192 w 192"/>
                  <a:gd name="T5" fmla="*/ 588 h 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588">
                    <a:moveTo>
                      <a:pt x="0" y="0"/>
                    </a:moveTo>
                    <a:lnTo>
                      <a:pt x="192" y="0"/>
                    </a:lnTo>
                    <a:lnTo>
                      <a:pt x="192" y="588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Freeform 74">
                <a:extLst>
                  <a:ext uri="{FF2B5EF4-FFF2-40B4-BE49-F238E27FC236}">
                    <a16:creationId xmlns:a16="http://schemas.microsoft.com/office/drawing/2014/main" id="{07CC7781-268A-4226-B2AF-6B3F0FBC0F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1" y="2417"/>
                <a:ext cx="192" cy="588"/>
              </a:xfrm>
              <a:custGeom>
                <a:avLst/>
                <a:gdLst>
                  <a:gd name="T0" fmla="*/ 0 w 192"/>
                  <a:gd name="T1" fmla="*/ 0 h 588"/>
                  <a:gd name="T2" fmla="*/ 192 w 192"/>
                  <a:gd name="T3" fmla="*/ 0 h 588"/>
                  <a:gd name="T4" fmla="*/ 192 w 192"/>
                  <a:gd name="T5" fmla="*/ 588 h 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588">
                    <a:moveTo>
                      <a:pt x="0" y="0"/>
                    </a:moveTo>
                    <a:lnTo>
                      <a:pt x="192" y="0"/>
                    </a:lnTo>
                    <a:lnTo>
                      <a:pt x="192" y="588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Text Box 75">
                <a:extLst>
                  <a:ext uri="{FF2B5EF4-FFF2-40B4-BE49-F238E27FC236}">
                    <a16:creationId xmlns:a16="http://schemas.microsoft.com/office/drawing/2014/main" id="{4D390B8B-9B99-40B7-8954-3B2E4B62E9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2" y="2644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43" name="Text Box 76">
                <a:extLst>
                  <a:ext uri="{FF2B5EF4-FFF2-40B4-BE49-F238E27FC236}">
                    <a16:creationId xmlns:a16="http://schemas.microsoft.com/office/drawing/2014/main" id="{17B9B09D-321D-49E7-B229-23831BE548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0" y="2644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</p:grpSp>
        <p:sp>
          <p:nvSpPr>
            <p:cNvPr id="82" name="Freeform 80">
              <a:extLst>
                <a:ext uri="{FF2B5EF4-FFF2-40B4-BE49-F238E27FC236}">
                  <a16:creationId xmlns:a16="http://schemas.microsoft.com/office/drawing/2014/main" id="{77CA2694-81EC-42E4-9BC2-E7CE148B4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1975" y="2366963"/>
              <a:ext cx="1560513" cy="2205037"/>
            </a:xfrm>
            <a:custGeom>
              <a:avLst/>
              <a:gdLst>
                <a:gd name="T0" fmla="*/ 2147483647 w 983"/>
                <a:gd name="T1" fmla="*/ 2147483647 h 1389"/>
                <a:gd name="T2" fmla="*/ 2147483647 w 983"/>
                <a:gd name="T3" fmla="*/ 0 h 1389"/>
                <a:gd name="T4" fmla="*/ 0 w 983"/>
                <a:gd name="T5" fmla="*/ 0 h 1389"/>
                <a:gd name="T6" fmla="*/ 0 w 983"/>
                <a:gd name="T7" fmla="*/ 2147483647 h 1389"/>
                <a:gd name="T8" fmla="*/ 2147483647 w 983"/>
                <a:gd name="T9" fmla="*/ 2147483647 h 1389"/>
                <a:gd name="T10" fmla="*/ 2147483647 w 983"/>
                <a:gd name="T11" fmla="*/ 2147483647 h 13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3" h="1389">
                  <a:moveTo>
                    <a:pt x="407" y="293"/>
                  </a:moveTo>
                  <a:lnTo>
                    <a:pt x="407" y="0"/>
                  </a:lnTo>
                  <a:lnTo>
                    <a:pt x="0" y="0"/>
                  </a:lnTo>
                  <a:lnTo>
                    <a:pt x="0" y="1389"/>
                  </a:lnTo>
                  <a:lnTo>
                    <a:pt x="983" y="1389"/>
                  </a:lnTo>
                  <a:lnTo>
                    <a:pt x="983" y="926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3" name="Group 126">
              <a:extLst>
                <a:ext uri="{FF2B5EF4-FFF2-40B4-BE49-F238E27FC236}">
                  <a16:creationId xmlns:a16="http://schemas.microsoft.com/office/drawing/2014/main" id="{BCDFDC3C-C31C-4386-BD92-460676405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9838" y="2474913"/>
              <a:ext cx="4708525" cy="3746500"/>
              <a:chOff x="781" y="1559"/>
              <a:chExt cx="2966" cy="2360"/>
            </a:xfrm>
          </p:grpSpPr>
          <p:sp>
            <p:nvSpPr>
              <p:cNvPr id="84" name="Text Box 127">
                <a:extLst>
                  <a:ext uri="{FF2B5EF4-FFF2-40B4-BE49-F238E27FC236}">
                    <a16:creationId xmlns:a16="http://schemas.microsoft.com/office/drawing/2014/main" id="{487736DE-3F86-44D1-8261-28D087FFEF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0" y="3207"/>
                <a:ext cx="497" cy="519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5" name="Rectangle 128">
                <a:extLst>
                  <a:ext uri="{FF2B5EF4-FFF2-40B4-BE49-F238E27FC236}">
                    <a16:creationId xmlns:a16="http://schemas.microsoft.com/office/drawing/2014/main" id="{F79C49F0-931A-4FBB-A648-A5FDB50705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9" y="3073"/>
                <a:ext cx="497" cy="27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6" name="Line 129">
                <a:extLst>
                  <a:ext uri="{FF2B5EF4-FFF2-40B4-BE49-F238E27FC236}">
                    <a16:creationId xmlns:a16="http://schemas.microsoft.com/office/drawing/2014/main" id="{002C63B1-FC74-471D-A4BE-12163DDC47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9" y="3219"/>
                <a:ext cx="50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" name="Line 130">
                <a:extLst>
                  <a:ext uri="{FF2B5EF4-FFF2-40B4-BE49-F238E27FC236}">
                    <a16:creationId xmlns:a16="http://schemas.microsoft.com/office/drawing/2014/main" id="{FBE153BB-AB47-494C-9D20-607493009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7" y="3220"/>
                <a:ext cx="0" cy="1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8" name="Oval 131">
                <a:extLst>
                  <a:ext uri="{FF2B5EF4-FFF2-40B4-BE49-F238E27FC236}">
                    <a16:creationId xmlns:a16="http://schemas.microsoft.com/office/drawing/2014/main" id="{09E95E8F-52E9-4824-B45C-FBE7EDC39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3" y="2982"/>
                <a:ext cx="90" cy="9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89" name="Group 132">
                <a:extLst>
                  <a:ext uri="{FF2B5EF4-FFF2-40B4-BE49-F238E27FC236}">
                    <a16:creationId xmlns:a16="http://schemas.microsoft.com/office/drawing/2014/main" id="{56301FBE-8E05-40E5-A813-2B8F7AE006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1" y="2678"/>
                <a:ext cx="316" cy="214"/>
                <a:chOff x="904" y="3185"/>
                <a:chExt cx="316" cy="214"/>
              </a:xfrm>
            </p:grpSpPr>
            <p:sp>
              <p:nvSpPr>
                <p:cNvPr id="104" name="Rectangle 133">
                  <a:extLst>
                    <a:ext uri="{FF2B5EF4-FFF2-40B4-BE49-F238E27FC236}">
                      <a16:creationId xmlns:a16="http://schemas.microsoft.com/office/drawing/2014/main" id="{A4E562B7-183E-4EE5-A38C-F08D5200D9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4" y="3287"/>
                  <a:ext cx="316" cy="112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" name="Oval 134">
                  <a:extLst>
                    <a:ext uri="{FF2B5EF4-FFF2-40B4-BE49-F238E27FC236}">
                      <a16:creationId xmlns:a16="http://schemas.microsoft.com/office/drawing/2014/main" id="{48F5E3F9-DAEB-471C-AAAC-964DC90F9D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7" y="3185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90" name="Line 135">
                <a:extLst>
                  <a:ext uri="{FF2B5EF4-FFF2-40B4-BE49-F238E27FC236}">
                    <a16:creationId xmlns:a16="http://schemas.microsoft.com/office/drawing/2014/main" id="{430B439C-C19B-461C-9251-51FA6A899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8" y="2892"/>
                <a:ext cx="0" cy="1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" name="Line 136">
                <a:extLst>
                  <a:ext uri="{FF2B5EF4-FFF2-40B4-BE49-F238E27FC236}">
                    <a16:creationId xmlns:a16="http://schemas.microsoft.com/office/drawing/2014/main" id="{CC3C34D1-C91B-480C-91F7-29E9579E4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9" y="2428"/>
                <a:ext cx="0" cy="23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" name="Freeform 137">
                <a:extLst>
                  <a:ext uri="{FF2B5EF4-FFF2-40B4-BE49-F238E27FC236}">
                    <a16:creationId xmlns:a16="http://schemas.microsoft.com/office/drawing/2014/main" id="{EA64A083-6F8C-4BDA-9CBE-A552D29C01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3" y="3343"/>
                <a:ext cx="1592" cy="328"/>
              </a:xfrm>
              <a:custGeom>
                <a:avLst/>
                <a:gdLst>
                  <a:gd name="T0" fmla="*/ 2030 w 1468"/>
                  <a:gd name="T1" fmla="*/ 328 h 328"/>
                  <a:gd name="T2" fmla="*/ 0 w 1468"/>
                  <a:gd name="T3" fmla="*/ 328 h 328"/>
                  <a:gd name="T4" fmla="*/ 0 w 1468"/>
                  <a:gd name="T5" fmla="*/ 0 h 3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68" h="328">
                    <a:moveTo>
                      <a:pt x="1468" y="328"/>
                    </a:moveTo>
                    <a:lnTo>
                      <a:pt x="0" y="328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" name="Rectangle 138">
                <a:extLst>
                  <a:ext uri="{FF2B5EF4-FFF2-40B4-BE49-F238E27FC236}">
                    <a16:creationId xmlns:a16="http://schemas.microsoft.com/office/drawing/2014/main" id="{6B559FF1-2C64-417F-A9D5-6168DA5B7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6" y="3399"/>
                <a:ext cx="56" cy="68"/>
              </a:xfrm>
              <a:prstGeom prst="rect">
                <a:avLst/>
              </a:prstGeom>
              <a:solidFill>
                <a:srgbClr val="0000C2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4" name="Text Box 139">
                <a:extLst>
                  <a:ext uri="{FF2B5EF4-FFF2-40B4-BE49-F238E27FC236}">
                    <a16:creationId xmlns:a16="http://schemas.microsoft.com/office/drawing/2014/main" id="{67FBD057-21CC-47E4-8383-BB76103BD2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84" y="3297"/>
                <a:ext cx="497" cy="519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95" name="Freeform 140">
                <a:extLst>
                  <a:ext uri="{FF2B5EF4-FFF2-40B4-BE49-F238E27FC236}">
                    <a16:creationId xmlns:a16="http://schemas.microsoft.com/office/drawing/2014/main" id="{07400C4B-79F2-43ED-B612-BBDEFF220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1" y="1559"/>
                <a:ext cx="700" cy="1999"/>
              </a:xfrm>
              <a:custGeom>
                <a:avLst/>
                <a:gdLst>
                  <a:gd name="T0" fmla="*/ 0 w 700"/>
                  <a:gd name="T1" fmla="*/ 350 h 1999"/>
                  <a:gd name="T2" fmla="*/ 0 w 700"/>
                  <a:gd name="T3" fmla="*/ 0 h 1999"/>
                  <a:gd name="T4" fmla="*/ 700 w 700"/>
                  <a:gd name="T5" fmla="*/ 0 h 1999"/>
                  <a:gd name="T6" fmla="*/ 700 w 700"/>
                  <a:gd name="T7" fmla="*/ 1999 h 1999"/>
                  <a:gd name="T8" fmla="*/ 204 w 700"/>
                  <a:gd name="T9" fmla="*/ 1999 h 1999"/>
                  <a:gd name="T10" fmla="*/ 204 w 700"/>
                  <a:gd name="T11" fmla="*/ 1784 h 19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0" h="1999">
                    <a:moveTo>
                      <a:pt x="0" y="350"/>
                    </a:moveTo>
                    <a:lnTo>
                      <a:pt x="0" y="0"/>
                    </a:lnTo>
                    <a:lnTo>
                      <a:pt x="700" y="0"/>
                    </a:lnTo>
                    <a:lnTo>
                      <a:pt x="700" y="1999"/>
                    </a:lnTo>
                    <a:lnTo>
                      <a:pt x="204" y="1999"/>
                    </a:lnTo>
                    <a:lnTo>
                      <a:pt x="204" y="1784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6" name="Freeform 141">
                <a:extLst>
                  <a:ext uri="{FF2B5EF4-FFF2-40B4-BE49-F238E27FC236}">
                    <a16:creationId xmlns:a16="http://schemas.microsoft.com/office/drawing/2014/main" id="{B6914514-8C1A-40B3-9C02-B04BCCB02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7" y="3332"/>
                <a:ext cx="1627" cy="429"/>
              </a:xfrm>
              <a:custGeom>
                <a:avLst/>
                <a:gdLst>
                  <a:gd name="T0" fmla="*/ 1529 w 1661"/>
                  <a:gd name="T1" fmla="*/ 429 h 429"/>
                  <a:gd name="T2" fmla="*/ 0 w 1661"/>
                  <a:gd name="T3" fmla="*/ 429 h 429"/>
                  <a:gd name="T4" fmla="*/ 0 w 1661"/>
                  <a:gd name="T5" fmla="*/ 0 h 4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61" h="429">
                    <a:moveTo>
                      <a:pt x="1661" y="429"/>
                    </a:moveTo>
                    <a:lnTo>
                      <a:pt x="0" y="429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" name="Text Box 142">
                <a:extLst>
                  <a:ext uri="{FF2B5EF4-FFF2-40B4-BE49-F238E27FC236}">
                    <a16:creationId xmlns:a16="http://schemas.microsoft.com/office/drawing/2014/main" id="{87F46BE2-B32E-4566-BA52-EB7F9C18BB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0" y="3400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98" name="Freeform 143">
                <a:extLst>
                  <a:ext uri="{FF2B5EF4-FFF2-40B4-BE49-F238E27FC236}">
                    <a16:creationId xmlns:a16="http://schemas.microsoft.com/office/drawing/2014/main" id="{A234469E-B799-43A5-B37F-348FB3A7D5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" y="3343"/>
                <a:ext cx="2507" cy="520"/>
              </a:xfrm>
              <a:custGeom>
                <a:avLst/>
                <a:gdLst>
                  <a:gd name="T0" fmla="*/ 2507 w 2507"/>
                  <a:gd name="T1" fmla="*/ 226 h 520"/>
                  <a:gd name="T2" fmla="*/ 2507 w 2507"/>
                  <a:gd name="T3" fmla="*/ 520 h 520"/>
                  <a:gd name="T4" fmla="*/ 0 w 2507"/>
                  <a:gd name="T5" fmla="*/ 520 h 520"/>
                  <a:gd name="T6" fmla="*/ 0 w 2507"/>
                  <a:gd name="T7" fmla="*/ 0 h 5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07" h="520">
                    <a:moveTo>
                      <a:pt x="2507" y="226"/>
                    </a:moveTo>
                    <a:lnTo>
                      <a:pt x="2507" y="520"/>
                    </a:lnTo>
                    <a:lnTo>
                      <a:pt x="0" y="52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" name="Text Box 144">
                <a:extLst>
                  <a:ext uri="{FF2B5EF4-FFF2-40B4-BE49-F238E27FC236}">
                    <a16:creationId xmlns:a16="http://schemas.microsoft.com/office/drawing/2014/main" id="{B2D453D4-EA5D-4903-A6CE-290F5BC5DE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3174"/>
                <a:ext cx="283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&amp;</a:t>
                </a:r>
              </a:p>
            </p:txBody>
          </p:sp>
          <p:sp>
            <p:nvSpPr>
              <p:cNvPr id="100" name="Text Box 145">
                <a:extLst>
                  <a:ext uri="{FF2B5EF4-FFF2-40B4-BE49-F238E27FC236}">
                    <a16:creationId xmlns:a16="http://schemas.microsoft.com/office/drawing/2014/main" id="{2C7E9ED4-B3AE-4906-B221-03C2E2F3A9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9" y="2728"/>
                <a:ext cx="283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grpSp>
            <p:nvGrpSpPr>
              <p:cNvPr id="101" name="Group 146">
                <a:extLst>
                  <a:ext uri="{FF2B5EF4-FFF2-40B4-BE49-F238E27FC236}">
                    <a16:creationId xmlns:a16="http://schemas.microsoft.com/office/drawing/2014/main" id="{2949DCF2-F418-43DD-B1F5-ABB10D1124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3" y="3043"/>
                <a:ext cx="283" cy="192"/>
                <a:chOff x="2499" y="2598"/>
                <a:chExt cx="283" cy="192"/>
              </a:xfrm>
            </p:grpSpPr>
            <p:sp>
              <p:nvSpPr>
                <p:cNvPr id="102" name="Text Box 147">
                  <a:extLst>
                    <a:ext uri="{FF2B5EF4-FFF2-40B4-BE49-F238E27FC236}">
                      <a16:creationId xmlns:a16="http://schemas.microsoft.com/office/drawing/2014/main" id="{0439CDAF-8439-42DC-8F55-31B0CBFF3C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9" y="2598"/>
                  <a:ext cx="283" cy="1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&gt;1</a:t>
                  </a:r>
                </a:p>
              </p:txBody>
            </p:sp>
            <p:sp>
              <p:nvSpPr>
                <p:cNvPr id="103" name="Line 148">
                  <a:extLst>
                    <a:ext uri="{FF2B5EF4-FFF2-40B4-BE49-F238E27FC236}">
                      <a16:creationId xmlns:a16="http://schemas.microsoft.com/office/drawing/2014/main" id="{D8653469-755B-43E9-9DE6-DB5639835D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76" y="2728"/>
                  <a:ext cx="32" cy="2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grpSp>
          <p:nvGrpSpPr>
            <p:cNvPr id="106" name="Group 149">
              <a:extLst>
                <a:ext uri="{FF2B5EF4-FFF2-40B4-BE49-F238E27FC236}">
                  <a16:creationId xmlns:a16="http://schemas.microsoft.com/office/drawing/2014/main" id="{338D3766-47A9-465B-BA3E-8EF218D867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113" y="2366963"/>
              <a:ext cx="7762875" cy="3924300"/>
              <a:chOff x="167" y="1491"/>
              <a:chExt cx="4890" cy="2472"/>
            </a:xfrm>
          </p:grpSpPr>
          <p:sp>
            <p:nvSpPr>
              <p:cNvPr id="107" name="Freeform 150">
                <a:extLst>
                  <a:ext uri="{FF2B5EF4-FFF2-40B4-BE49-F238E27FC236}">
                    <a16:creationId xmlns:a16="http://schemas.microsoft.com/office/drawing/2014/main" id="{A5353C02-4597-4FF3-8C0E-8AA230376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1502"/>
                <a:ext cx="598" cy="2090"/>
              </a:xfrm>
              <a:custGeom>
                <a:avLst/>
                <a:gdLst>
                  <a:gd name="T0" fmla="*/ 361 w 598"/>
                  <a:gd name="T1" fmla="*/ 290 h 2135"/>
                  <a:gd name="T2" fmla="*/ 361 w 598"/>
                  <a:gd name="T3" fmla="*/ 0 h 2135"/>
                  <a:gd name="T4" fmla="*/ 0 w 598"/>
                  <a:gd name="T5" fmla="*/ 0 h 2135"/>
                  <a:gd name="T6" fmla="*/ 0 w 598"/>
                  <a:gd name="T7" fmla="*/ 1961 h 2135"/>
                  <a:gd name="T8" fmla="*/ 598 w 598"/>
                  <a:gd name="T9" fmla="*/ 1961 h 2135"/>
                  <a:gd name="T10" fmla="*/ 598 w 598"/>
                  <a:gd name="T11" fmla="*/ 1804 h 21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98" h="2135">
                    <a:moveTo>
                      <a:pt x="361" y="316"/>
                    </a:moveTo>
                    <a:lnTo>
                      <a:pt x="361" y="0"/>
                    </a:lnTo>
                    <a:lnTo>
                      <a:pt x="0" y="0"/>
                    </a:lnTo>
                    <a:lnTo>
                      <a:pt x="0" y="2135"/>
                    </a:lnTo>
                    <a:lnTo>
                      <a:pt x="598" y="2135"/>
                    </a:lnTo>
                    <a:lnTo>
                      <a:pt x="598" y="1965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8" name="Rectangle 151">
                <a:extLst>
                  <a:ext uri="{FF2B5EF4-FFF2-40B4-BE49-F238E27FC236}">
                    <a16:creationId xmlns:a16="http://schemas.microsoft.com/office/drawing/2014/main" id="{212A5BC2-DD83-4C68-98D3-042BA70F3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3" y="3207"/>
                <a:ext cx="497" cy="2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9" name="Line 152">
                <a:extLst>
                  <a:ext uri="{FF2B5EF4-FFF2-40B4-BE49-F238E27FC236}">
                    <a16:creationId xmlns:a16="http://schemas.microsoft.com/office/drawing/2014/main" id="{4D44C8E3-7691-4EFD-B9E5-FD4A5459A7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3" y="3353"/>
                <a:ext cx="50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0" name="Line 153">
                <a:extLst>
                  <a:ext uri="{FF2B5EF4-FFF2-40B4-BE49-F238E27FC236}">
                    <a16:creationId xmlns:a16="http://schemas.microsoft.com/office/drawing/2014/main" id="{DA8E451B-2AB8-44B1-82A1-EB45CB6B98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1" y="3354"/>
                <a:ext cx="0" cy="1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1" name="Oval 154">
                <a:extLst>
                  <a:ext uri="{FF2B5EF4-FFF2-40B4-BE49-F238E27FC236}">
                    <a16:creationId xmlns:a16="http://schemas.microsoft.com/office/drawing/2014/main" id="{E6ADA0E1-3892-4899-BDED-694AF14D37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7" y="3116"/>
                <a:ext cx="90" cy="9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12" name="Group 155">
                <a:extLst>
                  <a:ext uri="{FF2B5EF4-FFF2-40B4-BE49-F238E27FC236}">
                    <a16:creationId xmlns:a16="http://schemas.microsoft.com/office/drawing/2014/main" id="{30CF32EA-2647-41AD-BE57-FB9332A9CC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5" y="2812"/>
                <a:ext cx="316" cy="214"/>
                <a:chOff x="904" y="3185"/>
                <a:chExt cx="316" cy="214"/>
              </a:xfrm>
            </p:grpSpPr>
            <p:sp>
              <p:nvSpPr>
                <p:cNvPr id="127" name="Rectangle 156">
                  <a:extLst>
                    <a:ext uri="{FF2B5EF4-FFF2-40B4-BE49-F238E27FC236}">
                      <a16:creationId xmlns:a16="http://schemas.microsoft.com/office/drawing/2014/main" id="{174963BC-4883-449B-9DE8-4709A41646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4" y="3287"/>
                  <a:ext cx="316" cy="112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" name="Oval 157">
                  <a:extLst>
                    <a:ext uri="{FF2B5EF4-FFF2-40B4-BE49-F238E27FC236}">
                      <a16:creationId xmlns:a16="http://schemas.microsoft.com/office/drawing/2014/main" id="{36580686-7A58-4896-9474-833913B62F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7" y="3185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13" name="Line 158">
                <a:extLst>
                  <a:ext uri="{FF2B5EF4-FFF2-40B4-BE49-F238E27FC236}">
                    <a16:creationId xmlns:a16="http://schemas.microsoft.com/office/drawing/2014/main" id="{C4E051EF-37B5-4951-AF43-87221D283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52" y="3026"/>
                <a:ext cx="0" cy="1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4" name="Line 159">
                <a:extLst>
                  <a:ext uri="{FF2B5EF4-FFF2-40B4-BE49-F238E27FC236}">
                    <a16:creationId xmlns:a16="http://schemas.microsoft.com/office/drawing/2014/main" id="{C2843DCE-50EF-4B36-B70B-2DDFC73BDC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63" y="2428"/>
                <a:ext cx="0" cy="3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5" name="Freeform 160">
                <a:extLst>
                  <a:ext uri="{FF2B5EF4-FFF2-40B4-BE49-F238E27FC236}">
                    <a16:creationId xmlns:a16="http://schemas.microsoft.com/office/drawing/2014/main" id="{A7107F65-A3D2-44FF-937E-B9860784BB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2880"/>
                <a:ext cx="870" cy="791"/>
              </a:xfrm>
              <a:custGeom>
                <a:avLst/>
                <a:gdLst>
                  <a:gd name="T0" fmla="*/ 903 w 859"/>
                  <a:gd name="T1" fmla="*/ 0 h 791"/>
                  <a:gd name="T2" fmla="*/ 903 w 859"/>
                  <a:gd name="T3" fmla="*/ 791 h 791"/>
                  <a:gd name="T4" fmla="*/ 0 w 859"/>
                  <a:gd name="T5" fmla="*/ 791 h 791"/>
                  <a:gd name="T6" fmla="*/ 0 w 859"/>
                  <a:gd name="T7" fmla="*/ 599 h 79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59" h="791">
                    <a:moveTo>
                      <a:pt x="859" y="0"/>
                    </a:moveTo>
                    <a:lnTo>
                      <a:pt x="859" y="791"/>
                    </a:lnTo>
                    <a:lnTo>
                      <a:pt x="0" y="791"/>
                    </a:lnTo>
                    <a:lnTo>
                      <a:pt x="0" y="599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6" name="Freeform 161">
                <a:extLst>
                  <a:ext uri="{FF2B5EF4-FFF2-40B4-BE49-F238E27FC236}">
                    <a16:creationId xmlns:a16="http://schemas.microsoft.com/office/drawing/2014/main" id="{E49E2DF8-11E4-4DE6-A31F-B4F8075B9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1" y="1491"/>
                <a:ext cx="701" cy="2089"/>
              </a:xfrm>
              <a:custGeom>
                <a:avLst/>
                <a:gdLst>
                  <a:gd name="T0" fmla="*/ 0 w 599"/>
                  <a:gd name="T1" fmla="*/ 418 h 2089"/>
                  <a:gd name="T2" fmla="*/ 0 w 599"/>
                  <a:gd name="T3" fmla="*/ 0 h 2089"/>
                  <a:gd name="T4" fmla="*/ 1123 w 599"/>
                  <a:gd name="T5" fmla="*/ 0 h 2089"/>
                  <a:gd name="T6" fmla="*/ 1123 w 599"/>
                  <a:gd name="T7" fmla="*/ 2089 h 2089"/>
                  <a:gd name="T8" fmla="*/ 234 w 599"/>
                  <a:gd name="T9" fmla="*/ 2089 h 2089"/>
                  <a:gd name="T10" fmla="*/ 234 w 599"/>
                  <a:gd name="T11" fmla="*/ 1976 h 208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99" h="2089">
                    <a:moveTo>
                      <a:pt x="0" y="418"/>
                    </a:moveTo>
                    <a:lnTo>
                      <a:pt x="0" y="0"/>
                    </a:lnTo>
                    <a:lnTo>
                      <a:pt x="599" y="0"/>
                    </a:lnTo>
                    <a:lnTo>
                      <a:pt x="599" y="2089"/>
                    </a:lnTo>
                    <a:lnTo>
                      <a:pt x="125" y="2089"/>
                    </a:lnTo>
                    <a:lnTo>
                      <a:pt x="125" y="1976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7" name="Text Box 162">
                <a:extLst>
                  <a:ext uri="{FF2B5EF4-FFF2-40B4-BE49-F238E27FC236}">
                    <a16:creationId xmlns:a16="http://schemas.microsoft.com/office/drawing/2014/main" id="{09F48CCE-83CC-4CD1-B51A-943F0C500A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64" y="2508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118" name="Freeform 163">
                <a:extLst>
                  <a:ext uri="{FF2B5EF4-FFF2-40B4-BE49-F238E27FC236}">
                    <a16:creationId xmlns:a16="http://schemas.microsoft.com/office/drawing/2014/main" id="{486AB42C-73E2-4AEA-A65E-48DC93E85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2" y="1536"/>
                <a:ext cx="2485" cy="2226"/>
              </a:xfrm>
              <a:custGeom>
                <a:avLst/>
                <a:gdLst>
                  <a:gd name="T0" fmla="*/ 1934 w 2462"/>
                  <a:gd name="T1" fmla="*/ 393 h 2180"/>
                  <a:gd name="T2" fmla="*/ 1934 w 2462"/>
                  <a:gd name="T3" fmla="*/ 0 h 2180"/>
                  <a:gd name="T4" fmla="*/ 2555 w 2462"/>
                  <a:gd name="T5" fmla="*/ 0 h 2180"/>
                  <a:gd name="T6" fmla="*/ 2555 w 2462"/>
                  <a:gd name="T7" fmla="*/ 2370 h 2180"/>
                  <a:gd name="T8" fmla="*/ 0 w 2462"/>
                  <a:gd name="T9" fmla="*/ 2370 h 2180"/>
                  <a:gd name="T10" fmla="*/ 0 w 2462"/>
                  <a:gd name="T11" fmla="*/ 2113 h 21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62" h="2180">
                    <a:moveTo>
                      <a:pt x="1863" y="361"/>
                    </a:moveTo>
                    <a:lnTo>
                      <a:pt x="1863" y="0"/>
                    </a:lnTo>
                    <a:lnTo>
                      <a:pt x="2462" y="0"/>
                    </a:lnTo>
                    <a:lnTo>
                      <a:pt x="2462" y="2180"/>
                    </a:lnTo>
                    <a:lnTo>
                      <a:pt x="0" y="2180"/>
                    </a:lnTo>
                    <a:lnTo>
                      <a:pt x="0" y="1943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9" name="Line 164">
                <a:extLst>
                  <a:ext uri="{FF2B5EF4-FFF2-40B4-BE49-F238E27FC236}">
                    <a16:creationId xmlns:a16="http://schemas.microsoft.com/office/drawing/2014/main" id="{22DABB71-3280-4DF4-BCC3-FB90F4D81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72" y="3467"/>
                <a:ext cx="0" cy="1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0" name="Freeform 165">
                <a:extLst>
                  <a:ext uri="{FF2B5EF4-FFF2-40B4-BE49-F238E27FC236}">
                    <a16:creationId xmlns:a16="http://schemas.microsoft.com/office/drawing/2014/main" id="{2C33F491-C5F5-45F9-A2EB-FD50254959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" y="1525"/>
                <a:ext cx="2338" cy="2438"/>
              </a:xfrm>
              <a:custGeom>
                <a:avLst/>
                <a:gdLst>
                  <a:gd name="T0" fmla="*/ 372 w 2338"/>
                  <a:gd name="T1" fmla="*/ 424 h 2179"/>
                  <a:gd name="T2" fmla="*/ 372 w 2338"/>
                  <a:gd name="T3" fmla="*/ 0 h 2179"/>
                  <a:gd name="T4" fmla="*/ 0 w 2338"/>
                  <a:gd name="T5" fmla="*/ 0 h 2179"/>
                  <a:gd name="T6" fmla="*/ 0 w 2338"/>
                  <a:gd name="T7" fmla="*/ 3415 h 2179"/>
                  <a:gd name="T8" fmla="*/ 2338 w 2338"/>
                  <a:gd name="T9" fmla="*/ 3415 h 2179"/>
                  <a:gd name="T10" fmla="*/ 2338 w 2338"/>
                  <a:gd name="T11" fmla="*/ 3043 h 2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38" h="2179">
                    <a:moveTo>
                      <a:pt x="372" y="271"/>
                    </a:moveTo>
                    <a:lnTo>
                      <a:pt x="372" y="0"/>
                    </a:lnTo>
                    <a:lnTo>
                      <a:pt x="0" y="0"/>
                    </a:lnTo>
                    <a:lnTo>
                      <a:pt x="0" y="2179"/>
                    </a:lnTo>
                    <a:lnTo>
                      <a:pt x="2338" y="2179"/>
                    </a:lnTo>
                    <a:lnTo>
                      <a:pt x="2338" y="1942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" name="Line 166">
                <a:extLst>
                  <a:ext uri="{FF2B5EF4-FFF2-40B4-BE49-F238E27FC236}">
                    <a16:creationId xmlns:a16="http://schemas.microsoft.com/office/drawing/2014/main" id="{AECAEBAE-D223-4B16-B8DF-8A4E7A9B7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5" y="3479"/>
                <a:ext cx="0" cy="25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" name="Text Box 167">
                <a:extLst>
                  <a:ext uri="{FF2B5EF4-FFF2-40B4-BE49-F238E27FC236}">
                    <a16:creationId xmlns:a16="http://schemas.microsoft.com/office/drawing/2014/main" id="{53E272A3-E51D-4414-867B-F46914896A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9" y="3314"/>
                <a:ext cx="283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&amp;</a:t>
                </a:r>
              </a:p>
            </p:txBody>
          </p:sp>
          <p:sp>
            <p:nvSpPr>
              <p:cNvPr id="123" name="Text Box 168">
                <a:extLst>
                  <a:ext uri="{FF2B5EF4-FFF2-40B4-BE49-F238E27FC236}">
                    <a16:creationId xmlns:a16="http://schemas.microsoft.com/office/drawing/2014/main" id="{ECF8589B-749A-4AF9-93BB-FE1F9769BE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20" y="2869"/>
                <a:ext cx="283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grpSp>
            <p:nvGrpSpPr>
              <p:cNvPr id="124" name="Group 169">
                <a:extLst>
                  <a:ext uri="{FF2B5EF4-FFF2-40B4-BE49-F238E27FC236}">
                    <a16:creationId xmlns:a16="http://schemas.microsoft.com/office/drawing/2014/main" id="{B71ACCDC-F81A-4B0F-8960-8A8E850989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21" y="3164"/>
                <a:ext cx="283" cy="192"/>
                <a:chOff x="2499" y="2598"/>
                <a:chExt cx="283" cy="192"/>
              </a:xfrm>
            </p:grpSpPr>
            <p:sp>
              <p:nvSpPr>
                <p:cNvPr id="125" name="Text Box 170">
                  <a:extLst>
                    <a:ext uri="{FF2B5EF4-FFF2-40B4-BE49-F238E27FC236}">
                      <a16:creationId xmlns:a16="http://schemas.microsoft.com/office/drawing/2014/main" id="{8D7E1883-01AE-4EF6-A2A1-4144ADC9AE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9" y="2598"/>
                  <a:ext cx="283" cy="1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&gt;1</a:t>
                  </a:r>
                </a:p>
              </p:txBody>
            </p:sp>
            <p:sp>
              <p:nvSpPr>
                <p:cNvPr id="126" name="Line 171">
                  <a:extLst>
                    <a:ext uri="{FF2B5EF4-FFF2-40B4-BE49-F238E27FC236}">
                      <a16:creationId xmlns:a16="http://schemas.microsoft.com/office/drawing/2014/main" id="{DE382A44-D3A0-4430-A02A-74EB2FDAC4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76" y="2728"/>
                  <a:ext cx="32" cy="2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131" name="左大括号 130"/>
          <p:cNvSpPr/>
          <p:nvPr/>
        </p:nvSpPr>
        <p:spPr bwMode="auto">
          <a:xfrm>
            <a:off x="2166243" y="178611"/>
            <a:ext cx="244414" cy="1771637"/>
          </a:xfrm>
          <a:prstGeom prst="leftBrace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" name="Rectangle 2">
            <a:extLst>
              <a:ext uri="{FF2B5EF4-FFF2-40B4-BE49-F238E27FC236}">
                <a16:creationId xmlns:a16="http://schemas.microsoft.com/office/drawing/2014/main" id="{D739F86B-2489-4569-A5EF-C42B7262B83C}"/>
              </a:ext>
            </a:extLst>
          </p:cNvPr>
          <p:cNvSpPr txBox="1">
            <a:spLocks noChangeArrowheads="1"/>
          </p:cNvSpPr>
          <p:nvPr/>
        </p:nvSpPr>
        <p:spPr>
          <a:xfrm>
            <a:off x="450381" y="765655"/>
            <a:ext cx="1616763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画电路图</a:t>
            </a:r>
          </a:p>
        </p:txBody>
      </p:sp>
    </p:spTree>
    <p:extLst>
      <p:ext uri="{BB962C8B-B14F-4D97-AF65-F5344CB8AC3E}">
        <p14:creationId xmlns:p14="http://schemas.microsoft.com/office/powerpoint/2010/main" val="51466719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检查是否能自启动</a:t>
            </a:r>
          </a:p>
        </p:txBody>
      </p:sp>
      <p:grpSp>
        <p:nvGrpSpPr>
          <p:cNvPr id="133" name="组合 132"/>
          <p:cNvGrpSpPr/>
          <p:nvPr/>
        </p:nvGrpSpPr>
        <p:grpSpPr>
          <a:xfrm>
            <a:off x="181068" y="921911"/>
            <a:ext cx="2689225" cy="1992312"/>
            <a:chOff x="181068" y="949207"/>
            <a:chExt cx="2689225" cy="1992312"/>
          </a:xfrm>
        </p:grpSpPr>
        <p:grpSp>
          <p:nvGrpSpPr>
            <p:cNvPr id="38" name="Group 261">
              <a:extLst>
                <a:ext uri="{FF2B5EF4-FFF2-40B4-BE49-F238E27FC236}">
                  <a16:creationId xmlns:a16="http://schemas.microsoft.com/office/drawing/2014/main" id="{8C20BA3A-EE2A-42DD-A8E9-915088CAE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068" y="949207"/>
              <a:ext cx="2689225" cy="1992312"/>
              <a:chOff x="3140" y="507"/>
              <a:chExt cx="1694" cy="1255"/>
            </a:xfrm>
          </p:grpSpPr>
          <p:sp>
            <p:nvSpPr>
              <p:cNvPr id="39" name="Rectangle 162">
                <a:extLst>
                  <a:ext uri="{FF2B5EF4-FFF2-40B4-BE49-F238E27FC236}">
                    <a16:creationId xmlns:a16="http://schemas.microsoft.com/office/drawing/2014/main" id="{D372A552-32FC-4897-9439-E6C91B6A7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Rectangle 161">
                <a:extLst>
                  <a:ext uri="{FF2B5EF4-FFF2-40B4-BE49-F238E27FC236}">
                    <a16:creationId xmlns:a16="http://schemas.microsoft.com/office/drawing/2014/main" id="{DFAE9CD6-D66F-4A9E-B589-5D96BE09A1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41" name="Rectangle 160">
                <a:extLst>
                  <a:ext uri="{FF2B5EF4-FFF2-40B4-BE49-F238E27FC236}">
                    <a16:creationId xmlns:a16="http://schemas.microsoft.com/office/drawing/2014/main" id="{FA1522BD-D356-4184-AEFA-A2045FB92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411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Rectangle 159">
                <a:extLst>
                  <a:ext uri="{FF2B5EF4-FFF2-40B4-BE49-F238E27FC236}">
                    <a16:creationId xmlns:a16="http://schemas.microsoft.com/office/drawing/2014/main" id="{D6D2DED9-6CF4-4161-9475-8C0A08BF2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Rectangle 158">
                <a:extLst>
                  <a:ext uri="{FF2B5EF4-FFF2-40B4-BE49-F238E27FC236}">
                    <a16:creationId xmlns:a16="http://schemas.microsoft.com/office/drawing/2014/main" id="{F1B797D6-0D14-4EE4-8801-8E466BF71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4" name="Rectangle 157">
                <a:extLst>
                  <a:ext uri="{FF2B5EF4-FFF2-40B4-BE49-F238E27FC236}">
                    <a16:creationId xmlns:a16="http://schemas.microsoft.com/office/drawing/2014/main" id="{C2EF08C9-062A-41B0-98F1-36BA8B8A95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" name="Rectangle 156">
                <a:extLst>
                  <a:ext uri="{FF2B5EF4-FFF2-40B4-BE49-F238E27FC236}">
                    <a16:creationId xmlns:a16="http://schemas.microsoft.com/office/drawing/2014/main" id="{A7EE101E-6CC9-4641-A6E2-B90576C2A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060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Rectangle 155">
                <a:extLst>
                  <a:ext uri="{FF2B5EF4-FFF2-40B4-BE49-F238E27FC236}">
                    <a16:creationId xmlns:a16="http://schemas.microsoft.com/office/drawing/2014/main" id="{85297D3C-B2A3-43B6-BDE7-657F2E7BB4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7" name="Line 163">
                <a:extLst>
                  <a:ext uri="{FF2B5EF4-FFF2-40B4-BE49-F238E27FC236}">
                    <a16:creationId xmlns:a16="http://schemas.microsoft.com/office/drawing/2014/main" id="{373546E5-CDCE-4822-82EE-829E3C6BC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8" name="Line 164">
                <a:extLst>
                  <a:ext uri="{FF2B5EF4-FFF2-40B4-BE49-F238E27FC236}">
                    <a16:creationId xmlns:a16="http://schemas.microsoft.com/office/drawing/2014/main" id="{1C6AEE2A-7EC1-4F79-AF7A-12E6F4AFA0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41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Line 165">
                <a:extLst>
                  <a:ext uri="{FF2B5EF4-FFF2-40B4-BE49-F238E27FC236}">
                    <a16:creationId xmlns:a16="http://schemas.microsoft.com/office/drawing/2014/main" id="{F3850EE9-E3C6-4128-93FA-CB98F73AB3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762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" name="Line 166">
                <a:extLst>
                  <a:ext uri="{FF2B5EF4-FFF2-40B4-BE49-F238E27FC236}">
                    <a16:creationId xmlns:a16="http://schemas.microsoft.com/office/drawing/2014/main" id="{F9612508-5399-4970-9503-003BDF0A5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1" name="Line 167">
                <a:extLst>
                  <a:ext uri="{FF2B5EF4-FFF2-40B4-BE49-F238E27FC236}">
                    <a16:creationId xmlns:a16="http://schemas.microsoft.com/office/drawing/2014/main" id="{3FB53DFF-FCF1-4098-8244-CD70ADD878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2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2" name="Line 168">
                <a:extLst>
                  <a:ext uri="{FF2B5EF4-FFF2-40B4-BE49-F238E27FC236}">
                    <a16:creationId xmlns:a16="http://schemas.microsoft.com/office/drawing/2014/main" id="{70D59294-5737-426A-9487-0D53E200EE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Line 169">
                <a:extLst>
                  <a:ext uri="{FF2B5EF4-FFF2-40B4-BE49-F238E27FC236}">
                    <a16:creationId xmlns:a16="http://schemas.microsoft.com/office/drawing/2014/main" id="{DA5E9836-DD19-4E70-B33F-DCFE4C090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3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" name="Line 170">
                <a:extLst>
                  <a:ext uri="{FF2B5EF4-FFF2-40B4-BE49-F238E27FC236}">
                    <a16:creationId xmlns:a16="http://schemas.microsoft.com/office/drawing/2014/main" id="{907C4B30-A552-446B-BE44-954682349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" name="Line 232">
                <a:extLst>
                  <a:ext uri="{FF2B5EF4-FFF2-40B4-BE49-F238E27FC236}">
                    <a16:creationId xmlns:a16="http://schemas.microsoft.com/office/drawing/2014/main" id="{B63792BF-EEA3-4EED-AE62-A1EA42814D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0" y="655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" name="Text Box 252">
                <a:extLst>
                  <a:ext uri="{FF2B5EF4-FFF2-40B4-BE49-F238E27FC236}">
                    <a16:creationId xmlns:a16="http://schemas.microsoft.com/office/drawing/2014/main" id="{025FB4D4-BA24-442B-BB5D-CF0981BEC9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0" y="847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57" name="Text Box 253">
                <a:extLst>
                  <a:ext uri="{FF2B5EF4-FFF2-40B4-BE49-F238E27FC236}">
                    <a16:creationId xmlns:a16="http://schemas.microsoft.com/office/drawing/2014/main" id="{14DE062C-332E-443A-831C-BC7D8FA49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1" y="507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58" name="Text Box 254">
                <a:extLst>
                  <a:ext uri="{FF2B5EF4-FFF2-40B4-BE49-F238E27FC236}">
                    <a16:creationId xmlns:a16="http://schemas.microsoft.com/office/drawing/2014/main" id="{A8535290-770F-4082-94F4-96F5ADBF35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3" y="655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59" name="Text Box 255">
                <a:extLst>
                  <a:ext uri="{FF2B5EF4-FFF2-40B4-BE49-F238E27FC236}">
                    <a16:creationId xmlns:a16="http://schemas.microsoft.com/office/drawing/2014/main" id="{6C0149F9-2663-4DC7-BA8D-210CAFEE08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60" name="Text Box 256">
                <a:extLst>
                  <a:ext uri="{FF2B5EF4-FFF2-40B4-BE49-F238E27FC236}">
                    <a16:creationId xmlns:a16="http://schemas.microsoft.com/office/drawing/2014/main" id="{45180934-71E3-42BB-9625-663298EBFE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61" name="Text Box 257">
                <a:extLst>
                  <a:ext uri="{FF2B5EF4-FFF2-40B4-BE49-F238E27FC236}">
                    <a16:creationId xmlns:a16="http://schemas.microsoft.com/office/drawing/2014/main" id="{18635FE3-99D7-49BC-A437-4EC45541DF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62" name="Text Box 258">
                <a:extLst>
                  <a:ext uri="{FF2B5EF4-FFF2-40B4-BE49-F238E27FC236}">
                    <a16:creationId xmlns:a16="http://schemas.microsoft.com/office/drawing/2014/main" id="{58E86F9F-A3C1-4DD8-A55A-3F4977BB1A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63" name="Text Box 259">
                <a:extLst>
                  <a:ext uri="{FF2B5EF4-FFF2-40B4-BE49-F238E27FC236}">
                    <a16:creationId xmlns:a16="http://schemas.microsoft.com/office/drawing/2014/main" id="{B91C5A8B-EE75-4BA0-9105-CBE1150FC8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09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64" name="Text Box 260">
                <a:extLst>
                  <a:ext uri="{FF2B5EF4-FFF2-40B4-BE49-F238E27FC236}">
                    <a16:creationId xmlns:a16="http://schemas.microsoft.com/office/drawing/2014/main" id="{BF3DFA30-ADB0-418C-8FC6-E640463865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5" y="144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65" name="AutoShape 263">
              <a:extLst>
                <a:ext uri="{FF2B5EF4-FFF2-40B4-BE49-F238E27FC236}">
                  <a16:creationId xmlns:a16="http://schemas.microsoft.com/office/drawing/2014/main" id="{54CB522C-5982-46F5-BF59-B45510558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943" y="1955682"/>
              <a:ext cx="233363" cy="93345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Text Box 267">
              <a:extLst>
                <a:ext uri="{FF2B5EF4-FFF2-40B4-BE49-F238E27FC236}">
                  <a16:creationId xmlns:a16="http://schemas.microsoft.com/office/drawing/2014/main" id="{2B9089CB-180B-46AA-937C-6FD30C65E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968" y="1884244"/>
              <a:ext cx="430213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" name="Text Box 268">
              <a:extLst>
                <a:ext uri="{FF2B5EF4-FFF2-40B4-BE49-F238E27FC236}">
                  <a16:creationId xmlns:a16="http://schemas.microsoft.com/office/drawing/2014/main" id="{AAE6036E-ECB8-4D3D-99A9-FAEAF7C33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674" y="2439869"/>
              <a:ext cx="430213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8" name="Text Box 269">
              <a:extLst>
                <a:ext uri="{FF2B5EF4-FFF2-40B4-BE49-F238E27FC236}">
                  <a16:creationId xmlns:a16="http://schemas.microsoft.com/office/drawing/2014/main" id="{94F0FF94-46AF-4D2C-BD60-03C4651D2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968" y="2438282"/>
              <a:ext cx="414338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69" name="Text Box 270">
              <a:extLst>
                <a:ext uri="{FF2B5EF4-FFF2-40B4-BE49-F238E27FC236}">
                  <a16:creationId xmlns:a16="http://schemas.microsoft.com/office/drawing/2014/main" id="{A5AF63F3-591F-42F5-95F6-8370A6E76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4989" y="2438282"/>
              <a:ext cx="320675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70" name="AutoShape 272">
              <a:extLst>
                <a:ext uri="{FF2B5EF4-FFF2-40B4-BE49-F238E27FC236}">
                  <a16:creationId xmlns:a16="http://schemas.microsoft.com/office/drawing/2014/main" id="{700566F4-24CE-4FD2-886C-13900AEF5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964" y="2476382"/>
              <a:ext cx="322263" cy="358775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AutoShape 273">
              <a:extLst>
                <a:ext uri="{FF2B5EF4-FFF2-40B4-BE49-F238E27FC236}">
                  <a16:creationId xmlns:a16="http://schemas.microsoft.com/office/drawing/2014/main" id="{36D5E83B-DBE7-4E16-9562-83F38E391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93" y="2476382"/>
              <a:ext cx="322263" cy="358775"/>
            </a:xfrm>
            <a:prstGeom prst="roundRect">
              <a:avLst>
                <a:gd name="adj" fmla="val 16667"/>
              </a:avLst>
            </a:prstGeom>
            <a:noFill/>
            <a:ln w="19050">
              <a:noFill/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AutoShape 272">
              <a:extLst>
                <a:ext uri="{FF2B5EF4-FFF2-40B4-BE49-F238E27FC236}">
                  <a16:creationId xmlns:a16="http://schemas.microsoft.com/office/drawing/2014/main" id="{700566F4-24CE-4FD2-886C-13900AEF5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983" y="2478654"/>
              <a:ext cx="322263" cy="358775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3" name="Group 311">
            <a:extLst>
              <a:ext uri="{FF2B5EF4-FFF2-40B4-BE49-F238E27FC236}">
                <a16:creationId xmlns:a16="http://schemas.microsoft.com/office/drawing/2014/main" id="{F4545751-A680-4A0A-9D68-4FD03E05E802}"/>
              </a:ext>
            </a:extLst>
          </p:cNvPr>
          <p:cNvGrpSpPr>
            <a:grpSpLocks/>
          </p:cNvGrpSpPr>
          <p:nvPr/>
        </p:nvGrpSpPr>
        <p:grpSpPr bwMode="auto">
          <a:xfrm>
            <a:off x="3150001" y="915075"/>
            <a:ext cx="2689225" cy="1992313"/>
            <a:chOff x="169" y="2631"/>
            <a:chExt cx="1694" cy="1255"/>
          </a:xfrm>
        </p:grpSpPr>
        <p:grpSp>
          <p:nvGrpSpPr>
            <p:cNvPr id="74" name="Group 278">
              <a:extLst>
                <a:ext uri="{FF2B5EF4-FFF2-40B4-BE49-F238E27FC236}">
                  <a16:creationId xmlns:a16="http://schemas.microsoft.com/office/drawing/2014/main" id="{1F61DE81-3A12-4579-B3CB-CF2F19CB88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" y="2631"/>
              <a:ext cx="1694" cy="1255"/>
              <a:chOff x="3140" y="507"/>
              <a:chExt cx="1694" cy="1255"/>
            </a:xfrm>
          </p:grpSpPr>
          <p:sp>
            <p:nvSpPr>
              <p:cNvPr id="77" name="Rectangle 279">
                <a:extLst>
                  <a:ext uri="{FF2B5EF4-FFF2-40B4-BE49-F238E27FC236}">
                    <a16:creationId xmlns:a16="http://schemas.microsoft.com/office/drawing/2014/main" id="{9CB0CD6D-C01D-41E7-97C0-158343A02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78" name="Rectangle 280">
                <a:extLst>
                  <a:ext uri="{FF2B5EF4-FFF2-40B4-BE49-F238E27FC236}">
                    <a16:creationId xmlns:a16="http://schemas.microsoft.com/office/drawing/2014/main" id="{28ECC3FB-9A5A-4FA7-8734-F48FF2176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79" name="Rectangle 281">
                <a:extLst>
                  <a:ext uri="{FF2B5EF4-FFF2-40B4-BE49-F238E27FC236}">
                    <a16:creationId xmlns:a16="http://schemas.microsoft.com/office/drawing/2014/main" id="{57EF4601-3D48-48CD-A7E9-58049787ED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411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Rectangle 282">
                <a:extLst>
                  <a:ext uri="{FF2B5EF4-FFF2-40B4-BE49-F238E27FC236}">
                    <a16:creationId xmlns:a16="http://schemas.microsoft.com/office/drawing/2014/main" id="{480A2C95-9C09-4726-BD0B-192E57908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1" name="Rectangle 283">
                <a:extLst>
                  <a:ext uri="{FF2B5EF4-FFF2-40B4-BE49-F238E27FC236}">
                    <a16:creationId xmlns:a16="http://schemas.microsoft.com/office/drawing/2014/main" id="{5384F12C-FAEB-4A23-8D8D-67F3509801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82" name="Rectangle 284">
                <a:extLst>
                  <a:ext uri="{FF2B5EF4-FFF2-40B4-BE49-F238E27FC236}">
                    <a16:creationId xmlns:a16="http://schemas.microsoft.com/office/drawing/2014/main" id="{C2384FEA-03D4-4661-B2FA-DBE0292EF4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Rectangle 285">
                <a:extLst>
                  <a:ext uri="{FF2B5EF4-FFF2-40B4-BE49-F238E27FC236}">
                    <a16:creationId xmlns:a16="http://schemas.microsoft.com/office/drawing/2014/main" id="{CD418686-0477-4976-A181-85AAF8FA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060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84" name="Rectangle 286">
                <a:extLst>
                  <a:ext uri="{FF2B5EF4-FFF2-40B4-BE49-F238E27FC236}">
                    <a16:creationId xmlns:a16="http://schemas.microsoft.com/office/drawing/2014/main" id="{8947C135-E6C7-45B0-874C-9C7899D35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" name="Line 287">
                <a:extLst>
                  <a:ext uri="{FF2B5EF4-FFF2-40B4-BE49-F238E27FC236}">
                    <a16:creationId xmlns:a16="http://schemas.microsoft.com/office/drawing/2014/main" id="{49155A33-40F4-4EF2-81D0-E3FE76F57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6" name="Line 288">
                <a:extLst>
                  <a:ext uri="{FF2B5EF4-FFF2-40B4-BE49-F238E27FC236}">
                    <a16:creationId xmlns:a16="http://schemas.microsoft.com/office/drawing/2014/main" id="{7B70B2D8-AB3E-476B-91D3-308A12EA85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41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" name="Line 289">
                <a:extLst>
                  <a:ext uri="{FF2B5EF4-FFF2-40B4-BE49-F238E27FC236}">
                    <a16:creationId xmlns:a16="http://schemas.microsoft.com/office/drawing/2014/main" id="{50C543C5-E09E-45A4-B239-3A7A187860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762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8" name="Line 290">
                <a:extLst>
                  <a:ext uri="{FF2B5EF4-FFF2-40B4-BE49-F238E27FC236}">
                    <a16:creationId xmlns:a16="http://schemas.microsoft.com/office/drawing/2014/main" id="{849CE4FE-B40F-4C74-B3BC-C9B5699A4D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9" name="Line 291">
                <a:extLst>
                  <a:ext uri="{FF2B5EF4-FFF2-40B4-BE49-F238E27FC236}">
                    <a16:creationId xmlns:a16="http://schemas.microsoft.com/office/drawing/2014/main" id="{3520DD47-E410-40C6-883B-A860298D1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2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Line 292">
                <a:extLst>
                  <a:ext uri="{FF2B5EF4-FFF2-40B4-BE49-F238E27FC236}">
                    <a16:creationId xmlns:a16="http://schemas.microsoft.com/office/drawing/2014/main" id="{B2153A45-F3DF-4D8F-BEDA-AD09501B6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" name="Line 293">
                <a:extLst>
                  <a:ext uri="{FF2B5EF4-FFF2-40B4-BE49-F238E27FC236}">
                    <a16:creationId xmlns:a16="http://schemas.microsoft.com/office/drawing/2014/main" id="{83C6F329-AA7E-458E-B71A-F1C4233AE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3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" name="Line 294">
                <a:extLst>
                  <a:ext uri="{FF2B5EF4-FFF2-40B4-BE49-F238E27FC236}">
                    <a16:creationId xmlns:a16="http://schemas.microsoft.com/office/drawing/2014/main" id="{34B06DD4-C06B-427B-B9D6-B28C303AB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" name="Line 295">
                <a:extLst>
                  <a:ext uri="{FF2B5EF4-FFF2-40B4-BE49-F238E27FC236}">
                    <a16:creationId xmlns:a16="http://schemas.microsoft.com/office/drawing/2014/main" id="{03874990-2803-4755-B031-69C49BD8F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0" y="655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4" name="Text Box 296">
                <a:extLst>
                  <a:ext uri="{FF2B5EF4-FFF2-40B4-BE49-F238E27FC236}">
                    <a16:creationId xmlns:a16="http://schemas.microsoft.com/office/drawing/2014/main" id="{B304500D-F4FB-41DB-8353-D60572229E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0" y="847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95" name="Text Box 297">
                <a:extLst>
                  <a:ext uri="{FF2B5EF4-FFF2-40B4-BE49-F238E27FC236}">
                    <a16:creationId xmlns:a16="http://schemas.microsoft.com/office/drawing/2014/main" id="{C1F02D32-9E0F-4611-96C4-D936A9C70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1" y="507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96" name="Text Box 298">
                <a:extLst>
                  <a:ext uri="{FF2B5EF4-FFF2-40B4-BE49-F238E27FC236}">
                    <a16:creationId xmlns:a16="http://schemas.microsoft.com/office/drawing/2014/main" id="{4E1B5D8D-2FEE-495C-8113-D934E10C23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3" y="655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97" name="Text Box 299">
                <a:extLst>
                  <a:ext uri="{FF2B5EF4-FFF2-40B4-BE49-F238E27FC236}">
                    <a16:creationId xmlns:a16="http://schemas.microsoft.com/office/drawing/2014/main" id="{BC752A6B-8797-40A5-8F2F-E17321D04B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98" name="Text Box 300">
                <a:extLst>
                  <a:ext uri="{FF2B5EF4-FFF2-40B4-BE49-F238E27FC236}">
                    <a16:creationId xmlns:a16="http://schemas.microsoft.com/office/drawing/2014/main" id="{40B81325-C316-461F-BBE0-D727462236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99" name="Text Box 301">
                <a:extLst>
                  <a:ext uri="{FF2B5EF4-FFF2-40B4-BE49-F238E27FC236}">
                    <a16:creationId xmlns:a16="http://schemas.microsoft.com/office/drawing/2014/main" id="{55E779F0-040F-4C72-ADD2-264E44F248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100" name="Text Box 302">
                <a:extLst>
                  <a:ext uri="{FF2B5EF4-FFF2-40B4-BE49-F238E27FC236}">
                    <a16:creationId xmlns:a16="http://schemas.microsoft.com/office/drawing/2014/main" id="{26794F45-5FD6-4F05-944F-FDBE5FE17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101" name="Text Box 303">
                <a:extLst>
                  <a:ext uri="{FF2B5EF4-FFF2-40B4-BE49-F238E27FC236}">
                    <a16:creationId xmlns:a16="http://schemas.microsoft.com/office/drawing/2014/main" id="{7FD06591-DC72-4EEE-8CCF-912F778DA3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09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02" name="Text Box 304">
                <a:extLst>
                  <a:ext uri="{FF2B5EF4-FFF2-40B4-BE49-F238E27FC236}">
                    <a16:creationId xmlns:a16="http://schemas.microsoft.com/office/drawing/2014/main" id="{AE0AB258-96AE-4954-9FAA-E26B711D12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5" y="144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75" name="AutoShape 309">
              <a:extLst>
                <a:ext uri="{FF2B5EF4-FFF2-40B4-BE49-F238E27FC236}">
                  <a16:creationId xmlns:a16="http://schemas.microsoft.com/office/drawing/2014/main" id="{0E70FC86-B264-4EFB-9A03-1D96903F7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1" y="3230"/>
              <a:ext cx="158" cy="587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Oval 310">
              <a:extLst>
                <a:ext uri="{FF2B5EF4-FFF2-40B4-BE49-F238E27FC236}">
                  <a16:creationId xmlns:a16="http://schemas.microsoft.com/office/drawing/2014/main" id="{284BD4B5-7CC3-431D-8753-26EA56786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" y="3219"/>
              <a:ext cx="203" cy="26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" name="Group 349">
            <a:extLst>
              <a:ext uri="{FF2B5EF4-FFF2-40B4-BE49-F238E27FC236}">
                <a16:creationId xmlns:a16="http://schemas.microsoft.com/office/drawing/2014/main" id="{D867FC85-6BEF-453F-A240-6F28E1F57A10}"/>
              </a:ext>
            </a:extLst>
          </p:cNvPr>
          <p:cNvGrpSpPr>
            <a:grpSpLocks/>
          </p:cNvGrpSpPr>
          <p:nvPr/>
        </p:nvGrpSpPr>
        <p:grpSpPr bwMode="auto">
          <a:xfrm>
            <a:off x="6071002" y="915075"/>
            <a:ext cx="2689225" cy="1992313"/>
            <a:chOff x="2123" y="2609"/>
            <a:chExt cx="1694" cy="1255"/>
          </a:xfrm>
        </p:grpSpPr>
        <p:grpSp>
          <p:nvGrpSpPr>
            <p:cNvPr id="104" name="Group 319">
              <a:extLst>
                <a:ext uri="{FF2B5EF4-FFF2-40B4-BE49-F238E27FC236}">
                  <a16:creationId xmlns:a16="http://schemas.microsoft.com/office/drawing/2014/main" id="{DD4EE9FC-BF2B-4C25-B3F2-AA381AC46A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3" y="2609"/>
              <a:ext cx="1694" cy="1255"/>
              <a:chOff x="3140" y="507"/>
              <a:chExt cx="1694" cy="1255"/>
            </a:xfrm>
          </p:grpSpPr>
          <p:sp>
            <p:nvSpPr>
              <p:cNvPr id="107" name="Rectangle 320">
                <a:extLst>
                  <a:ext uri="{FF2B5EF4-FFF2-40B4-BE49-F238E27FC236}">
                    <a16:creationId xmlns:a16="http://schemas.microsoft.com/office/drawing/2014/main" id="{26737E0F-0DB7-42D3-B21F-05A9AFDDC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108" name="Rectangle 321">
                <a:extLst>
                  <a:ext uri="{FF2B5EF4-FFF2-40B4-BE49-F238E27FC236}">
                    <a16:creationId xmlns:a16="http://schemas.microsoft.com/office/drawing/2014/main" id="{9037E8F7-B328-4289-BD0D-1BDD06809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109" name="Rectangle 322">
                <a:extLst>
                  <a:ext uri="{FF2B5EF4-FFF2-40B4-BE49-F238E27FC236}">
                    <a16:creationId xmlns:a16="http://schemas.microsoft.com/office/drawing/2014/main" id="{EE6B762D-55C0-4546-8891-6F12F6628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411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0" name="Rectangle 323">
                <a:extLst>
                  <a:ext uri="{FF2B5EF4-FFF2-40B4-BE49-F238E27FC236}">
                    <a16:creationId xmlns:a16="http://schemas.microsoft.com/office/drawing/2014/main" id="{17F3ABEE-7FAB-413F-8B71-D99FC3923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11" name="Rectangle 324">
                <a:extLst>
                  <a:ext uri="{FF2B5EF4-FFF2-40B4-BE49-F238E27FC236}">
                    <a16:creationId xmlns:a16="http://schemas.microsoft.com/office/drawing/2014/main" id="{4203A3D9-19D3-4BE8-88F2-75FD40DE8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12" name="Rectangle 325">
                <a:extLst>
                  <a:ext uri="{FF2B5EF4-FFF2-40B4-BE49-F238E27FC236}">
                    <a16:creationId xmlns:a16="http://schemas.microsoft.com/office/drawing/2014/main" id="{3B8F48EC-55AE-4EF4-8034-AD82D451A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" name="Rectangle 326">
                <a:extLst>
                  <a:ext uri="{FF2B5EF4-FFF2-40B4-BE49-F238E27FC236}">
                    <a16:creationId xmlns:a16="http://schemas.microsoft.com/office/drawing/2014/main" id="{A68F45C7-E737-4648-AD98-87B9CEB0FD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060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4" name="Rectangle 327">
                <a:extLst>
                  <a:ext uri="{FF2B5EF4-FFF2-40B4-BE49-F238E27FC236}">
                    <a16:creationId xmlns:a16="http://schemas.microsoft.com/office/drawing/2014/main" id="{5771F0C6-F7BE-4A7F-932C-A18582125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15" name="Line 328">
                <a:extLst>
                  <a:ext uri="{FF2B5EF4-FFF2-40B4-BE49-F238E27FC236}">
                    <a16:creationId xmlns:a16="http://schemas.microsoft.com/office/drawing/2014/main" id="{158ED5D5-A710-440C-B520-9349EEA0F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6" name="Line 329">
                <a:extLst>
                  <a:ext uri="{FF2B5EF4-FFF2-40B4-BE49-F238E27FC236}">
                    <a16:creationId xmlns:a16="http://schemas.microsoft.com/office/drawing/2014/main" id="{D8409DF3-0939-40CE-8572-50B939DA4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41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7" name="Line 330">
                <a:extLst>
                  <a:ext uri="{FF2B5EF4-FFF2-40B4-BE49-F238E27FC236}">
                    <a16:creationId xmlns:a16="http://schemas.microsoft.com/office/drawing/2014/main" id="{F53DE03F-B392-4504-9598-54F62025C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762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8" name="Line 331">
                <a:extLst>
                  <a:ext uri="{FF2B5EF4-FFF2-40B4-BE49-F238E27FC236}">
                    <a16:creationId xmlns:a16="http://schemas.microsoft.com/office/drawing/2014/main" id="{DA5771A4-FEC5-4609-83A7-0D9994D2BC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9" name="Line 332">
                <a:extLst>
                  <a:ext uri="{FF2B5EF4-FFF2-40B4-BE49-F238E27FC236}">
                    <a16:creationId xmlns:a16="http://schemas.microsoft.com/office/drawing/2014/main" id="{C8387A2A-12A4-4070-B124-EFCB8B8855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2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0" name="Line 333">
                <a:extLst>
                  <a:ext uri="{FF2B5EF4-FFF2-40B4-BE49-F238E27FC236}">
                    <a16:creationId xmlns:a16="http://schemas.microsoft.com/office/drawing/2014/main" id="{7C45E231-B9C7-4821-95AB-A8FA8BCA46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" name="Line 334">
                <a:extLst>
                  <a:ext uri="{FF2B5EF4-FFF2-40B4-BE49-F238E27FC236}">
                    <a16:creationId xmlns:a16="http://schemas.microsoft.com/office/drawing/2014/main" id="{CAF25AA2-AB0A-4700-9F7B-5A57E3A82B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3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" name="Line 335">
                <a:extLst>
                  <a:ext uri="{FF2B5EF4-FFF2-40B4-BE49-F238E27FC236}">
                    <a16:creationId xmlns:a16="http://schemas.microsoft.com/office/drawing/2014/main" id="{AC8F50EB-950C-4414-BD1F-9860F229E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" name="Line 336">
                <a:extLst>
                  <a:ext uri="{FF2B5EF4-FFF2-40B4-BE49-F238E27FC236}">
                    <a16:creationId xmlns:a16="http://schemas.microsoft.com/office/drawing/2014/main" id="{340EE5E4-E3E1-4227-A499-B80D08F86B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0" y="655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Text Box 337">
                <a:extLst>
                  <a:ext uri="{FF2B5EF4-FFF2-40B4-BE49-F238E27FC236}">
                    <a16:creationId xmlns:a16="http://schemas.microsoft.com/office/drawing/2014/main" id="{098732F2-DFDF-485F-B624-2B5D3316BD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0" y="847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125" name="Text Box 338">
                <a:extLst>
                  <a:ext uri="{FF2B5EF4-FFF2-40B4-BE49-F238E27FC236}">
                    <a16:creationId xmlns:a16="http://schemas.microsoft.com/office/drawing/2014/main" id="{913327BD-50E7-4EA5-A111-B9DEF88B53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1" y="507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126" name="Text Box 339">
                <a:extLst>
                  <a:ext uri="{FF2B5EF4-FFF2-40B4-BE49-F238E27FC236}">
                    <a16:creationId xmlns:a16="http://schemas.microsoft.com/office/drawing/2014/main" id="{8B93A930-D02F-477B-A47B-A535A55EE8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3" y="655"/>
                <a:ext cx="4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  <a:r>
                  <a: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127" name="Text Box 340">
                <a:extLst>
                  <a:ext uri="{FF2B5EF4-FFF2-40B4-BE49-F238E27FC236}">
                    <a16:creationId xmlns:a16="http://schemas.microsoft.com/office/drawing/2014/main" id="{4F909029-D690-4A04-9351-1FAB1FBF99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128" name="Text Box 341">
                <a:extLst>
                  <a:ext uri="{FF2B5EF4-FFF2-40B4-BE49-F238E27FC236}">
                    <a16:creationId xmlns:a16="http://schemas.microsoft.com/office/drawing/2014/main" id="{208B675D-4C0E-4C9F-A9C6-F54235185D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129" name="Text Box 342">
                <a:extLst>
                  <a:ext uri="{FF2B5EF4-FFF2-40B4-BE49-F238E27FC236}">
                    <a16:creationId xmlns:a16="http://schemas.microsoft.com/office/drawing/2014/main" id="{6AD4E40F-0C5D-462F-9506-BB65FF8937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130" name="Text Box 343">
                <a:extLst>
                  <a:ext uri="{FF2B5EF4-FFF2-40B4-BE49-F238E27FC236}">
                    <a16:creationId xmlns:a16="http://schemas.microsoft.com/office/drawing/2014/main" id="{6126ECF8-3640-463F-99E6-BE505886C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3" y="825"/>
                <a:ext cx="361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131" name="Text Box 344">
                <a:extLst>
                  <a:ext uri="{FF2B5EF4-FFF2-40B4-BE49-F238E27FC236}">
                    <a16:creationId xmlns:a16="http://schemas.microsoft.com/office/drawing/2014/main" id="{A6D0907C-5EB7-4337-BDE0-89274668F2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096"/>
                <a:ext cx="291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32" name="Text Box 345">
                <a:extLst>
                  <a:ext uri="{FF2B5EF4-FFF2-40B4-BE49-F238E27FC236}">
                    <a16:creationId xmlns:a16="http://schemas.microsoft.com/office/drawing/2014/main" id="{8A10A13F-ED86-4C8A-9C81-8E8C51841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447"/>
                <a:ext cx="271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105" name="AutoShape 346">
              <a:extLst>
                <a:ext uri="{FF2B5EF4-FFF2-40B4-BE49-F238E27FC236}">
                  <a16:creationId xmlns:a16="http://schemas.microsoft.com/office/drawing/2014/main" id="{19090ACA-0045-4E2F-8D97-8F4FA8ACB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" y="3220"/>
              <a:ext cx="204" cy="587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AutoShape 348">
              <a:extLst>
                <a:ext uri="{FF2B5EF4-FFF2-40B4-BE49-F238E27FC236}">
                  <a16:creationId xmlns:a16="http://schemas.microsoft.com/office/drawing/2014/main" id="{863F0C50-9C5F-4B9F-8EEB-92ED94A5E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2" y="3220"/>
              <a:ext cx="204" cy="587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4" name="Text Box 105">
            <a:extLst>
              <a:ext uri="{FF2B5EF4-FFF2-40B4-BE49-F238E27FC236}">
                <a16:creationId xmlns:a16="http://schemas.microsoft.com/office/drawing/2014/main" id="{E35F202F-FA71-40CD-82C6-4BEB79706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568" y="3891680"/>
            <a:ext cx="1506537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endParaRPr kumimoji="1" lang="zh-CN" altLang="en-US" sz="2800" b="1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5" name="Text Box 106">
            <a:extLst>
              <a:ext uri="{FF2B5EF4-FFF2-40B4-BE49-F238E27FC236}">
                <a16:creationId xmlns:a16="http://schemas.microsoft.com/office/drawing/2014/main" id="{83081123-DC82-4A9C-B9C6-C96D12683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543" y="4626692"/>
            <a:ext cx="173990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110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111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6" name="Text Box 107">
            <a:extLst>
              <a:ext uri="{FF2B5EF4-FFF2-40B4-BE49-F238E27FC236}">
                <a16:creationId xmlns:a16="http://schemas.microsoft.com/office/drawing/2014/main" id="{A5587F03-D7C6-4DE3-BD6F-98311255E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643" y="4607642"/>
            <a:ext cx="123825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100</a:t>
            </a:r>
          </a:p>
        </p:txBody>
      </p:sp>
      <p:grpSp>
        <p:nvGrpSpPr>
          <p:cNvPr id="137" name="Group 142">
            <a:extLst>
              <a:ext uri="{FF2B5EF4-FFF2-40B4-BE49-F238E27FC236}">
                <a16:creationId xmlns:a16="http://schemas.microsoft.com/office/drawing/2014/main" id="{04FC24FD-8698-46B1-A223-703C0FF13623}"/>
              </a:ext>
            </a:extLst>
          </p:cNvPr>
          <p:cNvGrpSpPr>
            <a:grpSpLocks/>
          </p:cNvGrpSpPr>
          <p:nvPr/>
        </p:nvGrpSpPr>
        <p:grpSpPr bwMode="auto">
          <a:xfrm>
            <a:off x="3697380" y="3861517"/>
            <a:ext cx="3797300" cy="1327150"/>
            <a:chOff x="2497" y="2691"/>
            <a:chExt cx="2392" cy="836"/>
          </a:xfrm>
        </p:grpSpPr>
        <p:grpSp>
          <p:nvGrpSpPr>
            <p:cNvPr id="138" name="Group 109">
              <a:extLst>
                <a:ext uri="{FF2B5EF4-FFF2-40B4-BE49-F238E27FC236}">
                  <a16:creationId xmlns:a16="http://schemas.microsoft.com/office/drawing/2014/main" id="{0E22ECFB-7628-4D72-B49F-A990DF01B7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7" y="2691"/>
              <a:ext cx="611" cy="305"/>
              <a:chOff x="915" y="2778"/>
              <a:chExt cx="407" cy="305"/>
            </a:xfrm>
          </p:grpSpPr>
          <p:sp>
            <p:nvSpPr>
              <p:cNvPr id="160" name="Oval 110">
                <a:extLst>
                  <a:ext uri="{FF2B5EF4-FFF2-40B4-BE49-F238E27FC236}">
                    <a16:creationId xmlns:a16="http://schemas.microsoft.com/office/drawing/2014/main" id="{687FA063-2F00-40B6-8D01-C82DF0DC1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" name="Text Box 111">
                <a:extLst>
                  <a:ext uri="{FF2B5EF4-FFF2-40B4-BE49-F238E27FC236}">
                    <a16:creationId xmlns:a16="http://schemas.microsoft.com/office/drawing/2014/main" id="{220BACEA-034E-4002-8F2D-7559BCE6C7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000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9" name="Line 112">
              <a:extLst>
                <a:ext uri="{FF2B5EF4-FFF2-40B4-BE49-F238E27FC236}">
                  <a16:creationId xmlns:a16="http://schemas.microsoft.com/office/drawing/2014/main" id="{5DF0BB4A-B307-49A9-93AF-15B919C85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2860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0" name="Group 113">
              <a:extLst>
                <a:ext uri="{FF2B5EF4-FFF2-40B4-BE49-F238E27FC236}">
                  <a16:creationId xmlns:a16="http://schemas.microsoft.com/office/drawing/2014/main" id="{321345FF-1E44-4E98-8314-404FA84A10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5" y="2691"/>
              <a:ext cx="612" cy="305"/>
              <a:chOff x="915" y="2778"/>
              <a:chExt cx="407" cy="305"/>
            </a:xfrm>
          </p:grpSpPr>
          <p:sp>
            <p:nvSpPr>
              <p:cNvPr id="158" name="Oval 114">
                <a:extLst>
                  <a:ext uri="{FF2B5EF4-FFF2-40B4-BE49-F238E27FC236}">
                    <a16:creationId xmlns:a16="http://schemas.microsoft.com/office/drawing/2014/main" id="{488A92F2-7F07-4E71-891C-C4947C21D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" name="Text Box 115">
                <a:extLst>
                  <a:ext uri="{FF2B5EF4-FFF2-40B4-BE49-F238E27FC236}">
                    <a16:creationId xmlns:a16="http://schemas.microsoft.com/office/drawing/2014/main" id="{E8E0B412-ACB3-49DE-AA0C-D9CB3CB832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001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1" name="Line 116">
              <a:extLst>
                <a:ext uri="{FF2B5EF4-FFF2-40B4-BE49-F238E27FC236}">
                  <a16:creationId xmlns:a16="http://schemas.microsoft.com/office/drawing/2014/main" id="{B11DCB44-5568-4392-88F4-F905F81BE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9" y="2849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2" name="Group 117">
              <a:extLst>
                <a:ext uri="{FF2B5EF4-FFF2-40B4-BE49-F238E27FC236}">
                  <a16:creationId xmlns:a16="http://schemas.microsoft.com/office/drawing/2014/main" id="{C4E053CC-B277-4065-8189-F3F403F17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0" y="2691"/>
              <a:ext cx="611" cy="305"/>
              <a:chOff x="915" y="2778"/>
              <a:chExt cx="407" cy="305"/>
            </a:xfrm>
          </p:grpSpPr>
          <p:sp>
            <p:nvSpPr>
              <p:cNvPr id="156" name="Oval 118">
                <a:extLst>
                  <a:ext uri="{FF2B5EF4-FFF2-40B4-BE49-F238E27FC236}">
                    <a16:creationId xmlns:a16="http://schemas.microsoft.com/office/drawing/2014/main" id="{7617434F-0D12-4FD7-84FF-7EC284E2F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" name="Text Box 119">
                <a:extLst>
                  <a:ext uri="{FF2B5EF4-FFF2-40B4-BE49-F238E27FC236}">
                    <a16:creationId xmlns:a16="http://schemas.microsoft.com/office/drawing/2014/main" id="{73BAD864-D2F9-48A3-9169-218458F429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010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3" name="Line 120">
              <a:extLst>
                <a:ext uri="{FF2B5EF4-FFF2-40B4-BE49-F238E27FC236}">
                  <a16:creationId xmlns:a16="http://schemas.microsoft.com/office/drawing/2014/main" id="{A965D7BD-FF31-444E-A6DC-2B9CAAF72A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0" y="3007"/>
              <a:ext cx="0" cy="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4" name="Group 121">
              <a:extLst>
                <a:ext uri="{FF2B5EF4-FFF2-40B4-BE49-F238E27FC236}">
                  <a16:creationId xmlns:a16="http://schemas.microsoft.com/office/drawing/2014/main" id="{D4E2C62A-68F7-4F8B-A44E-2ABAA5C4BB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8" y="3199"/>
              <a:ext cx="611" cy="305"/>
              <a:chOff x="915" y="2778"/>
              <a:chExt cx="407" cy="305"/>
            </a:xfrm>
          </p:grpSpPr>
          <p:sp>
            <p:nvSpPr>
              <p:cNvPr id="154" name="Oval 122">
                <a:extLst>
                  <a:ext uri="{FF2B5EF4-FFF2-40B4-BE49-F238E27FC236}">
                    <a16:creationId xmlns:a16="http://schemas.microsoft.com/office/drawing/2014/main" id="{6FAA3C2A-B942-4536-90C3-7DE42B72C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" name="Text Box 123">
                <a:extLst>
                  <a:ext uri="{FF2B5EF4-FFF2-40B4-BE49-F238E27FC236}">
                    <a16:creationId xmlns:a16="http://schemas.microsoft.com/office/drawing/2014/main" id="{2FF1BA07-84E2-4671-8FAB-E1EAC208E0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011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5" name="Line 124">
              <a:extLst>
                <a:ext uri="{FF2B5EF4-FFF2-40B4-BE49-F238E27FC236}">
                  <a16:creationId xmlns:a16="http://schemas.microsoft.com/office/drawing/2014/main" id="{712F8652-BAE2-402E-AA96-1F0556F5E8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0" y="3380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6" name="Group 125">
              <a:extLst>
                <a:ext uri="{FF2B5EF4-FFF2-40B4-BE49-F238E27FC236}">
                  <a16:creationId xmlns:a16="http://schemas.microsoft.com/office/drawing/2014/main" id="{368EFC72-8EF5-444E-A129-5000E2C4A1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0" y="3199"/>
              <a:ext cx="611" cy="305"/>
              <a:chOff x="915" y="2778"/>
              <a:chExt cx="407" cy="305"/>
            </a:xfrm>
          </p:grpSpPr>
          <p:sp>
            <p:nvSpPr>
              <p:cNvPr id="152" name="Oval 126">
                <a:extLst>
                  <a:ext uri="{FF2B5EF4-FFF2-40B4-BE49-F238E27FC236}">
                    <a16:creationId xmlns:a16="http://schemas.microsoft.com/office/drawing/2014/main" id="{D4F56998-556F-4CD0-A638-58A414DAC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Text Box 127">
                <a:extLst>
                  <a:ext uri="{FF2B5EF4-FFF2-40B4-BE49-F238E27FC236}">
                    <a16:creationId xmlns:a16="http://schemas.microsoft.com/office/drawing/2014/main" id="{24A87E27-434A-4510-971E-886928C482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100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7" name="Group 128">
              <a:extLst>
                <a:ext uri="{FF2B5EF4-FFF2-40B4-BE49-F238E27FC236}">
                  <a16:creationId xmlns:a16="http://schemas.microsoft.com/office/drawing/2014/main" id="{6DDA7574-96B7-4845-8B52-558F4DA228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3" y="3222"/>
              <a:ext cx="611" cy="305"/>
              <a:chOff x="915" y="2778"/>
              <a:chExt cx="407" cy="305"/>
            </a:xfrm>
          </p:grpSpPr>
          <p:sp>
            <p:nvSpPr>
              <p:cNvPr id="150" name="Oval 129">
                <a:extLst>
                  <a:ext uri="{FF2B5EF4-FFF2-40B4-BE49-F238E27FC236}">
                    <a16:creationId xmlns:a16="http://schemas.microsoft.com/office/drawing/2014/main" id="{BCFB898D-4076-4BD3-97D5-7354F2DBA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" name="Text Box 130">
                <a:extLst>
                  <a:ext uri="{FF2B5EF4-FFF2-40B4-BE49-F238E27FC236}">
                    <a16:creationId xmlns:a16="http://schemas.microsoft.com/office/drawing/2014/main" id="{9C15BE11-F1B1-4751-ACE0-30D1EBE5CA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101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8" name="Line 131">
              <a:extLst>
                <a:ext uri="{FF2B5EF4-FFF2-40B4-BE49-F238E27FC236}">
                  <a16:creationId xmlns:a16="http://schemas.microsoft.com/office/drawing/2014/main" id="{F79FDDF3-8759-4EB1-926E-B120876B89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55" y="3380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9" name="Line 132">
              <a:extLst>
                <a:ext uri="{FF2B5EF4-FFF2-40B4-BE49-F238E27FC236}">
                  <a16:creationId xmlns:a16="http://schemas.microsoft.com/office/drawing/2014/main" id="{DA3ADC46-FC83-4158-B978-9AF1748E2E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2" y="3007"/>
              <a:ext cx="0" cy="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2" name="Group 143">
            <a:extLst>
              <a:ext uri="{FF2B5EF4-FFF2-40B4-BE49-F238E27FC236}">
                <a16:creationId xmlns:a16="http://schemas.microsoft.com/office/drawing/2014/main" id="{2CA05ED9-651B-4AD8-AE4D-BFE4E4858B29}"/>
              </a:ext>
            </a:extLst>
          </p:cNvPr>
          <p:cNvGrpSpPr>
            <a:grpSpLocks/>
          </p:cNvGrpSpPr>
          <p:nvPr/>
        </p:nvGrpSpPr>
        <p:grpSpPr bwMode="auto">
          <a:xfrm>
            <a:off x="3721193" y="5115642"/>
            <a:ext cx="2314575" cy="952500"/>
            <a:chOff x="2512" y="3481"/>
            <a:chExt cx="1458" cy="600"/>
          </a:xfrm>
        </p:grpSpPr>
        <p:grpSp>
          <p:nvGrpSpPr>
            <p:cNvPr id="163" name="Group 133">
              <a:extLst>
                <a:ext uri="{FF2B5EF4-FFF2-40B4-BE49-F238E27FC236}">
                  <a16:creationId xmlns:a16="http://schemas.microsoft.com/office/drawing/2014/main" id="{05A37449-D9B3-4AA6-A562-909A0FD321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2" y="3753"/>
              <a:ext cx="611" cy="305"/>
              <a:chOff x="915" y="2778"/>
              <a:chExt cx="407" cy="305"/>
            </a:xfrm>
          </p:grpSpPr>
          <p:sp>
            <p:nvSpPr>
              <p:cNvPr id="169" name="Oval 134">
                <a:extLst>
                  <a:ext uri="{FF2B5EF4-FFF2-40B4-BE49-F238E27FC236}">
                    <a16:creationId xmlns:a16="http://schemas.microsoft.com/office/drawing/2014/main" id="{9CD9B3E7-00F4-4885-B529-1057150BB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" name="Text Box 135">
                <a:extLst>
                  <a:ext uri="{FF2B5EF4-FFF2-40B4-BE49-F238E27FC236}">
                    <a16:creationId xmlns:a16="http://schemas.microsoft.com/office/drawing/2014/main" id="{53709FE4-DEE5-4422-9821-257A78CEDC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110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4" name="Line 136">
              <a:extLst>
                <a:ext uri="{FF2B5EF4-FFF2-40B4-BE49-F238E27FC236}">
                  <a16:creationId xmlns:a16="http://schemas.microsoft.com/office/drawing/2014/main" id="{8A8BDE00-0886-463F-B932-C569A0D3B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3" y="3934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65" name="Group 138">
              <a:extLst>
                <a:ext uri="{FF2B5EF4-FFF2-40B4-BE49-F238E27FC236}">
                  <a16:creationId xmlns:a16="http://schemas.microsoft.com/office/drawing/2014/main" id="{09B12878-0F0B-4798-BED9-CE5C3509E2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9" y="3776"/>
              <a:ext cx="611" cy="305"/>
              <a:chOff x="915" y="2778"/>
              <a:chExt cx="407" cy="305"/>
            </a:xfrm>
          </p:grpSpPr>
          <p:sp>
            <p:nvSpPr>
              <p:cNvPr id="167" name="Oval 139">
                <a:extLst>
                  <a:ext uri="{FF2B5EF4-FFF2-40B4-BE49-F238E27FC236}">
                    <a16:creationId xmlns:a16="http://schemas.microsoft.com/office/drawing/2014/main" id="{6E6A1417-4C89-487A-B0D4-04A169486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" name="Text Box 140">
                <a:extLst>
                  <a:ext uri="{FF2B5EF4-FFF2-40B4-BE49-F238E27FC236}">
                    <a16:creationId xmlns:a16="http://schemas.microsoft.com/office/drawing/2014/main" id="{5B91C947-0440-4DF3-A5E1-DF76A08576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111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6" name="Line 141">
              <a:extLst>
                <a:ext uri="{FF2B5EF4-FFF2-40B4-BE49-F238E27FC236}">
                  <a16:creationId xmlns:a16="http://schemas.microsoft.com/office/drawing/2014/main" id="{AFA68EDB-DCF0-4074-9138-5293BF275B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5" y="3481"/>
              <a:ext cx="0" cy="3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71" name="Text Box 144">
            <a:extLst>
              <a:ext uri="{FF2B5EF4-FFF2-40B4-BE49-F238E27FC236}">
                <a16:creationId xmlns:a16="http://schemas.microsoft.com/office/drawing/2014/main" id="{A94CF1D6-4785-4E8B-9A7A-783F3BE23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227" y="6211345"/>
            <a:ext cx="3197322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结论：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可以自启动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矩形 172"/>
              <p:cNvSpPr/>
              <p:nvPr/>
            </p:nvSpPr>
            <p:spPr>
              <a:xfrm>
                <a:off x="1326596" y="2936641"/>
                <a:ext cx="1075679" cy="5532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𝑄</m:t>
                          </m:r>
                        </m:e>
                        <m:sub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  <m:sup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3" name="矩形 1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596" y="2936641"/>
                <a:ext cx="1075679" cy="55322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矩形 173"/>
              <p:cNvSpPr/>
              <p:nvPr/>
            </p:nvSpPr>
            <p:spPr>
              <a:xfrm>
                <a:off x="4331381" y="2938913"/>
                <a:ext cx="1075679" cy="5532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𝑄</m:t>
                          </m:r>
                        </m:e>
                        <m:sub>
                          <m:r>
                            <a:rPr kumimoji="0"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4" name="矩形 1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381" y="2938913"/>
                <a:ext cx="1075679" cy="55322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矩形 174"/>
              <p:cNvSpPr/>
              <p:nvPr/>
            </p:nvSpPr>
            <p:spPr>
              <a:xfrm>
                <a:off x="7279306" y="2938913"/>
                <a:ext cx="1075679" cy="5532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𝑄</m:t>
                          </m:r>
                        </m:e>
                        <m:sub>
                          <m:r>
                            <a:rPr kumimoji="0"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5" name="矩形 1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306" y="2938913"/>
                <a:ext cx="1075679" cy="55322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9299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4" grpId="0" animBg="1" autoUpdateAnimBg="0"/>
      <p:bldP spid="135" grpId="0" animBg="1" autoUpdateAnimBg="0"/>
      <p:bldP spid="136" grpId="0" animBg="1" autoUpdateAnimBg="0"/>
      <p:bldP spid="171" grpId="0" animBg="1" autoUpdateAnimBg="0"/>
      <p:bldP spid="173" grpId="0"/>
      <p:bldP spid="174" grpId="0"/>
      <p:bldP spid="17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7" y="189468"/>
            <a:ext cx="2962856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选用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J-K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Group 92">
                <a:extLst>
                  <a:ext uri="{FF2B5EF4-FFF2-40B4-BE49-F238E27FC236}">
                    <a16:creationId xmlns:a16="http://schemas.microsoft.com/office/drawing/2014/main" id="{B0B42AA9-FACA-4622-AA38-AEC482B875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3839898"/>
                  </p:ext>
                </p:extLst>
              </p:nvPr>
            </p:nvGraphicFramePr>
            <p:xfrm>
              <a:off x="201993" y="754107"/>
              <a:ext cx="6022975" cy="3241866"/>
            </p:xfrm>
            <a:graphic>
              <a:graphicData uri="http://schemas.openxmlformats.org/drawingml/2006/table">
                <a:tbl>
                  <a:tblPr/>
                  <a:tblGrid>
                    <a:gridCol w="15398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415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415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𝒏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𝒏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kumimoji="1" lang="en-US" altLang="zh-CN" sz="2400" b="1" i="1" u="none" strike="noStrike" cap="none" normalizeH="0" baseline="30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𝒏</m:t>
                                    </m:r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+</m:t>
                                    </m:r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𝟏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𝒏</m:t>
                                    </m:r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+</m:t>
                                    </m:r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𝟏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𝒏</m:t>
                                    </m:r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+</m:t>
                                    </m:r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kumimoji="1" lang="zh-CN" altLang="en-US" sz="2400" b="1" i="1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𝑱</m:t>
                                    </m:r>
                                  </m:e>
                                  <m:sub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𝑱</m:t>
                                    </m:r>
                                  </m:e>
                                  <m:sub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𝑱</m:t>
                                    </m:r>
                                  </m:e>
                                  <m:sub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kumimoji="1" lang="en-US" altLang="zh-CN" sz="2400" b="1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zh-CN" sz="2400" b="1" i="1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0        0       1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en-US" sz="2400" b="1" i="0" u="none" strike="noStrike" cap="none" normalizeH="0" baseline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0        1       0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0        1       1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en-US" sz="2400" b="1" i="0" u="none" strike="noStrike" cap="none" normalizeH="0" baseline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en-US" sz="2400" b="1" i="0" u="none" strike="noStrike" cap="none" normalizeH="0" baseline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1        0       1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en-US" sz="2400" b="1" i="0" u="none" strike="noStrike" cap="none" normalizeH="0" baseline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714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Group 92">
                <a:extLst>
                  <a:ext uri="{FF2B5EF4-FFF2-40B4-BE49-F238E27FC236}">
                    <a16:creationId xmlns="" xmlns:a16="http://schemas.microsoft.com/office/drawing/2014/main" id="{B0B42AA9-FACA-4622-AA38-AEC482B875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3839898"/>
                  </p:ext>
                </p:extLst>
              </p:nvPr>
            </p:nvGraphicFramePr>
            <p:xfrm>
              <a:off x="201993" y="754107"/>
              <a:ext cx="6022975" cy="3241866"/>
            </p:xfrm>
            <a:graphic>
              <a:graphicData uri="http://schemas.openxmlformats.org/drawingml/2006/table">
                <a:tbl>
                  <a:tblPr/>
                  <a:tblGrid>
                    <a:gridCol w="1539875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224155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224155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48437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1186" t="-3750" r="-293281" b="-59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69565" t="-3750" r="-101630" b="-59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169565" t="-3750" r="-1630" b="-59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0        0       1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en-US" sz="2400" b="1" i="0" u="none" strike="noStrike" cap="none" normalizeH="0" baseline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0        1       0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0        1       1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en-US" sz="2400" b="1" i="0" u="none" strike="noStrike" cap="none" normalizeH="0" baseline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en-US" sz="2400" b="1" i="0" u="none" strike="noStrike" cap="none" normalizeH="0" baseline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1        0       1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en-US" sz="2400" b="1" i="0" u="none" strike="noStrike" cap="none" normalizeH="0" baseline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5"/>
                      </a:ext>
                    </a:extLst>
                  </a:tr>
                  <a:tr h="4714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 Box 118">
            <a:extLst>
              <a:ext uri="{FF2B5EF4-FFF2-40B4-BE49-F238E27FC236}">
                <a16:creationId xmlns:a16="http://schemas.microsoft.com/office/drawing/2014/main" id="{D51C630D-E903-402F-872E-C82FC85FB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630" y="1228769"/>
            <a:ext cx="862013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121">
            <a:extLst>
              <a:ext uri="{FF2B5EF4-FFF2-40B4-BE49-F238E27FC236}">
                <a16:creationId xmlns:a16="http://schemas.microsoft.com/office/drawing/2014/main" id="{6199BAF8-ADD7-4782-A167-50F57FEDC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768" y="1228769"/>
            <a:ext cx="73660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 Box 122">
            <a:extLst>
              <a:ext uri="{FF2B5EF4-FFF2-40B4-BE49-F238E27FC236}">
                <a16:creationId xmlns:a16="http://schemas.microsoft.com/office/drawing/2014/main" id="{D779B54D-E698-4ED9-A345-1E18DF819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680" y="1228769"/>
            <a:ext cx="754063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123">
            <a:extLst>
              <a:ext uri="{FF2B5EF4-FFF2-40B4-BE49-F238E27FC236}">
                <a16:creationId xmlns:a16="http://schemas.microsoft.com/office/drawing/2014/main" id="{05C50CAC-01C3-419F-B636-F939D995B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630" y="1678032"/>
            <a:ext cx="862013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124">
            <a:extLst>
              <a:ext uri="{FF2B5EF4-FFF2-40B4-BE49-F238E27FC236}">
                <a16:creationId xmlns:a16="http://schemas.microsoft.com/office/drawing/2014/main" id="{22D913CD-D90E-44E0-94E8-DA5B2C350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7643" y="1658982"/>
            <a:ext cx="754062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 Box 125">
            <a:extLst>
              <a:ext uri="{FF2B5EF4-FFF2-40B4-BE49-F238E27FC236}">
                <a16:creationId xmlns:a16="http://schemas.microsoft.com/office/drawing/2014/main" id="{B75384DC-60B4-4591-973D-23DD9A386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4555" y="1657394"/>
            <a:ext cx="754063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grpSp>
        <p:nvGrpSpPr>
          <p:cNvPr id="11" name="Group 140">
            <a:extLst>
              <a:ext uri="{FF2B5EF4-FFF2-40B4-BE49-F238E27FC236}">
                <a16:creationId xmlns:a16="http://schemas.microsoft.com/office/drawing/2014/main" id="{D241D4C4-E53B-4C22-9E69-DF56C1FD789F}"/>
              </a:ext>
            </a:extLst>
          </p:cNvPr>
          <p:cNvGrpSpPr>
            <a:grpSpLocks/>
          </p:cNvGrpSpPr>
          <p:nvPr/>
        </p:nvGrpSpPr>
        <p:grpSpPr bwMode="auto">
          <a:xfrm>
            <a:off x="4007230" y="2143169"/>
            <a:ext cx="2216150" cy="1784350"/>
            <a:chOff x="2636" y="1524"/>
            <a:chExt cx="1396" cy="1124"/>
          </a:xfrm>
        </p:grpSpPr>
        <p:sp>
          <p:nvSpPr>
            <p:cNvPr id="12" name="Text Box 126">
              <a:extLst>
                <a:ext uri="{FF2B5EF4-FFF2-40B4-BE49-F238E27FC236}">
                  <a16:creationId xmlns:a16="http://schemas.microsoft.com/office/drawing/2014/main" id="{D239937C-944A-4B35-A2BA-89470904AD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2" y="1525"/>
              <a:ext cx="54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Text Box 127">
              <a:extLst>
                <a:ext uri="{FF2B5EF4-FFF2-40B4-BE49-F238E27FC236}">
                  <a16:creationId xmlns:a16="http://schemas.microsoft.com/office/drawing/2014/main" id="{E042618E-DB13-4358-9524-D6BA6FAA0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8" y="1524"/>
              <a:ext cx="54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0</a:t>
              </a:r>
            </a:p>
          </p:txBody>
        </p:sp>
        <p:sp>
          <p:nvSpPr>
            <p:cNvPr id="14" name="Text Box 129">
              <a:extLst>
                <a:ext uri="{FF2B5EF4-FFF2-40B4-BE49-F238E27FC236}">
                  <a16:creationId xmlns:a16="http://schemas.microsoft.com/office/drawing/2014/main" id="{4AEA7060-1741-4765-B3DF-B419DA9AC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5" y="1524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Text Box 130">
              <a:extLst>
                <a:ext uri="{FF2B5EF4-FFF2-40B4-BE49-F238E27FC236}">
                  <a16:creationId xmlns:a16="http://schemas.microsoft.com/office/drawing/2014/main" id="{69ABDBCF-80BD-469D-883D-155F1F5129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9" y="1795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Text Box 131">
              <a:extLst>
                <a:ext uri="{FF2B5EF4-FFF2-40B4-BE49-F238E27FC236}">
                  <a16:creationId xmlns:a16="http://schemas.microsoft.com/office/drawing/2014/main" id="{5766C8C0-1C86-47B4-A378-4F154F2A7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2" y="1794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7" name="Text Box 132">
              <a:extLst>
                <a:ext uri="{FF2B5EF4-FFF2-40B4-BE49-F238E27FC236}">
                  <a16:creationId xmlns:a16="http://schemas.microsoft.com/office/drawing/2014/main" id="{DECABDF3-81C3-4EB3-9FCF-5222B1F65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1783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8" name="Text Box 133">
              <a:extLst>
                <a:ext uri="{FF2B5EF4-FFF2-40B4-BE49-F238E27FC236}">
                  <a16:creationId xmlns:a16="http://schemas.microsoft.com/office/drawing/2014/main" id="{990C61E0-5BB7-4872-A16B-A72090D31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6" y="2089"/>
              <a:ext cx="54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0</a:t>
              </a:r>
            </a:p>
          </p:txBody>
        </p:sp>
        <p:sp>
          <p:nvSpPr>
            <p:cNvPr id="19" name="Text Box 134">
              <a:extLst>
                <a:ext uri="{FF2B5EF4-FFF2-40B4-BE49-F238E27FC236}">
                  <a16:creationId xmlns:a16="http://schemas.microsoft.com/office/drawing/2014/main" id="{1A9DA172-5676-45D6-8164-776A57686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089"/>
              <a:ext cx="54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Text Box 135">
              <a:extLst>
                <a:ext uri="{FF2B5EF4-FFF2-40B4-BE49-F238E27FC236}">
                  <a16:creationId xmlns:a16="http://schemas.microsoft.com/office/drawing/2014/main" id="{2A89C9C3-00DF-421C-BFC8-3B5C5B697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8" y="2097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Text Box 136">
              <a:extLst>
                <a:ext uri="{FF2B5EF4-FFF2-40B4-BE49-F238E27FC236}">
                  <a16:creationId xmlns:a16="http://schemas.microsoft.com/office/drawing/2014/main" id="{3EEE5DE7-E955-4E3C-9F14-B71E94335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2359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 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22" name="Text Box 137">
              <a:extLst>
                <a:ext uri="{FF2B5EF4-FFF2-40B4-BE49-F238E27FC236}">
                  <a16:creationId xmlns:a16="http://schemas.microsoft.com/office/drawing/2014/main" id="{DD8D6A55-213D-4433-BCE8-46C974D29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360"/>
              <a:ext cx="54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Text Box 138">
              <a:extLst>
                <a:ext uri="{FF2B5EF4-FFF2-40B4-BE49-F238E27FC236}">
                  <a16:creationId xmlns:a16="http://schemas.microsoft.com/office/drawing/2014/main" id="{76C658FD-0BC5-4720-A005-FCC9840C8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9" y="2359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  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25" name="Group 169">
            <a:extLst>
              <a:ext uri="{FF2B5EF4-FFF2-40B4-BE49-F238E27FC236}">
                <a16:creationId xmlns:a16="http://schemas.microsoft.com/office/drawing/2014/main" id="{DAACA390-6397-4889-9BCA-9E8761B32482}"/>
              </a:ext>
            </a:extLst>
          </p:cNvPr>
          <p:cNvGrpSpPr>
            <a:grpSpLocks/>
          </p:cNvGrpSpPr>
          <p:nvPr/>
        </p:nvGrpSpPr>
        <p:grpSpPr bwMode="auto">
          <a:xfrm>
            <a:off x="6285295" y="627061"/>
            <a:ext cx="2732089" cy="1992313"/>
            <a:chOff x="63" y="2665"/>
            <a:chExt cx="1721" cy="1255"/>
          </a:xfrm>
        </p:grpSpPr>
        <p:grpSp>
          <p:nvGrpSpPr>
            <p:cNvPr id="26" name="Group 141">
              <a:extLst>
                <a:ext uri="{FF2B5EF4-FFF2-40B4-BE49-F238E27FC236}">
                  <a16:creationId xmlns:a16="http://schemas.microsoft.com/office/drawing/2014/main" id="{6952F627-902C-40F0-B80C-2F3FA2F90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" y="2665"/>
              <a:ext cx="1721" cy="1255"/>
              <a:chOff x="3113" y="507"/>
              <a:chExt cx="1721" cy="1255"/>
            </a:xfrm>
          </p:grpSpPr>
          <p:sp>
            <p:nvSpPr>
              <p:cNvPr id="28" name="Rectangle 142">
                <a:extLst>
                  <a:ext uri="{FF2B5EF4-FFF2-40B4-BE49-F238E27FC236}">
                    <a16:creationId xmlns:a16="http://schemas.microsoft.com/office/drawing/2014/main" id="{F1008676-9A16-40D5-AB14-F6ADD5D3F5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9" name="Rectangle 143">
                <a:extLst>
                  <a:ext uri="{FF2B5EF4-FFF2-40B4-BE49-F238E27FC236}">
                    <a16:creationId xmlns:a16="http://schemas.microsoft.com/office/drawing/2014/main" id="{545B2457-53A7-49FE-9C66-ADD0D26A8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30" name="Rectangle 144">
                <a:extLst>
                  <a:ext uri="{FF2B5EF4-FFF2-40B4-BE49-F238E27FC236}">
                    <a16:creationId xmlns:a16="http://schemas.microsoft.com/office/drawing/2014/main" id="{3175AA10-1D68-46FF-B5ED-C29C6FEBE2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411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08F8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31" name="Rectangle 145">
                <a:extLst>
                  <a:ext uri="{FF2B5EF4-FFF2-40B4-BE49-F238E27FC236}">
                    <a16:creationId xmlns:a16="http://schemas.microsoft.com/office/drawing/2014/main" id="{4CDE8706-A133-4ED9-B817-97E8899DE4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08F8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32" name="Rectangle 146">
                <a:extLst>
                  <a:ext uri="{FF2B5EF4-FFF2-40B4-BE49-F238E27FC236}">
                    <a16:creationId xmlns:a16="http://schemas.microsoft.com/office/drawing/2014/main" id="{741CF7DC-0C3A-4DF6-B7DD-723144BFD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147">
                <a:extLst>
                  <a:ext uri="{FF2B5EF4-FFF2-40B4-BE49-F238E27FC236}">
                    <a16:creationId xmlns:a16="http://schemas.microsoft.com/office/drawing/2014/main" id="{30781177-CE4C-4230-A558-8D962154CC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34" name="Rectangle 148">
                <a:extLst>
                  <a:ext uri="{FF2B5EF4-FFF2-40B4-BE49-F238E27FC236}">
                    <a16:creationId xmlns:a16="http://schemas.microsoft.com/office/drawing/2014/main" id="{63F6C664-DE55-4A7A-9A3C-FF7A9C62A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060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Rectangle 149">
                <a:extLst>
                  <a:ext uri="{FF2B5EF4-FFF2-40B4-BE49-F238E27FC236}">
                    <a16:creationId xmlns:a16="http://schemas.microsoft.com/office/drawing/2014/main" id="{6C56EB7C-19DA-4A6F-B841-EBE93409D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Line 150">
                <a:extLst>
                  <a:ext uri="{FF2B5EF4-FFF2-40B4-BE49-F238E27FC236}">
                    <a16:creationId xmlns:a16="http://schemas.microsoft.com/office/drawing/2014/main" id="{93E3CF5D-69A3-42F0-9891-6E9DAC356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Line 151">
                <a:extLst>
                  <a:ext uri="{FF2B5EF4-FFF2-40B4-BE49-F238E27FC236}">
                    <a16:creationId xmlns:a16="http://schemas.microsoft.com/office/drawing/2014/main" id="{43B3BB77-C887-4EEA-96DE-3667D78B55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41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Line 152">
                <a:extLst>
                  <a:ext uri="{FF2B5EF4-FFF2-40B4-BE49-F238E27FC236}">
                    <a16:creationId xmlns:a16="http://schemas.microsoft.com/office/drawing/2014/main" id="{5F7C7CAE-4A42-4A03-9FFD-FD5268035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762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Line 153">
                <a:extLst>
                  <a:ext uri="{FF2B5EF4-FFF2-40B4-BE49-F238E27FC236}">
                    <a16:creationId xmlns:a16="http://schemas.microsoft.com/office/drawing/2014/main" id="{14D65FE8-70D1-4980-B244-C2C83C233A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Line 154">
                <a:extLst>
                  <a:ext uri="{FF2B5EF4-FFF2-40B4-BE49-F238E27FC236}">
                    <a16:creationId xmlns:a16="http://schemas.microsoft.com/office/drawing/2014/main" id="{5DB45C91-6DAE-4AE7-93E0-A05A08BA2F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2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Line 155">
                <a:extLst>
                  <a:ext uri="{FF2B5EF4-FFF2-40B4-BE49-F238E27FC236}">
                    <a16:creationId xmlns:a16="http://schemas.microsoft.com/office/drawing/2014/main" id="{70AA17D7-2F71-47CC-B1B8-3A6158488F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Line 156">
                <a:extLst>
                  <a:ext uri="{FF2B5EF4-FFF2-40B4-BE49-F238E27FC236}">
                    <a16:creationId xmlns:a16="http://schemas.microsoft.com/office/drawing/2014/main" id="{861219ED-D70F-461E-82D5-CB0A7330D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3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Line 157">
                <a:extLst>
                  <a:ext uri="{FF2B5EF4-FFF2-40B4-BE49-F238E27FC236}">
                    <a16:creationId xmlns:a16="http://schemas.microsoft.com/office/drawing/2014/main" id="{0408DF48-DA51-4C94-828E-BA1ECA5360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4" name="Line 158">
                <a:extLst>
                  <a:ext uri="{FF2B5EF4-FFF2-40B4-BE49-F238E27FC236}">
                    <a16:creationId xmlns:a16="http://schemas.microsoft.com/office/drawing/2014/main" id="{EA804A1A-15D4-4BE3-830E-0876B1CE0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0" y="655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 Box 159">
                    <a:extLst>
                      <a:ext uri="{FF2B5EF4-FFF2-40B4-BE49-F238E27FC236}">
                        <a16:creationId xmlns:a16="http://schemas.microsoft.com/office/drawing/2014/main" id="{70B3490F-6F27-4778-BCB0-C8DE97A6BCF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13" y="829"/>
                    <a:ext cx="474" cy="290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5" name="Text Box 159">
                    <a:extLst>
                      <a:ext uri="{FF2B5EF4-FFF2-40B4-BE49-F238E27FC236}">
                        <a16:creationId xmlns="" xmlns:a16="http://schemas.microsoft.com/office/drawing/2014/main" id="{70B3490F-6F27-4778-BCB0-C8DE97A6B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13" y="829"/>
                    <a:ext cx="474" cy="290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14667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 Box 160">
                    <a:extLst>
                      <a:ext uri="{FF2B5EF4-FFF2-40B4-BE49-F238E27FC236}">
                        <a16:creationId xmlns:a16="http://schemas.microsoft.com/office/drawing/2014/main" id="{87ECA3C3-1710-49B6-8B06-2650BE77FF3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13" y="507"/>
                    <a:ext cx="474" cy="286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6" name="Text Box 160">
                    <a:extLst>
                      <a:ext uri="{FF2B5EF4-FFF2-40B4-BE49-F238E27FC236}">
                        <a16:creationId xmlns="" xmlns:a16="http://schemas.microsoft.com/office/drawing/2014/main" id="{87ECA3C3-1710-49B6-8B06-2650BE77FF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213" y="507"/>
                    <a:ext cx="474" cy="28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16216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 Box 161">
                    <a:extLst>
                      <a:ext uri="{FF2B5EF4-FFF2-40B4-BE49-F238E27FC236}">
                        <a16:creationId xmlns:a16="http://schemas.microsoft.com/office/drawing/2014/main" id="{D118FDE7-BD19-4916-952E-AFC969E7125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69" y="673"/>
                    <a:ext cx="474" cy="290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7" name="Text Box 161">
                    <a:extLst>
                      <a:ext uri="{FF2B5EF4-FFF2-40B4-BE49-F238E27FC236}">
                        <a16:creationId xmlns="" xmlns:a16="http://schemas.microsoft.com/office/drawing/2014/main" id="{D118FDE7-BD19-4916-952E-AFC969E712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369" y="673"/>
                    <a:ext cx="474" cy="290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b="-14474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" name="Text Box 162">
                <a:extLst>
                  <a:ext uri="{FF2B5EF4-FFF2-40B4-BE49-F238E27FC236}">
                    <a16:creationId xmlns:a16="http://schemas.microsoft.com/office/drawing/2014/main" id="{3DF94A60-06CB-4B1E-9159-D568B669CA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49" name="Text Box 163">
                <a:extLst>
                  <a:ext uri="{FF2B5EF4-FFF2-40B4-BE49-F238E27FC236}">
                    <a16:creationId xmlns:a16="http://schemas.microsoft.com/office/drawing/2014/main" id="{D17F73E9-3B3D-4F0A-A3E1-89DB8DC37B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50" name="Text Box 164">
                <a:extLst>
                  <a:ext uri="{FF2B5EF4-FFF2-40B4-BE49-F238E27FC236}">
                    <a16:creationId xmlns:a16="http://schemas.microsoft.com/office/drawing/2014/main" id="{CDA9F534-144D-4E64-B724-9BF3C475F5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51" name="Text Box 165">
                <a:extLst>
                  <a:ext uri="{FF2B5EF4-FFF2-40B4-BE49-F238E27FC236}">
                    <a16:creationId xmlns:a16="http://schemas.microsoft.com/office/drawing/2014/main" id="{8A8E5F82-E4DF-4FAA-BDB0-A9C9871790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52" name="Text Box 166">
                <a:extLst>
                  <a:ext uri="{FF2B5EF4-FFF2-40B4-BE49-F238E27FC236}">
                    <a16:creationId xmlns:a16="http://schemas.microsoft.com/office/drawing/2014/main" id="{FD5567E9-9FE1-4EC7-A30B-80334531BC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09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53" name="Text Box 167">
                <a:extLst>
                  <a:ext uri="{FF2B5EF4-FFF2-40B4-BE49-F238E27FC236}">
                    <a16:creationId xmlns:a16="http://schemas.microsoft.com/office/drawing/2014/main" id="{82171B63-7136-46FF-A403-534F7D1B8E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5" y="144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27" name="AutoShape 168">
              <a:extLst>
                <a:ext uri="{FF2B5EF4-FFF2-40B4-BE49-F238E27FC236}">
                  <a16:creationId xmlns:a16="http://schemas.microsoft.com/office/drawing/2014/main" id="{B9BDA002-B108-4E01-83BB-7F124FC3D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8" y="3253"/>
              <a:ext cx="181" cy="621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Box 170">
                <a:extLst>
                  <a:ext uri="{FF2B5EF4-FFF2-40B4-BE49-F238E27FC236}">
                    <a16:creationId xmlns:a16="http://schemas.microsoft.com/office/drawing/2014/main" id="{FAD55E60-B606-41E0-BB14-E640CDE02B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64756" y="2632074"/>
                <a:ext cx="1954213" cy="53367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1" lang="en-US" altLang="zh-CN" sz="2800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</a:endParaRPr>
              </a:p>
            </p:txBody>
          </p:sp>
        </mc:Choice>
        <mc:Fallback xmlns="">
          <p:sp>
            <p:nvSpPr>
              <p:cNvPr id="54" name="Text Box 170">
                <a:extLst>
                  <a:ext uri="{FF2B5EF4-FFF2-40B4-BE49-F238E27FC236}">
                    <a16:creationId xmlns="" xmlns:a16="http://schemas.microsoft.com/office/drawing/2014/main" id="{FAD55E60-B606-41E0-BB14-E640CDE02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64756" y="2632074"/>
                <a:ext cx="1954213" cy="53367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201">
            <a:extLst>
              <a:ext uri="{FF2B5EF4-FFF2-40B4-BE49-F238E27FC236}">
                <a16:creationId xmlns:a16="http://schemas.microsoft.com/office/drawing/2014/main" id="{5B8D08E7-3595-466E-ACAE-CA426C9F437A}"/>
              </a:ext>
            </a:extLst>
          </p:cNvPr>
          <p:cNvGrpSpPr>
            <a:grpSpLocks/>
          </p:cNvGrpSpPr>
          <p:nvPr/>
        </p:nvGrpSpPr>
        <p:grpSpPr bwMode="auto">
          <a:xfrm>
            <a:off x="6271008" y="3453456"/>
            <a:ext cx="2746377" cy="2035173"/>
            <a:chOff x="2030" y="2562"/>
            <a:chExt cx="1730" cy="1282"/>
          </a:xfrm>
        </p:grpSpPr>
        <p:grpSp>
          <p:nvGrpSpPr>
            <p:cNvPr id="56" name="Group 172">
              <a:extLst>
                <a:ext uri="{FF2B5EF4-FFF2-40B4-BE49-F238E27FC236}">
                  <a16:creationId xmlns:a16="http://schemas.microsoft.com/office/drawing/2014/main" id="{9BC6936F-BC8B-4261-87F5-8F0B1F30C3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0" y="2562"/>
              <a:ext cx="1730" cy="1282"/>
              <a:chOff x="3104" y="480"/>
              <a:chExt cx="1730" cy="1282"/>
            </a:xfrm>
          </p:grpSpPr>
          <p:sp>
            <p:nvSpPr>
              <p:cNvPr id="58" name="Rectangle 173">
                <a:extLst>
                  <a:ext uri="{FF2B5EF4-FFF2-40B4-BE49-F238E27FC236}">
                    <a16:creationId xmlns:a16="http://schemas.microsoft.com/office/drawing/2014/main" id="{62B73C00-89EE-4829-B0D5-BA316BE56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59" name="Rectangle 174">
                <a:extLst>
                  <a:ext uri="{FF2B5EF4-FFF2-40B4-BE49-F238E27FC236}">
                    <a16:creationId xmlns:a16="http://schemas.microsoft.com/office/drawing/2014/main" id="{D612ADCD-FB17-4F87-9373-CBA11DBEB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60" name="Rectangle 175">
                <a:extLst>
                  <a:ext uri="{FF2B5EF4-FFF2-40B4-BE49-F238E27FC236}">
                    <a16:creationId xmlns:a16="http://schemas.microsoft.com/office/drawing/2014/main" id="{58465093-88DE-47DB-BEB1-FF1D9BB38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411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61" name="Rectangle 176">
                <a:extLst>
                  <a:ext uri="{FF2B5EF4-FFF2-40B4-BE49-F238E27FC236}">
                    <a16:creationId xmlns:a16="http://schemas.microsoft.com/office/drawing/2014/main" id="{3C85921D-BD14-404B-B089-44DD53D24E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62" name="Rectangle 177">
                <a:extLst>
                  <a:ext uri="{FF2B5EF4-FFF2-40B4-BE49-F238E27FC236}">
                    <a16:creationId xmlns:a16="http://schemas.microsoft.com/office/drawing/2014/main" id="{95704A29-ED44-46D7-B60B-E456418F64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08F8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63" name="Rectangle 178">
                <a:extLst>
                  <a:ext uri="{FF2B5EF4-FFF2-40B4-BE49-F238E27FC236}">
                    <a16:creationId xmlns:a16="http://schemas.microsoft.com/office/drawing/2014/main" id="{764C95FA-BC12-4916-8B77-F1F4ED45F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08F8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64" name="Rectangle 179">
                <a:extLst>
                  <a:ext uri="{FF2B5EF4-FFF2-40B4-BE49-F238E27FC236}">
                    <a16:creationId xmlns:a16="http://schemas.microsoft.com/office/drawing/2014/main" id="{9A5B4179-3786-40E3-99E6-CD46BAC60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060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08F8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65" name="Rectangle 180">
                <a:extLst>
                  <a:ext uri="{FF2B5EF4-FFF2-40B4-BE49-F238E27FC236}">
                    <a16:creationId xmlns:a16="http://schemas.microsoft.com/office/drawing/2014/main" id="{F25CACD9-29D6-4E0B-B9AB-2BA2E359F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08F8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66" name="Line 181">
                <a:extLst>
                  <a:ext uri="{FF2B5EF4-FFF2-40B4-BE49-F238E27FC236}">
                    <a16:creationId xmlns:a16="http://schemas.microsoft.com/office/drawing/2014/main" id="{8212B6D1-3DD8-4948-9916-01094F77E5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Line 182">
                <a:extLst>
                  <a:ext uri="{FF2B5EF4-FFF2-40B4-BE49-F238E27FC236}">
                    <a16:creationId xmlns:a16="http://schemas.microsoft.com/office/drawing/2014/main" id="{E75F538C-8CF0-4CE4-AAFC-0FC7B4248F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41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Line 183">
                <a:extLst>
                  <a:ext uri="{FF2B5EF4-FFF2-40B4-BE49-F238E27FC236}">
                    <a16:creationId xmlns:a16="http://schemas.microsoft.com/office/drawing/2014/main" id="{ED465812-342A-4F08-AD17-EBEAEE17F8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762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Line 184">
                <a:extLst>
                  <a:ext uri="{FF2B5EF4-FFF2-40B4-BE49-F238E27FC236}">
                    <a16:creationId xmlns:a16="http://schemas.microsoft.com/office/drawing/2014/main" id="{E508D994-673E-4DD5-B25D-B41735C019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Line 185">
                <a:extLst>
                  <a:ext uri="{FF2B5EF4-FFF2-40B4-BE49-F238E27FC236}">
                    <a16:creationId xmlns:a16="http://schemas.microsoft.com/office/drawing/2014/main" id="{19FC4830-11E3-4759-82F4-87EA09BE74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2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Line 186">
                <a:extLst>
                  <a:ext uri="{FF2B5EF4-FFF2-40B4-BE49-F238E27FC236}">
                    <a16:creationId xmlns:a16="http://schemas.microsoft.com/office/drawing/2014/main" id="{C7D3B9A5-3E1D-42FF-8145-BF7B66551B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Line 187">
                <a:extLst>
                  <a:ext uri="{FF2B5EF4-FFF2-40B4-BE49-F238E27FC236}">
                    <a16:creationId xmlns:a16="http://schemas.microsoft.com/office/drawing/2014/main" id="{C7EFA8F3-009F-4066-81F0-70C785415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3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Line 188">
                <a:extLst>
                  <a:ext uri="{FF2B5EF4-FFF2-40B4-BE49-F238E27FC236}">
                    <a16:creationId xmlns:a16="http://schemas.microsoft.com/office/drawing/2014/main" id="{5D01DC45-3F9A-40A3-97E5-6674CD66F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Line 189">
                <a:extLst>
                  <a:ext uri="{FF2B5EF4-FFF2-40B4-BE49-F238E27FC236}">
                    <a16:creationId xmlns:a16="http://schemas.microsoft.com/office/drawing/2014/main" id="{D036486A-238F-461E-AB18-ABBAC0508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0" y="655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 Box 190">
                    <a:extLst>
                      <a:ext uri="{FF2B5EF4-FFF2-40B4-BE49-F238E27FC236}">
                        <a16:creationId xmlns:a16="http://schemas.microsoft.com/office/drawing/2014/main" id="{3B09F04A-C47D-4FC6-9F9D-6EE4B0BE79A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4" y="820"/>
                    <a:ext cx="474" cy="290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75" name="Text Box 190">
                    <a:extLst>
                      <a:ext uri="{FF2B5EF4-FFF2-40B4-BE49-F238E27FC236}">
                        <a16:creationId xmlns="" xmlns:a16="http://schemas.microsoft.com/office/drawing/2014/main" id="{3B09F04A-C47D-4FC6-9F9D-6EE4B0BE79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04" y="820"/>
                    <a:ext cx="474" cy="290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 b="-14474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 Box 191">
                    <a:extLst>
                      <a:ext uri="{FF2B5EF4-FFF2-40B4-BE49-F238E27FC236}">
                        <a16:creationId xmlns:a16="http://schemas.microsoft.com/office/drawing/2014/main" id="{25F4C5DB-BAA9-4796-89E8-5CC90C52012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77" y="480"/>
                    <a:ext cx="474" cy="297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76" name="Text Box 191">
                    <a:extLst>
                      <a:ext uri="{FF2B5EF4-FFF2-40B4-BE49-F238E27FC236}">
                        <a16:creationId xmlns="" xmlns:a16="http://schemas.microsoft.com/office/drawing/2014/main" id="{25F4C5DB-BAA9-4796-89E8-5CC90C5201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77" y="480"/>
                    <a:ext cx="474" cy="297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 b="-11688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 Box 192">
                    <a:extLst>
                      <a:ext uri="{FF2B5EF4-FFF2-40B4-BE49-F238E27FC236}">
                        <a16:creationId xmlns:a16="http://schemas.microsoft.com/office/drawing/2014/main" id="{DD147C1E-7722-43FB-A10F-1EEB9371557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78" y="673"/>
                    <a:ext cx="474" cy="290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77" name="Text Box 192">
                    <a:extLst>
                      <a:ext uri="{FF2B5EF4-FFF2-40B4-BE49-F238E27FC236}">
                        <a16:creationId xmlns="" xmlns:a16="http://schemas.microsoft.com/office/drawing/2014/main" id="{DD147C1E-7722-43FB-A10F-1EEB937155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378" y="673"/>
                    <a:ext cx="474" cy="290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 b="-14667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8" name="Text Box 193">
                <a:extLst>
                  <a:ext uri="{FF2B5EF4-FFF2-40B4-BE49-F238E27FC236}">
                    <a16:creationId xmlns:a16="http://schemas.microsoft.com/office/drawing/2014/main" id="{7B3177AB-7EE0-4C0E-BFF6-BF004FF858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79" name="Text Box 194">
                <a:extLst>
                  <a:ext uri="{FF2B5EF4-FFF2-40B4-BE49-F238E27FC236}">
                    <a16:creationId xmlns:a16="http://schemas.microsoft.com/office/drawing/2014/main" id="{8AD2384E-4EEF-4396-8957-88CFC0ACD6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80" name="Text Box 195">
                <a:extLst>
                  <a:ext uri="{FF2B5EF4-FFF2-40B4-BE49-F238E27FC236}">
                    <a16:creationId xmlns:a16="http://schemas.microsoft.com/office/drawing/2014/main" id="{34AE19CB-D4E3-4FAA-8314-BCEC6BAD3B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81" name="Text Box 196">
                <a:extLst>
                  <a:ext uri="{FF2B5EF4-FFF2-40B4-BE49-F238E27FC236}">
                    <a16:creationId xmlns:a16="http://schemas.microsoft.com/office/drawing/2014/main" id="{8BAB7371-7D03-40EA-8353-AEA3EA72AB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82" name="Text Box 197">
                <a:extLst>
                  <a:ext uri="{FF2B5EF4-FFF2-40B4-BE49-F238E27FC236}">
                    <a16:creationId xmlns:a16="http://schemas.microsoft.com/office/drawing/2014/main" id="{95870454-752A-4E84-AD48-9BD628B84F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09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83" name="Text Box 198">
                <a:extLst>
                  <a:ext uri="{FF2B5EF4-FFF2-40B4-BE49-F238E27FC236}">
                    <a16:creationId xmlns:a16="http://schemas.microsoft.com/office/drawing/2014/main" id="{F50F96D1-2E9A-4440-B3BC-39FF53BCB2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5" y="144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57" name="AutoShape 200">
              <a:extLst>
                <a:ext uri="{FF2B5EF4-FFF2-40B4-BE49-F238E27FC236}">
                  <a16:creationId xmlns:a16="http://schemas.microsoft.com/office/drawing/2014/main" id="{69DF0D89-893E-45FA-9EA6-9FE2ABA01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3196"/>
              <a:ext cx="485" cy="576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 Box 202">
                <a:extLst>
                  <a:ext uri="{FF2B5EF4-FFF2-40B4-BE49-F238E27FC236}">
                    <a16:creationId xmlns:a16="http://schemas.microsoft.com/office/drawing/2014/main" id="{8859A25D-6384-4554-B7A3-8E4107A23D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69248" y="5495931"/>
                <a:ext cx="1774752" cy="522194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1" lang="en-US" altLang="zh-CN" sz="2800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</a:endParaRPr>
              </a:p>
            </p:txBody>
          </p:sp>
        </mc:Choice>
        <mc:Fallback xmlns="">
          <p:sp>
            <p:nvSpPr>
              <p:cNvPr id="84" name="Text Box 202">
                <a:extLst>
                  <a:ext uri="{FF2B5EF4-FFF2-40B4-BE49-F238E27FC236}">
                    <a16:creationId xmlns="" xmlns:a16="http://schemas.microsoft.com/office/drawing/2014/main" id="{8859A25D-6384-4554-B7A3-8E4107A2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69248" y="5495931"/>
                <a:ext cx="1774752" cy="522194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 Box 203">
            <a:extLst>
              <a:ext uri="{FF2B5EF4-FFF2-40B4-BE49-F238E27FC236}">
                <a16:creationId xmlns:a16="http://schemas.microsoft.com/office/drawing/2014/main" id="{C5B4B249-9376-4C4E-95F7-30FB5D771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558" y="4101704"/>
            <a:ext cx="933450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同理：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 Box 202">
                <a:extLst>
                  <a:ext uri="{FF2B5EF4-FFF2-40B4-BE49-F238E27FC236}">
                    <a16:creationId xmlns:a16="http://schemas.microsoft.com/office/drawing/2014/main" id="{8859A25D-6384-4554-B7A3-8E4107A23D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6156" y="4617363"/>
                <a:ext cx="1979465" cy="5679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1" lang="en-US" altLang="zh-CN" sz="2800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</a:endParaRPr>
              </a:p>
            </p:txBody>
          </p:sp>
        </mc:Choice>
        <mc:Fallback xmlns="">
          <p:sp>
            <p:nvSpPr>
              <p:cNvPr id="91" name="Text Box 202">
                <a:extLst>
                  <a:ext uri="{FF2B5EF4-FFF2-40B4-BE49-F238E27FC236}">
                    <a16:creationId xmlns="" xmlns:a16="http://schemas.microsoft.com/office/drawing/2014/main" id="{8859A25D-6384-4554-B7A3-8E4107A2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6156" y="4617363"/>
                <a:ext cx="1979465" cy="56791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 Box 202">
                <a:extLst>
                  <a:ext uri="{FF2B5EF4-FFF2-40B4-BE49-F238E27FC236}">
                    <a16:creationId xmlns:a16="http://schemas.microsoft.com/office/drawing/2014/main" id="{8859A25D-6384-4554-B7A3-8E4107A23D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8429" y="5206494"/>
                <a:ext cx="1979465" cy="52232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1" lang="en-US" altLang="zh-CN" sz="2800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</a:endParaRPr>
              </a:p>
            </p:txBody>
          </p:sp>
        </mc:Choice>
        <mc:Fallback xmlns="">
          <p:sp>
            <p:nvSpPr>
              <p:cNvPr id="92" name="Text Box 202">
                <a:extLst>
                  <a:ext uri="{FF2B5EF4-FFF2-40B4-BE49-F238E27FC236}">
                    <a16:creationId xmlns="" xmlns:a16="http://schemas.microsoft.com/office/drawing/2014/main" id="{8859A25D-6384-4554-B7A3-8E4107A2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8429" y="5206494"/>
                <a:ext cx="1979465" cy="52232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 Box 202">
                <a:extLst>
                  <a:ext uri="{FF2B5EF4-FFF2-40B4-BE49-F238E27FC236}">
                    <a16:creationId xmlns:a16="http://schemas.microsoft.com/office/drawing/2014/main" id="{8859A25D-6384-4554-B7A3-8E4107A23D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353" y="5686444"/>
                <a:ext cx="2654892" cy="51328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en-US" altLang="zh-CN" sz="2800" b="1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</a:endParaRPr>
              </a:p>
            </p:txBody>
          </p:sp>
        </mc:Choice>
        <mc:Fallback xmlns="">
          <p:sp>
            <p:nvSpPr>
              <p:cNvPr id="93" name="Text Box 202">
                <a:extLst>
                  <a:ext uri="{FF2B5EF4-FFF2-40B4-BE49-F238E27FC236}">
                    <a16:creationId xmlns="" xmlns:a16="http://schemas.microsoft.com/office/drawing/2014/main" id="{8859A25D-6384-4554-B7A3-8E4107A2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4353" y="5686444"/>
                <a:ext cx="2654892" cy="51328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2734891" y="184809"/>
            <a:ext cx="61935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方法一：由激励表求驱动方程</a:t>
            </a:r>
          </a:p>
        </p:txBody>
      </p:sp>
    </p:spTree>
    <p:extLst>
      <p:ext uri="{BB962C8B-B14F-4D97-AF65-F5344CB8AC3E}">
        <p14:creationId xmlns:p14="http://schemas.microsoft.com/office/powerpoint/2010/main" val="86938718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54" grpId="0" autoUpdateAnimBg="0"/>
      <p:bldP spid="84" grpId="0" autoUpdateAnimBg="0"/>
      <p:bldP spid="85" grpId="0" animBg="1" autoUpdateAnimBg="0"/>
      <p:bldP spid="91" grpId="0" autoUpdateAnimBg="0"/>
      <p:bldP spid="92" grpId="0" autoUpdateAnimBg="0"/>
      <p:bldP spid="93" grpId="0" autoUpdateAnimBg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方法二：直接从次态求驱动方程</a:t>
            </a:r>
          </a:p>
        </p:txBody>
      </p:sp>
      <p:grpSp>
        <p:nvGrpSpPr>
          <p:cNvPr id="3" name="Group 38">
            <a:extLst>
              <a:ext uri="{FF2B5EF4-FFF2-40B4-BE49-F238E27FC236}">
                <a16:creationId xmlns:a16="http://schemas.microsoft.com/office/drawing/2014/main" id="{A71678E7-8762-43D4-8D2F-3AA50ED304E6}"/>
              </a:ext>
            </a:extLst>
          </p:cNvPr>
          <p:cNvGrpSpPr>
            <a:grpSpLocks/>
          </p:cNvGrpSpPr>
          <p:nvPr/>
        </p:nvGrpSpPr>
        <p:grpSpPr bwMode="auto">
          <a:xfrm>
            <a:off x="407990" y="668955"/>
            <a:ext cx="2746377" cy="1992312"/>
            <a:chOff x="257" y="733"/>
            <a:chExt cx="1730" cy="1255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FACD74A-1650-4AA3-836C-51DC3351B8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" y="733"/>
              <a:ext cx="1730" cy="1255"/>
              <a:chOff x="3104" y="507"/>
              <a:chExt cx="1730" cy="1255"/>
            </a:xfrm>
          </p:grpSpPr>
          <p:sp>
            <p:nvSpPr>
              <p:cNvPr id="9" name="Rectangle 5">
                <a:extLst>
                  <a:ext uri="{FF2B5EF4-FFF2-40B4-BE49-F238E27FC236}">
                    <a16:creationId xmlns:a16="http://schemas.microsoft.com/office/drawing/2014/main" id="{9B37986C-CD0B-4EAB-AF84-A6AA0F31D7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6">
                <a:extLst>
                  <a:ext uri="{FF2B5EF4-FFF2-40B4-BE49-F238E27FC236}">
                    <a16:creationId xmlns:a16="http://schemas.microsoft.com/office/drawing/2014/main" id="{950677F5-6FB2-410D-A727-F6C5C8295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11" name="Rectangle 7">
                <a:extLst>
                  <a:ext uri="{FF2B5EF4-FFF2-40B4-BE49-F238E27FC236}">
                    <a16:creationId xmlns:a16="http://schemas.microsoft.com/office/drawing/2014/main" id="{B3A98BEE-F31B-4178-8959-9EF36FFAB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411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784FD8AA-A69D-4B18-922F-52E50E098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9">
                <a:extLst>
                  <a:ext uri="{FF2B5EF4-FFF2-40B4-BE49-F238E27FC236}">
                    <a16:creationId xmlns:a16="http://schemas.microsoft.com/office/drawing/2014/main" id="{24992D7D-C75C-49EA-A06D-07244A263E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0">
                <a:extLst>
                  <a:ext uri="{FF2B5EF4-FFF2-40B4-BE49-F238E27FC236}">
                    <a16:creationId xmlns:a16="http://schemas.microsoft.com/office/drawing/2014/main" id="{5BB023D0-8085-4CBA-AF06-28F578115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1">
                <a:extLst>
                  <a:ext uri="{FF2B5EF4-FFF2-40B4-BE49-F238E27FC236}">
                    <a16:creationId xmlns:a16="http://schemas.microsoft.com/office/drawing/2014/main" id="{21AB137E-6ADD-49A4-BA26-ABF39F0A0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060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2">
                <a:extLst>
                  <a:ext uri="{FF2B5EF4-FFF2-40B4-BE49-F238E27FC236}">
                    <a16:creationId xmlns:a16="http://schemas.microsoft.com/office/drawing/2014/main" id="{C2EA0EB8-22D3-4DDF-A95E-7E2201F51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Line 13">
                <a:extLst>
                  <a:ext uri="{FF2B5EF4-FFF2-40B4-BE49-F238E27FC236}">
                    <a16:creationId xmlns:a16="http://schemas.microsoft.com/office/drawing/2014/main" id="{A27482C6-CC2B-4E42-9135-7553594BA4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Line 14">
                <a:extLst>
                  <a:ext uri="{FF2B5EF4-FFF2-40B4-BE49-F238E27FC236}">
                    <a16:creationId xmlns:a16="http://schemas.microsoft.com/office/drawing/2014/main" id="{CDD98B5B-DEF2-460D-94E9-CD4DB48737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41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Line 15">
                <a:extLst>
                  <a:ext uri="{FF2B5EF4-FFF2-40B4-BE49-F238E27FC236}">
                    <a16:creationId xmlns:a16="http://schemas.microsoft.com/office/drawing/2014/main" id="{6D55F586-7701-4CC7-91C0-73D97C2585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762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Line 16">
                <a:extLst>
                  <a:ext uri="{FF2B5EF4-FFF2-40B4-BE49-F238E27FC236}">
                    <a16:creationId xmlns:a16="http://schemas.microsoft.com/office/drawing/2014/main" id="{3401D90D-61ED-4D56-8ED0-51AB06F747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Line 17">
                <a:extLst>
                  <a:ext uri="{FF2B5EF4-FFF2-40B4-BE49-F238E27FC236}">
                    <a16:creationId xmlns:a16="http://schemas.microsoft.com/office/drawing/2014/main" id="{EED76969-583E-44CA-A750-4B31062616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2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Line 18">
                <a:extLst>
                  <a:ext uri="{FF2B5EF4-FFF2-40B4-BE49-F238E27FC236}">
                    <a16:creationId xmlns:a16="http://schemas.microsoft.com/office/drawing/2014/main" id="{F3BE20D6-F6A9-4AB6-8455-0F864A440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Line 19">
                <a:extLst>
                  <a:ext uri="{FF2B5EF4-FFF2-40B4-BE49-F238E27FC236}">
                    <a16:creationId xmlns:a16="http://schemas.microsoft.com/office/drawing/2014/main" id="{4469A243-F3EF-4CAC-AE35-78F8C4835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3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Line 20">
                <a:extLst>
                  <a:ext uri="{FF2B5EF4-FFF2-40B4-BE49-F238E27FC236}">
                    <a16:creationId xmlns:a16="http://schemas.microsoft.com/office/drawing/2014/main" id="{57795CF1-9958-4AAA-8659-F179560401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Line 21">
                <a:extLst>
                  <a:ext uri="{FF2B5EF4-FFF2-40B4-BE49-F238E27FC236}">
                    <a16:creationId xmlns:a16="http://schemas.microsoft.com/office/drawing/2014/main" id="{DBCD38C0-DDB5-4894-A185-52A85DD67C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0" y="655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 Box 22">
                    <a:extLst>
                      <a:ext uri="{FF2B5EF4-FFF2-40B4-BE49-F238E27FC236}">
                        <a16:creationId xmlns:a16="http://schemas.microsoft.com/office/drawing/2014/main" id="{043DF647-4A9C-48FF-A668-2EC5ACEC1C6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4" y="829"/>
                    <a:ext cx="474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6" name="Text Box 22">
                    <a:extLst>
                      <a:ext uri="{FF2B5EF4-FFF2-40B4-BE49-F238E27FC236}">
                        <a16:creationId xmlns="" xmlns:a16="http://schemas.microsoft.com/office/drawing/2014/main" id="{043DF647-4A9C-48FF-A668-2EC5ACEC1C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04" y="829"/>
                    <a:ext cx="474" cy="288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b="-14667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 Box 23">
                    <a:extLst>
                      <a:ext uri="{FF2B5EF4-FFF2-40B4-BE49-F238E27FC236}">
                        <a16:creationId xmlns:a16="http://schemas.microsoft.com/office/drawing/2014/main" id="{9BF03CEF-2083-4806-9FEF-1BAD2E38534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13" y="507"/>
                    <a:ext cx="474" cy="286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Text Box 23">
                    <a:extLst>
                      <a:ext uri="{FF2B5EF4-FFF2-40B4-BE49-F238E27FC236}">
                        <a16:creationId xmlns="" xmlns:a16="http://schemas.microsoft.com/office/drawing/2014/main" id="{9BF03CEF-2083-4806-9FEF-1BAD2E3853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213" y="507"/>
                    <a:ext cx="474" cy="286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16216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 Box 24">
                    <a:extLst>
                      <a:ext uri="{FF2B5EF4-FFF2-40B4-BE49-F238E27FC236}">
                        <a16:creationId xmlns:a16="http://schemas.microsoft.com/office/drawing/2014/main" id="{D451931B-4866-401F-979A-82C2929B010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87" y="655"/>
                    <a:ext cx="474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8" name="Text Box 24">
                    <a:extLst>
                      <a:ext uri="{FF2B5EF4-FFF2-40B4-BE49-F238E27FC236}">
                        <a16:creationId xmlns="" xmlns:a16="http://schemas.microsoft.com/office/drawing/2014/main" id="{D451931B-4866-401F-979A-82C2929B01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387" y="655"/>
                    <a:ext cx="474" cy="288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16000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Text Box 25">
                <a:extLst>
                  <a:ext uri="{FF2B5EF4-FFF2-40B4-BE49-F238E27FC236}">
                    <a16:creationId xmlns:a16="http://schemas.microsoft.com/office/drawing/2014/main" id="{417C62AF-A204-4210-ABA9-E9ED9D5734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30" name="Text Box 26">
                <a:extLst>
                  <a:ext uri="{FF2B5EF4-FFF2-40B4-BE49-F238E27FC236}">
                    <a16:creationId xmlns:a16="http://schemas.microsoft.com/office/drawing/2014/main" id="{AEF13771-F5CC-4FCF-B947-D79F1245D4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31" name="Text Box 27">
                <a:extLst>
                  <a:ext uri="{FF2B5EF4-FFF2-40B4-BE49-F238E27FC236}">
                    <a16:creationId xmlns:a16="http://schemas.microsoft.com/office/drawing/2014/main" id="{B01B403B-A85F-479B-ACC6-35FAD1A8D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32" name="Text Box 28">
                <a:extLst>
                  <a:ext uri="{FF2B5EF4-FFF2-40B4-BE49-F238E27FC236}">
                    <a16:creationId xmlns:a16="http://schemas.microsoft.com/office/drawing/2014/main" id="{061E06A1-B755-4259-A053-ADA5F1B40A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33" name="Text Box 29">
                <a:extLst>
                  <a:ext uri="{FF2B5EF4-FFF2-40B4-BE49-F238E27FC236}">
                    <a16:creationId xmlns:a16="http://schemas.microsoft.com/office/drawing/2014/main" id="{08540E09-4B05-4E85-8AE0-8CD324C4A0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09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34" name="Text Box 30">
                <a:extLst>
                  <a:ext uri="{FF2B5EF4-FFF2-40B4-BE49-F238E27FC236}">
                    <a16:creationId xmlns:a16="http://schemas.microsoft.com/office/drawing/2014/main" id="{1CA238AB-9114-4332-8B1E-08FDAD4CB8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5" y="144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5" name="Text Box 32">
              <a:extLst>
                <a:ext uri="{FF2B5EF4-FFF2-40B4-BE49-F238E27FC236}">
                  <a16:creationId xmlns:a16="http://schemas.microsoft.com/office/drawing/2014/main" id="{2DAB804D-D32C-4425-8F22-BF8E0AE4B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1322"/>
              <a:ext cx="271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" name="Text Box 33">
              <a:extLst>
                <a:ext uri="{FF2B5EF4-FFF2-40B4-BE49-F238E27FC236}">
                  <a16:creationId xmlns:a16="http://schemas.microsoft.com/office/drawing/2014/main" id="{7C69EABC-ADBE-4E98-9BA1-8D3F47456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" y="1672"/>
              <a:ext cx="27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" name="Text Box 34">
              <a:extLst>
                <a:ext uri="{FF2B5EF4-FFF2-40B4-BE49-F238E27FC236}">
                  <a16:creationId xmlns:a16="http://schemas.microsoft.com/office/drawing/2014/main" id="{C7807B65-BDFD-409B-9F87-625E5C0E2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1671"/>
              <a:ext cx="261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8" name="Text Box 35">
              <a:extLst>
                <a:ext uri="{FF2B5EF4-FFF2-40B4-BE49-F238E27FC236}">
                  <a16:creationId xmlns:a16="http://schemas.microsoft.com/office/drawing/2014/main" id="{4825F744-6A52-454E-BBA4-C74830C7E9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3" y="1671"/>
              <a:ext cx="261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</a:p>
          </p:txBody>
        </p:sp>
      </p:grpSp>
      <p:sp>
        <p:nvSpPr>
          <p:cNvPr id="35" name="Oval 39">
            <a:extLst>
              <a:ext uri="{FF2B5EF4-FFF2-40B4-BE49-F238E27FC236}">
                <a16:creationId xmlns:a16="http://schemas.microsoft.com/office/drawing/2014/main" id="{DA0EFCC2-93A9-4FCF-B74F-9AE0994AE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1638917"/>
            <a:ext cx="393700" cy="393700"/>
          </a:xfrm>
          <a:prstGeom prst="ellips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" name="Group 42">
            <a:extLst>
              <a:ext uri="{FF2B5EF4-FFF2-40B4-BE49-F238E27FC236}">
                <a16:creationId xmlns:a16="http://schemas.microsoft.com/office/drawing/2014/main" id="{C12928C5-FE83-43D1-B828-0483CF3FDAE9}"/>
              </a:ext>
            </a:extLst>
          </p:cNvPr>
          <p:cNvGrpSpPr>
            <a:grpSpLocks/>
          </p:cNvGrpSpPr>
          <p:nvPr/>
        </p:nvGrpSpPr>
        <p:grpSpPr bwMode="auto">
          <a:xfrm>
            <a:off x="1255713" y="2194542"/>
            <a:ext cx="1792287" cy="377825"/>
            <a:chOff x="791" y="1513"/>
            <a:chExt cx="1129" cy="238"/>
          </a:xfrm>
        </p:grpSpPr>
        <p:sp>
          <p:nvSpPr>
            <p:cNvPr id="37" name="AutoShape 40">
              <a:extLst>
                <a:ext uri="{FF2B5EF4-FFF2-40B4-BE49-F238E27FC236}">
                  <a16:creationId xmlns:a16="http://schemas.microsoft.com/office/drawing/2014/main" id="{4BADD567-A57B-47A2-B25F-27D386B6B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" y="1513"/>
              <a:ext cx="192" cy="238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AutoShape 41">
              <a:extLst>
                <a:ext uri="{FF2B5EF4-FFF2-40B4-BE49-F238E27FC236}">
                  <a16:creationId xmlns:a16="http://schemas.microsoft.com/office/drawing/2014/main" id="{E3EF9010-CD0D-4F00-8B88-04B743A70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513"/>
              <a:ext cx="192" cy="238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" name="Group 80">
            <a:extLst>
              <a:ext uri="{FF2B5EF4-FFF2-40B4-BE49-F238E27FC236}">
                <a16:creationId xmlns:a16="http://schemas.microsoft.com/office/drawing/2014/main" id="{4354A1B9-1ABD-40E9-8530-70AA236A07FA}"/>
              </a:ext>
            </a:extLst>
          </p:cNvPr>
          <p:cNvGrpSpPr>
            <a:grpSpLocks/>
          </p:cNvGrpSpPr>
          <p:nvPr/>
        </p:nvGrpSpPr>
        <p:grpSpPr bwMode="auto">
          <a:xfrm>
            <a:off x="4592641" y="697530"/>
            <a:ext cx="2774953" cy="2006601"/>
            <a:chOff x="2893" y="625"/>
            <a:chExt cx="1748" cy="1264"/>
          </a:xfrm>
        </p:grpSpPr>
        <p:grpSp>
          <p:nvGrpSpPr>
            <p:cNvPr id="40" name="Group 51">
              <a:extLst>
                <a:ext uri="{FF2B5EF4-FFF2-40B4-BE49-F238E27FC236}">
                  <a16:creationId xmlns:a16="http://schemas.microsoft.com/office/drawing/2014/main" id="{A84A5C3A-4385-4AF5-BE8F-BDDF521BE6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3" y="625"/>
              <a:ext cx="1748" cy="1264"/>
              <a:chOff x="3086" y="498"/>
              <a:chExt cx="1748" cy="1264"/>
            </a:xfrm>
          </p:grpSpPr>
          <p:sp>
            <p:nvSpPr>
              <p:cNvPr id="43" name="Rectangle 52">
                <a:extLst>
                  <a:ext uri="{FF2B5EF4-FFF2-40B4-BE49-F238E27FC236}">
                    <a16:creationId xmlns:a16="http://schemas.microsoft.com/office/drawing/2014/main" id="{CB10F49E-07D0-40B4-925F-7F0833D584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44" name="Rectangle 53">
                <a:extLst>
                  <a:ext uri="{FF2B5EF4-FFF2-40B4-BE49-F238E27FC236}">
                    <a16:creationId xmlns:a16="http://schemas.microsoft.com/office/drawing/2014/main" id="{E6EB7FA7-8E7C-46A0-A2F2-79135D7D7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45" name="Rectangle 54">
                <a:extLst>
                  <a:ext uri="{FF2B5EF4-FFF2-40B4-BE49-F238E27FC236}">
                    <a16:creationId xmlns:a16="http://schemas.microsoft.com/office/drawing/2014/main" id="{FC2D612D-5758-40AC-BE51-9441A5D1F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411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Rectangle 55">
                <a:extLst>
                  <a:ext uri="{FF2B5EF4-FFF2-40B4-BE49-F238E27FC236}">
                    <a16:creationId xmlns:a16="http://schemas.microsoft.com/office/drawing/2014/main" id="{6C849A8D-0C10-49B3-8B79-0010DEA6BF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7" name="Rectangle 56">
                <a:extLst>
                  <a:ext uri="{FF2B5EF4-FFF2-40B4-BE49-F238E27FC236}">
                    <a16:creationId xmlns:a16="http://schemas.microsoft.com/office/drawing/2014/main" id="{AA87C4ED-7B1C-43C9-AE8C-268272C9B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48" name="Rectangle 57">
                <a:extLst>
                  <a:ext uri="{FF2B5EF4-FFF2-40B4-BE49-F238E27FC236}">
                    <a16:creationId xmlns:a16="http://schemas.microsoft.com/office/drawing/2014/main" id="{DAE38CC9-7DBA-47C7-816A-C78F9EBD5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Rectangle 58">
                <a:extLst>
                  <a:ext uri="{FF2B5EF4-FFF2-40B4-BE49-F238E27FC236}">
                    <a16:creationId xmlns:a16="http://schemas.microsoft.com/office/drawing/2014/main" id="{1D6CF2D6-2250-4211-AF4A-F2903C5DA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060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0" name="Rectangle 59">
                <a:extLst>
                  <a:ext uri="{FF2B5EF4-FFF2-40B4-BE49-F238E27FC236}">
                    <a16:creationId xmlns:a16="http://schemas.microsoft.com/office/drawing/2014/main" id="{FCEB766E-EB72-4593-9727-8A359D5523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1" name="Line 60">
                <a:extLst>
                  <a:ext uri="{FF2B5EF4-FFF2-40B4-BE49-F238E27FC236}">
                    <a16:creationId xmlns:a16="http://schemas.microsoft.com/office/drawing/2014/main" id="{9AA0156D-D787-44E6-BACF-459618094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2" name="Line 61">
                <a:extLst>
                  <a:ext uri="{FF2B5EF4-FFF2-40B4-BE49-F238E27FC236}">
                    <a16:creationId xmlns:a16="http://schemas.microsoft.com/office/drawing/2014/main" id="{34C965D9-BB7D-42BC-B28D-B0EE0307DC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41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Line 62">
                <a:extLst>
                  <a:ext uri="{FF2B5EF4-FFF2-40B4-BE49-F238E27FC236}">
                    <a16:creationId xmlns:a16="http://schemas.microsoft.com/office/drawing/2014/main" id="{D17F6A53-D3EE-4F7A-813C-0E2E8923D0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762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" name="Line 63">
                <a:extLst>
                  <a:ext uri="{FF2B5EF4-FFF2-40B4-BE49-F238E27FC236}">
                    <a16:creationId xmlns:a16="http://schemas.microsoft.com/office/drawing/2014/main" id="{16CA6475-0C73-4392-B1E3-4708CD5226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" name="Line 64">
                <a:extLst>
                  <a:ext uri="{FF2B5EF4-FFF2-40B4-BE49-F238E27FC236}">
                    <a16:creationId xmlns:a16="http://schemas.microsoft.com/office/drawing/2014/main" id="{3C0BCAA8-39EF-4F10-9290-4BF4CD31EA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2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" name="Line 65">
                <a:extLst>
                  <a:ext uri="{FF2B5EF4-FFF2-40B4-BE49-F238E27FC236}">
                    <a16:creationId xmlns:a16="http://schemas.microsoft.com/office/drawing/2014/main" id="{CAE21931-B570-4A56-BE71-910D617B5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" name="Line 66">
                <a:extLst>
                  <a:ext uri="{FF2B5EF4-FFF2-40B4-BE49-F238E27FC236}">
                    <a16:creationId xmlns:a16="http://schemas.microsoft.com/office/drawing/2014/main" id="{737D8674-DA47-4E45-8A42-73081B93A5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3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Line 67">
                <a:extLst>
                  <a:ext uri="{FF2B5EF4-FFF2-40B4-BE49-F238E27FC236}">
                    <a16:creationId xmlns:a16="http://schemas.microsoft.com/office/drawing/2014/main" id="{95D8265D-E2B5-4180-9FAF-50777E6958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" name="Line 68">
                <a:extLst>
                  <a:ext uri="{FF2B5EF4-FFF2-40B4-BE49-F238E27FC236}">
                    <a16:creationId xmlns:a16="http://schemas.microsoft.com/office/drawing/2014/main" id="{79DBC585-0D3A-4778-B563-8245BE094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0" y="655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 Box 69">
                    <a:extLst>
                      <a:ext uri="{FF2B5EF4-FFF2-40B4-BE49-F238E27FC236}">
                        <a16:creationId xmlns:a16="http://schemas.microsoft.com/office/drawing/2014/main" id="{3EC27833-68EF-409F-BFC6-F729C242026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6" y="802"/>
                    <a:ext cx="474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0" name="Text Box 69">
                    <a:extLst>
                      <a:ext uri="{FF2B5EF4-FFF2-40B4-BE49-F238E27FC236}">
                        <a16:creationId xmlns="" xmlns:a16="http://schemas.microsoft.com/office/drawing/2014/main" id="{3EC27833-68EF-409F-BFC6-F729C24202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086" y="802"/>
                    <a:ext cx="474" cy="288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b="-14667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 Box 70">
                    <a:extLst>
                      <a:ext uri="{FF2B5EF4-FFF2-40B4-BE49-F238E27FC236}">
                        <a16:creationId xmlns:a16="http://schemas.microsoft.com/office/drawing/2014/main" id="{06347EAA-31BD-4333-91E5-FC7446A4BF7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95" y="498"/>
                    <a:ext cx="474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1" name="Text Box 70">
                    <a:extLst>
                      <a:ext uri="{FF2B5EF4-FFF2-40B4-BE49-F238E27FC236}">
                        <a16:creationId xmlns="" xmlns:a16="http://schemas.microsoft.com/office/drawing/2014/main" id="{06347EAA-31BD-4333-91E5-FC7446A4BF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95" y="498"/>
                    <a:ext cx="474" cy="288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b="-16000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 Box 71">
                    <a:extLst>
                      <a:ext uri="{FF2B5EF4-FFF2-40B4-BE49-F238E27FC236}">
                        <a16:creationId xmlns:a16="http://schemas.microsoft.com/office/drawing/2014/main" id="{64306942-3523-4669-B921-368E2592A02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69" y="655"/>
                    <a:ext cx="474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2" name="Text Box 71">
                    <a:extLst>
                      <a:ext uri="{FF2B5EF4-FFF2-40B4-BE49-F238E27FC236}">
                        <a16:creationId xmlns="" xmlns:a16="http://schemas.microsoft.com/office/drawing/2014/main" id="{64306942-3523-4669-B921-368E2592A0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369" y="655"/>
                    <a:ext cx="474" cy="288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 b="-16000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Text Box 72">
                <a:extLst>
                  <a:ext uri="{FF2B5EF4-FFF2-40B4-BE49-F238E27FC236}">
                    <a16:creationId xmlns:a16="http://schemas.microsoft.com/office/drawing/2014/main" id="{E9C2FEF0-2028-4A19-9AA7-930D74108D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64" name="Text Box 73">
                <a:extLst>
                  <a:ext uri="{FF2B5EF4-FFF2-40B4-BE49-F238E27FC236}">
                    <a16:creationId xmlns:a16="http://schemas.microsoft.com/office/drawing/2014/main" id="{6F877086-9D7D-46C6-84EE-0665704EB3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" y="825"/>
                <a:ext cx="361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65" name="Text Box 74">
                <a:extLst>
                  <a:ext uri="{FF2B5EF4-FFF2-40B4-BE49-F238E27FC236}">
                    <a16:creationId xmlns:a16="http://schemas.microsoft.com/office/drawing/2014/main" id="{7C19F5BD-3CC7-43A9-9EF1-49CACEA0A9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" y="825"/>
                <a:ext cx="361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66" name="Text Box 75">
                <a:extLst>
                  <a:ext uri="{FF2B5EF4-FFF2-40B4-BE49-F238E27FC236}">
                    <a16:creationId xmlns:a16="http://schemas.microsoft.com/office/drawing/2014/main" id="{64B0435C-2E63-48BD-B6F3-9DD849562F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3" y="825"/>
                <a:ext cx="361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67" name="Text Box 76">
                <a:extLst>
                  <a:ext uri="{FF2B5EF4-FFF2-40B4-BE49-F238E27FC236}">
                    <a16:creationId xmlns:a16="http://schemas.microsoft.com/office/drawing/2014/main" id="{68AA021C-E95B-41C9-B52A-C08C7E533F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096"/>
                <a:ext cx="361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68" name="Text Box 77">
                <a:extLst>
                  <a:ext uri="{FF2B5EF4-FFF2-40B4-BE49-F238E27FC236}">
                    <a16:creationId xmlns:a16="http://schemas.microsoft.com/office/drawing/2014/main" id="{B26595F0-872B-4F42-B9F9-E49167FBC3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5" y="1446"/>
                <a:ext cx="361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41" name="AutoShape 78">
              <a:extLst>
                <a:ext uri="{FF2B5EF4-FFF2-40B4-BE49-F238E27FC236}">
                  <a16:creationId xmlns:a16="http://schemas.microsoft.com/office/drawing/2014/main" id="{4536C3B1-367D-40F8-B18E-BCC729985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9" y="1233"/>
              <a:ext cx="158" cy="587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Oval 79">
              <a:extLst>
                <a:ext uri="{FF2B5EF4-FFF2-40B4-BE49-F238E27FC236}">
                  <a16:creationId xmlns:a16="http://schemas.microsoft.com/office/drawing/2014/main" id="{F99F19C5-94C6-4DFE-BC70-5502BF4CA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1222"/>
              <a:ext cx="203" cy="26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 Box 202">
                <a:extLst>
                  <a:ext uri="{FF2B5EF4-FFF2-40B4-BE49-F238E27FC236}">
                    <a16:creationId xmlns:a16="http://schemas.microsoft.com/office/drawing/2014/main" id="{8859A25D-6384-4554-B7A3-8E4107A23D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256" y="2831974"/>
                <a:ext cx="4258385" cy="5679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1" lang="en-US" altLang="zh-CN" sz="2800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</a:endParaRPr>
              </a:p>
            </p:txBody>
          </p:sp>
        </mc:Choice>
        <mc:Fallback xmlns="">
          <p:sp>
            <p:nvSpPr>
              <p:cNvPr id="69" name="Text Box 202">
                <a:extLst>
                  <a:ext uri="{FF2B5EF4-FFF2-40B4-BE49-F238E27FC236}">
                    <a16:creationId xmlns="" xmlns:a16="http://schemas.microsoft.com/office/drawing/2014/main" id="{8859A25D-6384-4554-B7A3-8E4107A2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256" y="2831974"/>
                <a:ext cx="4258385" cy="56791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 Box 202">
                <a:extLst>
                  <a:ext uri="{FF2B5EF4-FFF2-40B4-BE49-F238E27FC236}">
                    <a16:creationId xmlns:a16="http://schemas.microsoft.com/office/drawing/2014/main" id="{8859A25D-6384-4554-B7A3-8E4107A23D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9398" y="2802557"/>
                <a:ext cx="4258385" cy="5679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̅"/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lang="en-US" altLang="zh-CN" sz="28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altLang="zh-CN" sz="2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bSup>
                            </m:e>
                          </m:acc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1" lang="en-US" altLang="zh-CN" sz="2800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</a:endParaRPr>
              </a:p>
            </p:txBody>
          </p:sp>
        </mc:Choice>
        <mc:Fallback xmlns="">
          <p:sp>
            <p:nvSpPr>
              <p:cNvPr id="70" name="Text Box 202">
                <a:extLst>
                  <a:ext uri="{FF2B5EF4-FFF2-40B4-BE49-F238E27FC236}">
                    <a16:creationId xmlns="" xmlns:a16="http://schemas.microsoft.com/office/drawing/2014/main" id="{8859A25D-6384-4554-B7A3-8E4107A2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9398" y="2802557"/>
                <a:ext cx="4258385" cy="56791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Box 202">
                <a:extLst>
                  <a:ext uri="{FF2B5EF4-FFF2-40B4-BE49-F238E27FC236}">
                    <a16:creationId xmlns:a16="http://schemas.microsoft.com/office/drawing/2014/main" id="{8859A25D-6384-4554-B7A3-8E4107A23D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0808" y="3418513"/>
                <a:ext cx="4258385" cy="54200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 smtClean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p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800" b="1" i="1" dirty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 smtClean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2800" b="1" i="1" dirty="0" smtClean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srgbClr val="1F08F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solidFill>
                                    <a:srgbClr val="1F08F8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altLang="zh-CN" sz="2800" b="1" i="1" dirty="0">
                                  <a:solidFill>
                                    <a:srgbClr val="1F08F8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e>
                      </m:acc>
                      <m:r>
                        <a:rPr lang="en-US" altLang="zh-CN" sz="2800" b="1" i="1" dirty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acc>
                      <m:r>
                        <a:rPr lang="en-US" altLang="zh-CN" sz="2800" i="1" dirty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p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kumimoji="1" lang="en-US" altLang="zh-CN" sz="2800" i="1" u="none" strike="noStrike" kern="1200" cap="none" spc="0" normalizeH="0" baseline="30000" noProof="0" dirty="0">
                  <a:ln>
                    <a:noFill/>
                  </a:ln>
                  <a:solidFill>
                    <a:srgbClr val="1F08F8"/>
                  </a:solidFill>
                  <a:uLnTx/>
                  <a:uFillTx/>
                </a:endParaRPr>
              </a:p>
            </p:txBody>
          </p:sp>
        </mc:Choice>
        <mc:Fallback xmlns="">
          <p:sp>
            <p:nvSpPr>
              <p:cNvPr id="76" name="Text Box 20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859A25D-6384-4554-B7A3-8E4107A2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0808" y="3418513"/>
                <a:ext cx="4258385" cy="54200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 Box 202">
                <a:extLst>
                  <a:ext uri="{FF2B5EF4-FFF2-40B4-BE49-F238E27FC236}">
                    <a16:creationId xmlns:a16="http://schemas.microsoft.com/office/drawing/2014/main" id="{8859A25D-6384-4554-B7A3-8E4107A23D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468" y="4234207"/>
                <a:ext cx="4258385" cy="52232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1F08F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dirty="0">
                                  <a:solidFill>
                                    <a:srgbClr val="1F08F8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solidFill>
                                    <a:srgbClr val="1F08F8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 dirty="0">
                                  <a:solidFill>
                                    <a:srgbClr val="1F08F8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zh-CN" altLang="en-US" sz="2800" b="1" i="1" dirty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1" lang="en-US" altLang="zh-CN" sz="2800" i="1" u="none" strike="noStrike" kern="1200" cap="none" spc="0" normalizeH="0" baseline="30000" noProof="0" dirty="0">
                  <a:ln>
                    <a:noFill/>
                  </a:ln>
                  <a:solidFill>
                    <a:srgbClr val="1F08F8"/>
                  </a:solidFill>
                  <a:uLnTx/>
                  <a:uFillTx/>
                </a:endParaRPr>
              </a:p>
            </p:txBody>
          </p:sp>
        </mc:Choice>
        <mc:Fallback xmlns="">
          <p:sp>
            <p:nvSpPr>
              <p:cNvPr id="77" name="Text Box 202">
                <a:extLst>
                  <a:ext uri="{FF2B5EF4-FFF2-40B4-BE49-F238E27FC236}">
                    <a16:creationId xmlns="" xmlns:a16="http://schemas.microsoft.com/office/drawing/2014/main" id="{8859A25D-6384-4554-B7A3-8E4107A2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468" y="4234207"/>
                <a:ext cx="4258385" cy="52232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/>
          <p:cNvCxnSpPr/>
          <p:nvPr/>
        </p:nvCxnSpPr>
        <p:spPr bwMode="auto">
          <a:xfrm flipH="1">
            <a:off x="2895600" y="3954650"/>
            <a:ext cx="1243869" cy="244262"/>
          </a:xfrm>
          <a:prstGeom prst="straightConnector1">
            <a:avLst/>
          </a:prstGeom>
          <a:noFill/>
          <a:ln w="28575" cap="flat" cmpd="sng" algn="ctr">
            <a:solidFill>
              <a:srgbClr val="1F08F8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Box 202">
                <a:extLst>
                  <a:ext uri="{FF2B5EF4-FFF2-40B4-BE49-F238E27FC236}">
                    <a16:creationId xmlns:a16="http://schemas.microsoft.com/office/drawing/2014/main" id="{8859A25D-6384-4554-B7A3-8E4107A23D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0207" y="4195063"/>
                <a:ext cx="3835304" cy="5679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1F08F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dirty="0">
                                  <a:solidFill>
                                    <a:srgbClr val="1F08F8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solidFill>
                                    <a:srgbClr val="1F08F8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800" b="1" i="1" dirty="0">
                                  <a:solidFill>
                                    <a:srgbClr val="1F08F8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zh-CN" altLang="en-US" sz="2800" b="1" i="1" dirty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1" lang="en-US" altLang="zh-CN" sz="2800" i="1" u="none" strike="noStrike" kern="1200" cap="none" spc="0" normalizeH="0" baseline="30000" noProof="0" dirty="0">
                  <a:ln>
                    <a:noFill/>
                  </a:ln>
                  <a:solidFill>
                    <a:srgbClr val="1F08F8"/>
                  </a:solidFill>
                  <a:uLnTx/>
                  <a:uFillTx/>
                </a:endParaRPr>
              </a:p>
            </p:txBody>
          </p:sp>
        </mc:Choice>
        <mc:Fallback xmlns="">
          <p:sp>
            <p:nvSpPr>
              <p:cNvPr id="80" name="Text Box 202">
                <a:extLst>
                  <a:ext uri="{FF2B5EF4-FFF2-40B4-BE49-F238E27FC236}">
                    <a16:creationId xmlns="" xmlns:a16="http://schemas.microsoft.com/office/drawing/2014/main" id="{8859A25D-6384-4554-B7A3-8E4107A2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0207" y="4195063"/>
                <a:ext cx="3835304" cy="56791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直接箭头连接符 81"/>
          <p:cNvCxnSpPr>
            <a:stCxn id="76" idx="2"/>
          </p:cNvCxnSpPr>
          <p:nvPr/>
        </p:nvCxnSpPr>
        <p:spPr bwMode="auto">
          <a:xfrm>
            <a:off x="4700001" y="3960521"/>
            <a:ext cx="1330168" cy="166302"/>
          </a:xfrm>
          <a:prstGeom prst="straightConnector1">
            <a:avLst/>
          </a:prstGeom>
          <a:noFill/>
          <a:ln w="28575" cap="flat" cmpd="sng" algn="ctr">
            <a:solidFill>
              <a:srgbClr val="1F08F8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3" name="Group 92">
            <a:extLst>
              <a:ext uri="{FF2B5EF4-FFF2-40B4-BE49-F238E27FC236}">
                <a16:creationId xmlns:a16="http://schemas.microsoft.com/office/drawing/2014/main" id="{7A034394-EFD2-4C38-B1A5-66EAD07B4570}"/>
              </a:ext>
            </a:extLst>
          </p:cNvPr>
          <p:cNvGrpSpPr>
            <a:grpSpLocks/>
          </p:cNvGrpSpPr>
          <p:nvPr/>
        </p:nvGrpSpPr>
        <p:grpSpPr bwMode="auto">
          <a:xfrm>
            <a:off x="190498" y="4716971"/>
            <a:ext cx="2874969" cy="2049465"/>
            <a:chOff x="2006" y="2573"/>
            <a:chExt cx="1811" cy="1291"/>
          </a:xfrm>
        </p:grpSpPr>
        <p:grpSp>
          <p:nvGrpSpPr>
            <p:cNvPr id="84" name="Group 93">
              <a:extLst>
                <a:ext uri="{FF2B5EF4-FFF2-40B4-BE49-F238E27FC236}">
                  <a16:creationId xmlns:a16="http://schemas.microsoft.com/office/drawing/2014/main" id="{668FE6AC-C0EE-40CF-87E8-026D011984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06" y="2573"/>
              <a:ext cx="1811" cy="1291"/>
              <a:chOff x="3023" y="471"/>
              <a:chExt cx="1811" cy="1291"/>
            </a:xfrm>
          </p:grpSpPr>
          <p:sp>
            <p:nvSpPr>
              <p:cNvPr id="87" name="Rectangle 94">
                <a:extLst>
                  <a:ext uri="{FF2B5EF4-FFF2-40B4-BE49-F238E27FC236}">
                    <a16:creationId xmlns:a16="http://schemas.microsoft.com/office/drawing/2014/main" id="{3A1F1921-7DEF-45E4-BED2-FC16C6596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88" name="Rectangle 95">
                <a:extLst>
                  <a:ext uri="{FF2B5EF4-FFF2-40B4-BE49-F238E27FC236}">
                    <a16:creationId xmlns:a16="http://schemas.microsoft.com/office/drawing/2014/main" id="{9C38D388-C858-43FC-A43F-B6570D7172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89" name="Rectangle 96">
                <a:extLst>
                  <a:ext uri="{FF2B5EF4-FFF2-40B4-BE49-F238E27FC236}">
                    <a16:creationId xmlns:a16="http://schemas.microsoft.com/office/drawing/2014/main" id="{3245A71D-47D9-4248-8562-321D9121B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411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Rectangle 97">
                <a:extLst>
                  <a:ext uri="{FF2B5EF4-FFF2-40B4-BE49-F238E27FC236}">
                    <a16:creationId xmlns:a16="http://schemas.microsoft.com/office/drawing/2014/main" id="{3572704E-2D80-4C0C-B46B-4B213F2F6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411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91" name="Rectangle 98">
                <a:extLst>
                  <a:ext uri="{FF2B5EF4-FFF2-40B4-BE49-F238E27FC236}">
                    <a16:creationId xmlns:a16="http://schemas.microsoft.com/office/drawing/2014/main" id="{22F25EA9-8011-43F0-BEF4-DA675F0DF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92" name="Rectangle 99">
                <a:extLst>
                  <a:ext uri="{FF2B5EF4-FFF2-40B4-BE49-F238E27FC236}">
                    <a16:creationId xmlns:a16="http://schemas.microsoft.com/office/drawing/2014/main" id="{A7F4E936-1FCA-492C-8B6C-CE606383B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" name="Rectangle 100">
                <a:extLst>
                  <a:ext uri="{FF2B5EF4-FFF2-40B4-BE49-F238E27FC236}">
                    <a16:creationId xmlns:a16="http://schemas.microsoft.com/office/drawing/2014/main" id="{D9435BBF-AC48-455B-A0C6-45BE4578F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060"/>
                <a:ext cx="286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4" name="Rectangle 101">
                <a:extLst>
                  <a:ext uri="{FF2B5EF4-FFF2-40B4-BE49-F238E27FC236}">
                    <a16:creationId xmlns:a16="http://schemas.microsoft.com/office/drawing/2014/main" id="{C3980493-84B7-45E2-BC47-821A97975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060"/>
                <a:ext cx="285" cy="35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95" name="Line 102">
                <a:extLst>
                  <a:ext uri="{FF2B5EF4-FFF2-40B4-BE49-F238E27FC236}">
                    <a16:creationId xmlns:a16="http://schemas.microsoft.com/office/drawing/2014/main" id="{2A4C839C-538F-451C-AA6F-F936CD880D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6" name="Line 103">
                <a:extLst>
                  <a:ext uri="{FF2B5EF4-FFF2-40B4-BE49-F238E27FC236}">
                    <a16:creationId xmlns:a16="http://schemas.microsoft.com/office/drawing/2014/main" id="{A3191920-3B5D-4298-80B5-043FA1CAEF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41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" name="Line 104">
                <a:extLst>
                  <a:ext uri="{FF2B5EF4-FFF2-40B4-BE49-F238E27FC236}">
                    <a16:creationId xmlns:a16="http://schemas.microsoft.com/office/drawing/2014/main" id="{8807E228-13BE-472F-903C-1632478A83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762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8" name="Line 105">
                <a:extLst>
                  <a:ext uri="{FF2B5EF4-FFF2-40B4-BE49-F238E27FC236}">
                    <a16:creationId xmlns:a16="http://schemas.microsoft.com/office/drawing/2014/main" id="{DB7A8EC6-5117-480A-A6EF-5D13D82B9A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7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" name="Line 106">
                <a:extLst>
                  <a:ext uri="{FF2B5EF4-FFF2-40B4-BE49-F238E27FC236}">
                    <a16:creationId xmlns:a16="http://schemas.microsoft.com/office/drawing/2014/main" id="{36899FC3-E2ED-498D-A7A9-89F6E1C32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2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0" name="Line 107">
                <a:extLst>
                  <a:ext uri="{FF2B5EF4-FFF2-40B4-BE49-F238E27FC236}">
                    <a16:creationId xmlns:a16="http://schemas.microsoft.com/office/drawing/2014/main" id="{67F84A5B-7825-40EE-A478-9606F6F8A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1" name="Line 108">
                <a:extLst>
                  <a:ext uri="{FF2B5EF4-FFF2-40B4-BE49-F238E27FC236}">
                    <a16:creationId xmlns:a16="http://schemas.microsoft.com/office/drawing/2014/main" id="{052FDC88-879F-4AA8-99B6-4E0221702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3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2" name="Line 109">
                <a:extLst>
                  <a:ext uri="{FF2B5EF4-FFF2-40B4-BE49-F238E27FC236}">
                    <a16:creationId xmlns:a16="http://schemas.microsoft.com/office/drawing/2014/main" id="{BABE6F5C-39A4-41AC-B281-238998CFAB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8" y="1060"/>
                <a:ext cx="0" cy="7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" name="Line 110">
                <a:extLst>
                  <a:ext uri="{FF2B5EF4-FFF2-40B4-BE49-F238E27FC236}">
                    <a16:creationId xmlns:a16="http://schemas.microsoft.com/office/drawing/2014/main" id="{626C8810-1CEA-44E1-8A81-66EB268461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0" y="655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 Box 111">
                    <a:extLst>
                      <a:ext uri="{FF2B5EF4-FFF2-40B4-BE49-F238E27FC236}">
                        <a16:creationId xmlns:a16="http://schemas.microsoft.com/office/drawing/2014/main" id="{CFD45902-2C86-4FB1-A976-47869BC350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3" y="757"/>
                    <a:ext cx="474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4" name="Text Box 111">
                    <a:extLst>
                      <a:ext uri="{FF2B5EF4-FFF2-40B4-BE49-F238E27FC236}">
                        <a16:creationId xmlns="" xmlns:a16="http://schemas.microsoft.com/office/drawing/2014/main" id="{CFD45902-2C86-4FB1-A976-47869BC350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023" y="757"/>
                    <a:ext cx="474" cy="288"/>
                  </a:xfrm>
                  <a:prstGeom prst="rect">
                    <a:avLst/>
                  </a:prstGeom>
                  <a:blipFill rotWithShape="0">
                    <a:blip r:embed="rId13"/>
                    <a:stretch>
                      <a:fillRect b="-16000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Text Box 112">
                    <a:extLst>
                      <a:ext uri="{FF2B5EF4-FFF2-40B4-BE49-F238E27FC236}">
                        <a16:creationId xmlns:a16="http://schemas.microsoft.com/office/drawing/2014/main" id="{9B5913AE-F0E9-4BB1-9047-C74F877A242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77" y="471"/>
                    <a:ext cx="474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5" name="Text Box 112">
                    <a:extLst>
                      <a:ext uri="{FF2B5EF4-FFF2-40B4-BE49-F238E27FC236}">
                        <a16:creationId xmlns="" xmlns:a16="http://schemas.microsoft.com/office/drawing/2014/main" id="{9B5913AE-F0E9-4BB1-9047-C74F877A24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77" y="471"/>
                    <a:ext cx="474" cy="288"/>
                  </a:xfrm>
                  <a:prstGeom prst="rect">
                    <a:avLst/>
                  </a:prstGeom>
                  <a:blipFill rotWithShape="0">
                    <a:blip r:embed="rId14"/>
                    <a:stretch>
                      <a:fillRect b="-14667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 Box 113">
                    <a:extLst>
                      <a:ext uri="{FF2B5EF4-FFF2-40B4-BE49-F238E27FC236}">
                        <a16:creationId xmlns:a16="http://schemas.microsoft.com/office/drawing/2014/main" id="{9842607C-F2A6-45C7-BD92-312BCF7A08B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78" y="655"/>
                    <a:ext cx="474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00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6" name="Text Box 113">
                    <a:extLst>
                      <a:ext uri="{FF2B5EF4-FFF2-40B4-BE49-F238E27FC236}">
                        <a16:creationId xmlns="" xmlns:a16="http://schemas.microsoft.com/office/drawing/2014/main" id="{9842607C-F2A6-45C7-BD92-312BCF7A08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378" y="655"/>
                    <a:ext cx="474" cy="288"/>
                  </a:xfrm>
                  <a:prstGeom prst="rect">
                    <a:avLst/>
                  </a:prstGeom>
                  <a:blipFill rotWithShape="0">
                    <a:blip r:embed="rId15"/>
                    <a:stretch>
                      <a:fillRect b="-14667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7" name="Text Box 114">
                <a:extLst>
                  <a:ext uri="{FF2B5EF4-FFF2-40B4-BE49-F238E27FC236}">
                    <a16:creationId xmlns:a16="http://schemas.microsoft.com/office/drawing/2014/main" id="{C9F28157-0CE6-42F5-8801-6BADB337B4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108" name="Text Box 115">
                <a:extLst>
                  <a:ext uri="{FF2B5EF4-FFF2-40B4-BE49-F238E27FC236}">
                    <a16:creationId xmlns:a16="http://schemas.microsoft.com/office/drawing/2014/main" id="{C30C18D3-5C57-454C-8384-395726FFBC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109" name="Text Box 116">
                <a:extLst>
                  <a:ext uri="{FF2B5EF4-FFF2-40B4-BE49-F238E27FC236}">
                    <a16:creationId xmlns:a16="http://schemas.microsoft.com/office/drawing/2014/main" id="{3C78B6CA-E1B5-4706-BE6A-2B91CC1C78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110" name="Text Box 117">
                <a:extLst>
                  <a:ext uri="{FF2B5EF4-FFF2-40B4-BE49-F238E27FC236}">
                    <a16:creationId xmlns:a16="http://schemas.microsoft.com/office/drawing/2014/main" id="{889327EE-005E-488F-82A4-7B4579FA08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3" y="825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111" name="Text Box 118">
                <a:extLst>
                  <a:ext uri="{FF2B5EF4-FFF2-40B4-BE49-F238E27FC236}">
                    <a16:creationId xmlns:a16="http://schemas.microsoft.com/office/drawing/2014/main" id="{3DD0A276-A3BB-4664-908F-C5F558B6CB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4" y="109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12" name="Text Box 119">
                <a:extLst>
                  <a:ext uri="{FF2B5EF4-FFF2-40B4-BE49-F238E27FC236}">
                    <a16:creationId xmlns:a16="http://schemas.microsoft.com/office/drawing/2014/main" id="{A48E0426-C901-44F5-AA62-10A25C933D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5" y="1446"/>
                <a:ext cx="36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85" name="AutoShape 120">
              <a:extLst>
                <a:ext uri="{FF2B5EF4-FFF2-40B4-BE49-F238E27FC236}">
                  <a16:creationId xmlns:a16="http://schemas.microsoft.com/office/drawing/2014/main" id="{8E5B6ED6-9C7B-4D7B-9405-6EFA68A7E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" y="3220"/>
              <a:ext cx="204" cy="587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" name="AutoShape 121">
              <a:extLst>
                <a:ext uri="{FF2B5EF4-FFF2-40B4-BE49-F238E27FC236}">
                  <a16:creationId xmlns:a16="http://schemas.microsoft.com/office/drawing/2014/main" id="{78B01048-AAFB-4807-BD2E-B5265EBF7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2" y="3220"/>
              <a:ext cx="204" cy="587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 Box 202">
                <a:extLst>
                  <a:ext uri="{FF2B5EF4-FFF2-40B4-BE49-F238E27FC236}">
                    <a16:creationId xmlns:a16="http://schemas.microsoft.com/office/drawing/2014/main" id="{8859A25D-6384-4554-B7A3-8E4107A23D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500" y="6206715"/>
                <a:ext cx="2230000" cy="52232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1F08F8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solidFill>
                            <a:srgbClr val="1F08F8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en-US" altLang="zh-CN" sz="2800" i="1" u="none" strike="noStrike" kern="1200" cap="none" spc="0" normalizeH="0" baseline="30000" noProof="0" dirty="0">
                  <a:ln>
                    <a:noFill/>
                  </a:ln>
                  <a:solidFill>
                    <a:srgbClr val="1F08F8"/>
                  </a:solidFill>
                  <a:uLnTx/>
                  <a:uFillTx/>
                </a:endParaRPr>
              </a:p>
            </p:txBody>
          </p:sp>
        </mc:Choice>
        <mc:Fallback xmlns="">
          <p:sp>
            <p:nvSpPr>
              <p:cNvPr id="114" name="Text Box 202">
                <a:extLst>
                  <a:ext uri="{FF2B5EF4-FFF2-40B4-BE49-F238E27FC236}">
                    <a16:creationId xmlns="" xmlns:a16="http://schemas.microsoft.com/office/drawing/2014/main" id="{8859A25D-6384-4554-B7A3-8E4107A2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1500" y="6206715"/>
                <a:ext cx="2230000" cy="522322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 Box 202">
                <a:extLst>
                  <a:ext uri="{FF2B5EF4-FFF2-40B4-BE49-F238E27FC236}">
                    <a16:creationId xmlns:a16="http://schemas.microsoft.com/office/drawing/2014/main" id="{8859A25D-6384-4554-B7A3-8E4107A23D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8455" y="5577102"/>
                <a:ext cx="2129193" cy="5679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1" lang="en-US" altLang="zh-CN" sz="2800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</a:endParaRPr>
              </a:p>
            </p:txBody>
          </p:sp>
        </mc:Choice>
        <mc:Fallback xmlns="">
          <p:sp>
            <p:nvSpPr>
              <p:cNvPr id="115" name="Text Box 202">
                <a:extLst>
                  <a:ext uri="{FF2B5EF4-FFF2-40B4-BE49-F238E27FC236}">
                    <a16:creationId xmlns="" xmlns:a16="http://schemas.microsoft.com/office/drawing/2014/main" id="{8859A25D-6384-4554-B7A3-8E4107A2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8455" y="5577102"/>
                <a:ext cx="2129193" cy="567912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" name="Group 128">
            <a:extLst>
              <a:ext uri="{FF2B5EF4-FFF2-40B4-BE49-F238E27FC236}">
                <a16:creationId xmlns:a16="http://schemas.microsoft.com/office/drawing/2014/main" id="{2A0F9053-035A-4437-9488-DDB3CAEF1D5F}"/>
              </a:ext>
            </a:extLst>
          </p:cNvPr>
          <p:cNvGrpSpPr>
            <a:grpSpLocks/>
          </p:cNvGrpSpPr>
          <p:nvPr/>
        </p:nvGrpSpPr>
        <p:grpSpPr bwMode="auto">
          <a:xfrm>
            <a:off x="5607787" y="5514599"/>
            <a:ext cx="3797300" cy="1327150"/>
            <a:chOff x="2497" y="2691"/>
            <a:chExt cx="2392" cy="836"/>
          </a:xfrm>
        </p:grpSpPr>
        <p:grpSp>
          <p:nvGrpSpPr>
            <p:cNvPr id="118" name="Group 129">
              <a:extLst>
                <a:ext uri="{FF2B5EF4-FFF2-40B4-BE49-F238E27FC236}">
                  <a16:creationId xmlns:a16="http://schemas.microsoft.com/office/drawing/2014/main" id="{7309ADEA-94CB-4D41-9235-65DA3F74F9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7" y="2691"/>
              <a:ext cx="611" cy="305"/>
              <a:chOff x="915" y="2778"/>
              <a:chExt cx="407" cy="305"/>
            </a:xfrm>
          </p:grpSpPr>
          <p:sp>
            <p:nvSpPr>
              <p:cNvPr id="140" name="Oval 130">
                <a:extLst>
                  <a:ext uri="{FF2B5EF4-FFF2-40B4-BE49-F238E27FC236}">
                    <a16:creationId xmlns:a16="http://schemas.microsoft.com/office/drawing/2014/main" id="{1F8BE037-C190-4D21-A21A-A18295B03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1" name="Text Box 131">
                <a:extLst>
                  <a:ext uri="{FF2B5EF4-FFF2-40B4-BE49-F238E27FC236}">
                    <a16:creationId xmlns:a16="http://schemas.microsoft.com/office/drawing/2014/main" id="{462185FE-7A57-47E0-9CF4-1170C7B524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19" name="Line 132">
              <a:extLst>
                <a:ext uri="{FF2B5EF4-FFF2-40B4-BE49-F238E27FC236}">
                  <a16:creationId xmlns:a16="http://schemas.microsoft.com/office/drawing/2014/main" id="{EA50DCF0-9DE3-494E-8A12-C351F4B236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2860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0" name="Group 133">
              <a:extLst>
                <a:ext uri="{FF2B5EF4-FFF2-40B4-BE49-F238E27FC236}">
                  <a16:creationId xmlns:a16="http://schemas.microsoft.com/office/drawing/2014/main" id="{AF6F3EE4-5777-4EF1-B603-6FCCBBA8A6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5" y="2691"/>
              <a:ext cx="612" cy="305"/>
              <a:chOff x="915" y="2778"/>
              <a:chExt cx="407" cy="305"/>
            </a:xfrm>
          </p:grpSpPr>
          <p:sp>
            <p:nvSpPr>
              <p:cNvPr id="138" name="Oval 134">
                <a:extLst>
                  <a:ext uri="{FF2B5EF4-FFF2-40B4-BE49-F238E27FC236}">
                    <a16:creationId xmlns:a16="http://schemas.microsoft.com/office/drawing/2014/main" id="{254F22FB-9FD6-4514-BEC2-35DB1F1C09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9" name="Text Box 135">
                <a:extLst>
                  <a:ext uri="{FF2B5EF4-FFF2-40B4-BE49-F238E27FC236}">
                    <a16:creationId xmlns:a16="http://schemas.microsoft.com/office/drawing/2014/main" id="{2C27DAD6-BA2E-49B2-98F3-8E41164F3E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1" name="Line 136">
              <a:extLst>
                <a:ext uri="{FF2B5EF4-FFF2-40B4-BE49-F238E27FC236}">
                  <a16:creationId xmlns:a16="http://schemas.microsoft.com/office/drawing/2014/main" id="{E12B3394-1BA8-4118-B70C-5E3A25F1E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9" y="2849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2" name="Group 137">
              <a:extLst>
                <a:ext uri="{FF2B5EF4-FFF2-40B4-BE49-F238E27FC236}">
                  <a16:creationId xmlns:a16="http://schemas.microsoft.com/office/drawing/2014/main" id="{A41E7F1C-DE52-46F7-95B1-B61E71A6A0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0" y="2691"/>
              <a:ext cx="611" cy="305"/>
              <a:chOff x="915" y="2778"/>
              <a:chExt cx="407" cy="305"/>
            </a:xfrm>
          </p:grpSpPr>
          <p:sp>
            <p:nvSpPr>
              <p:cNvPr id="136" name="Oval 138">
                <a:extLst>
                  <a:ext uri="{FF2B5EF4-FFF2-40B4-BE49-F238E27FC236}">
                    <a16:creationId xmlns:a16="http://schemas.microsoft.com/office/drawing/2014/main" id="{E28EA3BA-AE2C-459F-9B04-6D6C5594CF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7" name="Text Box 139">
                <a:extLst>
                  <a:ext uri="{FF2B5EF4-FFF2-40B4-BE49-F238E27FC236}">
                    <a16:creationId xmlns:a16="http://schemas.microsoft.com/office/drawing/2014/main" id="{4564AF4E-5F87-4C42-9251-E5234BFF26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3" name="Line 140">
              <a:extLst>
                <a:ext uri="{FF2B5EF4-FFF2-40B4-BE49-F238E27FC236}">
                  <a16:creationId xmlns:a16="http://schemas.microsoft.com/office/drawing/2014/main" id="{1131EED6-A27D-42B8-B14B-C32114DD37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0" y="3007"/>
              <a:ext cx="0" cy="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4" name="Group 141">
              <a:extLst>
                <a:ext uri="{FF2B5EF4-FFF2-40B4-BE49-F238E27FC236}">
                  <a16:creationId xmlns:a16="http://schemas.microsoft.com/office/drawing/2014/main" id="{98E2045C-3C7A-4D77-B61A-024A80BD98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8" y="3199"/>
              <a:ext cx="611" cy="305"/>
              <a:chOff x="915" y="2778"/>
              <a:chExt cx="407" cy="305"/>
            </a:xfrm>
          </p:grpSpPr>
          <p:sp>
            <p:nvSpPr>
              <p:cNvPr id="134" name="Oval 142">
                <a:extLst>
                  <a:ext uri="{FF2B5EF4-FFF2-40B4-BE49-F238E27FC236}">
                    <a16:creationId xmlns:a16="http://schemas.microsoft.com/office/drawing/2014/main" id="{6A60FFA2-3241-45E7-9FD2-66D7306F9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5" name="Text Box 143">
                <a:extLst>
                  <a:ext uri="{FF2B5EF4-FFF2-40B4-BE49-F238E27FC236}">
                    <a16:creationId xmlns:a16="http://schemas.microsoft.com/office/drawing/2014/main" id="{229BBD27-25CD-4026-A350-EAAA763DE8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5" name="Line 144">
              <a:extLst>
                <a:ext uri="{FF2B5EF4-FFF2-40B4-BE49-F238E27FC236}">
                  <a16:creationId xmlns:a16="http://schemas.microsoft.com/office/drawing/2014/main" id="{1CDE5BD1-043B-47AD-9A09-80337F5BB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0" y="3380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6" name="Group 145">
              <a:extLst>
                <a:ext uri="{FF2B5EF4-FFF2-40B4-BE49-F238E27FC236}">
                  <a16:creationId xmlns:a16="http://schemas.microsoft.com/office/drawing/2014/main" id="{45751E31-AB57-4412-845F-3E2C8B9546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0" y="3199"/>
              <a:ext cx="611" cy="305"/>
              <a:chOff x="915" y="2778"/>
              <a:chExt cx="407" cy="305"/>
            </a:xfrm>
          </p:grpSpPr>
          <p:sp>
            <p:nvSpPr>
              <p:cNvPr id="132" name="Oval 146">
                <a:extLst>
                  <a:ext uri="{FF2B5EF4-FFF2-40B4-BE49-F238E27FC236}">
                    <a16:creationId xmlns:a16="http://schemas.microsoft.com/office/drawing/2014/main" id="{8DE60B1E-6C87-48ED-A10D-F64AFFB8BE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" name="Text Box 147">
                <a:extLst>
                  <a:ext uri="{FF2B5EF4-FFF2-40B4-BE49-F238E27FC236}">
                    <a16:creationId xmlns:a16="http://schemas.microsoft.com/office/drawing/2014/main" id="{B4EC672A-8317-4564-9EC0-372F642CC8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27" name="Group 148">
              <a:extLst>
                <a:ext uri="{FF2B5EF4-FFF2-40B4-BE49-F238E27FC236}">
                  <a16:creationId xmlns:a16="http://schemas.microsoft.com/office/drawing/2014/main" id="{7F712289-7DD3-4FC8-9058-460DC55A43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3" y="3222"/>
              <a:ext cx="611" cy="305"/>
              <a:chOff x="915" y="2778"/>
              <a:chExt cx="407" cy="305"/>
            </a:xfrm>
          </p:grpSpPr>
          <p:sp>
            <p:nvSpPr>
              <p:cNvPr id="130" name="Oval 149">
                <a:extLst>
                  <a:ext uri="{FF2B5EF4-FFF2-40B4-BE49-F238E27FC236}">
                    <a16:creationId xmlns:a16="http://schemas.microsoft.com/office/drawing/2014/main" id="{B0B65234-BC61-4175-AC1D-7618FA058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2812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1" name="Text Box 150">
                <a:extLst>
                  <a:ext uri="{FF2B5EF4-FFF2-40B4-BE49-F238E27FC236}">
                    <a16:creationId xmlns:a16="http://schemas.microsoft.com/office/drawing/2014/main" id="{BFFD4103-68C8-4F91-A6EC-2CE02FCACF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5" y="2778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101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8" name="Line 151">
              <a:extLst>
                <a:ext uri="{FF2B5EF4-FFF2-40B4-BE49-F238E27FC236}">
                  <a16:creationId xmlns:a16="http://schemas.microsoft.com/office/drawing/2014/main" id="{75B87BE2-C29F-4BF2-AD19-D7D3F90D23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55" y="3380"/>
              <a:ext cx="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" name="Line 152">
              <a:extLst>
                <a:ext uri="{FF2B5EF4-FFF2-40B4-BE49-F238E27FC236}">
                  <a16:creationId xmlns:a16="http://schemas.microsoft.com/office/drawing/2014/main" id="{1228E1BC-B34D-46A0-98DD-5CE5BEE7F2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2" y="3007"/>
              <a:ext cx="0" cy="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2" name="Group 166">
            <a:extLst>
              <a:ext uri="{FF2B5EF4-FFF2-40B4-BE49-F238E27FC236}">
                <a16:creationId xmlns:a16="http://schemas.microsoft.com/office/drawing/2014/main" id="{EFF4DD22-2C3C-4A79-B7EB-ABC647856B5D}"/>
              </a:ext>
            </a:extLst>
          </p:cNvPr>
          <p:cNvGrpSpPr>
            <a:grpSpLocks/>
          </p:cNvGrpSpPr>
          <p:nvPr/>
        </p:nvGrpSpPr>
        <p:grpSpPr bwMode="auto">
          <a:xfrm>
            <a:off x="6034824" y="4754187"/>
            <a:ext cx="2447925" cy="803275"/>
            <a:chOff x="3406" y="2883"/>
            <a:chExt cx="1542" cy="506"/>
          </a:xfrm>
        </p:grpSpPr>
        <p:grpSp>
          <p:nvGrpSpPr>
            <p:cNvPr id="143" name="Group 163">
              <a:extLst>
                <a:ext uri="{FF2B5EF4-FFF2-40B4-BE49-F238E27FC236}">
                  <a16:creationId xmlns:a16="http://schemas.microsoft.com/office/drawing/2014/main" id="{3D0AF0C6-62C0-4AD3-B217-CDF7B902D9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0" y="2883"/>
              <a:ext cx="1458" cy="328"/>
              <a:chOff x="3235" y="2895"/>
              <a:chExt cx="1458" cy="328"/>
            </a:xfrm>
          </p:grpSpPr>
          <p:grpSp>
            <p:nvGrpSpPr>
              <p:cNvPr id="145" name="Group 155">
                <a:extLst>
                  <a:ext uri="{FF2B5EF4-FFF2-40B4-BE49-F238E27FC236}">
                    <a16:creationId xmlns:a16="http://schemas.microsoft.com/office/drawing/2014/main" id="{52EAE842-DF35-4A98-8880-5CD0C1D25D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5" y="2895"/>
                <a:ext cx="611" cy="305"/>
                <a:chOff x="915" y="2778"/>
                <a:chExt cx="407" cy="305"/>
              </a:xfrm>
            </p:grpSpPr>
            <p:sp>
              <p:nvSpPr>
                <p:cNvPr id="150" name="Oval 156">
                  <a:extLst>
                    <a:ext uri="{FF2B5EF4-FFF2-40B4-BE49-F238E27FC236}">
                      <a16:creationId xmlns:a16="http://schemas.microsoft.com/office/drawing/2014/main" id="{5EC6DC58-9F8F-4325-AF11-6C03A3F32C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5" y="2812"/>
                  <a:ext cx="271" cy="271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51" name="Text Box 157">
                  <a:extLst>
                    <a:ext uri="{FF2B5EF4-FFF2-40B4-BE49-F238E27FC236}">
                      <a16:creationId xmlns:a16="http://schemas.microsoft.com/office/drawing/2014/main" id="{5D00599F-FB2F-48CA-A43C-50E13CA974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5" y="2778"/>
                  <a:ext cx="40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46" name="Line 158">
                <a:extLst>
                  <a:ext uri="{FF2B5EF4-FFF2-40B4-BE49-F238E27FC236}">
                    <a16:creationId xmlns:a16="http://schemas.microsoft.com/office/drawing/2014/main" id="{EED70441-B5C3-4E41-99E2-F09741AD6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6" y="3076"/>
                <a:ext cx="44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47" name="Group 159">
                <a:extLst>
                  <a:ext uri="{FF2B5EF4-FFF2-40B4-BE49-F238E27FC236}">
                    <a16:creationId xmlns:a16="http://schemas.microsoft.com/office/drawing/2014/main" id="{F35266D0-B047-4626-AD8F-E5218AD838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82" y="2918"/>
                <a:ext cx="611" cy="305"/>
                <a:chOff x="915" y="2778"/>
                <a:chExt cx="407" cy="305"/>
              </a:xfrm>
            </p:grpSpPr>
            <p:sp>
              <p:nvSpPr>
                <p:cNvPr id="148" name="Oval 160">
                  <a:extLst>
                    <a:ext uri="{FF2B5EF4-FFF2-40B4-BE49-F238E27FC236}">
                      <a16:creationId xmlns:a16="http://schemas.microsoft.com/office/drawing/2014/main" id="{F5ABA25A-582D-4440-9B2B-D589E9D646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5" y="2812"/>
                  <a:ext cx="271" cy="271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" name="Text Box 161">
                  <a:extLst>
                    <a:ext uri="{FF2B5EF4-FFF2-40B4-BE49-F238E27FC236}">
                      <a16:creationId xmlns:a16="http://schemas.microsoft.com/office/drawing/2014/main" id="{BB244B65-7D0E-41F1-A92A-009CBFD2CD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5" y="2778"/>
                  <a:ext cx="40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110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144" name="Line 164">
              <a:extLst>
                <a:ext uri="{FF2B5EF4-FFF2-40B4-BE49-F238E27FC236}">
                  <a16:creationId xmlns:a16="http://schemas.microsoft.com/office/drawing/2014/main" id="{AB47349F-9260-47E2-86C5-E87C1F7C0F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6" y="3152"/>
              <a:ext cx="124" cy="23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498987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5" grpId="0" animBg="1"/>
      <p:bldP spid="69" grpId="0" autoUpdateAnimBg="0"/>
      <p:bldP spid="70" grpId="0" autoUpdateAnimBg="0"/>
      <p:bldP spid="76" grpId="0" autoUpdateAnimBg="0"/>
      <p:bldP spid="77" grpId="0" autoUpdateAnimBg="0"/>
      <p:bldP spid="80" grpId="0" autoUpdateAnimBg="0"/>
      <p:bldP spid="114" grpId="0" autoUpdateAnimBg="0"/>
      <p:bldP spid="11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841010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为控制端，求一个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状态加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、加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18615" y="819543"/>
                <a:ext cx="8040806" cy="533400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分析：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𝑿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𝟎</m:t>
                    </m:r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时，计数顺序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:0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12340…</a:t>
                </a:r>
              </a:p>
              <a:p>
                <a:r>
                  <a:rPr lang="en-US" altLang="zh-CN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sym typeface="Wingdings" panose="05000000000000000000" pitchFamily="2" charset="2"/>
                      </a:rPr>
                      <m:t>𝑿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sym typeface="Wingdings" panose="05000000000000000000" pitchFamily="2" charset="2"/>
                      </a:rPr>
                      <m:t>𝟏</m:t>
                    </m:r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时，计数顺序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:024130…</a:t>
                </a:r>
                <a:endParaRPr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15" y="819543"/>
                <a:ext cx="8040806" cy="533400"/>
              </a:xfrm>
              <a:prstGeom prst="rect">
                <a:avLst/>
              </a:prstGeom>
              <a:blipFill rotWithShape="0">
                <a:blip r:embed="rId2"/>
                <a:stretch>
                  <a:fillRect l="-1516" t="-14773" r="-1592" b="-107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89">
            <a:extLst>
              <a:ext uri="{FF2B5EF4-FFF2-40B4-BE49-F238E27FC236}">
                <a16:creationId xmlns:a16="http://schemas.microsoft.com/office/drawing/2014/main" id="{87B85DF0-EB1A-4C85-9E4E-FDB904D35998}"/>
              </a:ext>
            </a:extLst>
          </p:cNvPr>
          <p:cNvGrpSpPr>
            <a:grpSpLocks/>
          </p:cNvGrpSpPr>
          <p:nvPr/>
        </p:nvGrpSpPr>
        <p:grpSpPr bwMode="auto">
          <a:xfrm>
            <a:off x="2991205" y="2101989"/>
            <a:ext cx="3095625" cy="3519488"/>
            <a:chOff x="511" y="1582"/>
            <a:chExt cx="1950" cy="2217"/>
          </a:xfrm>
        </p:grpSpPr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61FF0A44-81F6-4D9F-8F90-E26C3F325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2" y="1582"/>
              <a:ext cx="454" cy="454"/>
            </a:xfrm>
            <a:prstGeom prst="ellipse">
              <a:avLst/>
            </a:prstGeom>
            <a:noFill/>
            <a:ln w="381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Text Box 11">
              <a:extLst>
                <a:ext uri="{FF2B5EF4-FFF2-40B4-BE49-F238E27FC236}">
                  <a16:creationId xmlns:a16="http://schemas.microsoft.com/office/drawing/2014/main" id="{3DE4AD89-41C0-41C0-BD0D-614E8105C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3" y="1627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189508F9-6D5F-49EE-9A8E-FC8148F6B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7" y="2036"/>
              <a:ext cx="454" cy="454"/>
            </a:xfrm>
            <a:prstGeom prst="ellipse">
              <a:avLst/>
            </a:prstGeom>
            <a:noFill/>
            <a:ln w="381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1348D341-D29B-4A58-8F33-093C8ACA9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8" y="2081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6CC7895B-22AB-4133-A8B0-906761516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8" y="2873"/>
              <a:ext cx="454" cy="454"/>
            </a:xfrm>
            <a:prstGeom prst="ellipse">
              <a:avLst/>
            </a:prstGeom>
            <a:noFill/>
            <a:ln w="381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Text Box 15">
              <a:extLst>
                <a:ext uri="{FF2B5EF4-FFF2-40B4-BE49-F238E27FC236}">
                  <a16:creationId xmlns:a16="http://schemas.microsoft.com/office/drawing/2014/main" id="{94CCBCDA-E050-4A07-B4DC-E96AB9121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1" y="2897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7E6F0691-2F77-4ED4-9C93-E3F0BE841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" y="2081"/>
              <a:ext cx="454" cy="454"/>
            </a:xfrm>
            <a:prstGeom prst="ellipse">
              <a:avLst/>
            </a:prstGeom>
            <a:noFill/>
            <a:ln w="381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Text Box 17">
              <a:extLst>
                <a:ext uri="{FF2B5EF4-FFF2-40B4-BE49-F238E27FC236}">
                  <a16:creationId xmlns:a16="http://schemas.microsoft.com/office/drawing/2014/main" id="{E19F8ABB-3F25-46CA-8FAD-6C7EC2587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" y="2126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0268EE45-F34D-45BF-BF40-FDA17C2EE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" y="2852"/>
              <a:ext cx="454" cy="454"/>
            </a:xfrm>
            <a:prstGeom prst="ellipse">
              <a:avLst/>
            </a:prstGeom>
            <a:noFill/>
            <a:ln w="381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Text Box 19">
              <a:extLst>
                <a:ext uri="{FF2B5EF4-FFF2-40B4-BE49-F238E27FC236}">
                  <a16:creationId xmlns:a16="http://schemas.microsoft.com/office/drawing/2014/main" id="{00A3897F-E011-4CCB-84A1-B0CF69662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0" y="2897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15" name="Line 20">
              <a:extLst>
                <a:ext uri="{FF2B5EF4-FFF2-40B4-BE49-F238E27FC236}">
                  <a16:creationId xmlns:a16="http://schemas.microsoft.com/office/drawing/2014/main" id="{4182CA57-5877-44F6-9B78-FB3574AA01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4" y="1854"/>
              <a:ext cx="408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21">
              <a:extLst>
                <a:ext uri="{FF2B5EF4-FFF2-40B4-BE49-F238E27FC236}">
                  <a16:creationId xmlns:a16="http://schemas.microsoft.com/office/drawing/2014/main" id="{F45236F3-99E6-4226-B33C-8A8ABCFAF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6" y="1899"/>
              <a:ext cx="362" cy="18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22">
              <a:extLst>
                <a:ext uri="{FF2B5EF4-FFF2-40B4-BE49-F238E27FC236}">
                  <a16:creationId xmlns:a16="http://schemas.microsoft.com/office/drawing/2014/main" id="{5FF19BE9-250F-4EC1-A4A7-0605F9850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8" y="2489"/>
              <a:ext cx="181" cy="3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23">
              <a:extLst>
                <a:ext uri="{FF2B5EF4-FFF2-40B4-BE49-F238E27FC236}">
                  <a16:creationId xmlns:a16="http://schemas.microsoft.com/office/drawing/2014/main" id="{F74560D9-8081-4905-8DDB-5765B0F54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7" y="3170"/>
              <a:ext cx="363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D4BD3632-4545-4A04-A416-648619B3F4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28" y="2534"/>
              <a:ext cx="182" cy="3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25">
              <a:extLst>
                <a:ext uri="{FF2B5EF4-FFF2-40B4-BE49-F238E27FC236}">
                  <a16:creationId xmlns:a16="http://schemas.microsoft.com/office/drawing/2014/main" id="{4CEA1644-7361-48B8-AC89-393AA0BB8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2262"/>
              <a:ext cx="104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26">
              <a:extLst>
                <a:ext uri="{FF2B5EF4-FFF2-40B4-BE49-F238E27FC236}">
                  <a16:creationId xmlns:a16="http://schemas.microsoft.com/office/drawing/2014/main" id="{6480318B-E04C-43FB-B90B-6A9DA74F0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2" y="2353"/>
              <a:ext cx="771" cy="5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CE30A506-20D3-4CDB-89F2-DAFC9C80FE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6" y="2036"/>
              <a:ext cx="317" cy="86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28">
              <a:extLst>
                <a:ext uri="{FF2B5EF4-FFF2-40B4-BE49-F238E27FC236}">
                  <a16:creationId xmlns:a16="http://schemas.microsoft.com/office/drawing/2014/main" id="{518E57CF-AF2E-425E-897A-07F04569F3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4" y="2036"/>
              <a:ext cx="318" cy="8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29">
              <a:extLst>
                <a:ext uri="{FF2B5EF4-FFF2-40B4-BE49-F238E27FC236}">
                  <a16:creationId xmlns:a16="http://schemas.microsoft.com/office/drawing/2014/main" id="{7630CDB7-E2A5-4C2F-8EAC-694ADC70C1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4" y="2398"/>
              <a:ext cx="772" cy="5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:a16="http://schemas.microsoft.com/office/drawing/2014/main" id="{E6FA8462-6BD4-4EEE-83A9-F32D9A6D4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6" y="3472"/>
              <a:ext cx="8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状态图</a:t>
              </a:r>
            </a:p>
          </p:txBody>
        </p:sp>
        <p:sp>
          <p:nvSpPr>
            <p:cNvPr id="26" name="Text Box 31">
              <a:extLst>
                <a:ext uri="{FF2B5EF4-FFF2-40B4-BE49-F238E27FC236}">
                  <a16:creationId xmlns:a16="http://schemas.microsoft.com/office/drawing/2014/main" id="{4536BFC2-1052-431B-ACD8-48460CC637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" y="1731"/>
              <a:ext cx="227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27" name="Text Box 32">
              <a:extLst>
                <a:ext uri="{FF2B5EF4-FFF2-40B4-BE49-F238E27FC236}">
                  <a16:creationId xmlns:a16="http://schemas.microsoft.com/office/drawing/2014/main" id="{A303C204-96B5-496A-8A93-FC7B82091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1" y="1704"/>
              <a:ext cx="227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28" name="Text Box 33">
              <a:extLst>
                <a:ext uri="{FF2B5EF4-FFF2-40B4-BE49-F238E27FC236}">
                  <a16:creationId xmlns:a16="http://schemas.microsoft.com/office/drawing/2014/main" id="{316D860B-92FB-48DF-B5A7-58BE0A47E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6" y="2519"/>
              <a:ext cx="227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29" name="Text Box 34">
              <a:extLst>
                <a:ext uri="{FF2B5EF4-FFF2-40B4-BE49-F238E27FC236}">
                  <a16:creationId xmlns:a16="http://schemas.microsoft.com/office/drawing/2014/main" id="{758077BD-DCF2-4955-9818-D2FE89D267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3123"/>
              <a:ext cx="227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30" name="Text Box 35">
              <a:extLst>
                <a:ext uri="{FF2B5EF4-FFF2-40B4-BE49-F238E27FC236}">
                  <a16:creationId xmlns:a16="http://schemas.microsoft.com/office/drawing/2014/main" id="{FC68CBA6-92CB-4D28-8F81-E28783B12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" y="2602"/>
              <a:ext cx="227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31" name="Text Box 36">
              <a:extLst>
                <a:ext uri="{FF2B5EF4-FFF2-40B4-BE49-F238E27FC236}">
                  <a16:creationId xmlns:a16="http://schemas.microsoft.com/office/drawing/2014/main" id="{3A17014B-53AD-4FCF-9A54-878EEC051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" y="2020"/>
              <a:ext cx="272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2" name="Text Box 37">
              <a:extLst>
                <a:ext uri="{FF2B5EF4-FFF2-40B4-BE49-F238E27FC236}">
                  <a16:creationId xmlns:a16="http://schemas.microsoft.com/office/drawing/2014/main" id="{9C4E7E86-9F0A-41F1-B52C-2E05E80FC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3" y="2428"/>
              <a:ext cx="272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3" name="Text Box 38">
              <a:extLst>
                <a:ext uri="{FF2B5EF4-FFF2-40B4-BE49-F238E27FC236}">
                  <a16:creationId xmlns:a16="http://schemas.microsoft.com/office/drawing/2014/main" id="{A069456F-5871-4EEB-A676-0EF3717B0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5" y="2263"/>
              <a:ext cx="272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4" name="Text Box 39">
              <a:extLst>
                <a:ext uri="{FF2B5EF4-FFF2-40B4-BE49-F238E27FC236}">
                  <a16:creationId xmlns:a16="http://schemas.microsoft.com/office/drawing/2014/main" id="{58E88D93-88F3-4D98-AE10-DF8D00D0BE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5" y="1980"/>
              <a:ext cx="272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5" name="Text Box 40">
              <a:extLst>
                <a:ext uri="{FF2B5EF4-FFF2-40B4-BE49-F238E27FC236}">
                  <a16:creationId xmlns:a16="http://schemas.microsoft.com/office/drawing/2014/main" id="{16200CD3-8DCD-408E-B944-830CBDD5D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1" y="2519"/>
              <a:ext cx="272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36" name="Text Box 144">
            <a:extLst>
              <a:ext uri="{FF2B5EF4-FFF2-40B4-BE49-F238E27FC236}">
                <a16:creationId xmlns:a16="http://schemas.microsoft.com/office/drawing/2014/main" id="{A94CF1D6-4785-4E8B-9A7A-783F3BE23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91" y="5639321"/>
            <a:ext cx="8243247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步骤：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1)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状态分配；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）状态转换卡诺图；</a:t>
            </a:r>
            <a:endParaRPr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3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）写驱动方；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）检查是否自启动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21974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二、一般时序电路的设计</a:t>
            </a:r>
            <a:endParaRPr lang="en-US" altLang="zh-CN" sz="2800" dirty="0">
              <a:solidFill>
                <a:srgbClr val="1F08F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F3A6CCDB-0FC1-4CF8-B31C-B610726F1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58520"/>
            <a:ext cx="9144000" cy="13731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1】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设计一个二进制序列检测器，要求当输入连续出  现三个“1”或三个以上“1”时，电路输出为“1”，否则输出为“0”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9ACCE4C-D8A6-4236-8778-6BD76A027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180" y="2367360"/>
            <a:ext cx="588941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X= 11011111110111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87E1020F-C3F0-4635-9662-9F16874CC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692" y="3086498"/>
            <a:ext cx="5119577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Z= 00000111110001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0C4EAB80-E871-45AA-B1CD-BA08C66EB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692" y="3802460"/>
            <a:ext cx="5398309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=00000100100001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8D4F4F60-FCBE-401B-BB26-AA637101A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5030788"/>
            <a:ext cx="8337550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zh-CN" altLang="en-US" sz="28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可重叠检测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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检测到一个序列后要归0，</a:t>
            </a:r>
            <a:r>
              <a:rPr kumimoji="0" lang="zh-CN" altLang="en-US" sz="28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不可重叠检测</a:t>
            </a:r>
          </a:p>
        </p:txBody>
      </p:sp>
    </p:spTree>
    <p:extLst>
      <p:ext uri="{BB962C8B-B14F-4D97-AF65-F5344CB8AC3E}">
        <p14:creationId xmlns:p14="http://schemas.microsoft.com/office/powerpoint/2010/main" val="200663471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 autoUpdateAnimBg="0"/>
      <p:bldP spid="5" grpId="0" animBg="1" autoUpdateAnimBg="0"/>
      <p:bldP spid="6" grpId="0" animBg="1" autoUpdateAnimBg="0"/>
      <p:bldP spid="7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-3088" y="189468"/>
                <a:ext cx="7623089" cy="533400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检测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111. 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状态图：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𝑸</m:t>
                        </m:r>
                      </m:e>
                      <m:sub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</m:sup>
                    </m:sSubSup>
                    <m:sSubSup>
                      <m:sSubSupPr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𝑸</m:t>
                        </m:r>
                      </m:e>
                      <m:sub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  <m:sup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</m:sup>
                    </m:sSubSup>
                    <m:r>
                      <a:rPr lang="zh-CN" alt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，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𝑿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/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𝒁</m:t>
                    </m:r>
                  </m:oMath>
                </a14:m>
                <a:endParaRPr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88" y="189468"/>
                <a:ext cx="7623089" cy="533400"/>
              </a:xfrm>
              <a:prstGeom prst="rect">
                <a:avLst/>
              </a:prstGeom>
              <a:blipFill>
                <a:blip r:embed="rId2"/>
                <a:stretch>
                  <a:fillRect t="-15909" b="-23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/>
          <p:cNvGrpSpPr/>
          <p:nvPr/>
        </p:nvGrpSpPr>
        <p:grpSpPr>
          <a:xfrm>
            <a:off x="363857" y="1252538"/>
            <a:ext cx="4948238" cy="2398712"/>
            <a:chOff x="363857" y="1252538"/>
            <a:chExt cx="4948238" cy="2398712"/>
          </a:xfrm>
        </p:grpSpPr>
        <p:grpSp>
          <p:nvGrpSpPr>
            <p:cNvPr id="24" name="Group 98">
              <a:extLst>
                <a:ext uri="{FF2B5EF4-FFF2-40B4-BE49-F238E27FC236}">
                  <a16:creationId xmlns:a16="http://schemas.microsoft.com/office/drawing/2014/main" id="{F3E3A2D0-3E87-436F-8338-D2F5C646EE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1232" y="1944211"/>
              <a:ext cx="3090863" cy="1190625"/>
              <a:chOff x="1646" y="1642"/>
              <a:chExt cx="1947" cy="750"/>
            </a:xfrm>
          </p:grpSpPr>
          <p:sp>
            <p:nvSpPr>
              <p:cNvPr id="25" name="Arc 38">
                <a:extLst>
                  <a:ext uri="{FF2B5EF4-FFF2-40B4-BE49-F238E27FC236}">
                    <a16:creationId xmlns:a16="http://schemas.microsoft.com/office/drawing/2014/main" id="{92617F2A-DDC5-4BC1-BE97-E606E5176D1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955" y="1642"/>
                <a:ext cx="1638" cy="750"/>
              </a:xfrm>
              <a:custGeom>
                <a:avLst/>
                <a:gdLst>
                  <a:gd name="T0" fmla="*/ 1 w 21600"/>
                  <a:gd name="T1" fmla="*/ 0 h 15594"/>
                  <a:gd name="T2" fmla="*/ 1 w 21600"/>
                  <a:gd name="T3" fmla="*/ 0 h 15594"/>
                  <a:gd name="T4" fmla="*/ 0 w 21600"/>
                  <a:gd name="T5" fmla="*/ 0 h 1559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5594" fill="none" extrusionOk="0">
                    <a:moveTo>
                      <a:pt x="20088" y="0"/>
                    </a:moveTo>
                    <a:cubicBezTo>
                      <a:pt x="21087" y="2527"/>
                      <a:pt x="21600" y="5219"/>
                      <a:pt x="21600" y="7937"/>
                    </a:cubicBezTo>
                    <a:cubicBezTo>
                      <a:pt x="21600" y="10553"/>
                      <a:pt x="21124" y="13147"/>
                      <a:pt x="20197" y="15594"/>
                    </a:cubicBezTo>
                  </a:path>
                  <a:path w="21600" h="15594" stroke="0" extrusionOk="0">
                    <a:moveTo>
                      <a:pt x="20088" y="0"/>
                    </a:moveTo>
                    <a:cubicBezTo>
                      <a:pt x="21087" y="2527"/>
                      <a:pt x="21600" y="5219"/>
                      <a:pt x="21600" y="7937"/>
                    </a:cubicBezTo>
                    <a:cubicBezTo>
                      <a:pt x="21600" y="10553"/>
                      <a:pt x="21124" y="13147"/>
                      <a:pt x="20197" y="15594"/>
                    </a:cubicBezTo>
                    <a:lnTo>
                      <a:pt x="0" y="7937"/>
                    </a:lnTo>
                    <a:lnTo>
                      <a:pt x="20088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Text Box 39">
                <a:extLst>
                  <a:ext uri="{FF2B5EF4-FFF2-40B4-BE49-F238E27FC236}">
                    <a16:creationId xmlns:a16="http://schemas.microsoft.com/office/drawing/2014/main" id="{87EAE654-86EF-40B5-ABD4-D4A39B99A7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6" y="1873"/>
                <a:ext cx="51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363857" y="1252538"/>
              <a:ext cx="3714750" cy="2398712"/>
              <a:chOff x="650875" y="1963738"/>
              <a:chExt cx="3714750" cy="2398712"/>
            </a:xfrm>
          </p:grpSpPr>
          <p:grpSp>
            <p:nvGrpSpPr>
              <p:cNvPr id="3" name="Group 7">
                <a:extLst>
                  <a:ext uri="{FF2B5EF4-FFF2-40B4-BE49-F238E27FC236}">
                    <a16:creationId xmlns:a16="http://schemas.microsoft.com/office/drawing/2014/main" id="{B2070B16-D2C3-4240-AF5E-DC45727321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0838" y="2179638"/>
                <a:ext cx="661987" cy="484187"/>
                <a:chOff x="1875" y="3196"/>
                <a:chExt cx="417" cy="305"/>
              </a:xfrm>
            </p:grpSpPr>
            <p:sp>
              <p:nvSpPr>
                <p:cNvPr id="4" name="Oval 8">
                  <a:extLst>
                    <a:ext uri="{FF2B5EF4-FFF2-40B4-BE49-F238E27FC236}">
                      <a16:creationId xmlns:a16="http://schemas.microsoft.com/office/drawing/2014/main" id="{D3988EF3-2EAD-4795-AAAD-1DCCE82525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" name="Text Box 9">
                  <a:extLst>
                    <a:ext uri="{FF2B5EF4-FFF2-40B4-BE49-F238E27FC236}">
                      <a16:creationId xmlns:a16="http://schemas.microsoft.com/office/drawing/2014/main" id="{4DA95B4E-B07A-47D5-ADFE-BC40F45AE9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6" y="3196"/>
                  <a:ext cx="406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</a:t>
                  </a:r>
                </a:p>
              </p:txBody>
            </p:sp>
          </p:grpSp>
          <p:grpSp>
            <p:nvGrpSpPr>
              <p:cNvPr id="6" name="Group 10">
                <a:extLst>
                  <a:ext uri="{FF2B5EF4-FFF2-40B4-BE49-F238E27FC236}">
                    <a16:creationId xmlns:a16="http://schemas.microsoft.com/office/drawing/2014/main" id="{B790E2EA-F55C-447A-90CD-26002B2E7F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6750" y="2146300"/>
                <a:ext cx="1046163" cy="554038"/>
                <a:chOff x="2470" y="2847"/>
                <a:chExt cx="659" cy="349"/>
              </a:xfrm>
            </p:grpSpPr>
            <p:sp>
              <p:nvSpPr>
                <p:cNvPr id="7" name="Arc 11">
                  <a:extLst>
                    <a:ext uri="{FF2B5EF4-FFF2-40B4-BE49-F238E27FC236}">
                      <a16:creationId xmlns:a16="http://schemas.microsoft.com/office/drawing/2014/main" id="{C36A4D5E-1B00-4B9B-8F84-3B1A70D13E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978811" flipH="1">
                  <a:off x="2782" y="2849"/>
                  <a:ext cx="349" cy="345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21599" y="0"/>
                      </a:move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-1" y="18322"/>
                        <a:pt x="745" y="15087"/>
                        <a:pt x="2181" y="12141"/>
                      </a:cubicBezTo>
                    </a:path>
                    <a:path w="43200" h="43200" stroke="0" extrusionOk="0">
                      <a:moveTo>
                        <a:pt x="21599" y="0"/>
                      </a:move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-1" y="18322"/>
                        <a:pt x="745" y="15087"/>
                        <a:pt x="2181" y="12141"/>
                      </a:cubicBezTo>
                      <a:lnTo>
                        <a:pt x="21600" y="21600"/>
                      </a:lnTo>
                      <a:lnTo>
                        <a:pt x="21599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" name="Text Box 12">
                  <a:extLst>
                    <a:ext uri="{FF2B5EF4-FFF2-40B4-BE49-F238E27FC236}">
                      <a16:creationId xmlns:a16="http://schemas.microsoft.com/office/drawing/2014/main" id="{9F1F8DF3-6DE9-4630-A4EF-C337252C87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70" y="2858"/>
                  <a:ext cx="432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0/0</a:t>
                  </a:r>
                </a:p>
              </p:txBody>
            </p:sp>
          </p:grpSp>
          <p:grpSp>
            <p:nvGrpSpPr>
              <p:cNvPr id="9" name="Group 44">
                <a:extLst>
                  <a:ext uri="{FF2B5EF4-FFF2-40B4-BE49-F238E27FC236}">
                    <a16:creationId xmlns:a16="http://schemas.microsoft.com/office/drawing/2014/main" id="{0DE9DC80-519B-49B7-8AEB-A1B045C471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5025" y="1963738"/>
                <a:ext cx="1593850" cy="719137"/>
                <a:chOff x="1484" y="1452"/>
                <a:chExt cx="1004" cy="453"/>
              </a:xfrm>
            </p:grpSpPr>
            <p:grpSp>
              <p:nvGrpSpPr>
                <p:cNvPr id="10" name="Group 21">
                  <a:extLst>
                    <a:ext uri="{FF2B5EF4-FFF2-40B4-BE49-F238E27FC236}">
                      <a16:creationId xmlns:a16="http://schemas.microsoft.com/office/drawing/2014/main" id="{79B31C18-AF89-4AF6-8065-2A0A1184200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71" y="1600"/>
                  <a:ext cx="417" cy="305"/>
                  <a:chOff x="1875" y="3196"/>
                  <a:chExt cx="417" cy="305"/>
                </a:xfrm>
              </p:grpSpPr>
              <p:sp>
                <p:nvSpPr>
                  <p:cNvPr id="13" name="Oval 22">
                    <a:extLst>
                      <a:ext uri="{FF2B5EF4-FFF2-40B4-BE49-F238E27FC236}">
                        <a16:creationId xmlns:a16="http://schemas.microsoft.com/office/drawing/2014/main" id="{AE6F3560-4EB0-4521-8649-3859671B6E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75" y="3196"/>
                    <a:ext cx="305" cy="305"/>
                  </a:xfrm>
                  <a:prstGeom prst="ellips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" name="Text Box 23">
                    <a:extLst>
                      <a:ext uri="{FF2B5EF4-FFF2-40B4-BE49-F238E27FC236}">
                        <a16:creationId xmlns:a16="http://schemas.microsoft.com/office/drawing/2014/main" id="{00DE99EB-6E62-445E-ACEA-F6959B6859B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6" y="3196"/>
                    <a:ext cx="406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S</a:t>
                    </a:r>
                    <a:r>
                      <a: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</a:p>
                </p:txBody>
              </p:sp>
            </p:grpSp>
            <p:sp>
              <p:nvSpPr>
                <p:cNvPr id="11" name="Line 24">
                  <a:extLst>
                    <a:ext uri="{FF2B5EF4-FFF2-40B4-BE49-F238E27FC236}">
                      <a16:creationId xmlns:a16="http://schemas.microsoft.com/office/drawing/2014/main" id="{06BD0B9C-A256-44D2-8E3C-6CC25E7559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4" y="1724"/>
                  <a:ext cx="59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" name="Text Box 25">
                  <a:extLst>
                    <a:ext uri="{FF2B5EF4-FFF2-40B4-BE49-F238E27FC236}">
                      <a16:creationId xmlns:a16="http://schemas.microsoft.com/office/drawing/2014/main" id="{D8837E6C-BF08-4FA5-8C5B-535C233871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63" y="1452"/>
                  <a:ext cx="519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1/0</a:t>
                  </a:r>
                </a:p>
              </p:txBody>
            </p:sp>
          </p:grpSp>
          <p:grpSp>
            <p:nvGrpSpPr>
              <p:cNvPr id="15" name="Group 99">
                <a:extLst>
                  <a:ext uri="{FF2B5EF4-FFF2-40B4-BE49-F238E27FC236}">
                    <a16:creationId xmlns:a16="http://schemas.microsoft.com/office/drawing/2014/main" id="{C9C351F3-1CE8-4DA9-9368-08942ADDCA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2025" y="2711450"/>
                <a:ext cx="3403600" cy="1519238"/>
                <a:chOff x="606" y="1708"/>
                <a:chExt cx="2144" cy="957"/>
              </a:xfrm>
            </p:grpSpPr>
            <p:grpSp>
              <p:nvGrpSpPr>
                <p:cNvPr id="16" name="Group 27">
                  <a:extLst>
                    <a:ext uri="{FF2B5EF4-FFF2-40B4-BE49-F238E27FC236}">
                      <a16:creationId xmlns:a16="http://schemas.microsoft.com/office/drawing/2014/main" id="{2455CC02-13F5-4886-8E65-0754A8E5AA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45" y="2360"/>
                  <a:ext cx="417" cy="305"/>
                  <a:chOff x="1875" y="3196"/>
                  <a:chExt cx="417" cy="305"/>
                </a:xfrm>
              </p:grpSpPr>
              <p:sp>
                <p:nvSpPr>
                  <p:cNvPr id="19" name="Oval 28">
                    <a:extLst>
                      <a:ext uri="{FF2B5EF4-FFF2-40B4-BE49-F238E27FC236}">
                        <a16:creationId xmlns:a16="http://schemas.microsoft.com/office/drawing/2014/main" id="{02C0597A-91EF-463C-843F-1142932EEA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75" y="3196"/>
                    <a:ext cx="305" cy="305"/>
                  </a:xfrm>
                  <a:prstGeom prst="ellips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0" name="Text Box 29">
                    <a:extLst>
                      <a:ext uri="{FF2B5EF4-FFF2-40B4-BE49-F238E27FC236}">
                        <a16:creationId xmlns:a16="http://schemas.microsoft.com/office/drawing/2014/main" id="{C6CA5FEB-8FA6-4C19-BDB5-6B89E64EEEB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6" y="3196"/>
                    <a:ext cx="406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S2</a:t>
                    </a:r>
                    <a:endPara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sp>
              <p:nvSpPr>
                <p:cNvPr id="17" name="Arc 30">
                  <a:extLst>
                    <a:ext uri="{FF2B5EF4-FFF2-40B4-BE49-F238E27FC236}">
                      <a16:creationId xmlns:a16="http://schemas.microsoft.com/office/drawing/2014/main" id="{26D98F29-2306-4A42-9339-1DCFA1EBE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6" y="1708"/>
                  <a:ext cx="1638" cy="690"/>
                </a:xfrm>
                <a:custGeom>
                  <a:avLst/>
                  <a:gdLst>
                    <a:gd name="T0" fmla="*/ 1 w 21600"/>
                    <a:gd name="T1" fmla="*/ 0 h 14355"/>
                    <a:gd name="T2" fmla="*/ 1 w 21600"/>
                    <a:gd name="T3" fmla="*/ 0 h 14355"/>
                    <a:gd name="T4" fmla="*/ 0 w 21600"/>
                    <a:gd name="T5" fmla="*/ 0 h 1435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4355" fill="none" extrusionOk="0">
                      <a:moveTo>
                        <a:pt x="20535" y="-1"/>
                      </a:moveTo>
                      <a:cubicBezTo>
                        <a:pt x="21240" y="2162"/>
                        <a:pt x="21600" y="4423"/>
                        <a:pt x="21600" y="6698"/>
                      </a:cubicBezTo>
                      <a:cubicBezTo>
                        <a:pt x="21600" y="9314"/>
                        <a:pt x="21124" y="11908"/>
                        <a:pt x="20197" y="14355"/>
                      </a:cubicBezTo>
                    </a:path>
                    <a:path w="21600" h="14355" stroke="0" extrusionOk="0">
                      <a:moveTo>
                        <a:pt x="20535" y="-1"/>
                      </a:moveTo>
                      <a:cubicBezTo>
                        <a:pt x="21240" y="2162"/>
                        <a:pt x="21600" y="4423"/>
                        <a:pt x="21600" y="6698"/>
                      </a:cubicBezTo>
                      <a:cubicBezTo>
                        <a:pt x="21600" y="9314"/>
                        <a:pt x="21124" y="11908"/>
                        <a:pt x="20197" y="14355"/>
                      </a:cubicBezTo>
                      <a:lnTo>
                        <a:pt x="0" y="6698"/>
                      </a:lnTo>
                      <a:lnTo>
                        <a:pt x="20535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8" name="Text Box 31">
                  <a:extLst>
                    <a:ext uri="{FF2B5EF4-FFF2-40B4-BE49-F238E27FC236}">
                      <a16:creationId xmlns:a16="http://schemas.microsoft.com/office/drawing/2014/main" id="{7A0C9D12-D7D7-47EA-A0A2-88F7060314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31" y="1871"/>
                  <a:ext cx="519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0/0</a:t>
                  </a:r>
                </a:p>
              </p:txBody>
            </p:sp>
          </p:grpSp>
          <p:grpSp>
            <p:nvGrpSpPr>
              <p:cNvPr id="21" name="Group 56">
                <a:extLst>
                  <a:ext uri="{FF2B5EF4-FFF2-40B4-BE49-F238E27FC236}">
                    <a16:creationId xmlns:a16="http://schemas.microsoft.com/office/drawing/2014/main" id="{E1342048-B67F-4F7C-B74B-8E75AF6529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0875" y="3722688"/>
                <a:ext cx="1027113" cy="554037"/>
                <a:chOff x="568" y="2560"/>
                <a:chExt cx="647" cy="349"/>
              </a:xfrm>
            </p:grpSpPr>
            <p:sp>
              <p:nvSpPr>
                <p:cNvPr id="22" name="Arc 35">
                  <a:extLst>
                    <a:ext uri="{FF2B5EF4-FFF2-40B4-BE49-F238E27FC236}">
                      <a16:creationId xmlns:a16="http://schemas.microsoft.com/office/drawing/2014/main" id="{604DFF5D-C0F9-467A-85D6-6BFFACA908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978811" flipH="1">
                  <a:off x="868" y="2562"/>
                  <a:ext cx="349" cy="345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21599" y="0"/>
                      </a:move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-1" y="18322"/>
                        <a:pt x="745" y="15087"/>
                        <a:pt x="2181" y="12141"/>
                      </a:cubicBezTo>
                    </a:path>
                    <a:path w="43200" h="43200" stroke="0" extrusionOk="0">
                      <a:moveTo>
                        <a:pt x="21599" y="0"/>
                      </a:move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-1" y="18322"/>
                        <a:pt x="745" y="15087"/>
                        <a:pt x="2181" y="12141"/>
                      </a:cubicBezTo>
                      <a:lnTo>
                        <a:pt x="21600" y="21600"/>
                      </a:lnTo>
                      <a:lnTo>
                        <a:pt x="21599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" name="Text Box 36">
                  <a:extLst>
                    <a:ext uri="{FF2B5EF4-FFF2-40B4-BE49-F238E27FC236}">
                      <a16:creationId xmlns:a16="http://schemas.microsoft.com/office/drawing/2014/main" id="{70170A3E-07DD-46CB-9214-7BF4B38A8D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8" y="2607"/>
                  <a:ext cx="432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1/1</a:t>
                  </a:r>
                </a:p>
              </p:txBody>
            </p:sp>
          </p:grpSp>
          <p:grpSp>
            <p:nvGrpSpPr>
              <p:cNvPr id="27" name="Group 50">
                <a:extLst>
                  <a:ext uri="{FF2B5EF4-FFF2-40B4-BE49-F238E27FC236}">
                    <a16:creationId xmlns:a16="http://schemas.microsoft.com/office/drawing/2014/main" id="{89B12D2A-C4AF-422F-9346-D25CB27FDA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19250" y="2635250"/>
                <a:ext cx="1500188" cy="1582738"/>
                <a:chOff x="1178" y="1875"/>
                <a:chExt cx="945" cy="997"/>
              </a:xfrm>
            </p:grpSpPr>
            <p:grpSp>
              <p:nvGrpSpPr>
                <p:cNvPr id="28" name="Group 15">
                  <a:extLst>
                    <a:ext uri="{FF2B5EF4-FFF2-40B4-BE49-F238E27FC236}">
                      <a16:creationId xmlns:a16="http://schemas.microsoft.com/office/drawing/2014/main" id="{DE280007-C5B0-42BC-BCA6-F7CC6E30B0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78" y="2567"/>
                  <a:ext cx="417" cy="305"/>
                  <a:chOff x="1875" y="3196"/>
                  <a:chExt cx="417" cy="305"/>
                </a:xfrm>
              </p:grpSpPr>
              <p:sp>
                <p:nvSpPr>
                  <p:cNvPr id="31" name="Oval 16">
                    <a:extLst>
                      <a:ext uri="{FF2B5EF4-FFF2-40B4-BE49-F238E27FC236}">
                        <a16:creationId xmlns:a16="http://schemas.microsoft.com/office/drawing/2014/main" id="{5657D9DF-7226-4CE1-8D7C-B03D7D19E7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75" y="3196"/>
                    <a:ext cx="305" cy="305"/>
                  </a:xfrm>
                  <a:prstGeom prst="ellips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2" name="Text Box 17">
                    <a:extLst>
                      <a:ext uri="{FF2B5EF4-FFF2-40B4-BE49-F238E27FC236}">
                        <a16:creationId xmlns:a16="http://schemas.microsoft.com/office/drawing/2014/main" id="{8FAF2DBB-8A11-44A9-8A4E-D0DD44550C9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6" y="3196"/>
                    <a:ext cx="406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S3</a:t>
                    </a:r>
                    <a:endPara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sp>
              <p:nvSpPr>
                <p:cNvPr id="29" name="Text Box 34">
                  <a:extLst>
                    <a:ext uri="{FF2B5EF4-FFF2-40B4-BE49-F238E27FC236}">
                      <a16:creationId xmlns:a16="http://schemas.microsoft.com/office/drawing/2014/main" id="{9047D493-8795-455E-B38B-69BF434BA0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4" y="2271"/>
                  <a:ext cx="519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1/0</a:t>
                  </a:r>
                </a:p>
              </p:txBody>
            </p:sp>
            <p:sp>
              <p:nvSpPr>
                <p:cNvPr id="30" name="Line 46">
                  <a:extLst>
                    <a:ext uri="{FF2B5EF4-FFF2-40B4-BE49-F238E27FC236}">
                      <a16:creationId xmlns:a16="http://schemas.microsoft.com/office/drawing/2014/main" id="{68B0B338-8BD7-4EE6-B66F-6E6142CA5D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12" y="1875"/>
                  <a:ext cx="711" cy="71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33" name="Group 51">
                <a:extLst>
                  <a:ext uri="{FF2B5EF4-FFF2-40B4-BE49-F238E27FC236}">
                    <a16:creationId xmlns:a16="http://schemas.microsoft.com/office/drawing/2014/main" id="{42B6EB7E-52C9-40AF-B2C5-839A7174D4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4538" y="2522538"/>
                <a:ext cx="1128712" cy="1270000"/>
                <a:chOff x="1427" y="1804"/>
                <a:chExt cx="711" cy="800"/>
              </a:xfrm>
            </p:grpSpPr>
            <p:sp>
              <p:nvSpPr>
                <p:cNvPr id="34" name="Line 33">
                  <a:extLst>
                    <a:ext uri="{FF2B5EF4-FFF2-40B4-BE49-F238E27FC236}">
                      <a16:creationId xmlns:a16="http://schemas.microsoft.com/office/drawing/2014/main" id="{453C4D6E-608A-4A1E-953C-643FB62A5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427" y="1893"/>
                  <a:ext cx="711" cy="71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" name="Text Box 48">
                  <a:extLst>
                    <a:ext uri="{FF2B5EF4-FFF2-40B4-BE49-F238E27FC236}">
                      <a16:creationId xmlns:a16="http://schemas.microsoft.com/office/drawing/2014/main" id="{021F4B88-EEB8-4934-B3EB-14AA05064CA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07" y="1804"/>
                  <a:ext cx="519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0/0</a:t>
                  </a:r>
                </a:p>
              </p:txBody>
            </p:sp>
          </p:grpSp>
          <p:grpSp>
            <p:nvGrpSpPr>
              <p:cNvPr id="36" name="Group 55">
                <a:extLst>
                  <a:ext uri="{FF2B5EF4-FFF2-40B4-BE49-F238E27FC236}">
                    <a16:creationId xmlns:a16="http://schemas.microsoft.com/office/drawing/2014/main" id="{0A4C617B-D21F-4842-97AA-A47C9B733F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98675" y="3905250"/>
                <a:ext cx="966788" cy="457200"/>
                <a:chOff x="1480" y="2675"/>
                <a:chExt cx="609" cy="288"/>
              </a:xfrm>
            </p:grpSpPr>
            <p:sp>
              <p:nvSpPr>
                <p:cNvPr id="37" name="Line 53">
                  <a:extLst>
                    <a:ext uri="{FF2B5EF4-FFF2-40B4-BE49-F238E27FC236}">
                      <a16:creationId xmlns:a16="http://schemas.microsoft.com/office/drawing/2014/main" id="{1B846B9D-97FA-462D-ACF2-3EE9220D2B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0" y="2711"/>
                  <a:ext cx="609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Text Box 54">
                  <a:extLst>
                    <a:ext uri="{FF2B5EF4-FFF2-40B4-BE49-F238E27FC236}">
                      <a16:creationId xmlns:a16="http://schemas.microsoft.com/office/drawing/2014/main" id="{D42D525A-1E95-4548-9FD1-8B2F86C762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61" y="2675"/>
                  <a:ext cx="432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0/0</a:t>
                  </a:r>
                </a:p>
              </p:txBody>
            </p:sp>
          </p:grpSp>
        </p:grpSp>
      </p:grpSp>
      <p:sp>
        <p:nvSpPr>
          <p:cNvPr id="39" name="Text Box 57">
            <a:extLst>
              <a:ext uri="{FF2B5EF4-FFF2-40B4-BE49-F238E27FC236}">
                <a16:creationId xmlns:a16="http://schemas.microsoft.com/office/drawing/2014/main" id="{884AF72B-DAD8-41AD-8885-AB0FB2E18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677" y="4175442"/>
            <a:ext cx="224155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可重叠检测</a:t>
            </a:r>
          </a:p>
        </p:txBody>
      </p:sp>
      <p:sp>
        <p:nvSpPr>
          <p:cNvPr id="40" name="Text Box 93">
            <a:extLst>
              <a:ext uri="{FF2B5EF4-FFF2-40B4-BE49-F238E27FC236}">
                <a16:creationId xmlns:a16="http://schemas.microsoft.com/office/drawing/2014/main" id="{993D6AEB-00D0-48A1-9C66-77DA848CC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1118" y="4164011"/>
            <a:ext cx="2397126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不可重叠检测</a:t>
            </a:r>
          </a:p>
        </p:txBody>
      </p:sp>
      <p:grpSp>
        <p:nvGrpSpPr>
          <p:cNvPr id="42" name="Group 101">
            <a:extLst>
              <a:ext uri="{FF2B5EF4-FFF2-40B4-BE49-F238E27FC236}">
                <a16:creationId xmlns:a16="http://schemas.microsoft.com/office/drawing/2014/main" id="{6AB66D16-0F5A-487B-A3B4-19C66819A0CD}"/>
              </a:ext>
            </a:extLst>
          </p:cNvPr>
          <p:cNvGrpSpPr>
            <a:grpSpLocks/>
          </p:cNvGrpSpPr>
          <p:nvPr/>
        </p:nvGrpSpPr>
        <p:grpSpPr bwMode="auto">
          <a:xfrm>
            <a:off x="5035318" y="1326833"/>
            <a:ext cx="5022850" cy="2398713"/>
            <a:chOff x="2972" y="1384"/>
            <a:chExt cx="3164" cy="1511"/>
          </a:xfrm>
        </p:grpSpPr>
        <p:sp>
          <p:nvSpPr>
            <p:cNvPr id="43" name="Arc 96">
              <a:extLst>
                <a:ext uri="{FF2B5EF4-FFF2-40B4-BE49-F238E27FC236}">
                  <a16:creationId xmlns:a16="http://schemas.microsoft.com/office/drawing/2014/main" id="{3F8D1AAD-0013-4203-AA54-F0955FE046D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498" y="1810"/>
              <a:ext cx="1638" cy="750"/>
            </a:xfrm>
            <a:custGeom>
              <a:avLst/>
              <a:gdLst>
                <a:gd name="T0" fmla="*/ 1 w 21600"/>
                <a:gd name="T1" fmla="*/ 0 h 15594"/>
                <a:gd name="T2" fmla="*/ 1 w 21600"/>
                <a:gd name="T3" fmla="*/ 0 h 15594"/>
                <a:gd name="T4" fmla="*/ 0 w 21600"/>
                <a:gd name="T5" fmla="*/ 0 h 155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5594" fill="none" extrusionOk="0">
                  <a:moveTo>
                    <a:pt x="20088" y="0"/>
                  </a:moveTo>
                  <a:cubicBezTo>
                    <a:pt x="21087" y="2527"/>
                    <a:pt x="21600" y="5219"/>
                    <a:pt x="21600" y="7937"/>
                  </a:cubicBezTo>
                  <a:cubicBezTo>
                    <a:pt x="21600" y="10553"/>
                    <a:pt x="21124" y="13147"/>
                    <a:pt x="20197" y="15594"/>
                  </a:cubicBezTo>
                </a:path>
                <a:path w="21600" h="15594" stroke="0" extrusionOk="0">
                  <a:moveTo>
                    <a:pt x="20088" y="0"/>
                  </a:moveTo>
                  <a:cubicBezTo>
                    <a:pt x="21087" y="2527"/>
                    <a:pt x="21600" y="5219"/>
                    <a:pt x="21600" y="7937"/>
                  </a:cubicBezTo>
                  <a:cubicBezTo>
                    <a:pt x="21600" y="10553"/>
                    <a:pt x="21124" y="13147"/>
                    <a:pt x="20197" y="15594"/>
                  </a:cubicBezTo>
                  <a:lnTo>
                    <a:pt x="0" y="7937"/>
                  </a:lnTo>
                  <a:lnTo>
                    <a:pt x="20088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44" name="Group 100">
              <a:extLst>
                <a:ext uri="{FF2B5EF4-FFF2-40B4-BE49-F238E27FC236}">
                  <a16:creationId xmlns:a16="http://schemas.microsoft.com/office/drawing/2014/main" id="{3765E5A3-5C94-43EF-9CC2-CD2E04F4B1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2" y="1384"/>
              <a:ext cx="2330" cy="1511"/>
              <a:chOff x="2972" y="1384"/>
              <a:chExt cx="2330" cy="1511"/>
            </a:xfrm>
          </p:grpSpPr>
          <p:grpSp>
            <p:nvGrpSpPr>
              <p:cNvPr id="45" name="Group 92">
                <a:extLst>
                  <a:ext uri="{FF2B5EF4-FFF2-40B4-BE49-F238E27FC236}">
                    <a16:creationId xmlns:a16="http://schemas.microsoft.com/office/drawing/2014/main" id="{9E4FBA88-A5E7-4D0B-9F44-86B891A7B0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2" y="1384"/>
                <a:ext cx="2330" cy="1511"/>
                <a:chOff x="3063" y="1203"/>
                <a:chExt cx="2330" cy="1511"/>
              </a:xfrm>
            </p:grpSpPr>
            <p:grpSp>
              <p:nvGrpSpPr>
                <p:cNvPr id="47" name="Group 58">
                  <a:extLst>
                    <a:ext uri="{FF2B5EF4-FFF2-40B4-BE49-F238E27FC236}">
                      <a16:creationId xmlns:a16="http://schemas.microsoft.com/office/drawing/2014/main" id="{FF025A5A-19B3-483F-A247-AC3AE363EA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64" y="1339"/>
                  <a:ext cx="417" cy="305"/>
                  <a:chOff x="1875" y="3196"/>
                  <a:chExt cx="417" cy="305"/>
                </a:xfrm>
              </p:grpSpPr>
              <p:sp>
                <p:nvSpPr>
                  <p:cNvPr id="78" name="Oval 59">
                    <a:extLst>
                      <a:ext uri="{FF2B5EF4-FFF2-40B4-BE49-F238E27FC236}">
                        <a16:creationId xmlns:a16="http://schemas.microsoft.com/office/drawing/2014/main" id="{BF38DDB4-984D-4C4A-970D-BB0AC730C7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75" y="3196"/>
                    <a:ext cx="305" cy="305"/>
                  </a:xfrm>
                  <a:prstGeom prst="ellips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79" name="Text Box 60">
                    <a:extLst>
                      <a:ext uri="{FF2B5EF4-FFF2-40B4-BE49-F238E27FC236}">
                        <a16:creationId xmlns:a16="http://schemas.microsoft.com/office/drawing/2014/main" id="{B5F406AF-5ED5-47AE-BEFE-8678EF04697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6" y="3196"/>
                    <a:ext cx="406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en-US" altLang="zh-CN" sz="2400" dirty="0">
                        <a:solidFill>
                          <a:srgbClr val="000000"/>
                        </a:solidFill>
                      </a:rPr>
                      <a:t>S</a:t>
                    </a:r>
                    <a:r>
                      <a: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</a:p>
                </p:txBody>
              </p:sp>
            </p:grpSp>
            <p:grpSp>
              <p:nvGrpSpPr>
                <p:cNvPr id="48" name="Group 61">
                  <a:extLst>
                    <a:ext uri="{FF2B5EF4-FFF2-40B4-BE49-F238E27FC236}">
                      <a16:creationId xmlns:a16="http://schemas.microsoft.com/office/drawing/2014/main" id="{10B484DC-33FE-4A20-8F79-749F3A2C47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63" y="1318"/>
                  <a:ext cx="659" cy="349"/>
                  <a:chOff x="2470" y="2847"/>
                  <a:chExt cx="659" cy="349"/>
                </a:xfrm>
              </p:grpSpPr>
              <p:sp>
                <p:nvSpPr>
                  <p:cNvPr id="76" name="Arc 62">
                    <a:extLst>
                      <a:ext uri="{FF2B5EF4-FFF2-40B4-BE49-F238E27FC236}">
                        <a16:creationId xmlns:a16="http://schemas.microsoft.com/office/drawing/2014/main" id="{78B719F0-63BD-438E-BE86-16A4B3D9F2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2978811" flipH="1">
                    <a:off x="2782" y="2849"/>
                    <a:ext cx="349" cy="345"/>
                  </a:xfrm>
                  <a:custGeom>
                    <a:avLst/>
                    <a:gdLst>
                      <a:gd name="T0" fmla="*/ 0 w 43200"/>
                      <a:gd name="T1" fmla="*/ 0 h 43200"/>
                      <a:gd name="T2" fmla="*/ 0 w 43200"/>
                      <a:gd name="T3" fmla="*/ 0 h 43200"/>
                      <a:gd name="T4" fmla="*/ 0 w 43200"/>
                      <a:gd name="T5" fmla="*/ 0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1599" y="0"/>
                        </a:move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-1" y="18322"/>
                          <a:pt x="745" y="15087"/>
                          <a:pt x="2181" y="12141"/>
                        </a:cubicBezTo>
                      </a:path>
                      <a:path w="43200" h="43200" stroke="0" extrusionOk="0">
                        <a:moveTo>
                          <a:pt x="21599" y="0"/>
                        </a:move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-1" y="18322"/>
                          <a:pt x="745" y="15087"/>
                          <a:pt x="2181" y="12141"/>
                        </a:cubicBezTo>
                        <a:lnTo>
                          <a:pt x="21600" y="21600"/>
                        </a:lnTo>
                        <a:lnTo>
                          <a:pt x="2159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77" name="Text Box 63">
                    <a:extLst>
                      <a:ext uri="{FF2B5EF4-FFF2-40B4-BE49-F238E27FC236}">
                        <a16:creationId xmlns:a16="http://schemas.microsoft.com/office/drawing/2014/main" id="{0485383B-518D-4E18-821C-DCD95895A7C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70" y="2858"/>
                    <a:ext cx="432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0/0</a:t>
                    </a:r>
                  </a:p>
                </p:txBody>
              </p:sp>
            </p:grpSp>
            <p:grpSp>
              <p:nvGrpSpPr>
                <p:cNvPr id="49" name="Group 64">
                  <a:extLst>
                    <a:ext uri="{FF2B5EF4-FFF2-40B4-BE49-F238E27FC236}">
                      <a16:creationId xmlns:a16="http://schemas.microsoft.com/office/drawing/2014/main" id="{191A82BB-FF5F-4C73-9688-747305882A9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69" y="1203"/>
                  <a:ext cx="1004" cy="453"/>
                  <a:chOff x="1484" y="1452"/>
                  <a:chExt cx="1004" cy="453"/>
                </a:xfrm>
              </p:grpSpPr>
              <p:grpSp>
                <p:nvGrpSpPr>
                  <p:cNvPr id="71" name="Group 65">
                    <a:extLst>
                      <a:ext uri="{FF2B5EF4-FFF2-40B4-BE49-F238E27FC236}">
                        <a16:creationId xmlns:a16="http://schemas.microsoft.com/office/drawing/2014/main" id="{051B3623-CE6D-48D9-AEE1-636B95A145A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71" y="1600"/>
                    <a:ext cx="417" cy="305"/>
                    <a:chOff x="1875" y="3196"/>
                    <a:chExt cx="417" cy="305"/>
                  </a:xfrm>
                </p:grpSpPr>
                <p:sp>
                  <p:nvSpPr>
                    <p:cNvPr id="74" name="Oval 66">
                      <a:extLst>
                        <a:ext uri="{FF2B5EF4-FFF2-40B4-BE49-F238E27FC236}">
                          <a16:creationId xmlns:a16="http://schemas.microsoft.com/office/drawing/2014/main" id="{838C1811-BCB1-4095-A0FA-4A7EB86D32E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75" y="3196"/>
                      <a:ext cx="305" cy="305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kumimoji="1" sz="3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kumimoji="1" sz="2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75" name="Text Box 67">
                      <a:extLst>
                        <a:ext uri="{FF2B5EF4-FFF2-40B4-BE49-F238E27FC236}">
                          <a16:creationId xmlns:a16="http://schemas.microsoft.com/office/drawing/2014/main" id="{1B3B9263-0873-45DB-8A7A-1CEE96BB238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886" y="3196"/>
                      <a:ext cx="406" cy="288"/>
                    </a:xfrm>
                    <a:prstGeom prst="rect">
                      <a:avLst/>
                    </a:prstGeom>
                    <a:noFill/>
                    <a:ln w="38100">
                      <a:noFill/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kumimoji="1" sz="3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kumimoji="1" sz="2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S</a:t>
                      </a:r>
                      <a:r>
                        <a:rPr kumimoji="1" lang="zh-CN" alt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</a:p>
                  </p:txBody>
                </p:sp>
              </p:grpSp>
              <p:sp>
                <p:nvSpPr>
                  <p:cNvPr id="72" name="Line 68">
                    <a:extLst>
                      <a:ext uri="{FF2B5EF4-FFF2-40B4-BE49-F238E27FC236}">
                        <a16:creationId xmlns:a16="http://schemas.microsoft.com/office/drawing/2014/main" id="{01DE94B2-062F-40F0-8565-2A04AB2882F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84" y="1724"/>
                    <a:ext cx="59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73" name="Text Box 69">
                    <a:extLst>
                      <a:ext uri="{FF2B5EF4-FFF2-40B4-BE49-F238E27FC236}">
                        <a16:creationId xmlns:a16="http://schemas.microsoft.com/office/drawing/2014/main" id="{61A5E267-8C0C-4EA5-9A5C-601F0F116E7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63" y="1452"/>
                    <a:ext cx="519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1/0</a:t>
                    </a:r>
                  </a:p>
                </p:txBody>
              </p:sp>
            </p:grpSp>
            <p:grpSp>
              <p:nvGrpSpPr>
                <p:cNvPr id="50" name="Group 70">
                  <a:extLst>
                    <a:ext uri="{FF2B5EF4-FFF2-40B4-BE49-F238E27FC236}">
                      <a16:creationId xmlns:a16="http://schemas.microsoft.com/office/drawing/2014/main" id="{F7917CD6-C7E5-418A-BAB3-61692EF8D5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49" y="1674"/>
                  <a:ext cx="2144" cy="957"/>
                  <a:chOff x="764" y="1934"/>
                  <a:chExt cx="2144" cy="957"/>
                </a:xfrm>
              </p:grpSpPr>
              <p:grpSp>
                <p:nvGrpSpPr>
                  <p:cNvPr id="66" name="Group 71">
                    <a:extLst>
                      <a:ext uri="{FF2B5EF4-FFF2-40B4-BE49-F238E27FC236}">
                        <a16:creationId xmlns:a16="http://schemas.microsoft.com/office/drawing/2014/main" id="{448DB5E5-6E11-4A5E-B496-01805D8400B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03" y="2586"/>
                    <a:ext cx="417" cy="305"/>
                    <a:chOff x="1875" y="3196"/>
                    <a:chExt cx="417" cy="305"/>
                  </a:xfrm>
                </p:grpSpPr>
                <p:sp>
                  <p:nvSpPr>
                    <p:cNvPr id="69" name="Oval 72">
                      <a:extLst>
                        <a:ext uri="{FF2B5EF4-FFF2-40B4-BE49-F238E27FC236}">
                          <a16:creationId xmlns:a16="http://schemas.microsoft.com/office/drawing/2014/main" id="{97B87A4E-3AA7-4A4B-B6F2-E264C4BA16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75" y="3196"/>
                      <a:ext cx="305" cy="305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kumimoji="1" sz="3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kumimoji="1" sz="2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70" name="Text Box 73">
                      <a:extLst>
                        <a:ext uri="{FF2B5EF4-FFF2-40B4-BE49-F238E27FC236}">
                          <a16:creationId xmlns:a16="http://schemas.microsoft.com/office/drawing/2014/main" id="{E5562C12-2AA6-4755-A0AE-64CD630C58F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886" y="3196"/>
                      <a:ext cx="406" cy="288"/>
                    </a:xfrm>
                    <a:prstGeom prst="rect">
                      <a:avLst/>
                    </a:prstGeom>
                    <a:noFill/>
                    <a:ln w="38100">
                      <a:noFill/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kumimoji="1" sz="3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kumimoji="1" sz="2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S2</a:t>
                      </a:r>
                      <a:endPara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67" name="Arc 74">
                    <a:extLst>
                      <a:ext uri="{FF2B5EF4-FFF2-40B4-BE49-F238E27FC236}">
                        <a16:creationId xmlns:a16="http://schemas.microsoft.com/office/drawing/2014/main" id="{E95807B1-AEBB-4ABD-BF05-0B47C826B4E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64" y="1934"/>
                    <a:ext cx="1638" cy="690"/>
                  </a:xfrm>
                  <a:custGeom>
                    <a:avLst/>
                    <a:gdLst>
                      <a:gd name="T0" fmla="*/ 1 w 21600"/>
                      <a:gd name="T1" fmla="*/ 0 h 14355"/>
                      <a:gd name="T2" fmla="*/ 1 w 21600"/>
                      <a:gd name="T3" fmla="*/ 0 h 14355"/>
                      <a:gd name="T4" fmla="*/ 0 w 21600"/>
                      <a:gd name="T5" fmla="*/ 0 h 1435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14355" fill="none" extrusionOk="0">
                        <a:moveTo>
                          <a:pt x="20535" y="-1"/>
                        </a:moveTo>
                        <a:cubicBezTo>
                          <a:pt x="21240" y="2162"/>
                          <a:pt x="21600" y="4423"/>
                          <a:pt x="21600" y="6698"/>
                        </a:cubicBezTo>
                        <a:cubicBezTo>
                          <a:pt x="21600" y="9314"/>
                          <a:pt x="21124" y="11908"/>
                          <a:pt x="20197" y="14355"/>
                        </a:cubicBezTo>
                      </a:path>
                      <a:path w="21600" h="14355" stroke="0" extrusionOk="0">
                        <a:moveTo>
                          <a:pt x="20535" y="-1"/>
                        </a:moveTo>
                        <a:cubicBezTo>
                          <a:pt x="21240" y="2162"/>
                          <a:pt x="21600" y="4423"/>
                          <a:pt x="21600" y="6698"/>
                        </a:cubicBezTo>
                        <a:cubicBezTo>
                          <a:pt x="21600" y="9314"/>
                          <a:pt x="21124" y="11908"/>
                          <a:pt x="20197" y="14355"/>
                        </a:cubicBezTo>
                        <a:lnTo>
                          <a:pt x="0" y="6698"/>
                        </a:lnTo>
                        <a:lnTo>
                          <a:pt x="20535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68" name="Text Box 75">
                    <a:extLst>
                      <a:ext uri="{FF2B5EF4-FFF2-40B4-BE49-F238E27FC236}">
                        <a16:creationId xmlns:a16="http://schemas.microsoft.com/office/drawing/2014/main" id="{EA2186AC-47FF-4496-B7E0-90B33400B4D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89" y="2097"/>
                    <a:ext cx="519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0/0</a:t>
                    </a:r>
                  </a:p>
                </p:txBody>
              </p:sp>
            </p:grpSp>
            <p:grpSp>
              <p:nvGrpSpPr>
                <p:cNvPr id="51" name="Group 91">
                  <a:extLst>
                    <a:ext uri="{FF2B5EF4-FFF2-40B4-BE49-F238E27FC236}">
                      <a16:creationId xmlns:a16="http://schemas.microsoft.com/office/drawing/2014/main" id="{4FBB8859-3042-4B5E-98DE-296275F049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25" y="1639"/>
                  <a:ext cx="1956" cy="673"/>
                  <a:chOff x="2692" y="3221"/>
                  <a:chExt cx="1956" cy="673"/>
                </a:xfrm>
              </p:grpSpPr>
              <p:sp>
                <p:nvSpPr>
                  <p:cNvPr id="64" name="Arc 41">
                    <a:extLst>
                      <a:ext uri="{FF2B5EF4-FFF2-40B4-BE49-F238E27FC236}">
                        <a16:creationId xmlns:a16="http://schemas.microsoft.com/office/drawing/2014/main" id="{03540F71-D605-4891-A4B1-FCB11466940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010" y="3221"/>
                    <a:ext cx="1638" cy="673"/>
                  </a:xfrm>
                  <a:custGeom>
                    <a:avLst/>
                    <a:gdLst>
                      <a:gd name="T0" fmla="*/ 1 w 21600"/>
                      <a:gd name="T1" fmla="*/ 0 h 14003"/>
                      <a:gd name="T2" fmla="*/ 1 w 21600"/>
                      <a:gd name="T3" fmla="*/ 0 h 14003"/>
                      <a:gd name="T4" fmla="*/ 0 w 21600"/>
                      <a:gd name="T5" fmla="*/ 0 h 1400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14003" fill="none" extrusionOk="0">
                        <a:moveTo>
                          <a:pt x="20646" y="0"/>
                        </a:moveTo>
                        <a:cubicBezTo>
                          <a:pt x="21278" y="2056"/>
                          <a:pt x="21600" y="4195"/>
                          <a:pt x="21600" y="6346"/>
                        </a:cubicBezTo>
                        <a:cubicBezTo>
                          <a:pt x="21600" y="8962"/>
                          <a:pt x="21124" y="11556"/>
                          <a:pt x="20197" y="14003"/>
                        </a:cubicBezTo>
                      </a:path>
                      <a:path w="21600" h="14003" stroke="0" extrusionOk="0">
                        <a:moveTo>
                          <a:pt x="20646" y="0"/>
                        </a:moveTo>
                        <a:cubicBezTo>
                          <a:pt x="21278" y="2056"/>
                          <a:pt x="21600" y="4195"/>
                          <a:pt x="21600" y="6346"/>
                        </a:cubicBezTo>
                        <a:cubicBezTo>
                          <a:pt x="21600" y="8962"/>
                          <a:pt x="21124" y="11556"/>
                          <a:pt x="20197" y="14003"/>
                        </a:cubicBezTo>
                        <a:lnTo>
                          <a:pt x="0" y="6346"/>
                        </a:lnTo>
                        <a:lnTo>
                          <a:pt x="20646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65" name="Text Box 78">
                    <a:extLst>
                      <a:ext uri="{FF2B5EF4-FFF2-40B4-BE49-F238E27FC236}">
                        <a16:creationId xmlns:a16="http://schemas.microsoft.com/office/drawing/2014/main" id="{374469B4-C669-4A5D-B09B-683CBF49B5B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92" y="3409"/>
                    <a:ext cx="432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1/1</a:t>
                    </a:r>
                  </a:p>
                </p:txBody>
              </p:sp>
            </p:grpSp>
            <p:grpSp>
              <p:nvGrpSpPr>
                <p:cNvPr id="52" name="Group 79">
                  <a:extLst>
                    <a:ext uri="{FF2B5EF4-FFF2-40B4-BE49-F238E27FC236}">
                      <a16:creationId xmlns:a16="http://schemas.microsoft.com/office/drawing/2014/main" id="{D0DC1C48-4ABF-4975-A2B8-EFD3A07F75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63" y="1626"/>
                  <a:ext cx="945" cy="997"/>
                  <a:chOff x="1178" y="1875"/>
                  <a:chExt cx="945" cy="997"/>
                </a:xfrm>
              </p:grpSpPr>
              <p:grpSp>
                <p:nvGrpSpPr>
                  <p:cNvPr id="59" name="Group 80">
                    <a:extLst>
                      <a:ext uri="{FF2B5EF4-FFF2-40B4-BE49-F238E27FC236}">
                        <a16:creationId xmlns:a16="http://schemas.microsoft.com/office/drawing/2014/main" id="{F9690CAB-9591-4A2A-A9F2-A46E369D0CC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78" y="2567"/>
                    <a:ext cx="417" cy="305"/>
                    <a:chOff x="1875" y="3196"/>
                    <a:chExt cx="417" cy="305"/>
                  </a:xfrm>
                </p:grpSpPr>
                <p:sp>
                  <p:nvSpPr>
                    <p:cNvPr id="62" name="Oval 81">
                      <a:extLst>
                        <a:ext uri="{FF2B5EF4-FFF2-40B4-BE49-F238E27FC236}">
                          <a16:creationId xmlns:a16="http://schemas.microsoft.com/office/drawing/2014/main" id="{0BF53E75-BF45-499D-8919-436F265F449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75" y="3196"/>
                      <a:ext cx="305" cy="305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kumimoji="1" sz="3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kumimoji="1" sz="2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3" name="Text Box 82">
                      <a:extLst>
                        <a:ext uri="{FF2B5EF4-FFF2-40B4-BE49-F238E27FC236}">
                          <a16:creationId xmlns:a16="http://schemas.microsoft.com/office/drawing/2014/main" id="{071DB53E-0C70-45B2-9803-012C3A45CBD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886" y="3196"/>
                      <a:ext cx="406" cy="288"/>
                    </a:xfrm>
                    <a:prstGeom prst="rect">
                      <a:avLst/>
                    </a:prstGeom>
                    <a:noFill/>
                    <a:ln w="38100">
                      <a:noFill/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kumimoji="1" sz="3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kumimoji="1" sz="2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S3</a:t>
                      </a:r>
                      <a:endPara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60" name="Text Box 83">
                    <a:extLst>
                      <a:ext uri="{FF2B5EF4-FFF2-40B4-BE49-F238E27FC236}">
                        <a16:creationId xmlns:a16="http://schemas.microsoft.com/office/drawing/2014/main" id="{D6742368-4FB4-4421-90A1-957A8980BCB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84" y="2271"/>
                    <a:ext cx="519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1/0</a:t>
                    </a:r>
                  </a:p>
                </p:txBody>
              </p:sp>
              <p:sp>
                <p:nvSpPr>
                  <p:cNvPr id="61" name="Line 84">
                    <a:extLst>
                      <a:ext uri="{FF2B5EF4-FFF2-40B4-BE49-F238E27FC236}">
                        <a16:creationId xmlns:a16="http://schemas.microsoft.com/office/drawing/2014/main" id="{3DFF1149-B449-4904-AC6E-BBAF3297A8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12" y="1875"/>
                    <a:ext cx="711" cy="711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53" name="Group 85">
                  <a:extLst>
                    <a:ext uri="{FF2B5EF4-FFF2-40B4-BE49-F238E27FC236}">
                      <a16:creationId xmlns:a16="http://schemas.microsoft.com/office/drawing/2014/main" id="{8D12597D-CFBC-4548-AD8B-B76F70215D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12" y="1555"/>
                  <a:ext cx="711" cy="800"/>
                  <a:chOff x="1427" y="1804"/>
                  <a:chExt cx="711" cy="800"/>
                </a:xfrm>
              </p:grpSpPr>
              <p:sp>
                <p:nvSpPr>
                  <p:cNvPr id="57" name="Line 86">
                    <a:extLst>
                      <a:ext uri="{FF2B5EF4-FFF2-40B4-BE49-F238E27FC236}">
                        <a16:creationId xmlns:a16="http://schemas.microsoft.com/office/drawing/2014/main" id="{05B3B32A-117D-40DF-A6E6-763F6A78643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427" y="1893"/>
                    <a:ext cx="711" cy="711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58" name="Text Box 87">
                    <a:extLst>
                      <a:ext uri="{FF2B5EF4-FFF2-40B4-BE49-F238E27FC236}">
                        <a16:creationId xmlns:a16="http://schemas.microsoft.com/office/drawing/2014/main" id="{00621995-E15F-436E-96A3-D85BF0C080C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07" y="1804"/>
                    <a:ext cx="519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0/0</a:t>
                    </a:r>
                  </a:p>
                </p:txBody>
              </p:sp>
            </p:grpSp>
            <p:grpSp>
              <p:nvGrpSpPr>
                <p:cNvPr id="54" name="Group 88">
                  <a:extLst>
                    <a:ext uri="{FF2B5EF4-FFF2-40B4-BE49-F238E27FC236}">
                      <a16:creationId xmlns:a16="http://schemas.microsoft.com/office/drawing/2014/main" id="{FB2FE2F0-3B68-411F-B245-2936E5E3E7F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65" y="2426"/>
                  <a:ext cx="609" cy="288"/>
                  <a:chOff x="1480" y="2675"/>
                  <a:chExt cx="609" cy="288"/>
                </a:xfrm>
              </p:grpSpPr>
              <p:sp>
                <p:nvSpPr>
                  <p:cNvPr id="55" name="Line 89">
                    <a:extLst>
                      <a:ext uri="{FF2B5EF4-FFF2-40B4-BE49-F238E27FC236}">
                        <a16:creationId xmlns:a16="http://schemas.microsoft.com/office/drawing/2014/main" id="{44464F1A-8955-4809-829E-1DEA132504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80" y="2711"/>
                    <a:ext cx="609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56" name="Text Box 90">
                    <a:extLst>
                      <a:ext uri="{FF2B5EF4-FFF2-40B4-BE49-F238E27FC236}">
                        <a16:creationId xmlns:a16="http://schemas.microsoft.com/office/drawing/2014/main" id="{1CB68B48-203E-4E80-92CC-37CD10D99A9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61" y="2675"/>
                    <a:ext cx="432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0/0</a:t>
                    </a:r>
                  </a:p>
                </p:txBody>
              </p:sp>
            </p:grpSp>
          </p:grpSp>
          <p:sp>
            <p:nvSpPr>
              <p:cNvPr id="46" name="Text Box 97">
                <a:extLst>
                  <a:ext uri="{FF2B5EF4-FFF2-40B4-BE49-F238E27FC236}">
                    <a16:creationId xmlns:a16="http://schemas.microsoft.com/office/drawing/2014/main" id="{34B581D3-2B44-49C3-9704-F7B4BA1A9E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9" y="2012"/>
                <a:ext cx="51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128827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9" grpId="0" animBg="1" autoUpdateAnimBg="0"/>
      <p:bldP spid="40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-3088" y="189468"/>
                <a:ext cx="9147088" cy="533400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dirty="0">
                    <a:solidFill>
                      <a:srgbClr val="1F08F8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【</a:t>
                </a:r>
                <a:r>
                  <a:rPr lang="zh-CN" altLang="en-US" sz="2800" dirty="0">
                    <a:solidFill>
                      <a:srgbClr val="1F08F8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例</a:t>
                </a:r>
                <a:r>
                  <a:rPr lang="en-US" altLang="zh-CN" sz="2800" dirty="0">
                    <a:solidFill>
                      <a:srgbClr val="1F08F8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2】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设计一个串行数据检测器。其输入是与时钟同步的串行数据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𝑋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其输出是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𝑍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仅当输入出现11100序列时，输出才为1，否则输出为0</a:t>
                </a:r>
                <a:endParaRPr lang="en-US" altLang="zh-CN" sz="2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88" y="189468"/>
                <a:ext cx="9147088" cy="533400"/>
              </a:xfrm>
              <a:prstGeom prst="rect">
                <a:avLst/>
              </a:prstGeom>
              <a:blipFill rotWithShape="0">
                <a:blip r:embed="rId2"/>
                <a:stretch>
                  <a:fillRect l="-1332" t="-11364" r="-200" b="-187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5">
            <a:extLst>
              <a:ext uri="{FF2B5EF4-FFF2-40B4-BE49-F238E27FC236}">
                <a16:creationId xmlns:a16="http://schemas.microsoft.com/office/drawing/2014/main" id="{1165E686-E093-4CCC-809D-168D6A8B5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1666875"/>
            <a:ext cx="1792288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设定状态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AEF7365F-FBAA-4348-8DDB-A759D17F9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2366963"/>
            <a:ext cx="5935662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初态或序列失败后的状态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57E7F298-FB27-4099-BBB5-70B1F1B64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2957513"/>
            <a:ext cx="8184832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出现一个“1”后的状态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4B8AAB9F-0CAA-485E-ABA8-9103BBE8E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3548063"/>
            <a:ext cx="5935663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连续出现两个“1”后的状态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5FC386CE-0DC7-45F9-B6C0-3ABC182F8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4211638"/>
            <a:ext cx="5935663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连续出现三个“1”后的状态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605F929F-BC83-44C7-BCEE-0C9CC3BE6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4878388"/>
            <a:ext cx="5935662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出现 “1110”后的状态</a:t>
            </a:r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6A1083E2-9614-4CB5-973E-5A41E5D30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258" y="6097588"/>
            <a:ext cx="5075237" cy="51911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检测过程中需记忆6个状态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3C0FEF1C-0A6C-42AC-BDFA-AE5665BF0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5487988"/>
            <a:ext cx="7729537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出现 “11100”，序列成功后的状态</a:t>
            </a:r>
          </a:p>
        </p:txBody>
      </p:sp>
    </p:spTree>
    <p:extLst>
      <p:ext uri="{BB962C8B-B14F-4D97-AF65-F5344CB8AC3E}">
        <p14:creationId xmlns:p14="http://schemas.microsoft.com/office/powerpoint/2010/main" val="303360889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 autoUpdateAnimBg="0"/>
      <p:bldP spid="4" grpId="0" animBg="1" autoUpdateAnimBg="0"/>
      <p:bldP spid="5" grpId="0" animBg="1" autoUpdateAnimBg="0"/>
      <p:bldP spid="6" grpId="0" animBg="1" autoUpdateAnimBg="0"/>
      <p:bldP spid="7" grpId="0" animBg="1" autoUpdateAnimBg="0"/>
      <p:bldP spid="8" grpId="0" animBg="1" autoUpdateAnimBg="0"/>
      <p:bldP spid="9" grpId="0" animBg="1" autoUpdateAnimBg="0"/>
      <p:bldP spid="10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-3088" y="189468"/>
                <a:ext cx="7623089" cy="533400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11100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，状态图：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𝑺</m:t>
                    </m:r>
                    <m:r>
                      <a:rPr lang="zh-CN" alt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，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𝑿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/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𝒁</m:t>
                    </m:r>
                  </m:oMath>
                </a14:m>
                <a:endParaRPr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88" y="189468"/>
                <a:ext cx="7623089" cy="533400"/>
              </a:xfrm>
              <a:prstGeom prst="rect">
                <a:avLst/>
              </a:prstGeom>
              <a:blipFill>
                <a:blip r:embed="rId2"/>
                <a:stretch>
                  <a:fillRect t="-13636" b="-261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9">
            <a:extLst>
              <a:ext uri="{FF2B5EF4-FFF2-40B4-BE49-F238E27FC236}">
                <a16:creationId xmlns:a16="http://schemas.microsoft.com/office/drawing/2014/main" id="{1720D30B-16BF-425E-8403-E53319A3400C}"/>
              </a:ext>
            </a:extLst>
          </p:cNvPr>
          <p:cNvGrpSpPr>
            <a:grpSpLocks/>
          </p:cNvGrpSpPr>
          <p:nvPr/>
        </p:nvGrpSpPr>
        <p:grpSpPr bwMode="auto">
          <a:xfrm>
            <a:off x="2871788" y="863600"/>
            <a:ext cx="1046162" cy="554038"/>
            <a:chOff x="2470" y="2847"/>
            <a:chExt cx="659" cy="349"/>
          </a:xfrm>
        </p:grpSpPr>
        <p:sp>
          <p:nvSpPr>
            <p:cNvPr id="54" name="Arc 10">
              <a:extLst>
                <a:ext uri="{FF2B5EF4-FFF2-40B4-BE49-F238E27FC236}">
                  <a16:creationId xmlns:a16="http://schemas.microsoft.com/office/drawing/2014/main" id="{8E269A30-9B40-4ED0-B1C0-F33CC39015F0}"/>
                </a:ext>
              </a:extLst>
            </p:cNvPr>
            <p:cNvSpPr>
              <a:spLocks/>
            </p:cNvSpPr>
            <p:nvPr/>
          </p:nvSpPr>
          <p:spPr bwMode="auto">
            <a:xfrm rot="2978811" flipH="1">
              <a:off x="2782" y="2849"/>
              <a:ext cx="349" cy="345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8322"/>
                    <a:pt x="745" y="15087"/>
                    <a:pt x="2181" y="12141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8322"/>
                    <a:pt x="745" y="15087"/>
                    <a:pt x="2181" y="12141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Text Box 11">
              <a:extLst>
                <a:ext uri="{FF2B5EF4-FFF2-40B4-BE49-F238E27FC236}">
                  <a16:creationId xmlns:a16="http://schemas.microsoft.com/office/drawing/2014/main" id="{ADCAD50E-8F69-49F7-8149-1BACFD8DF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" y="2858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56" name="Group 39">
            <a:extLst>
              <a:ext uri="{FF2B5EF4-FFF2-40B4-BE49-F238E27FC236}">
                <a16:creationId xmlns:a16="http://schemas.microsoft.com/office/drawing/2014/main" id="{F776CF33-1DC3-4A9B-BE33-A4613429C3A1}"/>
              </a:ext>
            </a:extLst>
          </p:cNvPr>
          <p:cNvGrpSpPr>
            <a:grpSpLocks/>
          </p:cNvGrpSpPr>
          <p:nvPr/>
        </p:nvGrpSpPr>
        <p:grpSpPr bwMode="auto">
          <a:xfrm>
            <a:off x="3808413" y="896938"/>
            <a:ext cx="661987" cy="484187"/>
            <a:chOff x="1875" y="3196"/>
            <a:chExt cx="417" cy="305"/>
          </a:xfrm>
        </p:grpSpPr>
        <p:sp>
          <p:nvSpPr>
            <p:cNvPr id="57" name="Oval 40">
              <a:extLst>
                <a:ext uri="{FF2B5EF4-FFF2-40B4-BE49-F238E27FC236}">
                  <a16:creationId xmlns:a16="http://schemas.microsoft.com/office/drawing/2014/main" id="{B405FEB7-70BA-4688-B7C8-ECDA962FC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5" y="3196"/>
              <a:ext cx="305" cy="30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Text Box 41">
              <a:extLst>
                <a:ext uri="{FF2B5EF4-FFF2-40B4-BE49-F238E27FC236}">
                  <a16:creationId xmlns:a16="http://schemas.microsoft.com/office/drawing/2014/main" id="{7CF221F4-972A-4967-8F7D-10C4476EE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6" y="3196"/>
              <a:ext cx="40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</p:grpSp>
      <p:grpSp>
        <p:nvGrpSpPr>
          <p:cNvPr id="59" name="Group 51">
            <a:extLst>
              <a:ext uri="{FF2B5EF4-FFF2-40B4-BE49-F238E27FC236}">
                <a16:creationId xmlns:a16="http://schemas.microsoft.com/office/drawing/2014/main" id="{07114503-1A67-4759-B16E-8CA0EC9CFB9C}"/>
              </a:ext>
            </a:extLst>
          </p:cNvPr>
          <p:cNvGrpSpPr>
            <a:grpSpLocks/>
          </p:cNvGrpSpPr>
          <p:nvPr/>
        </p:nvGrpSpPr>
        <p:grpSpPr bwMode="auto">
          <a:xfrm>
            <a:off x="4252913" y="469900"/>
            <a:ext cx="1722437" cy="2989263"/>
            <a:chOff x="1267" y="833"/>
            <a:chExt cx="1085" cy="1883"/>
          </a:xfrm>
        </p:grpSpPr>
        <p:grpSp>
          <p:nvGrpSpPr>
            <p:cNvPr id="60" name="Group 42">
              <a:extLst>
                <a:ext uri="{FF2B5EF4-FFF2-40B4-BE49-F238E27FC236}">
                  <a16:creationId xmlns:a16="http://schemas.microsoft.com/office/drawing/2014/main" id="{2F17151B-AF0D-460D-8776-086D8C239A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5" y="1091"/>
              <a:ext cx="417" cy="305"/>
              <a:chOff x="1875" y="3196"/>
              <a:chExt cx="417" cy="305"/>
            </a:xfrm>
          </p:grpSpPr>
          <p:sp>
            <p:nvSpPr>
              <p:cNvPr id="63" name="Oval 43">
                <a:extLst>
                  <a:ext uri="{FF2B5EF4-FFF2-40B4-BE49-F238E27FC236}">
                    <a16:creationId xmlns:a16="http://schemas.microsoft.com/office/drawing/2014/main" id="{57E239DF-1142-4239-B634-345BA3132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5" y="3196"/>
                <a:ext cx="305" cy="30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4" name="Text Box 44">
                <a:extLst>
                  <a:ext uri="{FF2B5EF4-FFF2-40B4-BE49-F238E27FC236}">
                    <a16:creationId xmlns:a16="http://schemas.microsoft.com/office/drawing/2014/main" id="{49189D27-AFC2-4D4A-87E8-33E75C8A5A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6" y="3196"/>
                <a:ext cx="406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61" name="Arc 47">
              <a:extLst>
                <a:ext uri="{FF2B5EF4-FFF2-40B4-BE49-F238E27FC236}">
                  <a16:creationId xmlns:a16="http://schemas.microsoft.com/office/drawing/2014/main" id="{25A9CBBA-C3E4-4914-8163-64A5F6246FEC}"/>
                </a:ext>
              </a:extLst>
            </p:cNvPr>
            <p:cNvSpPr>
              <a:spLocks/>
            </p:cNvSpPr>
            <p:nvPr/>
          </p:nvSpPr>
          <p:spPr bwMode="auto">
            <a:xfrm rot="5400000" flipH="1" flipV="1">
              <a:off x="785" y="1560"/>
              <a:ext cx="1638" cy="673"/>
            </a:xfrm>
            <a:custGeom>
              <a:avLst/>
              <a:gdLst>
                <a:gd name="T0" fmla="*/ 1 w 21600"/>
                <a:gd name="T1" fmla="*/ 0 h 14003"/>
                <a:gd name="T2" fmla="*/ 1 w 21600"/>
                <a:gd name="T3" fmla="*/ 0 h 14003"/>
                <a:gd name="T4" fmla="*/ 0 w 21600"/>
                <a:gd name="T5" fmla="*/ 0 h 140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4003" fill="none" extrusionOk="0">
                  <a:moveTo>
                    <a:pt x="20646" y="0"/>
                  </a:moveTo>
                  <a:cubicBezTo>
                    <a:pt x="21278" y="2056"/>
                    <a:pt x="21600" y="4195"/>
                    <a:pt x="21600" y="6346"/>
                  </a:cubicBezTo>
                  <a:cubicBezTo>
                    <a:pt x="21600" y="8962"/>
                    <a:pt x="21124" y="11556"/>
                    <a:pt x="20197" y="14003"/>
                  </a:cubicBezTo>
                </a:path>
                <a:path w="21600" h="14003" stroke="0" extrusionOk="0">
                  <a:moveTo>
                    <a:pt x="20646" y="0"/>
                  </a:moveTo>
                  <a:cubicBezTo>
                    <a:pt x="21278" y="2056"/>
                    <a:pt x="21600" y="4195"/>
                    <a:pt x="21600" y="6346"/>
                  </a:cubicBezTo>
                  <a:cubicBezTo>
                    <a:pt x="21600" y="8962"/>
                    <a:pt x="21124" y="11556"/>
                    <a:pt x="20197" y="14003"/>
                  </a:cubicBezTo>
                  <a:lnTo>
                    <a:pt x="0" y="6346"/>
                  </a:lnTo>
                  <a:lnTo>
                    <a:pt x="20646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Text Box 49">
              <a:extLst>
                <a:ext uri="{FF2B5EF4-FFF2-40B4-BE49-F238E27FC236}">
                  <a16:creationId xmlns:a16="http://schemas.microsoft.com/office/drawing/2014/main" id="{7D194813-1095-421C-9455-AC929A4135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7" y="833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65" name="Group 58">
            <a:extLst>
              <a:ext uri="{FF2B5EF4-FFF2-40B4-BE49-F238E27FC236}">
                <a16:creationId xmlns:a16="http://schemas.microsoft.com/office/drawing/2014/main" id="{D8769271-4A5D-4910-990D-184F252212BA}"/>
              </a:ext>
            </a:extLst>
          </p:cNvPr>
          <p:cNvGrpSpPr>
            <a:grpSpLocks/>
          </p:cNvGrpSpPr>
          <p:nvPr/>
        </p:nvGrpSpPr>
        <p:grpSpPr bwMode="auto">
          <a:xfrm>
            <a:off x="5776913" y="452438"/>
            <a:ext cx="1722437" cy="2989262"/>
            <a:chOff x="1267" y="833"/>
            <a:chExt cx="1085" cy="1883"/>
          </a:xfrm>
        </p:grpSpPr>
        <p:grpSp>
          <p:nvGrpSpPr>
            <p:cNvPr id="66" name="Group 59">
              <a:extLst>
                <a:ext uri="{FF2B5EF4-FFF2-40B4-BE49-F238E27FC236}">
                  <a16:creationId xmlns:a16="http://schemas.microsoft.com/office/drawing/2014/main" id="{91CAA7C5-06AD-4601-BAB4-F7DD227F8B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5" y="1091"/>
              <a:ext cx="417" cy="305"/>
              <a:chOff x="1875" y="3196"/>
              <a:chExt cx="417" cy="305"/>
            </a:xfrm>
          </p:grpSpPr>
          <p:sp>
            <p:nvSpPr>
              <p:cNvPr id="69" name="Oval 60">
                <a:extLst>
                  <a:ext uri="{FF2B5EF4-FFF2-40B4-BE49-F238E27FC236}">
                    <a16:creationId xmlns:a16="http://schemas.microsoft.com/office/drawing/2014/main" id="{F0A48A3E-065A-4856-ACEB-DBF7F8CE0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5" y="3196"/>
                <a:ext cx="305" cy="30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Text Box 61">
                <a:extLst>
                  <a:ext uri="{FF2B5EF4-FFF2-40B4-BE49-F238E27FC236}">
                    <a16:creationId xmlns:a16="http://schemas.microsoft.com/office/drawing/2014/main" id="{B377A7EC-F186-40A0-A36C-9188EB78EF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6" y="3196"/>
                <a:ext cx="406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</p:grpSp>
        <p:sp>
          <p:nvSpPr>
            <p:cNvPr id="67" name="Arc 62">
              <a:extLst>
                <a:ext uri="{FF2B5EF4-FFF2-40B4-BE49-F238E27FC236}">
                  <a16:creationId xmlns:a16="http://schemas.microsoft.com/office/drawing/2014/main" id="{6BBA475C-1F34-4C0E-922E-5E556DFC1435}"/>
                </a:ext>
              </a:extLst>
            </p:cNvPr>
            <p:cNvSpPr>
              <a:spLocks/>
            </p:cNvSpPr>
            <p:nvPr/>
          </p:nvSpPr>
          <p:spPr bwMode="auto">
            <a:xfrm rot="5400000" flipH="1" flipV="1">
              <a:off x="785" y="1560"/>
              <a:ext cx="1638" cy="673"/>
            </a:xfrm>
            <a:custGeom>
              <a:avLst/>
              <a:gdLst>
                <a:gd name="T0" fmla="*/ 1 w 21600"/>
                <a:gd name="T1" fmla="*/ 0 h 14003"/>
                <a:gd name="T2" fmla="*/ 1 w 21600"/>
                <a:gd name="T3" fmla="*/ 0 h 14003"/>
                <a:gd name="T4" fmla="*/ 0 w 21600"/>
                <a:gd name="T5" fmla="*/ 0 h 140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4003" fill="none" extrusionOk="0">
                  <a:moveTo>
                    <a:pt x="20646" y="0"/>
                  </a:moveTo>
                  <a:cubicBezTo>
                    <a:pt x="21278" y="2056"/>
                    <a:pt x="21600" y="4195"/>
                    <a:pt x="21600" y="6346"/>
                  </a:cubicBezTo>
                  <a:cubicBezTo>
                    <a:pt x="21600" y="8962"/>
                    <a:pt x="21124" y="11556"/>
                    <a:pt x="20197" y="14003"/>
                  </a:cubicBezTo>
                </a:path>
                <a:path w="21600" h="14003" stroke="0" extrusionOk="0">
                  <a:moveTo>
                    <a:pt x="20646" y="0"/>
                  </a:moveTo>
                  <a:cubicBezTo>
                    <a:pt x="21278" y="2056"/>
                    <a:pt x="21600" y="4195"/>
                    <a:pt x="21600" y="6346"/>
                  </a:cubicBezTo>
                  <a:cubicBezTo>
                    <a:pt x="21600" y="8962"/>
                    <a:pt x="21124" y="11556"/>
                    <a:pt x="20197" y="14003"/>
                  </a:cubicBezTo>
                  <a:lnTo>
                    <a:pt x="0" y="6346"/>
                  </a:lnTo>
                  <a:lnTo>
                    <a:pt x="20646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Text Box 63">
              <a:extLst>
                <a:ext uri="{FF2B5EF4-FFF2-40B4-BE49-F238E27FC236}">
                  <a16:creationId xmlns:a16="http://schemas.microsoft.com/office/drawing/2014/main" id="{0BA8CE95-DF7B-4365-8568-8DBE626E6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7" y="833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71" name="Group 74">
            <a:extLst>
              <a:ext uri="{FF2B5EF4-FFF2-40B4-BE49-F238E27FC236}">
                <a16:creationId xmlns:a16="http://schemas.microsoft.com/office/drawing/2014/main" id="{6C8B582F-E41C-41EA-893D-E58DC211F385}"/>
              </a:ext>
            </a:extLst>
          </p:cNvPr>
          <p:cNvGrpSpPr>
            <a:grpSpLocks/>
          </p:cNvGrpSpPr>
          <p:nvPr/>
        </p:nvGrpSpPr>
        <p:grpSpPr bwMode="auto">
          <a:xfrm>
            <a:off x="6802438" y="1370013"/>
            <a:ext cx="882650" cy="1946275"/>
            <a:chOff x="2873" y="1400"/>
            <a:chExt cx="556" cy="1226"/>
          </a:xfrm>
        </p:grpSpPr>
        <p:grpSp>
          <p:nvGrpSpPr>
            <p:cNvPr id="72" name="Group 69">
              <a:extLst>
                <a:ext uri="{FF2B5EF4-FFF2-40B4-BE49-F238E27FC236}">
                  <a16:creationId xmlns:a16="http://schemas.microsoft.com/office/drawing/2014/main" id="{EE629573-C485-40C2-808E-AD33D365A3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3" y="2321"/>
              <a:ext cx="417" cy="305"/>
              <a:chOff x="1875" y="3196"/>
              <a:chExt cx="417" cy="305"/>
            </a:xfrm>
          </p:grpSpPr>
          <p:sp>
            <p:nvSpPr>
              <p:cNvPr id="75" name="Oval 70">
                <a:extLst>
                  <a:ext uri="{FF2B5EF4-FFF2-40B4-BE49-F238E27FC236}">
                    <a16:creationId xmlns:a16="http://schemas.microsoft.com/office/drawing/2014/main" id="{7786E33C-72B1-4944-A4A6-6889AE2B7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5" y="3196"/>
                <a:ext cx="305" cy="30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Text Box 71">
                <a:extLst>
                  <a:ext uri="{FF2B5EF4-FFF2-40B4-BE49-F238E27FC236}">
                    <a16:creationId xmlns:a16="http://schemas.microsoft.com/office/drawing/2014/main" id="{08014D29-E688-4D4A-916B-BDF5F8388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6" y="3196"/>
                <a:ext cx="406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</a:p>
            </p:txBody>
          </p:sp>
        </p:grpSp>
        <p:sp>
          <p:nvSpPr>
            <p:cNvPr id="73" name="Line 72">
              <a:extLst>
                <a:ext uri="{FF2B5EF4-FFF2-40B4-BE49-F238E27FC236}">
                  <a16:creationId xmlns:a16="http://schemas.microsoft.com/office/drawing/2014/main" id="{6BBB980D-1512-4139-8C2A-0C97754883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8" y="1400"/>
              <a:ext cx="0" cy="91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Text Box 73">
              <a:extLst>
                <a:ext uri="{FF2B5EF4-FFF2-40B4-BE49-F238E27FC236}">
                  <a16:creationId xmlns:a16="http://schemas.microsoft.com/office/drawing/2014/main" id="{B5EE99E3-D7C7-4170-8ADA-23107A303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7" y="1725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77" name="Group 78">
            <a:extLst>
              <a:ext uri="{FF2B5EF4-FFF2-40B4-BE49-F238E27FC236}">
                <a16:creationId xmlns:a16="http://schemas.microsoft.com/office/drawing/2014/main" id="{976A9198-B9F6-41DA-AAA9-6297661042BC}"/>
              </a:ext>
            </a:extLst>
          </p:cNvPr>
          <p:cNvGrpSpPr>
            <a:grpSpLocks/>
          </p:cNvGrpSpPr>
          <p:nvPr/>
        </p:nvGrpSpPr>
        <p:grpSpPr bwMode="auto">
          <a:xfrm>
            <a:off x="7192963" y="2852738"/>
            <a:ext cx="1225550" cy="554037"/>
            <a:chOff x="3966" y="1318"/>
            <a:chExt cx="772" cy="349"/>
          </a:xfrm>
        </p:grpSpPr>
        <p:sp>
          <p:nvSpPr>
            <p:cNvPr id="78" name="Arc 76">
              <a:extLst>
                <a:ext uri="{FF2B5EF4-FFF2-40B4-BE49-F238E27FC236}">
                  <a16:creationId xmlns:a16="http://schemas.microsoft.com/office/drawing/2014/main" id="{551E0250-04D9-45BB-A542-236C69328982}"/>
                </a:ext>
              </a:extLst>
            </p:cNvPr>
            <p:cNvSpPr>
              <a:spLocks/>
            </p:cNvSpPr>
            <p:nvPr/>
          </p:nvSpPr>
          <p:spPr bwMode="auto">
            <a:xfrm rot="-2978811">
              <a:off x="3964" y="1320"/>
              <a:ext cx="349" cy="345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8322"/>
                    <a:pt x="745" y="15087"/>
                    <a:pt x="2181" y="12141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8322"/>
                    <a:pt x="745" y="15087"/>
                    <a:pt x="2181" y="12141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Text Box 77">
              <a:extLst>
                <a:ext uri="{FF2B5EF4-FFF2-40B4-BE49-F238E27FC236}">
                  <a16:creationId xmlns:a16="http://schemas.microsoft.com/office/drawing/2014/main" id="{70327EE8-F667-40C0-8EF8-18AAE0F351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306" y="1352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80" name="Group 103">
            <a:extLst>
              <a:ext uri="{FF2B5EF4-FFF2-40B4-BE49-F238E27FC236}">
                <a16:creationId xmlns:a16="http://schemas.microsoft.com/office/drawing/2014/main" id="{2AE9F4DF-9DFF-4CF6-B717-EFB2BB19536F}"/>
              </a:ext>
            </a:extLst>
          </p:cNvPr>
          <p:cNvGrpSpPr>
            <a:grpSpLocks/>
          </p:cNvGrpSpPr>
          <p:nvPr/>
        </p:nvGrpSpPr>
        <p:grpSpPr bwMode="auto">
          <a:xfrm>
            <a:off x="5300663" y="2692400"/>
            <a:ext cx="1514475" cy="608013"/>
            <a:chOff x="1927" y="2233"/>
            <a:chExt cx="954" cy="383"/>
          </a:xfrm>
        </p:grpSpPr>
        <p:grpSp>
          <p:nvGrpSpPr>
            <p:cNvPr id="81" name="Group 85">
              <a:extLst>
                <a:ext uri="{FF2B5EF4-FFF2-40B4-BE49-F238E27FC236}">
                  <a16:creationId xmlns:a16="http://schemas.microsoft.com/office/drawing/2014/main" id="{7174ACDA-0E7A-40FB-9D8B-66878774D0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7" y="2311"/>
              <a:ext cx="417" cy="305"/>
              <a:chOff x="1875" y="3196"/>
              <a:chExt cx="417" cy="305"/>
            </a:xfrm>
          </p:grpSpPr>
          <p:sp>
            <p:nvSpPr>
              <p:cNvPr id="84" name="Oval 86">
                <a:extLst>
                  <a:ext uri="{FF2B5EF4-FFF2-40B4-BE49-F238E27FC236}">
                    <a16:creationId xmlns:a16="http://schemas.microsoft.com/office/drawing/2014/main" id="{AE42BFDF-76C6-45AD-A21F-F7EEF8E3E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5" y="3196"/>
                <a:ext cx="305" cy="30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" name="Text Box 87">
                <a:extLst>
                  <a:ext uri="{FF2B5EF4-FFF2-40B4-BE49-F238E27FC236}">
                    <a16:creationId xmlns:a16="http://schemas.microsoft.com/office/drawing/2014/main" id="{464F5E60-B10E-4556-BB17-C6D4DA90FE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6" y="3196"/>
                <a:ext cx="406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</a:p>
            </p:txBody>
          </p:sp>
        </p:grpSp>
        <p:sp>
          <p:nvSpPr>
            <p:cNvPr id="82" name="Line 88">
              <a:extLst>
                <a:ext uri="{FF2B5EF4-FFF2-40B4-BE49-F238E27FC236}">
                  <a16:creationId xmlns:a16="http://schemas.microsoft.com/office/drawing/2014/main" id="{71DA715B-766F-42CE-804D-ACF6E2D915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7" y="2485"/>
              <a:ext cx="6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" name="Text Box 89">
              <a:extLst>
                <a:ext uri="{FF2B5EF4-FFF2-40B4-BE49-F238E27FC236}">
                  <a16:creationId xmlns:a16="http://schemas.microsoft.com/office/drawing/2014/main" id="{47B804EE-0E82-4B24-B065-018721C19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7" y="2233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86" name="Group 104">
            <a:extLst>
              <a:ext uri="{FF2B5EF4-FFF2-40B4-BE49-F238E27FC236}">
                <a16:creationId xmlns:a16="http://schemas.microsoft.com/office/drawing/2014/main" id="{589BB501-421E-4AFD-BB2E-486904FB4B49}"/>
              </a:ext>
            </a:extLst>
          </p:cNvPr>
          <p:cNvGrpSpPr>
            <a:grpSpLocks/>
          </p:cNvGrpSpPr>
          <p:nvPr/>
        </p:nvGrpSpPr>
        <p:grpSpPr bwMode="auto">
          <a:xfrm>
            <a:off x="3781425" y="2697163"/>
            <a:ext cx="1531938" cy="608012"/>
            <a:chOff x="970" y="2236"/>
            <a:chExt cx="965" cy="383"/>
          </a:xfrm>
        </p:grpSpPr>
        <p:grpSp>
          <p:nvGrpSpPr>
            <p:cNvPr id="87" name="Group 95">
              <a:extLst>
                <a:ext uri="{FF2B5EF4-FFF2-40B4-BE49-F238E27FC236}">
                  <a16:creationId xmlns:a16="http://schemas.microsoft.com/office/drawing/2014/main" id="{91FD422F-A209-4C0D-991F-89C6369F98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0" y="2314"/>
              <a:ext cx="417" cy="305"/>
              <a:chOff x="1875" y="3196"/>
              <a:chExt cx="417" cy="305"/>
            </a:xfrm>
          </p:grpSpPr>
          <p:sp>
            <p:nvSpPr>
              <p:cNvPr id="90" name="Oval 96">
                <a:extLst>
                  <a:ext uri="{FF2B5EF4-FFF2-40B4-BE49-F238E27FC236}">
                    <a16:creationId xmlns:a16="http://schemas.microsoft.com/office/drawing/2014/main" id="{5B5122D4-A13E-485C-B18D-AF2C959CD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5" y="3196"/>
                <a:ext cx="305" cy="30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" name="Text Box 97">
                <a:extLst>
                  <a:ext uri="{FF2B5EF4-FFF2-40B4-BE49-F238E27FC236}">
                    <a16:creationId xmlns:a16="http://schemas.microsoft.com/office/drawing/2014/main" id="{565B1727-264E-4D75-AB7D-A995899741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6" y="3196"/>
                <a:ext cx="406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5</a:t>
                </a:r>
              </a:p>
            </p:txBody>
          </p:sp>
        </p:grpSp>
        <p:sp>
          <p:nvSpPr>
            <p:cNvPr id="88" name="Line 98">
              <a:extLst>
                <a:ext uri="{FF2B5EF4-FFF2-40B4-BE49-F238E27FC236}">
                  <a16:creationId xmlns:a16="http://schemas.microsoft.com/office/drawing/2014/main" id="{EE1B13B6-80DF-49DE-8237-F94C3CCCDD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0" y="2488"/>
              <a:ext cx="65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" name="Text Box 99">
              <a:extLst>
                <a:ext uri="{FF2B5EF4-FFF2-40B4-BE49-F238E27FC236}">
                  <a16:creationId xmlns:a16="http://schemas.microsoft.com/office/drawing/2014/main" id="{C04232F0-D86A-4197-8D41-DF8AF7ADBB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0" y="2236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0/1</a:t>
              </a:r>
            </a:p>
          </p:txBody>
        </p:sp>
      </p:grpSp>
      <p:grpSp>
        <p:nvGrpSpPr>
          <p:cNvPr id="92" name="Group 108">
            <a:extLst>
              <a:ext uri="{FF2B5EF4-FFF2-40B4-BE49-F238E27FC236}">
                <a16:creationId xmlns:a16="http://schemas.microsoft.com/office/drawing/2014/main" id="{64113722-C6D9-4995-8E79-3878D268D5EE}"/>
              </a:ext>
            </a:extLst>
          </p:cNvPr>
          <p:cNvGrpSpPr>
            <a:grpSpLocks/>
          </p:cNvGrpSpPr>
          <p:nvPr/>
        </p:nvGrpSpPr>
        <p:grpSpPr bwMode="auto">
          <a:xfrm>
            <a:off x="5546725" y="1389063"/>
            <a:ext cx="685800" cy="1416050"/>
            <a:chOff x="2082" y="1412"/>
            <a:chExt cx="432" cy="892"/>
          </a:xfrm>
        </p:grpSpPr>
        <p:sp>
          <p:nvSpPr>
            <p:cNvPr id="93" name="Line 105">
              <a:extLst>
                <a:ext uri="{FF2B5EF4-FFF2-40B4-BE49-F238E27FC236}">
                  <a16:creationId xmlns:a16="http://schemas.microsoft.com/office/drawing/2014/main" id="{3F14DFF3-FAD5-433E-A543-929B346BD7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89" y="1412"/>
              <a:ext cx="0" cy="8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" name="Text Box 106">
              <a:extLst>
                <a:ext uri="{FF2B5EF4-FFF2-40B4-BE49-F238E27FC236}">
                  <a16:creationId xmlns:a16="http://schemas.microsoft.com/office/drawing/2014/main" id="{2C2FAF05-66B8-48C8-9749-186FC7D25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2" y="1827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95" name="Group 112">
            <a:extLst>
              <a:ext uri="{FF2B5EF4-FFF2-40B4-BE49-F238E27FC236}">
                <a16:creationId xmlns:a16="http://schemas.microsoft.com/office/drawing/2014/main" id="{418341D9-6186-4EC1-8537-6C060C64F3A9}"/>
              </a:ext>
            </a:extLst>
          </p:cNvPr>
          <p:cNvGrpSpPr>
            <a:grpSpLocks/>
          </p:cNvGrpSpPr>
          <p:nvPr/>
        </p:nvGrpSpPr>
        <p:grpSpPr bwMode="auto">
          <a:xfrm>
            <a:off x="3395663" y="1370013"/>
            <a:ext cx="685800" cy="1416050"/>
            <a:chOff x="727" y="1400"/>
            <a:chExt cx="432" cy="892"/>
          </a:xfrm>
        </p:grpSpPr>
        <p:sp>
          <p:nvSpPr>
            <p:cNvPr id="96" name="Line 110">
              <a:extLst>
                <a:ext uri="{FF2B5EF4-FFF2-40B4-BE49-F238E27FC236}">
                  <a16:creationId xmlns:a16="http://schemas.microsoft.com/office/drawing/2014/main" id="{601AF387-450F-4D58-81B0-006C389B3D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4" y="1400"/>
              <a:ext cx="0" cy="8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" name="Text Box 111">
              <a:extLst>
                <a:ext uri="{FF2B5EF4-FFF2-40B4-BE49-F238E27FC236}">
                  <a16:creationId xmlns:a16="http://schemas.microsoft.com/office/drawing/2014/main" id="{4CB06F83-A0A5-451C-8113-CC876E391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1770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98" name="Group 115">
            <a:extLst>
              <a:ext uri="{FF2B5EF4-FFF2-40B4-BE49-F238E27FC236}">
                <a16:creationId xmlns:a16="http://schemas.microsoft.com/office/drawing/2014/main" id="{2B6B54D6-9A6C-4BBE-A3B0-7D18D2E9030B}"/>
              </a:ext>
            </a:extLst>
          </p:cNvPr>
          <p:cNvGrpSpPr>
            <a:grpSpLocks/>
          </p:cNvGrpSpPr>
          <p:nvPr/>
        </p:nvGrpSpPr>
        <p:grpSpPr bwMode="auto">
          <a:xfrm>
            <a:off x="4035425" y="1373188"/>
            <a:ext cx="1608138" cy="1347787"/>
            <a:chOff x="1130" y="1402"/>
            <a:chExt cx="1013" cy="849"/>
          </a:xfrm>
        </p:grpSpPr>
        <p:sp>
          <p:nvSpPr>
            <p:cNvPr id="99" name="Text Box 48">
              <a:extLst>
                <a:ext uri="{FF2B5EF4-FFF2-40B4-BE49-F238E27FC236}">
                  <a16:creationId xmlns:a16="http://schemas.microsoft.com/office/drawing/2014/main" id="{E99DF2E8-BE8E-4854-B5B4-8A751FDA10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" y="1838"/>
              <a:ext cx="432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100" name="Line 114">
              <a:extLst>
                <a:ext uri="{FF2B5EF4-FFF2-40B4-BE49-F238E27FC236}">
                  <a16:creationId xmlns:a16="http://schemas.microsoft.com/office/drawing/2014/main" id="{0FA3392A-BF63-46EE-9292-9020F33339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306952" flipV="1">
              <a:off x="1130" y="1402"/>
              <a:ext cx="1013" cy="84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1" name="Group 182">
            <a:extLst>
              <a:ext uri="{FF2B5EF4-FFF2-40B4-BE49-F238E27FC236}">
                <a16:creationId xmlns:a16="http://schemas.microsoft.com/office/drawing/2014/main" id="{52CBB46F-8622-43DC-BE2B-F511A33F49CC}"/>
              </a:ext>
            </a:extLst>
          </p:cNvPr>
          <p:cNvGrpSpPr>
            <a:grpSpLocks/>
          </p:cNvGrpSpPr>
          <p:nvPr/>
        </p:nvGrpSpPr>
        <p:grpSpPr bwMode="auto">
          <a:xfrm>
            <a:off x="2879725" y="1282700"/>
            <a:ext cx="5546725" cy="5191125"/>
            <a:chOff x="1814" y="808"/>
            <a:chExt cx="3494" cy="3270"/>
          </a:xfrm>
        </p:grpSpPr>
        <p:grpSp>
          <p:nvGrpSpPr>
            <p:cNvPr id="102" name="Group 118">
              <a:extLst>
                <a:ext uri="{FF2B5EF4-FFF2-40B4-BE49-F238E27FC236}">
                  <a16:creationId xmlns:a16="http://schemas.microsoft.com/office/drawing/2014/main" id="{AE663B60-0F8F-4E9F-AF8B-0D7FEF7536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4" y="2443"/>
              <a:ext cx="659" cy="349"/>
              <a:chOff x="2470" y="2847"/>
              <a:chExt cx="659" cy="349"/>
            </a:xfrm>
          </p:grpSpPr>
          <p:sp>
            <p:nvSpPr>
              <p:cNvPr id="148" name="Arc 119">
                <a:extLst>
                  <a:ext uri="{FF2B5EF4-FFF2-40B4-BE49-F238E27FC236}">
                    <a16:creationId xmlns:a16="http://schemas.microsoft.com/office/drawing/2014/main" id="{AB75C97E-FEF8-4E0C-8CA5-FF37EF1901D4}"/>
                  </a:ext>
                </a:extLst>
              </p:cNvPr>
              <p:cNvSpPr>
                <a:spLocks/>
              </p:cNvSpPr>
              <p:nvPr/>
            </p:nvSpPr>
            <p:spPr bwMode="auto">
              <a:xfrm rot="2978811" flipH="1">
                <a:off x="2782" y="2849"/>
                <a:ext cx="349" cy="345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8322"/>
                      <a:pt x="745" y="15087"/>
                      <a:pt x="2181" y="12141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8322"/>
                      <a:pt x="745" y="15087"/>
                      <a:pt x="2181" y="12141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" name="Text Box 120">
                <a:extLst>
                  <a:ext uri="{FF2B5EF4-FFF2-40B4-BE49-F238E27FC236}">
                    <a16:creationId xmlns:a16="http://schemas.microsoft.com/office/drawing/2014/main" id="{31E22A3E-9788-4FF5-A788-873359A840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0" y="2858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103" name="Group 121">
              <a:extLst>
                <a:ext uri="{FF2B5EF4-FFF2-40B4-BE49-F238E27FC236}">
                  <a16:creationId xmlns:a16="http://schemas.microsoft.com/office/drawing/2014/main" id="{29980DF4-DB08-402A-880F-7D3D88807B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4" y="2464"/>
              <a:ext cx="417" cy="305"/>
              <a:chOff x="1875" y="3196"/>
              <a:chExt cx="417" cy="305"/>
            </a:xfrm>
          </p:grpSpPr>
          <p:sp>
            <p:nvSpPr>
              <p:cNvPr id="146" name="Oval 122">
                <a:extLst>
                  <a:ext uri="{FF2B5EF4-FFF2-40B4-BE49-F238E27FC236}">
                    <a16:creationId xmlns:a16="http://schemas.microsoft.com/office/drawing/2014/main" id="{D0BC6C75-DE8F-409D-B272-57F0D69DB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5" y="3196"/>
                <a:ext cx="305" cy="30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7" name="Text Box 123">
                <a:extLst>
                  <a:ext uri="{FF2B5EF4-FFF2-40B4-BE49-F238E27FC236}">
                    <a16:creationId xmlns:a16="http://schemas.microsoft.com/office/drawing/2014/main" id="{4BE44F05-9144-4B0C-B524-38B2BF7D4C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6" y="3196"/>
                <a:ext cx="406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</p:grpSp>
        <p:grpSp>
          <p:nvGrpSpPr>
            <p:cNvPr id="104" name="Group 124">
              <a:extLst>
                <a:ext uri="{FF2B5EF4-FFF2-40B4-BE49-F238E27FC236}">
                  <a16:creationId xmlns:a16="http://schemas.microsoft.com/office/drawing/2014/main" id="{9EDBCF28-5DA1-49CB-A52C-2BE73A0CD5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4" y="2195"/>
              <a:ext cx="1085" cy="1883"/>
              <a:chOff x="1267" y="833"/>
              <a:chExt cx="1085" cy="1883"/>
            </a:xfrm>
          </p:grpSpPr>
          <p:grpSp>
            <p:nvGrpSpPr>
              <p:cNvPr id="141" name="Group 125">
                <a:extLst>
                  <a:ext uri="{FF2B5EF4-FFF2-40B4-BE49-F238E27FC236}">
                    <a16:creationId xmlns:a16="http://schemas.microsoft.com/office/drawing/2014/main" id="{45744536-3BBC-49E7-950B-FB7548FD9A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35" y="1091"/>
                <a:ext cx="417" cy="305"/>
                <a:chOff x="1875" y="3196"/>
                <a:chExt cx="417" cy="305"/>
              </a:xfrm>
            </p:grpSpPr>
            <p:sp>
              <p:nvSpPr>
                <p:cNvPr id="144" name="Oval 126">
                  <a:extLst>
                    <a:ext uri="{FF2B5EF4-FFF2-40B4-BE49-F238E27FC236}">
                      <a16:creationId xmlns:a16="http://schemas.microsoft.com/office/drawing/2014/main" id="{0EBB9995-372D-4E21-9F6F-A4B5BBEAB5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5" name="Text Box 127">
                  <a:extLst>
                    <a:ext uri="{FF2B5EF4-FFF2-40B4-BE49-F238E27FC236}">
                      <a16:creationId xmlns:a16="http://schemas.microsoft.com/office/drawing/2014/main" id="{B045BCB2-A360-499C-829E-F96ECE04C95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6" y="3196"/>
                  <a:ext cx="406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142" name="Arc 128">
                <a:extLst>
                  <a:ext uri="{FF2B5EF4-FFF2-40B4-BE49-F238E27FC236}">
                    <a16:creationId xmlns:a16="http://schemas.microsoft.com/office/drawing/2014/main" id="{0C4389A0-2A12-4896-BB82-0138C8A83E12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785" y="1560"/>
                <a:ext cx="1638" cy="673"/>
              </a:xfrm>
              <a:custGeom>
                <a:avLst/>
                <a:gdLst>
                  <a:gd name="T0" fmla="*/ 1 w 21600"/>
                  <a:gd name="T1" fmla="*/ 0 h 14003"/>
                  <a:gd name="T2" fmla="*/ 1 w 21600"/>
                  <a:gd name="T3" fmla="*/ 0 h 14003"/>
                  <a:gd name="T4" fmla="*/ 0 w 21600"/>
                  <a:gd name="T5" fmla="*/ 0 h 140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4003" fill="none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</a:path>
                  <a:path w="21600" h="14003" stroke="0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  <a:lnTo>
                      <a:pt x="0" y="6346"/>
                    </a:lnTo>
                    <a:lnTo>
                      <a:pt x="20646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" name="Text Box 129">
                <a:extLst>
                  <a:ext uri="{FF2B5EF4-FFF2-40B4-BE49-F238E27FC236}">
                    <a16:creationId xmlns:a16="http://schemas.microsoft.com/office/drawing/2014/main" id="{0CC40287-6FDE-4C0F-B595-D585B472A6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7" y="833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105" name="Group 130">
              <a:extLst>
                <a:ext uri="{FF2B5EF4-FFF2-40B4-BE49-F238E27FC236}">
                  <a16:creationId xmlns:a16="http://schemas.microsoft.com/office/drawing/2014/main" id="{1AB85CCF-78B1-4298-AC1E-101700B6D0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3" y="1154"/>
              <a:ext cx="673" cy="1679"/>
              <a:chOff x="1266" y="-208"/>
              <a:chExt cx="673" cy="1679"/>
            </a:xfrm>
          </p:grpSpPr>
          <p:sp>
            <p:nvSpPr>
              <p:cNvPr id="139" name="Arc 131">
                <a:extLst>
                  <a:ext uri="{FF2B5EF4-FFF2-40B4-BE49-F238E27FC236}">
                    <a16:creationId xmlns:a16="http://schemas.microsoft.com/office/drawing/2014/main" id="{55CDB7E1-3CA2-4A5E-A265-054B85A571BA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84" y="274"/>
                <a:ext cx="1638" cy="673"/>
              </a:xfrm>
              <a:custGeom>
                <a:avLst/>
                <a:gdLst>
                  <a:gd name="T0" fmla="*/ 1 w 21600"/>
                  <a:gd name="T1" fmla="*/ 0 h 14003"/>
                  <a:gd name="T2" fmla="*/ 1 w 21600"/>
                  <a:gd name="T3" fmla="*/ 0 h 14003"/>
                  <a:gd name="T4" fmla="*/ 0 w 21600"/>
                  <a:gd name="T5" fmla="*/ 0 h 140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4003" fill="none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</a:path>
                  <a:path w="21600" h="14003" stroke="0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  <a:lnTo>
                      <a:pt x="0" y="6346"/>
                    </a:lnTo>
                    <a:lnTo>
                      <a:pt x="20646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0" name="Text Box 132">
                <a:extLst>
                  <a:ext uri="{FF2B5EF4-FFF2-40B4-BE49-F238E27FC236}">
                    <a16:creationId xmlns:a16="http://schemas.microsoft.com/office/drawing/2014/main" id="{8E3ACDD1-1632-419B-BF3B-EBF708B16C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9" y="1183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106" name="Group 133">
              <a:extLst>
                <a:ext uri="{FF2B5EF4-FFF2-40B4-BE49-F238E27FC236}">
                  <a16:creationId xmlns:a16="http://schemas.microsoft.com/office/drawing/2014/main" id="{995794D8-E7CB-4552-8DF4-4D9C66AFFD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4" y="2184"/>
              <a:ext cx="1085" cy="1883"/>
              <a:chOff x="1267" y="833"/>
              <a:chExt cx="1085" cy="1883"/>
            </a:xfrm>
          </p:grpSpPr>
          <p:grpSp>
            <p:nvGrpSpPr>
              <p:cNvPr id="134" name="Group 134">
                <a:extLst>
                  <a:ext uri="{FF2B5EF4-FFF2-40B4-BE49-F238E27FC236}">
                    <a16:creationId xmlns:a16="http://schemas.microsoft.com/office/drawing/2014/main" id="{CDB95033-2194-4035-BC24-1B6669EE2C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35" y="1091"/>
                <a:ext cx="417" cy="305"/>
                <a:chOff x="1875" y="3196"/>
                <a:chExt cx="417" cy="305"/>
              </a:xfrm>
            </p:grpSpPr>
            <p:sp>
              <p:nvSpPr>
                <p:cNvPr id="137" name="Oval 135">
                  <a:extLst>
                    <a:ext uri="{FF2B5EF4-FFF2-40B4-BE49-F238E27FC236}">
                      <a16:creationId xmlns:a16="http://schemas.microsoft.com/office/drawing/2014/main" id="{77569F0E-867C-424A-A259-52295B5D95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8" name="Text Box 136">
                  <a:extLst>
                    <a:ext uri="{FF2B5EF4-FFF2-40B4-BE49-F238E27FC236}">
                      <a16:creationId xmlns:a16="http://schemas.microsoft.com/office/drawing/2014/main" id="{85B64465-B474-4D78-AFCF-8717245538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6" y="3196"/>
                  <a:ext cx="406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35" name="Arc 137">
                <a:extLst>
                  <a:ext uri="{FF2B5EF4-FFF2-40B4-BE49-F238E27FC236}">
                    <a16:creationId xmlns:a16="http://schemas.microsoft.com/office/drawing/2014/main" id="{01EA0517-018A-4D13-BFD7-8C4329D3C687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785" y="1560"/>
                <a:ext cx="1638" cy="673"/>
              </a:xfrm>
              <a:custGeom>
                <a:avLst/>
                <a:gdLst>
                  <a:gd name="T0" fmla="*/ 1 w 21600"/>
                  <a:gd name="T1" fmla="*/ 0 h 14003"/>
                  <a:gd name="T2" fmla="*/ 1 w 21600"/>
                  <a:gd name="T3" fmla="*/ 0 h 14003"/>
                  <a:gd name="T4" fmla="*/ 0 w 21600"/>
                  <a:gd name="T5" fmla="*/ 0 h 140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4003" fill="none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</a:path>
                  <a:path w="21600" h="14003" stroke="0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  <a:lnTo>
                      <a:pt x="0" y="6346"/>
                    </a:lnTo>
                    <a:lnTo>
                      <a:pt x="20646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6" name="Text Box 138">
                <a:extLst>
                  <a:ext uri="{FF2B5EF4-FFF2-40B4-BE49-F238E27FC236}">
                    <a16:creationId xmlns:a16="http://schemas.microsoft.com/office/drawing/2014/main" id="{91927A27-B63D-4BE1-B0F0-B38BF5F850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7" y="833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107" name="Group 139">
              <a:extLst>
                <a:ext uri="{FF2B5EF4-FFF2-40B4-BE49-F238E27FC236}">
                  <a16:creationId xmlns:a16="http://schemas.microsoft.com/office/drawing/2014/main" id="{5949B36F-0273-4FF1-B32A-DBFA077656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3" y="808"/>
              <a:ext cx="1813" cy="2341"/>
              <a:chOff x="1176" y="-554"/>
              <a:chExt cx="1813" cy="2341"/>
            </a:xfrm>
          </p:grpSpPr>
          <p:sp>
            <p:nvSpPr>
              <p:cNvPr id="132" name="Arc 140">
                <a:extLst>
                  <a:ext uri="{FF2B5EF4-FFF2-40B4-BE49-F238E27FC236}">
                    <a16:creationId xmlns:a16="http://schemas.microsoft.com/office/drawing/2014/main" id="{9FBBE177-14E8-4430-ACB5-F61F3CC3523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953" y="-331"/>
                <a:ext cx="2259" cy="1813"/>
              </a:xfrm>
              <a:custGeom>
                <a:avLst/>
                <a:gdLst>
                  <a:gd name="T0" fmla="*/ 2 w 21600"/>
                  <a:gd name="T1" fmla="*/ 0 h 21716"/>
                  <a:gd name="T2" fmla="*/ 2 w 21600"/>
                  <a:gd name="T3" fmla="*/ 1 h 21716"/>
                  <a:gd name="T4" fmla="*/ 0 w 21600"/>
                  <a:gd name="T5" fmla="*/ 1 h 217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716" fill="none" extrusionOk="0">
                    <a:moveTo>
                      <a:pt x="18762" y="0"/>
                    </a:moveTo>
                    <a:cubicBezTo>
                      <a:pt x="20622" y="3259"/>
                      <a:pt x="21600" y="6948"/>
                      <a:pt x="21600" y="10701"/>
                    </a:cubicBezTo>
                    <a:cubicBezTo>
                      <a:pt x="21600" y="14577"/>
                      <a:pt x="20556" y="18381"/>
                      <a:pt x="18580" y="21716"/>
                    </a:cubicBezTo>
                  </a:path>
                  <a:path w="21600" h="21716" stroke="0" extrusionOk="0">
                    <a:moveTo>
                      <a:pt x="18762" y="0"/>
                    </a:moveTo>
                    <a:cubicBezTo>
                      <a:pt x="20622" y="3259"/>
                      <a:pt x="21600" y="6948"/>
                      <a:pt x="21600" y="10701"/>
                    </a:cubicBezTo>
                    <a:cubicBezTo>
                      <a:pt x="21600" y="14577"/>
                      <a:pt x="20556" y="18381"/>
                      <a:pt x="18580" y="21716"/>
                    </a:cubicBezTo>
                    <a:lnTo>
                      <a:pt x="0" y="10701"/>
                    </a:lnTo>
                    <a:lnTo>
                      <a:pt x="18762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" name="Text Box 141">
                <a:extLst>
                  <a:ext uri="{FF2B5EF4-FFF2-40B4-BE49-F238E27FC236}">
                    <a16:creationId xmlns:a16="http://schemas.microsoft.com/office/drawing/2014/main" id="{9EA055F5-8567-4568-834C-D108DB3D85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5" y="1499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108" name="Group 142">
              <a:extLst>
                <a:ext uri="{FF2B5EF4-FFF2-40B4-BE49-F238E27FC236}">
                  <a16:creationId xmlns:a16="http://schemas.microsoft.com/office/drawing/2014/main" id="{03DE0312-8ED6-4C9A-B26E-EEF26F149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0" y="2762"/>
              <a:ext cx="556" cy="1226"/>
              <a:chOff x="2873" y="1400"/>
              <a:chExt cx="556" cy="1226"/>
            </a:xfrm>
          </p:grpSpPr>
          <p:grpSp>
            <p:nvGrpSpPr>
              <p:cNvPr id="127" name="Group 143">
                <a:extLst>
                  <a:ext uri="{FF2B5EF4-FFF2-40B4-BE49-F238E27FC236}">
                    <a16:creationId xmlns:a16="http://schemas.microsoft.com/office/drawing/2014/main" id="{E2A47096-111D-42BE-9207-F6CEA3BD9F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3" y="2321"/>
                <a:ext cx="417" cy="305"/>
                <a:chOff x="1875" y="3196"/>
                <a:chExt cx="417" cy="305"/>
              </a:xfrm>
            </p:grpSpPr>
            <p:sp>
              <p:nvSpPr>
                <p:cNvPr id="130" name="Oval 144">
                  <a:extLst>
                    <a:ext uri="{FF2B5EF4-FFF2-40B4-BE49-F238E27FC236}">
                      <a16:creationId xmlns:a16="http://schemas.microsoft.com/office/drawing/2014/main" id="{A4537397-AEBF-466D-ABCE-8623B8F2EE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" name="Text Box 145">
                  <a:extLst>
                    <a:ext uri="{FF2B5EF4-FFF2-40B4-BE49-F238E27FC236}">
                      <a16:creationId xmlns:a16="http://schemas.microsoft.com/office/drawing/2014/main" id="{A881577A-A19A-4B22-B57C-1216E9A8A4F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6" y="3196"/>
                  <a:ext cx="406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128" name="Line 146">
                <a:extLst>
                  <a:ext uri="{FF2B5EF4-FFF2-40B4-BE49-F238E27FC236}">
                    <a16:creationId xmlns:a16="http://schemas.microsoft.com/office/drawing/2014/main" id="{C34AF5AC-3577-4260-A7FE-07B003A9E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8" y="1400"/>
                <a:ext cx="0" cy="9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9" name="Text Box 147">
                <a:extLst>
                  <a:ext uri="{FF2B5EF4-FFF2-40B4-BE49-F238E27FC236}">
                    <a16:creationId xmlns:a16="http://schemas.microsoft.com/office/drawing/2014/main" id="{1F125C54-2888-4CFE-9AED-CEEEBA3149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7" y="1725"/>
                <a:ext cx="432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109" name="Group 148">
              <a:extLst>
                <a:ext uri="{FF2B5EF4-FFF2-40B4-BE49-F238E27FC236}">
                  <a16:creationId xmlns:a16="http://schemas.microsoft.com/office/drawing/2014/main" id="{1BF00387-3515-4FDD-BE24-984899203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6" y="3696"/>
              <a:ext cx="772" cy="349"/>
              <a:chOff x="3966" y="1318"/>
              <a:chExt cx="772" cy="349"/>
            </a:xfrm>
          </p:grpSpPr>
          <p:sp>
            <p:nvSpPr>
              <p:cNvPr id="125" name="Arc 149">
                <a:extLst>
                  <a:ext uri="{FF2B5EF4-FFF2-40B4-BE49-F238E27FC236}">
                    <a16:creationId xmlns:a16="http://schemas.microsoft.com/office/drawing/2014/main" id="{D956ABE5-56E0-448E-8BDB-1CB1251ACF1F}"/>
                  </a:ext>
                </a:extLst>
              </p:cNvPr>
              <p:cNvSpPr>
                <a:spLocks/>
              </p:cNvSpPr>
              <p:nvPr/>
            </p:nvSpPr>
            <p:spPr bwMode="auto">
              <a:xfrm rot="-2978811">
                <a:off x="3964" y="1320"/>
                <a:ext cx="349" cy="345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8322"/>
                      <a:pt x="745" y="15087"/>
                      <a:pt x="2181" y="12141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8322"/>
                      <a:pt x="745" y="15087"/>
                      <a:pt x="2181" y="12141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" name="Text Box 150">
                <a:extLst>
                  <a:ext uri="{FF2B5EF4-FFF2-40B4-BE49-F238E27FC236}">
                    <a16:creationId xmlns:a16="http://schemas.microsoft.com/office/drawing/2014/main" id="{0C01DA9B-F55C-45AB-9622-DCB382F6B7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306" y="1352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110" name="Group 181">
              <a:extLst>
                <a:ext uri="{FF2B5EF4-FFF2-40B4-BE49-F238E27FC236}">
                  <a16:creationId xmlns:a16="http://schemas.microsoft.com/office/drawing/2014/main" id="{31E14FD1-206D-4F92-9E47-B22D70C1BA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4" y="2762"/>
              <a:ext cx="432" cy="915"/>
              <a:chOff x="4414" y="2762"/>
              <a:chExt cx="432" cy="915"/>
            </a:xfrm>
          </p:grpSpPr>
          <p:sp>
            <p:nvSpPr>
              <p:cNvPr id="123" name="Line 155">
                <a:extLst>
                  <a:ext uri="{FF2B5EF4-FFF2-40B4-BE49-F238E27FC236}">
                    <a16:creationId xmlns:a16="http://schemas.microsoft.com/office/drawing/2014/main" id="{EAAED0D1-AB82-4928-BFC0-25C430FE84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5" y="2762"/>
                <a:ext cx="0" cy="9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Text Box 156">
                <a:extLst>
                  <a:ext uri="{FF2B5EF4-FFF2-40B4-BE49-F238E27FC236}">
                    <a16:creationId xmlns:a16="http://schemas.microsoft.com/office/drawing/2014/main" id="{343DD641-CC3F-4E30-9579-9E60317047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3087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111" name="Group 157">
              <a:extLst>
                <a:ext uri="{FF2B5EF4-FFF2-40B4-BE49-F238E27FC236}">
                  <a16:creationId xmlns:a16="http://schemas.microsoft.com/office/drawing/2014/main" id="{BFB4D979-1C42-42AC-988B-2A224FD654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4" y="3595"/>
              <a:ext cx="954" cy="383"/>
              <a:chOff x="1927" y="2233"/>
              <a:chExt cx="954" cy="383"/>
            </a:xfrm>
          </p:grpSpPr>
          <p:grpSp>
            <p:nvGrpSpPr>
              <p:cNvPr id="118" name="Group 158">
                <a:extLst>
                  <a:ext uri="{FF2B5EF4-FFF2-40B4-BE49-F238E27FC236}">
                    <a16:creationId xmlns:a16="http://schemas.microsoft.com/office/drawing/2014/main" id="{C6F52E67-6925-4735-A3F3-A910EC3185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7" y="2311"/>
                <a:ext cx="417" cy="305"/>
                <a:chOff x="1875" y="3196"/>
                <a:chExt cx="417" cy="305"/>
              </a:xfrm>
            </p:grpSpPr>
            <p:sp>
              <p:nvSpPr>
                <p:cNvPr id="121" name="Oval 159">
                  <a:extLst>
                    <a:ext uri="{FF2B5EF4-FFF2-40B4-BE49-F238E27FC236}">
                      <a16:creationId xmlns:a16="http://schemas.microsoft.com/office/drawing/2014/main" id="{FFA230C5-7FBF-41AB-9469-81FF0B9685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" name="Text Box 160">
                  <a:extLst>
                    <a:ext uri="{FF2B5EF4-FFF2-40B4-BE49-F238E27FC236}">
                      <a16:creationId xmlns:a16="http://schemas.microsoft.com/office/drawing/2014/main" id="{6DF024E7-C411-489C-8DAE-40EA0B87BC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6" y="3196"/>
                  <a:ext cx="406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4</a:t>
                  </a:r>
                </a:p>
              </p:txBody>
            </p:sp>
          </p:grpSp>
          <p:sp>
            <p:nvSpPr>
              <p:cNvPr id="119" name="Line 161">
                <a:extLst>
                  <a:ext uri="{FF2B5EF4-FFF2-40B4-BE49-F238E27FC236}">
                    <a16:creationId xmlns:a16="http://schemas.microsoft.com/office/drawing/2014/main" id="{4291E20E-0B53-4303-BBB0-BA457E850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37" y="2485"/>
                <a:ext cx="64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0" name="Text Box 162">
                <a:extLst>
                  <a:ext uri="{FF2B5EF4-FFF2-40B4-BE49-F238E27FC236}">
                    <a16:creationId xmlns:a16="http://schemas.microsoft.com/office/drawing/2014/main" id="{37DC0C61-ADE7-4BE2-8A77-F6E37C8D91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7" y="2233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112" name="Group 169">
              <a:extLst>
                <a:ext uri="{FF2B5EF4-FFF2-40B4-BE49-F238E27FC236}">
                  <a16:creationId xmlns:a16="http://schemas.microsoft.com/office/drawing/2014/main" id="{A9CAB84E-ED09-4BCD-99BC-6D9FA0DC20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9" y="2774"/>
              <a:ext cx="432" cy="892"/>
              <a:chOff x="2082" y="1412"/>
              <a:chExt cx="432" cy="892"/>
            </a:xfrm>
          </p:grpSpPr>
          <p:sp>
            <p:nvSpPr>
              <p:cNvPr id="116" name="Line 170">
                <a:extLst>
                  <a:ext uri="{FF2B5EF4-FFF2-40B4-BE49-F238E27FC236}">
                    <a16:creationId xmlns:a16="http://schemas.microsoft.com/office/drawing/2014/main" id="{4573DCBB-DBFE-4C8B-A27B-3782E90A6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89" y="1412"/>
                <a:ext cx="0" cy="8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7" name="Text Box 171">
                <a:extLst>
                  <a:ext uri="{FF2B5EF4-FFF2-40B4-BE49-F238E27FC236}">
                    <a16:creationId xmlns:a16="http://schemas.microsoft.com/office/drawing/2014/main" id="{747C7859-9EB9-4F5B-BC29-1395037D3D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" y="1827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113" name="Group 179">
              <a:extLst>
                <a:ext uri="{FF2B5EF4-FFF2-40B4-BE49-F238E27FC236}">
                  <a16:creationId xmlns:a16="http://schemas.microsoft.com/office/drawing/2014/main" id="{B6EE4837-43F9-43A6-964E-B60CA0EE1C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1" y="2877"/>
              <a:ext cx="1013" cy="849"/>
              <a:chOff x="2411" y="2877"/>
              <a:chExt cx="1013" cy="849"/>
            </a:xfrm>
          </p:grpSpPr>
          <p:sp>
            <p:nvSpPr>
              <p:cNvPr id="114" name="Text Box 176">
                <a:extLst>
                  <a:ext uri="{FF2B5EF4-FFF2-40B4-BE49-F238E27FC236}">
                    <a16:creationId xmlns:a16="http://schemas.microsoft.com/office/drawing/2014/main" id="{CBE6DAF0-9122-41CB-962B-BCF37D14C8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3301"/>
                <a:ext cx="432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0/1</a:t>
                </a:r>
              </a:p>
            </p:txBody>
          </p:sp>
          <p:sp>
            <p:nvSpPr>
              <p:cNvPr id="115" name="Line 177">
                <a:extLst>
                  <a:ext uri="{FF2B5EF4-FFF2-40B4-BE49-F238E27FC236}">
                    <a16:creationId xmlns:a16="http://schemas.microsoft.com/office/drawing/2014/main" id="{F2B01FF9-7B4B-496B-B80D-DC54C7129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782062" flipH="1" flipV="1">
                <a:off x="2411" y="2877"/>
                <a:ext cx="1013" cy="8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50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1028" y="3208642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状态化简</a:t>
            </a:r>
          </a:p>
        </p:txBody>
      </p:sp>
      <p:sp>
        <p:nvSpPr>
          <p:cNvPr id="151" name="Text Box 117">
            <a:extLst>
              <a:ext uri="{FF2B5EF4-FFF2-40B4-BE49-F238E27FC236}">
                <a16:creationId xmlns:a16="http://schemas.microsoft.com/office/drawing/2014/main" id="{98DC76DF-EA44-4332-9E59-3AC9B8FF0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744" y="5432425"/>
            <a:ext cx="2712781" cy="9461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可以合并为一个状态</a:t>
            </a:r>
          </a:p>
        </p:txBody>
      </p:sp>
    </p:spTree>
    <p:extLst>
      <p:ext uri="{BB962C8B-B14F-4D97-AF65-F5344CB8AC3E}">
        <p14:creationId xmlns:p14="http://schemas.microsoft.com/office/powerpoint/2010/main" val="364915853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0" grpId="0"/>
      <p:bldP spid="15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17730" y="91043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状态化简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FB05996-DA7A-4878-84C4-33ED15108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66" y="611013"/>
            <a:ext cx="6059488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状态化简目的：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减少触发器的数量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F9CC390-C91E-418A-A58F-30C10C746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66" y="1140983"/>
            <a:ext cx="5963492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化简的原理：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状态等效,就可以化简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ED1C8646-EAF1-461B-9958-2A8D3CBBE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440" y="1659205"/>
            <a:ext cx="7435850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状态等价的条件：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输出相同，转移效果相同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C1E987D4-4CA2-4221-A696-E69DD5037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440" y="2335518"/>
            <a:ext cx="8109197" cy="200824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ts val="500"/>
              </a:spcBef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首先：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两状态输入相同时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 eaLnBrk="1" hangingPunct="1">
              <a:spcBef>
                <a:spcPts val="500"/>
              </a:spcBef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输出也相等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 eaLnBrk="1" hangingPunct="1">
              <a:spcBef>
                <a:spcPts val="500"/>
              </a:spcBef>
              <a:buNone/>
              <a:defRPr/>
            </a:pPr>
            <a:r>
              <a:rPr lang="zh-CN" altLang="en-US" sz="2800" noProof="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其次：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它的次态相同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 eaLnBrk="1" hangingPunct="1">
              <a:spcBef>
                <a:spcPts val="500"/>
              </a:spcBef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、隐含等价。  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互为隐含等价 （包括循环等价）</a:t>
            </a:r>
            <a:endParaRPr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" name="Group 30">
            <a:extLst>
              <a:ext uri="{FF2B5EF4-FFF2-40B4-BE49-F238E27FC236}">
                <a16:creationId xmlns:a16="http://schemas.microsoft.com/office/drawing/2014/main" id="{7B3B2109-504E-46BC-BF6E-86308627498A}"/>
              </a:ext>
            </a:extLst>
          </p:cNvPr>
          <p:cNvGrpSpPr>
            <a:grpSpLocks/>
          </p:cNvGrpSpPr>
          <p:nvPr/>
        </p:nvGrpSpPr>
        <p:grpSpPr bwMode="auto">
          <a:xfrm>
            <a:off x="4809286" y="2208294"/>
            <a:ext cx="3016250" cy="1671637"/>
            <a:chOff x="1375" y="3049"/>
            <a:chExt cx="1900" cy="1053"/>
          </a:xfrm>
        </p:grpSpPr>
        <p:grpSp>
          <p:nvGrpSpPr>
            <p:cNvPr id="8" name="Group 31">
              <a:extLst>
                <a:ext uri="{FF2B5EF4-FFF2-40B4-BE49-F238E27FC236}">
                  <a16:creationId xmlns:a16="http://schemas.microsoft.com/office/drawing/2014/main" id="{ACF644F0-0908-4A69-9012-2CC8D1A4A7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6" y="3049"/>
              <a:ext cx="362" cy="288"/>
              <a:chOff x="1976" y="3049"/>
              <a:chExt cx="362" cy="288"/>
            </a:xfrm>
          </p:grpSpPr>
          <p:sp>
            <p:nvSpPr>
              <p:cNvPr id="23" name="Oval 32">
                <a:extLst>
                  <a:ext uri="{FF2B5EF4-FFF2-40B4-BE49-F238E27FC236}">
                    <a16:creationId xmlns:a16="http://schemas.microsoft.com/office/drawing/2014/main" id="{CB52297B-919E-4CD8-94F6-1F71C1BF5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6" y="3061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Text Box 33">
                <a:extLst>
                  <a:ext uri="{FF2B5EF4-FFF2-40B4-BE49-F238E27FC236}">
                    <a16:creationId xmlns:a16="http://schemas.microsoft.com/office/drawing/2014/main" id="{13309C81-C4F1-402D-8DFC-8688834814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9" y="3049"/>
                <a:ext cx="33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9" name="Group 34">
              <a:extLst>
                <a:ext uri="{FF2B5EF4-FFF2-40B4-BE49-F238E27FC236}">
                  <a16:creationId xmlns:a16="http://schemas.microsoft.com/office/drawing/2014/main" id="{C0D50B5D-3B60-4D5D-8005-94013B3602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4" y="3727"/>
              <a:ext cx="362" cy="288"/>
              <a:chOff x="1976" y="3049"/>
              <a:chExt cx="362" cy="288"/>
            </a:xfrm>
          </p:grpSpPr>
          <p:sp>
            <p:nvSpPr>
              <p:cNvPr id="21" name="Oval 35">
                <a:extLst>
                  <a:ext uri="{FF2B5EF4-FFF2-40B4-BE49-F238E27FC236}">
                    <a16:creationId xmlns:a16="http://schemas.microsoft.com/office/drawing/2014/main" id="{8C262981-4D52-44F2-97CB-6FF20D7B2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6" y="3061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Text Box 36">
                <a:extLst>
                  <a:ext uri="{FF2B5EF4-FFF2-40B4-BE49-F238E27FC236}">
                    <a16:creationId xmlns:a16="http://schemas.microsoft.com/office/drawing/2014/main" id="{8E3AE6C4-4F34-43D1-9FCA-537B5CE58D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9" y="3049"/>
                <a:ext cx="33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10" name="Group 37">
              <a:extLst>
                <a:ext uri="{FF2B5EF4-FFF2-40B4-BE49-F238E27FC236}">
                  <a16:creationId xmlns:a16="http://schemas.microsoft.com/office/drawing/2014/main" id="{5CA4BC33-A7CD-4D64-9687-6E0362045B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3" y="3738"/>
              <a:ext cx="362" cy="288"/>
              <a:chOff x="1976" y="3049"/>
              <a:chExt cx="362" cy="288"/>
            </a:xfrm>
          </p:grpSpPr>
          <p:sp>
            <p:nvSpPr>
              <p:cNvPr id="19" name="Oval 38">
                <a:extLst>
                  <a:ext uri="{FF2B5EF4-FFF2-40B4-BE49-F238E27FC236}">
                    <a16:creationId xmlns:a16="http://schemas.microsoft.com/office/drawing/2014/main" id="{F4AFEF97-1DE1-495E-BED6-A3CF08798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6" y="3061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Text Box 39">
                <a:extLst>
                  <a:ext uri="{FF2B5EF4-FFF2-40B4-BE49-F238E27FC236}">
                    <a16:creationId xmlns:a16="http://schemas.microsoft.com/office/drawing/2014/main" id="{972DBD1E-4895-4623-B510-2B95B86612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9" y="3049"/>
                <a:ext cx="33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</p:grpSp>
        <p:sp>
          <p:nvSpPr>
            <p:cNvPr id="11" name="Line 40">
              <a:extLst>
                <a:ext uri="{FF2B5EF4-FFF2-40B4-BE49-F238E27FC236}">
                  <a16:creationId xmlns:a16="http://schemas.microsoft.com/office/drawing/2014/main" id="{7FD0D405-9E6F-4AD8-979B-A1FE1D0D8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1" y="3332"/>
              <a:ext cx="0" cy="4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41">
              <a:extLst>
                <a:ext uri="{FF2B5EF4-FFF2-40B4-BE49-F238E27FC236}">
                  <a16:creationId xmlns:a16="http://schemas.microsoft.com/office/drawing/2014/main" id="{B1E484E0-934C-4EEE-A1C4-B75658410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6" y="3874"/>
              <a:ext cx="67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42">
              <a:extLst>
                <a:ext uri="{FF2B5EF4-FFF2-40B4-BE49-F238E27FC236}">
                  <a16:creationId xmlns:a16="http://schemas.microsoft.com/office/drawing/2014/main" id="{16ACD1CA-3556-4FF1-9AD6-15C3CC7CE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8" y="3264"/>
              <a:ext cx="722" cy="48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Arc 43">
              <a:extLst>
                <a:ext uri="{FF2B5EF4-FFF2-40B4-BE49-F238E27FC236}">
                  <a16:creationId xmlns:a16="http://schemas.microsoft.com/office/drawing/2014/main" id="{CC88CF72-5018-4EBA-996E-078C5456D6BD}"/>
                </a:ext>
              </a:extLst>
            </p:cNvPr>
            <p:cNvSpPr>
              <a:spLocks/>
            </p:cNvSpPr>
            <p:nvPr/>
          </p:nvSpPr>
          <p:spPr bwMode="auto">
            <a:xfrm rot="2978811" flipH="1">
              <a:off x="1687" y="3737"/>
              <a:ext cx="349" cy="345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8322"/>
                    <a:pt x="745" y="15087"/>
                    <a:pt x="2181" y="12141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8322"/>
                    <a:pt x="745" y="15087"/>
                    <a:pt x="2181" y="12141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Text Box 44">
              <a:extLst>
                <a:ext uri="{FF2B5EF4-FFF2-40B4-BE49-F238E27FC236}">
                  <a16:creationId xmlns:a16="http://schemas.microsoft.com/office/drawing/2014/main" id="{D29102DF-E436-4DB1-A242-77DD8D9B1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5" y="3746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16" name="Text Box 45">
              <a:extLst>
                <a:ext uri="{FF2B5EF4-FFF2-40B4-BE49-F238E27FC236}">
                  <a16:creationId xmlns:a16="http://schemas.microsoft.com/office/drawing/2014/main" id="{226E65BD-3BB9-41C3-9270-028797FD0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9" y="3340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17" name="Text Box 46">
              <a:extLst>
                <a:ext uri="{FF2B5EF4-FFF2-40B4-BE49-F238E27FC236}">
                  <a16:creationId xmlns:a16="http://schemas.microsoft.com/office/drawing/2014/main" id="{A42BE211-2B3B-4DC5-8E2C-F26EA4092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7" y="3226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1/1</a:t>
              </a:r>
            </a:p>
          </p:txBody>
        </p:sp>
        <p:sp>
          <p:nvSpPr>
            <p:cNvPr id="18" name="Text Box 47">
              <a:extLst>
                <a:ext uri="{FF2B5EF4-FFF2-40B4-BE49-F238E27FC236}">
                  <a16:creationId xmlns:a16="http://schemas.microsoft.com/office/drawing/2014/main" id="{50DF8718-23ED-46D4-A800-745B03AE59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3" y="3814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1/1</a:t>
              </a:r>
            </a:p>
          </p:txBody>
        </p:sp>
      </p:grpSp>
      <p:grpSp>
        <p:nvGrpSpPr>
          <p:cNvPr id="25" name="Group 120">
            <a:extLst>
              <a:ext uri="{FF2B5EF4-FFF2-40B4-BE49-F238E27FC236}">
                <a16:creationId xmlns:a16="http://schemas.microsoft.com/office/drawing/2014/main" id="{A5C001AA-348A-4B97-905E-B023A569CC73}"/>
              </a:ext>
            </a:extLst>
          </p:cNvPr>
          <p:cNvGrpSpPr>
            <a:grpSpLocks/>
          </p:cNvGrpSpPr>
          <p:nvPr/>
        </p:nvGrpSpPr>
        <p:grpSpPr bwMode="auto">
          <a:xfrm>
            <a:off x="3494837" y="4336998"/>
            <a:ext cx="1954213" cy="2332038"/>
            <a:chOff x="2835" y="2540"/>
            <a:chExt cx="1231" cy="1469"/>
          </a:xfrm>
        </p:grpSpPr>
        <p:sp>
          <p:nvSpPr>
            <p:cNvPr id="26" name="Rectangle 68">
              <a:extLst>
                <a:ext uri="{FF2B5EF4-FFF2-40B4-BE49-F238E27FC236}">
                  <a16:creationId xmlns:a16="http://schemas.microsoft.com/office/drawing/2014/main" id="{731210A5-2EBD-4F50-940D-37D52F485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722"/>
              <a:ext cx="418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C/0</a:t>
              </a:r>
            </a:p>
          </p:txBody>
        </p:sp>
        <p:sp>
          <p:nvSpPr>
            <p:cNvPr id="27" name="Rectangle 67">
              <a:extLst>
                <a:ext uri="{FF2B5EF4-FFF2-40B4-BE49-F238E27FC236}">
                  <a16:creationId xmlns:a16="http://schemas.microsoft.com/office/drawing/2014/main" id="{BECD159E-5873-4188-8447-3BF809929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3722"/>
              <a:ext cx="437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A/0</a:t>
              </a:r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D2D836EE-4BBD-4D52-84E4-88023592D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722"/>
              <a:ext cx="331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29" name="Rectangle 65">
              <a:extLst>
                <a:ext uri="{FF2B5EF4-FFF2-40B4-BE49-F238E27FC236}">
                  <a16:creationId xmlns:a16="http://schemas.microsoft.com/office/drawing/2014/main" id="{5AE4993D-E27D-4EEE-8999-150D19165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435"/>
              <a:ext cx="418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C/0</a:t>
              </a:r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E0C4F763-1D43-4446-84BF-2F1A3034C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3435"/>
              <a:ext cx="437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D/1</a:t>
              </a:r>
            </a:p>
          </p:txBody>
        </p:sp>
        <p:sp>
          <p:nvSpPr>
            <p:cNvPr id="31" name="Rectangle 63">
              <a:extLst>
                <a:ext uri="{FF2B5EF4-FFF2-40B4-BE49-F238E27FC236}">
                  <a16:creationId xmlns:a16="http://schemas.microsoft.com/office/drawing/2014/main" id="{83881B17-E09D-4862-8C75-325CEC24C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435"/>
              <a:ext cx="331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32" name="Rectangle 62">
              <a:extLst>
                <a:ext uri="{FF2B5EF4-FFF2-40B4-BE49-F238E27FC236}">
                  <a16:creationId xmlns:a16="http://schemas.microsoft.com/office/drawing/2014/main" id="{AC9220CC-A399-455B-9BC8-47632BB98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148"/>
              <a:ext cx="418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C/0</a:t>
              </a:r>
            </a:p>
          </p:txBody>
        </p:sp>
        <p:sp>
          <p:nvSpPr>
            <p:cNvPr id="33" name="Rectangle 61">
              <a:extLst>
                <a:ext uri="{FF2B5EF4-FFF2-40B4-BE49-F238E27FC236}">
                  <a16:creationId xmlns:a16="http://schemas.microsoft.com/office/drawing/2014/main" id="{CB406AA8-29CE-4BF2-8D78-D97954E7F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3148"/>
              <a:ext cx="437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A/1</a:t>
              </a:r>
            </a:p>
          </p:txBody>
        </p:sp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D0454C94-3CE5-40EB-929A-1FAA0353D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48"/>
              <a:ext cx="331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35" name="Rectangle 59">
              <a:extLst>
                <a:ext uri="{FF2B5EF4-FFF2-40B4-BE49-F238E27FC236}">
                  <a16:creationId xmlns:a16="http://schemas.microsoft.com/office/drawing/2014/main" id="{429BF347-0E43-4B60-8CC4-C78C2F412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861"/>
              <a:ext cx="418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B/0</a:t>
              </a:r>
            </a:p>
          </p:txBody>
        </p:sp>
        <p:sp>
          <p:nvSpPr>
            <p:cNvPr id="36" name="Rectangle 58">
              <a:extLst>
                <a:ext uri="{FF2B5EF4-FFF2-40B4-BE49-F238E27FC236}">
                  <a16:creationId xmlns:a16="http://schemas.microsoft.com/office/drawing/2014/main" id="{1134C538-EE01-44BF-A2CB-19BD8AD64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2861"/>
              <a:ext cx="437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A/0</a:t>
              </a:r>
            </a:p>
          </p:txBody>
        </p:sp>
        <p:sp>
          <p:nvSpPr>
            <p:cNvPr id="37" name="Rectangle 57">
              <a:extLst>
                <a:ext uri="{FF2B5EF4-FFF2-40B4-BE49-F238E27FC236}">
                  <a16:creationId xmlns:a16="http://schemas.microsoft.com/office/drawing/2014/main" id="{DFD0679C-3F72-41FE-BA39-37B0BE14D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861"/>
              <a:ext cx="331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38" name="Rectangle 56">
              <a:extLst>
                <a:ext uri="{FF2B5EF4-FFF2-40B4-BE49-F238E27FC236}">
                  <a16:creationId xmlns:a16="http://schemas.microsoft.com/office/drawing/2014/main" id="{66A77E86-4ADD-4691-8B14-D295822A4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574"/>
              <a:ext cx="418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7F9287AE-4BE6-44CE-A20C-D695ED1C6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2574"/>
              <a:ext cx="437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0" name="Rectangle 54">
              <a:extLst>
                <a:ext uri="{FF2B5EF4-FFF2-40B4-BE49-F238E27FC236}">
                  <a16:creationId xmlns:a16="http://schemas.microsoft.com/office/drawing/2014/main" id="{F816E2C1-4F70-4F33-85FC-4997004E8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574"/>
              <a:ext cx="331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Line 70">
              <a:extLst>
                <a:ext uri="{FF2B5EF4-FFF2-40B4-BE49-F238E27FC236}">
                  <a16:creationId xmlns:a16="http://schemas.microsoft.com/office/drawing/2014/main" id="{3E98A8DC-B1B7-4BCF-9C2E-56FD4ED45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861"/>
              <a:ext cx="11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71">
              <a:extLst>
                <a:ext uri="{FF2B5EF4-FFF2-40B4-BE49-F238E27FC236}">
                  <a16:creationId xmlns:a16="http://schemas.microsoft.com/office/drawing/2014/main" id="{52EBAC19-37A7-4527-964E-8D302455E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148"/>
              <a:ext cx="11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72">
              <a:extLst>
                <a:ext uri="{FF2B5EF4-FFF2-40B4-BE49-F238E27FC236}">
                  <a16:creationId xmlns:a16="http://schemas.microsoft.com/office/drawing/2014/main" id="{673BEF57-6B53-4B3A-BEF1-F4796E963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435"/>
              <a:ext cx="11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73">
              <a:extLst>
                <a:ext uri="{FF2B5EF4-FFF2-40B4-BE49-F238E27FC236}">
                  <a16:creationId xmlns:a16="http://schemas.microsoft.com/office/drawing/2014/main" id="{AC05E62C-8FF4-4814-86DB-F1F7B28D3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722"/>
              <a:ext cx="11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Line 76">
              <a:extLst>
                <a:ext uri="{FF2B5EF4-FFF2-40B4-BE49-F238E27FC236}">
                  <a16:creationId xmlns:a16="http://schemas.microsoft.com/office/drawing/2014/main" id="{D114407E-5A63-46CD-ABA7-ABF61D6AA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1" y="2574"/>
              <a:ext cx="0" cy="14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Line 77">
              <a:extLst>
                <a:ext uri="{FF2B5EF4-FFF2-40B4-BE49-F238E27FC236}">
                  <a16:creationId xmlns:a16="http://schemas.microsoft.com/office/drawing/2014/main" id="{437E8E26-9FF9-423F-BD30-528A2BE8B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574"/>
              <a:ext cx="0" cy="14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69">
              <a:extLst>
                <a:ext uri="{FF2B5EF4-FFF2-40B4-BE49-F238E27FC236}">
                  <a16:creationId xmlns:a16="http://schemas.microsoft.com/office/drawing/2014/main" id="{958E850A-E803-46E6-8A7D-6CB4B5930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574"/>
              <a:ext cx="1186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75">
              <a:extLst>
                <a:ext uri="{FF2B5EF4-FFF2-40B4-BE49-F238E27FC236}">
                  <a16:creationId xmlns:a16="http://schemas.microsoft.com/office/drawing/2014/main" id="{721B90E0-0698-4588-A33D-4B3A680B0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574"/>
              <a:ext cx="0" cy="1435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Line 78">
              <a:extLst>
                <a:ext uri="{FF2B5EF4-FFF2-40B4-BE49-F238E27FC236}">
                  <a16:creationId xmlns:a16="http://schemas.microsoft.com/office/drawing/2014/main" id="{67F9136F-87EC-4D44-96D3-7C96E6D7E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6" y="2574"/>
              <a:ext cx="0" cy="1435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Line 74">
              <a:extLst>
                <a:ext uri="{FF2B5EF4-FFF2-40B4-BE49-F238E27FC236}">
                  <a16:creationId xmlns:a16="http://schemas.microsoft.com/office/drawing/2014/main" id="{80C34696-E485-456E-9195-8BF53416D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4009"/>
              <a:ext cx="1186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110">
              <a:extLst>
                <a:ext uri="{FF2B5EF4-FFF2-40B4-BE49-F238E27FC236}">
                  <a16:creationId xmlns:a16="http://schemas.microsoft.com/office/drawing/2014/main" id="{C09A7F4C-0B78-4DF6-BA39-7007901D33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69" y="2552"/>
              <a:ext cx="317" cy="3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Text Box 111">
              <a:extLst>
                <a:ext uri="{FF2B5EF4-FFF2-40B4-BE49-F238E27FC236}">
                  <a16:creationId xmlns:a16="http://schemas.microsoft.com/office/drawing/2014/main" id="{C533531D-78AE-4776-B1D2-562BC82DAF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2642"/>
              <a:ext cx="373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30000" noProof="0" dirty="0" err="1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Text Box 112">
              <a:extLst>
                <a:ext uri="{FF2B5EF4-FFF2-40B4-BE49-F238E27FC236}">
                  <a16:creationId xmlns:a16="http://schemas.microsoft.com/office/drawing/2014/main" id="{EB87AF63-918E-4D93-8E7D-FF9379520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4" y="2540"/>
              <a:ext cx="373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Group 51">
            <a:extLst>
              <a:ext uri="{FF2B5EF4-FFF2-40B4-BE49-F238E27FC236}">
                <a16:creationId xmlns:a16="http://schemas.microsoft.com/office/drawing/2014/main" id="{F6D0B019-0F31-4D0D-8561-F4401DC7EFA9}"/>
              </a:ext>
            </a:extLst>
          </p:cNvPr>
          <p:cNvGrpSpPr>
            <a:grpSpLocks/>
          </p:cNvGrpSpPr>
          <p:nvPr/>
        </p:nvGrpSpPr>
        <p:grpSpPr bwMode="auto">
          <a:xfrm>
            <a:off x="5974511" y="4748843"/>
            <a:ext cx="2530475" cy="1671637"/>
            <a:chOff x="2721" y="3049"/>
            <a:chExt cx="1594" cy="1053"/>
          </a:xfrm>
        </p:grpSpPr>
        <p:grpSp>
          <p:nvGrpSpPr>
            <p:cNvPr id="55" name="Group 13">
              <a:extLst>
                <a:ext uri="{FF2B5EF4-FFF2-40B4-BE49-F238E27FC236}">
                  <a16:creationId xmlns:a16="http://schemas.microsoft.com/office/drawing/2014/main" id="{1B41DC36-541B-45F9-8E60-59B2E09DFB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6" y="3049"/>
              <a:ext cx="362" cy="288"/>
              <a:chOff x="1976" y="3049"/>
              <a:chExt cx="362" cy="288"/>
            </a:xfrm>
          </p:grpSpPr>
          <p:sp>
            <p:nvSpPr>
              <p:cNvPr id="70" name="Oval 11">
                <a:extLst>
                  <a:ext uri="{FF2B5EF4-FFF2-40B4-BE49-F238E27FC236}">
                    <a16:creationId xmlns:a16="http://schemas.microsoft.com/office/drawing/2014/main" id="{E7FB3E3D-D14F-498D-85B3-44DD58932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6" y="3061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Text Box 12">
                <a:extLst>
                  <a:ext uri="{FF2B5EF4-FFF2-40B4-BE49-F238E27FC236}">
                    <a16:creationId xmlns:a16="http://schemas.microsoft.com/office/drawing/2014/main" id="{5CE70899-CB89-4DA7-BF7E-32C4948CAF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9" y="3049"/>
                <a:ext cx="33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6" name="Group 14">
              <a:extLst>
                <a:ext uri="{FF2B5EF4-FFF2-40B4-BE49-F238E27FC236}">
                  <a16:creationId xmlns:a16="http://schemas.microsoft.com/office/drawing/2014/main" id="{83EDA05E-8EF6-4240-BFCA-B02434AF69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4" y="3727"/>
              <a:ext cx="362" cy="288"/>
              <a:chOff x="1976" y="3049"/>
              <a:chExt cx="362" cy="288"/>
            </a:xfrm>
          </p:grpSpPr>
          <p:sp>
            <p:nvSpPr>
              <p:cNvPr id="68" name="Oval 15">
                <a:extLst>
                  <a:ext uri="{FF2B5EF4-FFF2-40B4-BE49-F238E27FC236}">
                    <a16:creationId xmlns:a16="http://schemas.microsoft.com/office/drawing/2014/main" id="{55194418-34AD-40AB-8218-56AA82CE3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6" y="3061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Text Box 16">
                <a:extLst>
                  <a:ext uri="{FF2B5EF4-FFF2-40B4-BE49-F238E27FC236}">
                    <a16:creationId xmlns:a16="http://schemas.microsoft.com/office/drawing/2014/main" id="{E172E817-98B9-489C-996A-70035FC2B6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9" y="3049"/>
                <a:ext cx="33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57" name="Group 17">
              <a:extLst>
                <a:ext uri="{FF2B5EF4-FFF2-40B4-BE49-F238E27FC236}">
                  <a16:creationId xmlns:a16="http://schemas.microsoft.com/office/drawing/2014/main" id="{8B508B5C-D41B-434F-9DA5-E0C24C0206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3" y="3738"/>
              <a:ext cx="362" cy="288"/>
              <a:chOff x="1976" y="3049"/>
              <a:chExt cx="362" cy="288"/>
            </a:xfrm>
          </p:grpSpPr>
          <p:sp>
            <p:nvSpPr>
              <p:cNvPr id="66" name="Oval 18">
                <a:extLst>
                  <a:ext uri="{FF2B5EF4-FFF2-40B4-BE49-F238E27FC236}">
                    <a16:creationId xmlns:a16="http://schemas.microsoft.com/office/drawing/2014/main" id="{04D132C7-4E81-47C5-8564-B24FBD3E9B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6" y="3061"/>
                <a:ext cx="271" cy="27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Text Box 19">
                <a:extLst>
                  <a:ext uri="{FF2B5EF4-FFF2-40B4-BE49-F238E27FC236}">
                    <a16:creationId xmlns:a16="http://schemas.microsoft.com/office/drawing/2014/main" id="{B87D0271-84A7-403D-918C-785D76D3C4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9" y="3049"/>
                <a:ext cx="33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</p:grpSp>
        <p:sp>
          <p:nvSpPr>
            <p:cNvPr id="58" name="Line 20">
              <a:extLst>
                <a:ext uri="{FF2B5EF4-FFF2-40B4-BE49-F238E27FC236}">
                  <a16:creationId xmlns:a16="http://schemas.microsoft.com/office/drawing/2014/main" id="{C10FA1BE-6BB6-498D-A813-C568274E1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1" y="3332"/>
              <a:ext cx="0" cy="4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Line 21">
              <a:extLst>
                <a:ext uri="{FF2B5EF4-FFF2-40B4-BE49-F238E27FC236}">
                  <a16:creationId xmlns:a16="http://schemas.microsoft.com/office/drawing/2014/main" id="{21BCFA73-E7B3-42BF-B0E9-5D3F662CE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" y="3874"/>
              <a:ext cx="67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Line 22">
              <a:extLst>
                <a:ext uri="{FF2B5EF4-FFF2-40B4-BE49-F238E27FC236}">
                  <a16:creationId xmlns:a16="http://schemas.microsoft.com/office/drawing/2014/main" id="{451F396C-4980-4B27-A58F-6F2AE74EC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264"/>
              <a:ext cx="722" cy="48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Text Box 26">
              <a:extLst>
                <a:ext uri="{FF2B5EF4-FFF2-40B4-BE49-F238E27FC236}">
                  <a16:creationId xmlns:a16="http://schemas.microsoft.com/office/drawing/2014/main" id="{11397F63-1549-4604-8E7F-918380BE8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1" y="3396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0/1</a:t>
              </a:r>
            </a:p>
          </p:txBody>
        </p:sp>
        <p:sp>
          <p:nvSpPr>
            <p:cNvPr id="62" name="Text Box 27">
              <a:extLst>
                <a:ext uri="{FF2B5EF4-FFF2-40B4-BE49-F238E27FC236}">
                  <a16:creationId xmlns:a16="http://schemas.microsoft.com/office/drawing/2014/main" id="{D070753E-8906-4A71-9DEC-0763D1767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7" y="3226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63" name="Text Box 28">
              <a:extLst>
                <a:ext uri="{FF2B5EF4-FFF2-40B4-BE49-F238E27FC236}">
                  <a16:creationId xmlns:a16="http://schemas.microsoft.com/office/drawing/2014/main" id="{F6BCD41B-CF36-488C-A8BE-F726B2DED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3" y="3814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64" name="Line 49">
              <a:extLst>
                <a:ext uri="{FF2B5EF4-FFF2-40B4-BE49-F238E27FC236}">
                  <a16:creationId xmlns:a16="http://schemas.microsoft.com/office/drawing/2014/main" id="{129E13EA-3853-44A5-B935-534D08E2D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50" y="3321"/>
              <a:ext cx="0" cy="4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Text Box 50">
              <a:extLst>
                <a:ext uri="{FF2B5EF4-FFF2-40B4-BE49-F238E27FC236}">
                  <a16:creationId xmlns:a16="http://schemas.microsoft.com/office/drawing/2014/main" id="{C4030F9E-C187-4684-9AD6-367BE7AC86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" y="3374"/>
              <a:ext cx="4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0/1</a:t>
              </a:r>
            </a:p>
          </p:txBody>
        </p:sp>
      </p:grpSp>
      <p:grpSp>
        <p:nvGrpSpPr>
          <p:cNvPr id="72" name="Group 120">
            <a:extLst>
              <a:ext uri="{FF2B5EF4-FFF2-40B4-BE49-F238E27FC236}">
                <a16:creationId xmlns:a16="http://schemas.microsoft.com/office/drawing/2014/main" id="{FC952AF8-850A-4902-8EA9-B485B4C54A9E}"/>
              </a:ext>
            </a:extLst>
          </p:cNvPr>
          <p:cNvGrpSpPr>
            <a:grpSpLocks/>
          </p:cNvGrpSpPr>
          <p:nvPr/>
        </p:nvGrpSpPr>
        <p:grpSpPr bwMode="auto">
          <a:xfrm>
            <a:off x="535341" y="4356490"/>
            <a:ext cx="1954213" cy="2332038"/>
            <a:chOff x="2835" y="2540"/>
            <a:chExt cx="1231" cy="1469"/>
          </a:xfrm>
        </p:grpSpPr>
        <p:sp>
          <p:nvSpPr>
            <p:cNvPr id="73" name="Rectangle 68">
              <a:extLst>
                <a:ext uri="{FF2B5EF4-FFF2-40B4-BE49-F238E27FC236}">
                  <a16:creationId xmlns:a16="http://schemas.microsoft.com/office/drawing/2014/main" id="{0D8AFE0A-CDAF-49E6-BA21-5ED466481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722"/>
              <a:ext cx="418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C/0</a:t>
              </a:r>
            </a:p>
          </p:txBody>
        </p:sp>
        <p:sp>
          <p:nvSpPr>
            <p:cNvPr id="74" name="Rectangle 67">
              <a:extLst>
                <a:ext uri="{FF2B5EF4-FFF2-40B4-BE49-F238E27FC236}">
                  <a16:creationId xmlns:a16="http://schemas.microsoft.com/office/drawing/2014/main" id="{3C947E29-23B4-4B80-BC0E-A67B309DD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3722"/>
              <a:ext cx="437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A/0</a:t>
              </a:r>
            </a:p>
          </p:txBody>
        </p:sp>
        <p:sp>
          <p:nvSpPr>
            <p:cNvPr id="75" name="Rectangle 66">
              <a:extLst>
                <a:ext uri="{FF2B5EF4-FFF2-40B4-BE49-F238E27FC236}">
                  <a16:creationId xmlns:a16="http://schemas.microsoft.com/office/drawing/2014/main" id="{2BA88B65-9909-4E9C-ACC8-3931C3727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722"/>
              <a:ext cx="331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76" name="Rectangle 65">
              <a:extLst>
                <a:ext uri="{FF2B5EF4-FFF2-40B4-BE49-F238E27FC236}">
                  <a16:creationId xmlns:a16="http://schemas.microsoft.com/office/drawing/2014/main" id="{386AB06E-8CA0-4CE3-82E6-28F280B8B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435"/>
              <a:ext cx="418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C/0</a:t>
              </a:r>
            </a:p>
          </p:txBody>
        </p:sp>
        <p:sp>
          <p:nvSpPr>
            <p:cNvPr id="77" name="Rectangle 64">
              <a:extLst>
                <a:ext uri="{FF2B5EF4-FFF2-40B4-BE49-F238E27FC236}">
                  <a16:creationId xmlns:a16="http://schemas.microsoft.com/office/drawing/2014/main" id="{DCE0962F-E95F-40CB-BCE2-390FBFD13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3435"/>
              <a:ext cx="437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B/1</a:t>
              </a:r>
            </a:p>
          </p:txBody>
        </p:sp>
        <p:sp>
          <p:nvSpPr>
            <p:cNvPr id="78" name="Rectangle 63">
              <a:extLst>
                <a:ext uri="{FF2B5EF4-FFF2-40B4-BE49-F238E27FC236}">
                  <a16:creationId xmlns:a16="http://schemas.microsoft.com/office/drawing/2014/main" id="{E7E90A71-4AA6-4956-AA1E-94C532877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435"/>
              <a:ext cx="331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79" name="Rectangle 62">
              <a:extLst>
                <a:ext uri="{FF2B5EF4-FFF2-40B4-BE49-F238E27FC236}">
                  <a16:creationId xmlns:a16="http://schemas.microsoft.com/office/drawing/2014/main" id="{0769F8B2-BB21-4D68-A697-405EC6904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148"/>
              <a:ext cx="418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C/0</a:t>
              </a:r>
            </a:p>
          </p:txBody>
        </p:sp>
        <p:sp>
          <p:nvSpPr>
            <p:cNvPr id="80" name="Rectangle 61">
              <a:extLst>
                <a:ext uri="{FF2B5EF4-FFF2-40B4-BE49-F238E27FC236}">
                  <a16:creationId xmlns:a16="http://schemas.microsoft.com/office/drawing/2014/main" id="{DF5964FA-4A21-40D2-893B-C7711504C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3148"/>
              <a:ext cx="437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B/1</a:t>
              </a:r>
            </a:p>
          </p:txBody>
        </p:sp>
        <p:sp>
          <p:nvSpPr>
            <p:cNvPr id="81" name="Rectangle 60">
              <a:extLst>
                <a:ext uri="{FF2B5EF4-FFF2-40B4-BE49-F238E27FC236}">
                  <a16:creationId xmlns:a16="http://schemas.microsoft.com/office/drawing/2014/main" id="{9EDC6EA0-2441-43E1-987F-4E81CCC81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48"/>
              <a:ext cx="331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82" name="Rectangle 59">
              <a:extLst>
                <a:ext uri="{FF2B5EF4-FFF2-40B4-BE49-F238E27FC236}">
                  <a16:creationId xmlns:a16="http://schemas.microsoft.com/office/drawing/2014/main" id="{A78A135C-A360-4560-9385-ACBF049F9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861"/>
              <a:ext cx="418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B/0</a:t>
              </a:r>
            </a:p>
          </p:txBody>
        </p:sp>
        <p:sp>
          <p:nvSpPr>
            <p:cNvPr id="83" name="Rectangle 58">
              <a:extLst>
                <a:ext uri="{FF2B5EF4-FFF2-40B4-BE49-F238E27FC236}">
                  <a16:creationId xmlns:a16="http://schemas.microsoft.com/office/drawing/2014/main" id="{0F6EAD25-E66A-4BCA-BB3D-A5776815F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2861"/>
              <a:ext cx="437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A/0</a:t>
              </a:r>
            </a:p>
          </p:txBody>
        </p:sp>
        <p:sp>
          <p:nvSpPr>
            <p:cNvPr id="84" name="Rectangle 57">
              <a:extLst>
                <a:ext uri="{FF2B5EF4-FFF2-40B4-BE49-F238E27FC236}">
                  <a16:creationId xmlns:a16="http://schemas.microsoft.com/office/drawing/2014/main" id="{07FFDCB0-C335-44CD-97BB-ECC043C27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861"/>
              <a:ext cx="331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85" name="Rectangle 56">
              <a:extLst>
                <a:ext uri="{FF2B5EF4-FFF2-40B4-BE49-F238E27FC236}">
                  <a16:creationId xmlns:a16="http://schemas.microsoft.com/office/drawing/2014/main" id="{143AA018-1AFB-4661-AEA8-DFDD8354A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574"/>
              <a:ext cx="418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86" name="Rectangle 55">
              <a:extLst>
                <a:ext uri="{FF2B5EF4-FFF2-40B4-BE49-F238E27FC236}">
                  <a16:creationId xmlns:a16="http://schemas.microsoft.com/office/drawing/2014/main" id="{4C3C4453-6DA2-435F-B4FF-C8030603F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2574"/>
              <a:ext cx="437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87" name="Rectangle 54">
              <a:extLst>
                <a:ext uri="{FF2B5EF4-FFF2-40B4-BE49-F238E27FC236}">
                  <a16:creationId xmlns:a16="http://schemas.microsoft.com/office/drawing/2014/main" id="{FBDAC4A0-4EE0-4598-B44A-D35F34B4D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574"/>
              <a:ext cx="331" cy="28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" name="Line 70">
              <a:extLst>
                <a:ext uri="{FF2B5EF4-FFF2-40B4-BE49-F238E27FC236}">
                  <a16:creationId xmlns:a16="http://schemas.microsoft.com/office/drawing/2014/main" id="{263A8AEC-5ACA-4BC5-85B8-C34FE1D36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861"/>
              <a:ext cx="11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" name="Line 71">
              <a:extLst>
                <a:ext uri="{FF2B5EF4-FFF2-40B4-BE49-F238E27FC236}">
                  <a16:creationId xmlns:a16="http://schemas.microsoft.com/office/drawing/2014/main" id="{BDAAB56D-5CF3-4C5A-BFC7-23129FA16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148"/>
              <a:ext cx="11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" name="Line 72">
              <a:extLst>
                <a:ext uri="{FF2B5EF4-FFF2-40B4-BE49-F238E27FC236}">
                  <a16:creationId xmlns:a16="http://schemas.microsoft.com/office/drawing/2014/main" id="{794198AC-FB89-4604-9F9F-093612996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435"/>
              <a:ext cx="11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" name="Line 73">
              <a:extLst>
                <a:ext uri="{FF2B5EF4-FFF2-40B4-BE49-F238E27FC236}">
                  <a16:creationId xmlns:a16="http://schemas.microsoft.com/office/drawing/2014/main" id="{009E5A69-A632-497D-A09A-39F73B452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722"/>
              <a:ext cx="11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" name="Line 76">
              <a:extLst>
                <a:ext uri="{FF2B5EF4-FFF2-40B4-BE49-F238E27FC236}">
                  <a16:creationId xmlns:a16="http://schemas.microsoft.com/office/drawing/2014/main" id="{E919F2E2-1184-46DA-89D9-800CD5AAA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1" y="2574"/>
              <a:ext cx="0" cy="14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" name="Line 77">
              <a:extLst>
                <a:ext uri="{FF2B5EF4-FFF2-40B4-BE49-F238E27FC236}">
                  <a16:creationId xmlns:a16="http://schemas.microsoft.com/office/drawing/2014/main" id="{F58D7F5A-0517-4360-AEE7-001E6C2697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574"/>
              <a:ext cx="0" cy="14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" name="Line 69">
              <a:extLst>
                <a:ext uri="{FF2B5EF4-FFF2-40B4-BE49-F238E27FC236}">
                  <a16:creationId xmlns:a16="http://schemas.microsoft.com/office/drawing/2014/main" id="{166A7D6B-EB4F-4D75-B9A8-9D9D7677A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574"/>
              <a:ext cx="1186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" name="Line 75">
              <a:extLst>
                <a:ext uri="{FF2B5EF4-FFF2-40B4-BE49-F238E27FC236}">
                  <a16:creationId xmlns:a16="http://schemas.microsoft.com/office/drawing/2014/main" id="{73C24DAB-3206-4204-8A8C-BD6B29963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574"/>
              <a:ext cx="0" cy="1435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" name="Line 78">
              <a:extLst>
                <a:ext uri="{FF2B5EF4-FFF2-40B4-BE49-F238E27FC236}">
                  <a16:creationId xmlns:a16="http://schemas.microsoft.com/office/drawing/2014/main" id="{82C33EC4-AAF1-435E-8266-A30E2308C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6" y="2574"/>
              <a:ext cx="0" cy="1435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" name="Line 74">
              <a:extLst>
                <a:ext uri="{FF2B5EF4-FFF2-40B4-BE49-F238E27FC236}">
                  <a16:creationId xmlns:a16="http://schemas.microsoft.com/office/drawing/2014/main" id="{DF26BD0C-6D3C-4B12-8668-19883957E2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4009"/>
              <a:ext cx="1186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" name="Line 110">
              <a:extLst>
                <a:ext uri="{FF2B5EF4-FFF2-40B4-BE49-F238E27FC236}">
                  <a16:creationId xmlns:a16="http://schemas.microsoft.com/office/drawing/2014/main" id="{9DA1C018-BEF5-4A70-BDA5-5A19E96BA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69" y="2552"/>
              <a:ext cx="317" cy="3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Text Box 111">
              <a:extLst>
                <a:ext uri="{FF2B5EF4-FFF2-40B4-BE49-F238E27FC236}">
                  <a16:creationId xmlns:a16="http://schemas.microsoft.com/office/drawing/2014/main" id="{3144DFFE-30B7-493F-87DA-E188D0974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2642"/>
              <a:ext cx="373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30000" noProof="0" dirty="0" err="1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Text Box 112">
              <a:extLst>
                <a:ext uri="{FF2B5EF4-FFF2-40B4-BE49-F238E27FC236}">
                  <a16:creationId xmlns:a16="http://schemas.microsoft.com/office/drawing/2014/main" id="{8ACF031A-4987-4054-A3FF-85098BBFB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4" y="2540"/>
              <a:ext cx="373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164266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 autoUpdateAnimBg="0"/>
      <p:bldP spid="4" grpId="0" animBg="1" autoUpdateAnimBg="0"/>
      <p:bldP spid="5" grpId="0" animBg="1" autoUpdateAnimBg="0"/>
      <p:bldP spid="6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9147088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状态编码的原则</a:t>
            </a:r>
            <a:endParaRPr lang="en-US" altLang="zh-CN" sz="3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122016" y="751302"/>
            <a:ext cx="8858211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状态数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，触发器的数量 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&lt;M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124288" y="1272194"/>
            <a:ext cx="8858211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、编码原则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454109" y="1834027"/>
            <a:ext cx="8858211" cy="1550617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状态表中的两个现态，如果在相同外部输入条件下，这两个现态的</a:t>
            </a: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次态相同</a:t>
            </a:r>
            <a:r>
              <a:rPr lang="zh-CN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，则尽可能给这</a:t>
            </a: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两个现态分配相邻的代码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456381" y="3323909"/>
            <a:ext cx="8858211" cy="1550617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状态表中的</a:t>
            </a: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一个现态</a:t>
            </a:r>
            <a:r>
              <a:rPr lang="zh-CN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，如果在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</a:t>
            </a: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外部输入</a:t>
            </a:r>
            <a:r>
              <a:rPr lang="zh-CN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条件下，这个现态的两个</a:t>
            </a: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次态不相同</a:t>
            </a:r>
            <a:r>
              <a:rPr lang="zh-CN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，则尽可能给这两个次态分配相邻的代码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285789" y="4874526"/>
            <a:ext cx="8858211" cy="1550617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状态表中</a:t>
            </a: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两个现态</a:t>
            </a:r>
            <a:r>
              <a:rPr lang="zh-CN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，如果在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相同</a:t>
            </a: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外部输入</a:t>
            </a:r>
            <a:r>
              <a:rPr lang="zh-CN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条件下，这个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现态</a:t>
            </a:r>
            <a:r>
              <a:rPr lang="zh-CN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相同的外部输出</a:t>
            </a:r>
            <a:r>
              <a:rPr lang="zh-CN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，则尽可能给两个现态分配相邻的代码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842712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9147088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2】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Group 182">
            <a:extLst>
              <a:ext uri="{FF2B5EF4-FFF2-40B4-BE49-F238E27FC236}">
                <a16:creationId xmlns:a16="http://schemas.microsoft.com/office/drawing/2014/main" id="{52CBB46F-8622-43DC-BE2B-F511A33F49CC}"/>
              </a:ext>
            </a:extLst>
          </p:cNvPr>
          <p:cNvGrpSpPr>
            <a:grpSpLocks/>
          </p:cNvGrpSpPr>
          <p:nvPr/>
        </p:nvGrpSpPr>
        <p:grpSpPr bwMode="auto">
          <a:xfrm>
            <a:off x="208714" y="-1460500"/>
            <a:ext cx="5546725" cy="5191125"/>
            <a:chOff x="1814" y="808"/>
            <a:chExt cx="3494" cy="3270"/>
          </a:xfrm>
        </p:grpSpPr>
        <p:grpSp>
          <p:nvGrpSpPr>
            <p:cNvPr id="4" name="Group 118">
              <a:extLst>
                <a:ext uri="{FF2B5EF4-FFF2-40B4-BE49-F238E27FC236}">
                  <a16:creationId xmlns:a16="http://schemas.microsoft.com/office/drawing/2014/main" id="{AE663B60-0F8F-4E9F-AF8B-0D7FEF7536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4" y="2443"/>
              <a:ext cx="659" cy="349"/>
              <a:chOff x="2470" y="2847"/>
              <a:chExt cx="659" cy="349"/>
            </a:xfrm>
          </p:grpSpPr>
          <p:sp>
            <p:nvSpPr>
              <p:cNvPr id="50" name="Arc 119">
                <a:extLst>
                  <a:ext uri="{FF2B5EF4-FFF2-40B4-BE49-F238E27FC236}">
                    <a16:creationId xmlns:a16="http://schemas.microsoft.com/office/drawing/2014/main" id="{AB75C97E-FEF8-4E0C-8CA5-FF37EF1901D4}"/>
                  </a:ext>
                </a:extLst>
              </p:cNvPr>
              <p:cNvSpPr>
                <a:spLocks/>
              </p:cNvSpPr>
              <p:nvPr/>
            </p:nvSpPr>
            <p:spPr bwMode="auto">
              <a:xfrm rot="2978811" flipH="1">
                <a:off x="2782" y="2849"/>
                <a:ext cx="349" cy="345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8322"/>
                      <a:pt x="745" y="15087"/>
                      <a:pt x="2181" y="12141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8322"/>
                      <a:pt x="745" y="15087"/>
                      <a:pt x="2181" y="12141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1" name="Text Box 120">
                <a:extLst>
                  <a:ext uri="{FF2B5EF4-FFF2-40B4-BE49-F238E27FC236}">
                    <a16:creationId xmlns:a16="http://schemas.microsoft.com/office/drawing/2014/main" id="{31E22A3E-9788-4FF5-A788-873359A840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0" y="2858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5" name="Group 121">
              <a:extLst>
                <a:ext uri="{FF2B5EF4-FFF2-40B4-BE49-F238E27FC236}">
                  <a16:creationId xmlns:a16="http://schemas.microsoft.com/office/drawing/2014/main" id="{29980DF4-DB08-402A-880F-7D3D88807B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4" y="2464"/>
              <a:ext cx="417" cy="305"/>
              <a:chOff x="1875" y="3196"/>
              <a:chExt cx="417" cy="305"/>
            </a:xfrm>
          </p:grpSpPr>
          <p:sp>
            <p:nvSpPr>
              <p:cNvPr id="48" name="Oval 122">
                <a:extLst>
                  <a:ext uri="{FF2B5EF4-FFF2-40B4-BE49-F238E27FC236}">
                    <a16:creationId xmlns:a16="http://schemas.microsoft.com/office/drawing/2014/main" id="{D0BC6C75-DE8F-409D-B272-57F0D69DB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5" y="3196"/>
                <a:ext cx="305" cy="30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Text Box 123">
                <a:extLst>
                  <a:ext uri="{FF2B5EF4-FFF2-40B4-BE49-F238E27FC236}">
                    <a16:creationId xmlns:a16="http://schemas.microsoft.com/office/drawing/2014/main" id="{4BE44F05-9144-4B0C-B524-38B2BF7D4C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6" y="3196"/>
                <a:ext cx="406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</p:grpSp>
        <p:grpSp>
          <p:nvGrpSpPr>
            <p:cNvPr id="6" name="Group 124">
              <a:extLst>
                <a:ext uri="{FF2B5EF4-FFF2-40B4-BE49-F238E27FC236}">
                  <a16:creationId xmlns:a16="http://schemas.microsoft.com/office/drawing/2014/main" id="{9EDBCF28-5DA1-49CB-A52C-2BE73A0CD5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4" y="2195"/>
              <a:ext cx="1085" cy="1883"/>
              <a:chOff x="1267" y="833"/>
              <a:chExt cx="1085" cy="1883"/>
            </a:xfrm>
          </p:grpSpPr>
          <p:grpSp>
            <p:nvGrpSpPr>
              <p:cNvPr id="43" name="Group 125">
                <a:extLst>
                  <a:ext uri="{FF2B5EF4-FFF2-40B4-BE49-F238E27FC236}">
                    <a16:creationId xmlns:a16="http://schemas.microsoft.com/office/drawing/2014/main" id="{45744536-3BBC-49E7-950B-FB7548FD9A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35" y="1091"/>
                <a:ext cx="417" cy="305"/>
                <a:chOff x="1875" y="3196"/>
                <a:chExt cx="417" cy="305"/>
              </a:xfrm>
            </p:grpSpPr>
            <p:sp>
              <p:nvSpPr>
                <p:cNvPr id="46" name="Oval 126">
                  <a:extLst>
                    <a:ext uri="{FF2B5EF4-FFF2-40B4-BE49-F238E27FC236}">
                      <a16:creationId xmlns:a16="http://schemas.microsoft.com/office/drawing/2014/main" id="{0EBB9995-372D-4E21-9F6F-A4B5BBEAB5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Text Box 127">
                  <a:extLst>
                    <a:ext uri="{FF2B5EF4-FFF2-40B4-BE49-F238E27FC236}">
                      <a16:creationId xmlns:a16="http://schemas.microsoft.com/office/drawing/2014/main" id="{B045BCB2-A360-499C-829E-F96ECE04C95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6" y="3196"/>
                  <a:ext cx="406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44" name="Arc 128">
                <a:extLst>
                  <a:ext uri="{FF2B5EF4-FFF2-40B4-BE49-F238E27FC236}">
                    <a16:creationId xmlns:a16="http://schemas.microsoft.com/office/drawing/2014/main" id="{0C4389A0-2A12-4896-BB82-0138C8A83E12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785" y="1560"/>
                <a:ext cx="1638" cy="673"/>
              </a:xfrm>
              <a:custGeom>
                <a:avLst/>
                <a:gdLst>
                  <a:gd name="T0" fmla="*/ 1 w 21600"/>
                  <a:gd name="T1" fmla="*/ 0 h 14003"/>
                  <a:gd name="T2" fmla="*/ 1 w 21600"/>
                  <a:gd name="T3" fmla="*/ 0 h 14003"/>
                  <a:gd name="T4" fmla="*/ 0 w 21600"/>
                  <a:gd name="T5" fmla="*/ 0 h 140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4003" fill="none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</a:path>
                  <a:path w="21600" h="14003" stroke="0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  <a:lnTo>
                      <a:pt x="0" y="6346"/>
                    </a:lnTo>
                    <a:lnTo>
                      <a:pt x="20646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" name="Text Box 129">
                <a:extLst>
                  <a:ext uri="{FF2B5EF4-FFF2-40B4-BE49-F238E27FC236}">
                    <a16:creationId xmlns:a16="http://schemas.microsoft.com/office/drawing/2014/main" id="{0CC40287-6FDE-4C0F-B595-D585B472A6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7" y="833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7" name="Group 130">
              <a:extLst>
                <a:ext uri="{FF2B5EF4-FFF2-40B4-BE49-F238E27FC236}">
                  <a16:creationId xmlns:a16="http://schemas.microsoft.com/office/drawing/2014/main" id="{1AB85CCF-78B1-4298-AC1E-101700B6D0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3" y="1154"/>
              <a:ext cx="673" cy="1679"/>
              <a:chOff x="1266" y="-208"/>
              <a:chExt cx="673" cy="1679"/>
            </a:xfrm>
          </p:grpSpPr>
          <p:sp>
            <p:nvSpPr>
              <p:cNvPr id="41" name="Arc 131">
                <a:extLst>
                  <a:ext uri="{FF2B5EF4-FFF2-40B4-BE49-F238E27FC236}">
                    <a16:creationId xmlns:a16="http://schemas.microsoft.com/office/drawing/2014/main" id="{55CDB7E1-3CA2-4A5E-A265-054B85A571BA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84" y="274"/>
                <a:ext cx="1638" cy="673"/>
              </a:xfrm>
              <a:custGeom>
                <a:avLst/>
                <a:gdLst>
                  <a:gd name="T0" fmla="*/ 1 w 21600"/>
                  <a:gd name="T1" fmla="*/ 0 h 14003"/>
                  <a:gd name="T2" fmla="*/ 1 w 21600"/>
                  <a:gd name="T3" fmla="*/ 0 h 14003"/>
                  <a:gd name="T4" fmla="*/ 0 w 21600"/>
                  <a:gd name="T5" fmla="*/ 0 h 140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4003" fill="none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</a:path>
                  <a:path w="21600" h="14003" stroke="0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  <a:lnTo>
                      <a:pt x="0" y="6346"/>
                    </a:lnTo>
                    <a:lnTo>
                      <a:pt x="20646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Text Box 132">
                <a:extLst>
                  <a:ext uri="{FF2B5EF4-FFF2-40B4-BE49-F238E27FC236}">
                    <a16:creationId xmlns:a16="http://schemas.microsoft.com/office/drawing/2014/main" id="{8E3ACDD1-1632-419B-BF3B-EBF708B16C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9" y="1183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8" name="Group 133">
              <a:extLst>
                <a:ext uri="{FF2B5EF4-FFF2-40B4-BE49-F238E27FC236}">
                  <a16:creationId xmlns:a16="http://schemas.microsoft.com/office/drawing/2014/main" id="{995794D8-E7CB-4552-8DF4-4D9C66AFFD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4" y="2184"/>
              <a:ext cx="1085" cy="1883"/>
              <a:chOff x="1267" y="833"/>
              <a:chExt cx="1085" cy="1883"/>
            </a:xfrm>
          </p:grpSpPr>
          <p:grpSp>
            <p:nvGrpSpPr>
              <p:cNvPr id="36" name="Group 134">
                <a:extLst>
                  <a:ext uri="{FF2B5EF4-FFF2-40B4-BE49-F238E27FC236}">
                    <a16:creationId xmlns:a16="http://schemas.microsoft.com/office/drawing/2014/main" id="{CDB95033-2194-4035-BC24-1B6669EE2C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35" y="1091"/>
                <a:ext cx="417" cy="305"/>
                <a:chOff x="1875" y="3196"/>
                <a:chExt cx="417" cy="305"/>
              </a:xfrm>
            </p:grpSpPr>
            <p:sp>
              <p:nvSpPr>
                <p:cNvPr id="39" name="Oval 135">
                  <a:extLst>
                    <a:ext uri="{FF2B5EF4-FFF2-40B4-BE49-F238E27FC236}">
                      <a16:creationId xmlns:a16="http://schemas.microsoft.com/office/drawing/2014/main" id="{77569F0E-867C-424A-A259-52295B5D95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" name="Text Box 136">
                  <a:extLst>
                    <a:ext uri="{FF2B5EF4-FFF2-40B4-BE49-F238E27FC236}">
                      <a16:creationId xmlns:a16="http://schemas.microsoft.com/office/drawing/2014/main" id="{85B64465-B474-4D78-AFCF-8717245538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6" y="3196"/>
                  <a:ext cx="406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37" name="Arc 137">
                <a:extLst>
                  <a:ext uri="{FF2B5EF4-FFF2-40B4-BE49-F238E27FC236}">
                    <a16:creationId xmlns:a16="http://schemas.microsoft.com/office/drawing/2014/main" id="{01EA0517-018A-4D13-BFD7-8C4329D3C687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785" y="1560"/>
                <a:ext cx="1638" cy="673"/>
              </a:xfrm>
              <a:custGeom>
                <a:avLst/>
                <a:gdLst>
                  <a:gd name="T0" fmla="*/ 1 w 21600"/>
                  <a:gd name="T1" fmla="*/ 0 h 14003"/>
                  <a:gd name="T2" fmla="*/ 1 w 21600"/>
                  <a:gd name="T3" fmla="*/ 0 h 14003"/>
                  <a:gd name="T4" fmla="*/ 0 w 21600"/>
                  <a:gd name="T5" fmla="*/ 0 h 140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4003" fill="none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</a:path>
                  <a:path w="21600" h="14003" stroke="0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  <a:lnTo>
                      <a:pt x="0" y="6346"/>
                    </a:lnTo>
                    <a:lnTo>
                      <a:pt x="20646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Text Box 138">
                <a:extLst>
                  <a:ext uri="{FF2B5EF4-FFF2-40B4-BE49-F238E27FC236}">
                    <a16:creationId xmlns:a16="http://schemas.microsoft.com/office/drawing/2014/main" id="{91927A27-B63D-4BE1-B0F0-B38BF5F850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7" y="833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9" name="Group 139">
              <a:extLst>
                <a:ext uri="{FF2B5EF4-FFF2-40B4-BE49-F238E27FC236}">
                  <a16:creationId xmlns:a16="http://schemas.microsoft.com/office/drawing/2014/main" id="{5949B36F-0273-4FF1-B32A-DBFA077656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3" y="808"/>
              <a:ext cx="1813" cy="2341"/>
              <a:chOff x="1176" y="-554"/>
              <a:chExt cx="1813" cy="2341"/>
            </a:xfrm>
          </p:grpSpPr>
          <p:sp>
            <p:nvSpPr>
              <p:cNvPr id="34" name="Arc 140">
                <a:extLst>
                  <a:ext uri="{FF2B5EF4-FFF2-40B4-BE49-F238E27FC236}">
                    <a16:creationId xmlns:a16="http://schemas.microsoft.com/office/drawing/2014/main" id="{9FBBE177-14E8-4430-ACB5-F61F3CC3523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953" y="-331"/>
                <a:ext cx="2259" cy="1813"/>
              </a:xfrm>
              <a:custGeom>
                <a:avLst/>
                <a:gdLst>
                  <a:gd name="T0" fmla="*/ 2 w 21600"/>
                  <a:gd name="T1" fmla="*/ 0 h 21716"/>
                  <a:gd name="T2" fmla="*/ 2 w 21600"/>
                  <a:gd name="T3" fmla="*/ 1 h 21716"/>
                  <a:gd name="T4" fmla="*/ 0 w 21600"/>
                  <a:gd name="T5" fmla="*/ 1 h 217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716" fill="none" extrusionOk="0">
                    <a:moveTo>
                      <a:pt x="18762" y="0"/>
                    </a:moveTo>
                    <a:cubicBezTo>
                      <a:pt x="20622" y="3259"/>
                      <a:pt x="21600" y="6948"/>
                      <a:pt x="21600" y="10701"/>
                    </a:cubicBezTo>
                    <a:cubicBezTo>
                      <a:pt x="21600" y="14577"/>
                      <a:pt x="20556" y="18381"/>
                      <a:pt x="18580" y="21716"/>
                    </a:cubicBezTo>
                  </a:path>
                  <a:path w="21600" h="21716" stroke="0" extrusionOk="0">
                    <a:moveTo>
                      <a:pt x="18762" y="0"/>
                    </a:moveTo>
                    <a:cubicBezTo>
                      <a:pt x="20622" y="3259"/>
                      <a:pt x="21600" y="6948"/>
                      <a:pt x="21600" y="10701"/>
                    </a:cubicBezTo>
                    <a:cubicBezTo>
                      <a:pt x="21600" y="14577"/>
                      <a:pt x="20556" y="18381"/>
                      <a:pt x="18580" y="21716"/>
                    </a:cubicBezTo>
                    <a:lnTo>
                      <a:pt x="0" y="10701"/>
                    </a:lnTo>
                    <a:lnTo>
                      <a:pt x="18762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Text Box 141">
                <a:extLst>
                  <a:ext uri="{FF2B5EF4-FFF2-40B4-BE49-F238E27FC236}">
                    <a16:creationId xmlns:a16="http://schemas.microsoft.com/office/drawing/2014/main" id="{9EA055F5-8567-4568-834C-D108DB3D85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5" y="1499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10" name="Group 142">
              <a:extLst>
                <a:ext uri="{FF2B5EF4-FFF2-40B4-BE49-F238E27FC236}">
                  <a16:creationId xmlns:a16="http://schemas.microsoft.com/office/drawing/2014/main" id="{03DE0312-8ED6-4C9A-B26E-EEF26F149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0" y="2762"/>
              <a:ext cx="556" cy="1226"/>
              <a:chOff x="2873" y="1400"/>
              <a:chExt cx="556" cy="1226"/>
            </a:xfrm>
          </p:grpSpPr>
          <p:grpSp>
            <p:nvGrpSpPr>
              <p:cNvPr id="29" name="Group 143">
                <a:extLst>
                  <a:ext uri="{FF2B5EF4-FFF2-40B4-BE49-F238E27FC236}">
                    <a16:creationId xmlns:a16="http://schemas.microsoft.com/office/drawing/2014/main" id="{E2A47096-111D-42BE-9207-F6CEA3BD9F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3" y="2321"/>
                <a:ext cx="417" cy="305"/>
                <a:chOff x="1875" y="3196"/>
                <a:chExt cx="417" cy="305"/>
              </a:xfrm>
            </p:grpSpPr>
            <p:sp>
              <p:nvSpPr>
                <p:cNvPr id="32" name="Oval 144">
                  <a:extLst>
                    <a:ext uri="{FF2B5EF4-FFF2-40B4-BE49-F238E27FC236}">
                      <a16:creationId xmlns:a16="http://schemas.microsoft.com/office/drawing/2014/main" id="{A4537397-AEBF-466D-ABCE-8623B8F2EE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3" name="Text Box 145">
                  <a:extLst>
                    <a:ext uri="{FF2B5EF4-FFF2-40B4-BE49-F238E27FC236}">
                      <a16:creationId xmlns:a16="http://schemas.microsoft.com/office/drawing/2014/main" id="{A881577A-A19A-4B22-B57C-1216E9A8A4F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6" y="3196"/>
                  <a:ext cx="406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30" name="Line 146">
                <a:extLst>
                  <a:ext uri="{FF2B5EF4-FFF2-40B4-BE49-F238E27FC236}">
                    <a16:creationId xmlns:a16="http://schemas.microsoft.com/office/drawing/2014/main" id="{C34AF5AC-3577-4260-A7FE-07B003A9E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8" y="1400"/>
                <a:ext cx="0" cy="9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Text Box 147">
                <a:extLst>
                  <a:ext uri="{FF2B5EF4-FFF2-40B4-BE49-F238E27FC236}">
                    <a16:creationId xmlns:a16="http://schemas.microsoft.com/office/drawing/2014/main" id="{1F125C54-2888-4CFE-9AED-CEEEBA3149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7" y="1725"/>
                <a:ext cx="432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11" name="Group 148">
              <a:extLst>
                <a:ext uri="{FF2B5EF4-FFF2-40B4-BE49-F238E27FC236}">
                  <a16:creationId xmlns:a16="http://schemas.microsoft.com/office/drawing/2014/main" id="{1BF00387-3515-4FDD-BE24-984899203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6" y="3696"/>
              <a:ext cx="772" cy="349"/>
              <a:chOff x="3966" y="1318"/>
              <a:chExt cx="772" cy="349"/>
            </a:xfrm>
          </p:grpSpPr>
          <p:sp>
            <p:nvSpPr>
              <p:cNvPr id="27" name="Arc 149">
                <a:extLst>
                  <a:ext uri="{FF2B5EF4-FFF2-40B4-BE49-F238E27FC236}">
                    <a16:creationId xmlns:a16="http://schemas.microsoft.com/office/drawing/2014/main" id="{D956ABE5-56E0-448E-8BDB-1CB1251ACF1F}"/>
                  </a:ext>
                </a:extLst>
              </p:cNvPr>
              <p:cNvSpPr>
                <a:spLocks/>
              </p:cNvSpPr>
              <p:nvPr/>
            </p:nvSpPr>
            <p:spPr bwMode="auto">
              <a:xfrm rot="-2978811">
                <a:off x="3964" y="1320"/>
                <a:ext cx="349" cy="345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8322"/>
                      <a:pt x="745" y="15087"/>
                      <a:pt x="2181" y="12141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8322"/>
                      <a:pt x="745" y="15087"/>
                      <a:pt x="2181" y="12141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Text Box 150">
                <a:extLst>
                  <a:ext uri="{FF2B5EF4-FFF2-40B4-BE49-F238E27FC236}">
                    <a16:creationId xmlns:a16="http://schemas.microsoft.com/office/drawing/2014/main" id="{0C01DA9B-F55C-45AB-9622-DCB382F6B7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306" y="1352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12" name="Group 181">
              <a:extLst>
                <a:ext uri="{FF2B5EF4-FFF2-40B4-BE49-F238E27FC236}">
                  <a16:creationId xmlns:a16="http://schemas.microsoft.com/office/drawing/2014/main" id="{31E14FD1-206D-4F92-9E47-B22D70C1BA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4" y="2762"/>
              <a:ext cx="432" cy="915"/>
              <a:chOff x="4414" y="2762"/>
              <a:chExt cx="432" cy="915"/>
            </a:xfrm>
          </p:grpSpPr>
          <p:sp>
            <p:nvSpPr>
              <p:cNvPr id="25" name="Line 155">
                <a:extLst>
                  <a:ext uri="{FF2B5EF4-FFF2-40B4-BE49-F238E27FC236}">
                    <a16:creationId xmlns:a16="http://schemas.microsoft.com/office/drawing/2014/main" id="{EAAED0D1-AB82-4928-BFC0-25C430FE84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5" y="2762"/>
                <a:ext cx="0" cy="9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Text Box 156">
                <a:extLst>
                  <a:ext uri="{FF2B5EF4-FFF2-40B4-BE49-F238E27FC236}">
                    <a16:creationId xmlns:a16="http://schemas.microsoft.com/office/drawing/2014/main" id="{343DD641-CC3F-4E30-9579-9E60317047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3087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13" name="Group 157">
              <a:extLst>
                <a:ext uri="{FF2B5EF4-FFF2-40B4-BE49-F238E27FC236}">
                  <a16:creationId xmlns:a16="http://schemas.microsoft.com/office/drawing/2014/main" id="{BFB4D979-1C42-42AC-988B-2A224FD654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4" y="3595"/>
              <a:ext cx="954" cy="383"/>
              <a:chOff x="1927" y="2233"/>
              <a:chExt cx="954" cy="383"/>
            </a:xfrm>
          </p:grpSpPr>
          <p:grpSp>
            <p:nvGrpSpPr>
              <p:cNvPr id="20" name="Group 158">
                <a:extLst>
                  <a:ext uri="{FF2B5EF4-FFF2-40B4-BE49-F238E27FC236}">
                    <a16:creationId xmlns:a16="http://schemas.microsoft.com/office/drawing/2014/main" id="{C6F52E67-6925-4735-A3F3-A910EC3185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7" y="2311"/>
                <a:ext cx="417" cy="305"/>
                <a:chOff x="1875" y="3196"/>
                <a:chExt cx="417" cy="305"/>
              </a:xfrm>
            </p:grpSpPr>
            <p:sp>
              <p:nvSpPr>
                <p:cNvPr id="23" name="Oval 159">
                  <a:extLst>
                    <a:ext uri="{FF2B5EF4-FFF2-40B4-BE49-F238E27FC236}">
                      <a16:creationId xmlns:a16="http://schemas.microsoft.com/office/drawing/2014/main" id="{FFA230C5-7FBF-41AB-9469-81FF0B9685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" name="Text Box 160">
                  <a:extLst>
                    <a:ext uri="{FF2B5EF4-FFF2-40B4-BE49-F238E27FC236}">
                      <a16:creationId xmlns:a16="http://schemas.microsoft.com/office/drawing/2014/main" id="{6DF024E7-C411-489C-8DAE-40EA0B87BC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6" y="3196"/>
                  <a:ext cx="406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4</a:t>
                  </a:r>
                </a:p>
              </p:txBody>
            </p:sp>
          </p:grpSp>
          <p:sp>
            <p:nvSpPr>
              <p:cNvPr id="21" name="Line 161">
                <a:extLst>
                  <a:ext uri="{FF2B5EF4-FFF2-40B4-BE49-F238E27FC236}">
                    <a16:creationId xmlns:a16="http://schemas.microsoft.com/office/drawing/2014/main" id="{4291E20E-0B53-4303-BBB0-BA457E850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37" y="2485"/>
                <a:ext cx="64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Text Box 162">
                <a:extLst>
                  <a:ext uri="{FF2B5EF4-FFF2-40B4-BE49-F238E27FC236}">
                    <a16:creationId xmlns:a16="http://schemas.microsoft.com/office/drawing/2014/main" id="{37DC0C61-ADE7-4BE2-8A77-F6E37C8D91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7" y="2233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14" name="Group 169">
              <a:extLst>
                <a:ext uri="{FF2B5EF4-FFF2-40B4-BE49-F238E27FC236}">
                  <a16:creationId xmlns:a16="http://schemas.microsoft.com/office/drawing/2014/main" id="{A9CAB84E-ED09-4BCD-99BC-6D9FA0DC20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9" y="2774"/>
              <a:ext cx="432" cy="892"/>
              <a:chOff x="2082" y="1412"/>
              <a:chExt cx="432" cy="892"/>
            </a:xfrm>
          </p:grpSpPr>
          <p:sp>
            <p:nvSpPr>
              <p:cNvPr id="18" name="Line 170">
                <a:extLst>
                  <a:ext uri="{FF2B5EF4-FFF2-40B4-BE49-F238E27FC236}">
                    <a16:creationId xmlns:a16="http://schemas.microsoft.com/office/drawing/2014/main" id="{4573DCBB-DBFE-4C8B-A27B-3782E90A6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89" y="1412"/>
                <a:ext cx="0" cy="8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Text Box 171">
                <a:extLst>
                  <a:ext uri="{FF2B5EF4-FFF2-40B4-BE49-F238E27FC236}">
                    <a16:creationId xmlns:a16="http://schemas.microsoft.com/office/drawing/2014/main" id="{747C7859-9EB9-4F5B-BC29-1395037D3D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" y="1827"/>
                <a:ext cx="43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15" name="Group 179">
              <a:extLst>
                <a:ext uri="{FF2B5EF4-FFF2-40B4-BE49-F238E27FC236}">
                  <a16:creationId xmlns:a16="http://schemas.microsoft.com/office/drawing/2014/main" id="{B6EE4837-43F9-43A6-964E-B60CA0EE1C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1" y="2877"/>
              <a:ext cx="1013" cy="849"/>
              <a:chOff x="2411" y="2877"/>
              <a:chExt cx="1013" cy="849"/>
            </a:xfrm>
          </p:grpSpPr>
          <p:sp>
            <p:nvSpPr>
              <p:cNvPr id="16" name="Text Box 176">
                <a:extLst>
                  <a:ext uri="{FF2B5EF4-FFF2-40B4-BE49-F238E27FC236}">
                    <a16:creationId xmlns:a16="http://schemas.microsoft.com/office/drawing/2014/main" id="{CBE6DAF0-9122-41CB-962B-BCF37D14C8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3301"/>
                <a:ext cx="432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0/1</a:t>
                </a:r>
              </a:p>
            </p:txBody>
          </p:sp>
          <p:sp>
            <p:nvSpPr>
              <p:cNvPr id="17" name="Line 177">
                <a:extLst>
                  <a:ext uri="{FF2B5EF4-FFF2-40B4-BE49-F238E27FC236}">
                    <a16:creationId xmlns:a16="http://schemas.microsoft.com/office/drawing/2014/main" id="{F2B01FF9-7B4B-496B-B80D-DC54C7129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782062" flipH="1" flipV="1">
                <a:off x="2411" y="2877"/>
                <a:ext cx="1013" cy="8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aphicFrame>
        <p:nvGraphicFramePr>
          <p:cNvPr id="52" name="Group 91">
            <a:extLst>
              <a:ext uri="{FF2B5EF4-FFF2-40B4-BE49-F238E27FC236}">
                <a16:creationId xmlns:a16="http://schemas.microsoft.com/office/drawing/2014/main" id="{829A7B78-0D5F-4336-915F-2A0E362E7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136402"/>
              </p:ext>
            </p:extLst>
          </p:nvPr>
        </p:nvGraphicFramePr>
        <p:xfrm>
          <a:off x="5843588" y="1149685"/>
          <a:ext cx="2563812" cy="3108624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状态</a:t>
                      </a:r>
                    </a:p>
                  </a:txBody>
                  <a:tcPr marT="45692" marB="45692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692" marB="45692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0  0  0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92" marB="45692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0  0  1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2" marB="45692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0  1  0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92" marB="45692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0  1  1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692" marB="45692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1  0  0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" name="Text Box 82">
            <a:extLst>
              <a:ext uri="{FF2B5EF4-FFF2-40B4-BE49-F238E27FC236}">
                <a16:creationId xmlns:a16="http://schemas.microsoft.com/office/drawing/2014/main" id="{FBAF79C1-455F-4BF9-A687-BEB6443EB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8813" y="519113"/>
            <a:ext cx="1811337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状态分配</a:t>
            </a:r>
          </a:p>
        </p:txBody>
      </p:sp>
      <p:sp>
        <p:nvSpPr>
          <p:cNvPr id="54" name="右箭头 53"/>
          <p:cNvSpPr/>
          <p:nvPr/>
        </p:nvSpPr>
        <p:spPr>
          <a:xfrm>
            <a:off x="5163303" y="1688307"/>
            <a:ext cx="357186" cy="338931"/>
          </a:xfrm>
          <a:prstGeom prst="rightArrow">
            <a:avLst/>
          </a:prstGeom>
          <a:ln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Group 146">
            <a:extLst>
              <a:ext uri="{FF2B5EF4-FFF2-40B4-BE49-F238E27FC236}">
                <a16:creationId xmlns:a16="http://schemas.microsoft.com/office/drawing/2014/main" id="{C71BCC4A-5C36-4353-BC4E-857E47973AA1}"/>
              </a:ext>
            </a:extLst>
          </p:cNvPr>
          <p:cNvGrpSpPr>
            <a:grpSpLocks/>
          </p:cNvGrpSpPr>
          <p:nvPr/>
        </p:nvGrpSpPr>
        <p:grpSpPr bwMode="auto">
          <a:xfrm>
            <a:off x="0" y="1848267"/>
            <a:ext cx="6243638" cy="4940300"/>
            <a:chOff x="54" y="1098"/>
            <a:chExt cx="3933" cy="3112"/>
          </a:xfrm>
        </p:grpSpPr>
        <p:grpSp>
          <p:nvGrpSpPr>
            <p:cNvPr id="56" name="Group 96">
              <a:extLst>
                <a:ext uri="{FF2B5EF4-FFF2-40B4-BE49-F238E27FC236}">
                  <a16:creationId xmlns:a16="http://schemas.microsoft.com/office/drawing/2014/main" id="{C28FF5A8-4BC9-404E-8768-2278DBB5AA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" y="2654"/>
              <a:ext cx="742" cy="332"/>
              <a:chOff x="2470" y="2847"/>
              <a:chExt cx="659" cy="349"/>
            </a:xfrm>
          </p:grpSpPr>
          <p:sp>
            <p:nvSpPr>
              <p:cNvPr id="102" name="Arc 97">
                <a:extLst>
                  <a:ext uri="{FF2B5EF4-FFF2-40B4-BE49-F238E27FC236}">
                    <a16:creationId xmlns:a16="http://schemas.microsoft.com/office/drawing/2014/main" id="{0118986D-2557-4540-817B-240C942D829D}"/>
                  </a:ext>
                </a:extLst>
              </p:cNvPr>
              <p:cNvSpPr>
                <a:spLocks/>
              </p:cNvSpPr>
              <p:nvPr/>
            </p:nvSpPr>
            <p:spPr bwMode="auto">
              <a:xfrm rot="2978811" flipH="1">
                <a:off x="2782" y="2849"/>
                <a:ext cx="349" cy="345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8322"/>
                      <a:pt x="745" y="15087"/>
                      <a:pt x="2181" y="12141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8322"/>
                      <a:pt x="745" y="15087"/>
                      <a:pt x="2181" y="12141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" name="Text Box 98">
                <a:extLst>
                  <a:ext uri="{FF2B5EF4-FFF2-40B4-BE49-F238E27FC236}">
                    <a16:creationId xmlns:a16="http://schemas.microsoft.com/office/drawing/2014/main" id="{AB5170FD-4C94-4345-ADD5-726C307630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0" y="2858"/>
                <a:ext cx="432" cy="30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57" name="Group 99">
              <a:extLst>
                <a:ext uri="{FF2B5EF4-FFF2-40B4-BE49-F238E27FC236}">
                  <a16:creationId xmlns:a16="http://schemas.microsoft.com/office/drawing/2014/main" id="{75EE7046-816F-4B96-8D83-B7604A9577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" y="2674"/>
              <a:ext cx="457" cy="290"/>
              <a:chOff x="1856" y="3196"/>
              <a:chExt cx="406" cy="305"/>
            </a:xfrm>
          </p:grpSpPr>
          <p:sp>
            <p:nvSpPr>
              <p:cNvPr id="100" name="Oval 100">
                <a:extLst>
                  <a:ext uri="{FF2B5EF4-FFF2-40B4-BE49-F238E27FC236}">
                    <a16:creationId xmlns:a16="http://schemas.microsoft.com/office/drawing/2014/main" id="{C587A4B8-016A-4561-9AF9-9F584017B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5" y="3196"/>
                <a:ext cx="305" cy="30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1" name="Text Box 101">
                <a:extLst>
                  <a:ext uri="{FF2B5EF4-FFF2-40B4-BE49-F238E27FC236}">
                    <a16:creationId xmlns:a16="http://schemas.microsoft.com/office/drawing/2014/main" id="{1132FF49-A292-4561-845A-74AE4E9CBB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6" y="3196"/>
                <a:ext cx="406" cy="30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000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8" name="Group 102">
              <a:extLst>
                <a:ext uri="{FF2B5EF4-FFF2-40B4-BE49-F238E27FC236}">
                  <a16:creationId xmlns:a16="http://schemas.microsoft.com/office/drawing/2014/main" id="{5182AE69-62E7-472A-A5E8-A298B1D2CB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3" y="2418"/>
              <a:ext cx="1194" cy="1792"/>
              <a:chOff x="1267" y="833"/>
              <a:chExt cx="1061" cy="1883"/>
            </a:xfrm>
          </p:grpSpPr>
          <p:grpSp>
            <p:nvGrpSpPr>
              <p:cNvPr id="95" name="Group 103">
                <a:extLst>
                  <a:ext uri="{FF2B5EF4-FFF2-40B4-BE49-F238E27FC236}">
                    <a16:creationId xmlns:a16="http://schemas.microsoft.com/office/drawing/2014/main" id="{DE3F6490-CD87-47EC-B4C7-9577AAA36D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1" y="1085"/>
                <a:ext cx="407" cy="311"/>
                <a:chOff x="1861" y="3190"/>
                <a:chExt cx="407" cy="311"/>
              </a:xfrm>
            </p:grpSpPr>
            <p:sp>
              <p:nvSpPr>
                <p:cNvPr id="98" name="Oval 104">
                  <a:extLst>
                    <a:ext uri="{FF2B5EF4-FFF2-40B4-BE49-F238E27FC236}">
                      <a16:creationId xmlns:a16="http://schemas.microsoft.com/office/drawing/2014/main" id="{8E389BCB-8C18-4F4D-9379-3960E6C952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9" name="Text Box 105">
                  <a:extLst>
                    <a:ext uri="{FF2B5EF4-FFF2-40B4-BE49-F238E27FC236}">
                      <a16:creationId xmlns:a16="http://schemas.microsoft.com/office/drawing/2014/main" id="{E94F52EA-0704-481F-88D8-985EEEA5D5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61" y="3190"/>
                  <a:ext cx="407" cy="306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001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96" name="Arc 106">
                <a:extLst>
                  <a:ext uri="{FF2B5EF4-FFF2-40B4-BE49-F238E27FC236}">
                    <a16:creationId xmlns:a16="http://schemas.microsoft.com/office/drawing/2014/main" id="{2CF7C52A-1F98-4286-8309-A729DCC556FE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785" y="1560"/>
                <a:ext cx="1638" cy="673"/>
              </a:xfrm>
              <a:custGeom>
                <a:avLst/>
                <a:gdLst>
                  <a:gd name="T0" fmla="*/ 1 w 21600"/>
                  <a:gd name="T1" fmla="*/ 0 h 14003"/>
                  <a:gd name="T2" fmla="*/ 1 w 21600"/>
                  <a:gd name="T3" fmla="*/ 0 h 14003"/>
                  <a:gd name="T4" fmla="*/ 0 w 21600"/>
                  <a:gd name="T5" fmla="*/ 0 h 140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4003" fill="none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</a:path>
                  <a:path w="21600" h="14003" stroke="0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  <a:lnTo>
                      <a:pt x="0" y="6346"/>
                    </a:lnTo>
                    <a:lnTo>
                      <a:pt x="20646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" name="Text Box 107">
                <a:extLst>
                  <a:ext uri="{FF2B5EF4-FFF2-40B4-BE49-F238E27FC236}">
                    <a16:creationId xmlns:a16="http://schemas.microsoft.com/office/drawing/2014/main" id="{71318555-9596-405C-8CDD-C9BCED5669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7" y="833"/>
                <a:ext cx="432" cy="30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59" name="Group 144">
              <a:extLst>
                <a:ext uri="{FF2B5EF4-FFF2-40B4-BE49-F238E27FC236}">
                  <a16:creationId xmlns:a16="http://schemas.microsoft.com/office/drawing/2014/main" id="{FD4BA8AA-285F-4786-804B-4E4D831216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2" y="1427"/>
              <a:ext cx="758" cy="1590"/>
              <a:chOff x="1032" y="1427"/>
              <a:chExt cx="758" cy="1590"/>
            </a:xfrm>
          </p:grpSpPr>
          <p:sp>
            <p:nvSpPr>
              <p:cNvPr id="93" name="Arc 109">
                <a:extLst>
                  <a:ext uri="{FF2B5EF4-FFF2-40B4-BE49-F238E27FC236}">
                    <a16:creationId xmlns:a16="http://schemas.microsoft.com/office/drawing/2014/main" id="{54F9F608-9A14-4953-A3DD-65A9DD6F73D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631" y="1828"/>
                <a:ext cx="1559" cy="758"/>
              </a:xfrm>
              <a:custGeom>
                <a:avLst/>
                <a:gdLst>
                  <a:gd name="T0" fmla="*/ 1 w 21600"/>
                  <a:gd name="T1" fmla="*/ 0 h 14003"/>
                  <a:gd name="T2" fmla="*/ 1 w 21600"/>
                  <a:gd name="T3" fmla="*/ 0 h 14003"/>
                  <a:gd name="T4" fmla="*/ 0 w 21600"/>
                  <a:gd name="T5" fmla="*/ 0 h 140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4003" fill="none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</a:path>
                  <a:path w="21600" h="14003" stroke="0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  <a:lnTo>
                      <a:pt x="0" y="6346"/>
                    </a:lnTo>
                    <a:lnTo>
                      <a:pt x="20646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4" name="Text Box 110">
                <a:extLst>
                  <a:ext uri="{FF2B5EF4-FFF2-40B4-BE49-F238E27FC236}">
                    <a16:creationId xmlns:a16="http://schemas.microsoft.com/office/drawing/2014/main" id="{00917147-F8DA-4C9F-BC12-10DDADD65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6" y="2729"/>
                <a:ext cx="48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60" name="Group 111">
              <a:extLst>
                <a:ext uri="{FF2B5EF4-FFF2-40B4-BE49-F238E27FC236}">
                  <a16:creationId xmlns:a16="http://schemas.microsoft.com/office/drawing/2014/main" id="{4A727BA2-7AFD-46F3-9983-3920BC406C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3" y="2408"/>
              <a:ext cx="1178" cy="1792"/>
              <a:chOff x="1267" y="834"/>
              <a:chExt cx="1048" cy="1882"/>
            </a:xfrm>
          </p:grpSpPr>
          <p:grpSp>
            <p:nvGrpSpPr>
              <p:cNvPr id="88" name="Group 112">
                <a:extLst>
                  <a:ext uri="{FF2B5EF4-FFF2-40B4-BE49-F238E27FC236}">
                    <a16:creationId xmlns:a16="http://schemas.microsoft.com/office/drawing/2014/main" id="{A7D671CC-FE3C-4869-A7A8-293FEF877C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2" y="1091"/>
                <a:ext cx="393" cy="305"/>
                <a:chOff x="1862" y="3196"/>
                <a:chExt cx="393" cy="305"/>
              </a:xfrm>
            </p:grpSpPr>
            <p:sp>
              <p:nvSpPr>
                <p:cNvPr id="91" name="Oval 113">
                  <a:extLst>
                    <a:ext uri="{FF2B5EF4-FFF2-40B4-BE49-F238E27FC236}">
                      <a16:creationId xmlns:a16="http://schemas.microsoft.com/office/drawing/2014/main" id="{C46E2547-10D5-40FD-8C36-721F92D24A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2" name="Text Box 114">
                  <a:extLst>
                    <a:ext uri="{FF2B5EF4-FFF2-40B4-BE49-F238E27FC236}">
                      <a16:creationId xmlns:a16="http://schemas.microsoft.com/office/drawing/2014/main" id="{3BB3E466-D66F-4234-BA38-158A59BBF2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62" y="3196"/>
                  <a:ext cx="393" cy="303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010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89" name="Arc 115">
                <a:extLst>
                  <a:ext uri="{FF2B5EF4-FFF2-40B4-BE49-F238E27FC236}">
                    <a16:creationId xmlns:a16="http://schemas.microsoft.com/office/drawing/2014/main" id="{88022B5C-8EAD-4F4A-B8BA-CF601992EE2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785" y="1560"/>
                <a:ext cx="1638" cy="673"/>
              </a:xfrm>
              <a:custGeom>
                <a:avLst/>
                <a:gdLst>
                  <a:gd name="T0" fmla="*/ 1 w 21600"/>
                  <a:gd name="T1" fmla="*/ 0 h 14003"/>
                  <a:gd name="T2" fmla="*/ 1 w 21600"/>
                  <a:gd name="T3" fmla="*/ 0 h 14003"/>
                  <a:gd name="T4" fmla="*/ 0 w 21600"/>
                  <a:gd name="T5" fmla="*/ 0 h 140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4003" fill="none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</a:path>
                  <a:path w="21600" h="14003" stroke="0" extrusionOk="0">
                    <a:moveTo>
                      <a:pt x="20646" y="0"/>
                    </a:moveTo>
                    <a:cubicBezTo>
                      <a:pt x="21278" y="2056"/>
                      <a:pt x="21600" y="4195"/>
                      <a:pt x="21600" y="6346"/>
                    </a:cubicBezTo>
                    <a:cubicBezTo>
                      <a:pt x="21600" y="8962"/>
                      <a:pt x="21124" y="11556"/>
                      <a:pt x="20197" y="14003"/>
                    </a:cubicBezTo>
                    <a:lnTo>
                      <a:pt x="0" y="6346"/>
                    </a:lnTo>
                    <a:lnTo>
                      <a:pt x="20646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Text Box 116">
                <a:extLst>
                  <a:ext uri="{FF2B5EF4-FFF2-40B4-BE49-F238E27FC236}">
                    <a16:creationId xmlns:a16="http://schemas.microsoft.com/office/drawing/2014/main" id="{E9B9276F-83A2-4EA8-9E70-9B625D0462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7" y="834"/>
                <a:ext cx="432" cy="305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61" name="Group 145">
              <a:extLst>
                <a:ext uri="{FF2B5EF4-FFF2-40B4-BE49-F238E27FC236}">
                  <a16:creationId xmlns:a16="http://schemas.microsoft.com/office/drawing/2014/main" id="{21F40970-53EA-4934-A064-33FD733E98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098"/>
              <a:ext cx="2041" cy="2299"/>
              <a:chOff x="931" y="1098"/>
              <a:chExt cx="2041" cy="2299"/>
            </a:xfrm>
          </p:grpSpPr>
          <p:sp>
            <p:nvSpPr>
              <p:cNvPr id="86" name="Arc 118">
                <a:extLst>
                  <a:ext uri="{FF2B5EF4-FFF2-40B4-BE49-F238E27FC236}">
                    <a16:creationId xmlns:a16="http://schemas.microsoft.com/office/drawing/2014/main" id="{4223F375-043D-4D68-9F9B-6E049B4BFBDA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877" y="1152"/>
                <a:ext cx="2150" cy="2041"/>
              </a:xfrm>
              <a:custGeom>
                <a:avLst/>
                <a:gdLst>
                  <a:gd name="T0" fmla="*/ 2 w 21600"/>
                  <a:gd name="T1" fmla="*/ 0 h 21716"/>
                  <a:gd name="T2" fmla="*/ 2 w 21600"/>
                  <a:gd name="T3" fmla="*/ 2 h 21716"/>
                  <a:gd name="T4" fmla="*/ 0 w 21600"/>
                  <a:gd name="T5" fmla="*/ 1 h 217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716" fill="none" extrusionOk="0">
                    <a:moveTo>
                      <a:pt x="18762" y="0"/>
                    </a:moveTo>
                    <a:cubicBezTo>
                      <a:pt x="20622" y="3259"/>
                      <a:pt x="21600" y="6948"/>
                      <a:pt x="21600" y="10701"/>
                    </a:cubicBezTo>
                    <a:cubicBezTo>
                      <a:pt x="21600" y="14577"/>
                      <a:pt x="20556" y="18381"/>
                      <a:pt x="18580" y="21716"/>
                    </a:cubicBezTo>
                  </a:path>
                  <a:path w="21600" h="21716" stroke="0" extrusionOk="0">
                    <a:moveTo>
                      <a:pt x="18762" y="0"/>
                    </a:moveTo>
                    <a:cubicBezTo>
                      <a:pt x="20622" y="3259"/>
                      <a:pt x="21600" y="6948"/>
                      <a:pt x="21600" y="10701"/>
                    </a:cubicBezTo>
                    <a:cubicBezTo>
                      <a:pt x="21600" y="14577"/>
                      <a:pt x="20556" y="18381"/>
                      <a:pt x="18580" y="21716"/>
                    </a:cubicBezTo>
                    <a:lnTo>
                      <a:pt x="0" y="10701"/>
                    </a:lnTo>
                    <a:lnTo>
                      <a:pt x="18762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" name="Text Box 119">
                <a:extLst>
                  <a:ext uri="{FF2B5EF4-FFF2-40B4-BE49-F238E27FC236}">
                    <a16:creationId xmlns:a16="http://schemas.microsoft.com/office/drawing/2014/main" id="{57D482AD-E784-4FE1-8AAA-88D94369D0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6" y="3109"/>
                <a:ext cx="48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62" name="Group 120">
              <a:extLst>
                <a:ext uri="{FF2B5EF4-FFF2-40B4-BE49-F238E27FC236}">
                  <a16:creationId xmlns:a16="http://schemas.microsoft.com/office/drawing/2014/main" id="{B03F2A29-A0FF-4577-B6E4-21F694A990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3" y="2958"/>
              <a:ext cx="634" cy="1166"/>
              <a:chOff x="2866" y="1400"/>
              <a:chExt cx="563" cy="1226"/>
            </a:xfrm>
          </p:grpSpPr>
          <p:grpSp>
            <p:nvGrpSpPr>
              <p:cNvPr id="81" name="Group 121">
                <a:extLst>
                  <a:ext uri="{FF2B5EF4-FFF2-40B4-BE49-F238E27FC236}">
                    <a16:creationId xmlns:a16="http://schemas.microsoft.com/office/drawing/2014/main" id="{8EE6BF83-F1C0-4A9F-A5FA-083C25F644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66" y="2314"/>
                <a:ext cx="406" cy="312"/>
                <a:chOff x="1868" y="3189"/>
                <a:chExt cx="406" cy="312"/>
              </a:xfrm>
            </p:grpSpPr>
            <p:sp>
              <p:nvSpPr>
                <p:cNvPr id="84" name="Oval 122">
                  <a:extLst>
                    <a:ext uri="{FF2B5EF4-FFF2-40B4-BE49-F238E27FC236}">
                      <a16:creationId xmlns:a16="http://schemas.microsoft.com/office/drawing/2014/main" id="{BE537F4D-4648-48FF-B954-8FB7BCFE11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5" name="Text Box 123">
                  <a:extLst>
                    <a:ext uri="{FF2B5EF4-FFF2-40B4-BE49-F238E27FC236}">
                      <a16:creationId xmlns:a16="http://schemas.microsoft.com/office/drawing/2014/main" id="{21DDF2FA-6A40-447A-B888-E01347443B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68" y="3189"/>
                  <a:ext cx="406" cy="303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011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82" name="Line 124">
                <a:extLst>
                  <a:ext uri="{FF2B5EF4-FFF2-40B4-BE49-F238E27FC236}">
                    <a16:creationId xmlns:a16="http://schemas.microsoft.com/office/drawing/2014/main" id="{19DC2784-22A5-436A-9AEB-6B5B1F6C86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8" y="1400"/>
                <a:ext cx="0" cy="9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Text Box 125">
                <a:extLst>
                  <a:ext uri="{FF2B5EF4-FFF2-40B4-BE49-F238E27FC236}">
                    <a16:creationId xmlns:a16="http://schemas.microsoft.com/office/drawing/2014/main" id="{C6B0715D-7CA5-471D-A954-3005D05CDB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7" y="1725"/>
                <a:ext cx="432" cy="303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63" name="Group 126">
              <a:extLst>
                <a:ext uri="{FF2B5EF4-FFF2-40B4-BE49-F238E27FC236}">
                  <a16:creationId xmlns:a16="http://schemas.microsoft.com/office/drawing/2014/main" id="{73390B2B-EC69-469D-8405-D102A0D8A7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8" y="3846"/>
              <a:ext cx="869" cy="333"/>
              <a:chOff x="3966" y="1318"/>
              <a:chExt cx="772" cy="349"/>
            </a:xfrm>
          </p:grpSpPr>
          <p:sp>
            <p:nvSpPr>
              <p:cNvPr id="79" name="Arc 127">
                <a:extLst>
                  <a:ext uri="{FF2B5EF4-FFF2-40B4-BE49-F238E27FC236}">
                    <a16:creationId xmlns:a16="http://schemas.microsoft.com/office/drawing/2014/main" id="{9B390983-08B7-4DD2-8330-2272BF6E2DBE}"/>
                  </a:ext>
                </a:extLst>
              </p:cNvPr>
              <p:cNvSpPr>
                <a:spLocks/>
              </p:cNvSpPr>
              <p:nvPr/>
            </p:nvSpPr>
            <p:spPr bwMode="auto">
              <a:xfrm rot="-2978811">
                <a:off x="3964" y="1320"/>
                <a:ext cx="349" cy="345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8322"/>
                      <a:pt x="745" y="15087"/>
                      <a:pt x="2181" y="12141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8322"/>
                      <a:pt x="745" y="15087"/>
                      <a:pt x="2181" y="12141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Text Box 128">
                <a:extLst>
                  <a:ext uri="{FF2B5EF4-FFF2-40B4-BE49-F238E27FC236}">
                    <a16:creationId xmlns:a16="http://schemas.microsoft.com/office/drawing/2014/main" id="{157EC73C-17C2-4BE6-9573-0660A30A5C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306" y="1350"/>
                <a:ext cx="432" cy="30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64" name="Group 129">
              <a:extLst>
                <a:ext uri="{FF2B5EF4-FFF2-40B4-BE49-F238E27FC236}">
                  <a16:creationId xmlns:a16="http://schemas.microsoft.com/office/drawing/2014/main" id="{C3F7CA93-ACE6-41CF-8476-25F73734F3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1" y="2958"/>
              <a:ext cx="486" cy="870"/>
              <a:chOff x="2742" y="1169"/>
              <a:chExt cx="432" cy="915"/>
            </a:xfrm>
          </p:grpSpPr>
          <p:sp>
            <p:nvSpPr>
              <p:cNvPr id="77" name="Line 130">
                <a:extLst>
                  <a:ext uri="{FF2B5EF4-FFF2-40B4-BE49-F238E27FC236}">
                    <a16:creationId xmlns:a16="http://schemas.microsoft.com/office/drawing/2014/main" id="{3CF7B90C-CD43-4BBE-B5D3-78FF15696A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1169"/>
                <a:ext cx="0" cy="9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Text Box 131">
                <a:extLst>
                  <a:ext uri="{FF2B5EF4-FFF2-40B4-BE49-F238E27FC236}">
                    <a16:creationId xmlns:a16="http://schemas.microsoft.com/office/drawing/2014/main" id="{5C664207-BF69-412B-8AF8-49940A1210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2" y="1494"/>
                <a:ext cx="432" cy="30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65" name="Group 132">
              <a:extLst>
                <a:ext uri="{FF2B5EF4-FFF2-40B4-BE49-F238E27FC236}">
                  <a16:creationId xmlns:a16="http://schemas.microsoft.com/office/drawing/2014/main" id="{F3266E08-3B23-4682-9649-8B30355C56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5" y="3750"/>
              <a:ext cx="1097" cy="365"/>
              <a:chOff x="1907" y="2233"/>
              <a:chExt cx="974" cy="383"/>
            </a:xfrm>
          </p:grpSpPr>
          <p:grpSp>
            <p:nvGrpSpPr>
              <p:cNvPr id="72" name="Group 133">
                <a:extLst>
                  <a:ext uri="{FF2B5EF4-FFF2-40B4-BE49-F238E27FC236}">
                    <a16:creationId xmlns:a16="http://schemas.microsoft.com/office/drawing/2014/main" id="{0A38DAF9-AB4F-4E60-8D3D-C053CC4530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7" y="2310"/>
                <a:ext cx="406" cy="306"/>
                <a:chOff x="1855" y="3195"/>
                <a:chExt cx="406" cy="306"/>
              </a:xfrm>
            </p:grpSpPr>
            <p:sp>
              <p:nvSpPr>
                <p:cNvPr id="75" name="Oval 134">
                  <a:extLst>
                    <a:ext uri="{FF2B5EF4-FFF2-40B4-BE49-F238E27FC236}">
                      <a16:creationId xmlns:a16="http://schemas.microsoft.com/office/drawing/2014/main" id="{9DAFFA23-88EF-462D-93B8-C73BD2F2E7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196"/>
                  <a:ext cx="305" cy="30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6" name="Text Box 135">
                  <a:extLst>
                    <a:ext uri="{FF2B5EF4-FFF2-40B4-BE49-F238E27FC236}">
                      <a16:creationId xmlns:a16="http://schemas.microsoft.com/office/drawing/2014/main" id="{1801D005-0182-4F2C-B733-8BD7F9DF99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5" y="3195"/>
                  <a:ext cx="406" cy="303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100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73" name="Line 136">
                <a:extLst>
                  <a:ext uri="{FF2B5EF4-FFF2-40B4-BE49-F238E27FC236}">
                    <a16:creationId xmlns:a16="http://schemas.microsoft.com/office/drawing/2014/main" id="{76358338-5FDC-444E-BBF1-404F4CAF5F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37" y="2485"/>
                <a:ext cx="64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Text Box 137">
                <a:extLst>
                  <a:ext uri="{FF2B5EF4-FFF2-40B4-BE49-F238E27FC236}">
                    <a16:creationId xmlns:a16="http://schemas.microsoft.com/office/drawing/2014/main" id="{F5D662C7-17F6-4D8B-9544-B4A28CF091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7" y="2233"/>
                <a:ext cx="432" cy="305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66" name="Group 138">
              <a:extLst>
                <a:ext uri="{FF2B5EF4-FFF2-40B4-BE49-F238E27FC236}">
                  <a16:creationId xmlns:a16="http://schemas.microsoft.com/office/drawing/2014/main" id="{21A4B95C-7416-44B9-8E09-E8BCCDF4F6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1" y="2969"/>
              <a:ext cx="486" cy="849"/>
              <a:chOff x="2082" y="1412"/>
              <a:chExt cx="432" cy="892"/>
            </a:xfrm>
          </p:grpSpPr>
          <p:sp>
            <p:nvSpPr>
              <p:cNvPr id="70" name="Line 139">
                <a:extLst>
                  <a:ext uri="{FF2B5EF4-FFF2-40B4-BE49-F238E27FC236}">
                    <a16:creationId xmlns:a16="http://schemas.microsoft.com/office/drawing/2014/main" id="{EF38BB02-DB5E-437D-9301-486260657F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89" y="1412"/>
                <a:ext cx="0" cy="8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Text Box 140">
                <a:extLst>
                  <a:ext uri="{FF2B5EF4-FFF2-40B4-BE49-F238E27FC236}">
                    <a16:creationId xmlns:a16="http://schemas.microsoft.com/office/drawing/2014/main" id="{323BC3FA-B3C2-4B04-B082-467131322B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" y="1827"/>
                <a:ext cx="432" cy="30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67" name="Group 141">
              <a:extLst>
                <a:ext uri="{FF2B5EF4-FFF2-40B4-BE49-F238E27FC236}">
                  <a16:creationId xmlns:a16="http://schemas.microsoft.com/office/drawing/2014/main" id="{841C6B09-E0DC-46CE-B528-250274489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" y="3067"/>
              <a:ext cx="1140" cy="808"/>
              <a:chOff x="2411" y="2877"/>
              <a:chExt cx="1013" cy="849"/>
            </a:xfrm>
          </p:grpSpPr>
          <p:sp>
            <p:nvSpPr>
              <p:cNvPr id="68" name="Text Box 142">
                <a:extLst>
                  <a:ext uri="{FF2B5EF4-FFF2-40B4-BE49-F238E27FC236}">
                    <a16:creationId xmlns:a16="http://schemas.microsoft.com/office/drawing/2014/main" id="{596F48B8-C9EC-4229-A76A-6069FB7294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3301"/>
                <a:ext cx="432" cy="303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0/1</a:t>
                </a:r>
              </a:p>
            </p:txBody>
          </p:sp>
          <p:sp>
            <p:nvSpPr>
              <p:cNvPr id="69" name="Line 143">
                <a:extLst>
                  <a:ext uri="{FF2B5EF4-FFF2-40B4-BE49-F238E27FC236}">
                    <a16:creationId xmlns:a16="http://schemas.microsoft.com/office/drawing/2014/main" id="{B4C5734E-BB70-4AB1-B967-8DD40D09D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782062" flipH="1" flipV="1">
                <a:off x="2411" y="2877"/>
                <a:ext cx="1013" cy="8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5" name="右箭头 104"/>
          <p:cNvSpPr/>
          <p:nvPr/>
        </p:nvSpPr>
        <p:spPr>
          <a:xfrm rot="8724352">
            <a:off x="5269622" y="4283205"/>
            <a:ext cx="494565" cy="338931"/>
          </a:xfrm>
          <a:prstGeom prst="rightArrow">
            <a:avLst/>
          </a:prstGeom>
          <a:ln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 Box 94">
            <a:extLst>
              <a:ext uri="{FF2B5EF4-FFF2-40B4-BE49-F238E27FC236}">
                <a16:creationId xmlns:a16="http://schemas.microsoft.com/office/drawing/2014/main" id="{948C824A-E2CA-49FE-B4BA-EF883AC09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8050" y="4388925"/>
            <a:ext cx="241935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自然态序编码</a:t>
            </a:r>
          </a:p>
        </p:txBody>
      </p:sp>
    </p:spTree>
    <p:extLst>
      <p:ext uri="{BB962C8B-B14F-4D97-AF65-F5344CB8AC3E}">
        <p14:creationId xmlns:p14="http://schemas.microsoft.com/office/powerpoint/2010/main" val="246225655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3" grpId="0" animBg="1" autoUpdateAnimBg="0"/>
      <p:bldP spid="54" grpId="0" animBg="1"/>
      <p:bldP spid="105" grpId="0" animBg="1"/>
      <p:bldP spid="106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9147088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建立驱动函数和输出函数（选用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J-K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触发器）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Group 201">
                <a:extLst>
                  <a:ext uri="{FF2B5EF4-FFF2-40B4-BE49-F238E27FC236}">
                    <a16:creationId xmlns:a16="http://schemas.microsoft.com/office/drawing/2014/main" id="{F87091E9-9E78-4797-9875-A68D0CE6C0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2716663"/>
                  </p:ext>
                </p:extLst>
              </p:nvPr>
            </p:nvGraphicFramePr>
            <p:xfrm>
              <a:off x="1208490" y="906273"/>
              <a:ext cx="4625975" cy="5044567"/>
            </p:xfrm>
            <a:graphic>
              <a:graphicData uri="http://schemas.openxmlformats.org/drawingml/2006/table">
                <a:tbl>
                  <a:tblPr/>
                  <a:tblGrid>
                    <a:gridCol w="17922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40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𝒏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𝒏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𝒏</m:t>
                                    </m:r>
                                  </m:sup>
                                </m:sSubSup>
                                <m:r>
                                  <a:rPr kumimoji="1" lang="en-US" altLang="zh-CN" sz="2400" b="0" i="1" kern="1200" dirty="0" smtClean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/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400" i="1" kern="1200" dirty="0" smtClean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/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kumimoji="1" lang="en-US" altLang="zh-CN" sz="2400" i="1" kern="1200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endParaRP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𝒏</m:t>
                                    </m:r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𝒏</m:t>
                                    </m:r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𝒏</m:t>
                                    </m:r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kumimoji="1" lang="en-US" altLang="zh-CN" sz="2400" b="0" i="1" kern="1200" dirty="0" smtClean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/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1" lang="en-US" altLang="zh-CN" sz="2400" b="1" i="0" u="none" strike="noStrike" cap="none" normalizeH="0" baseline="30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2400" b="0" i="1" kern="1200" dirty="0" smtClean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/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𝑍</m:t>
                                </m:r>
                              </m:oMath>
                            </m:oMathPara>
                          </a14:m>
                          <a:endParaRPr kumimoji="1" lang="en-US" altLang="zh-CN" sz="2400" i="1" kern="1200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0    0    1    0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0    0    1    1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0       1       0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0       1       1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0    1    1    0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1       0       0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0    1    1    1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0       1       1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683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1    0    0    0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1    0    0    1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Group 201">
                <a:extLst>
                  <a:ext uri="{FF2B5EF4-FFF2-40B4-BE49-F238E27FC236}">
                    <a16:creationId xmlns:a16="http://schemas.microsoft.com/office/drawing/2014/main" xmlns="" id="{F87091E9-9E78-4797-9875-A68D0CE6C0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2716663"/>
                  </p:ext>
                </p:extLst>
              </p:nvPr>
            </p:nvGraphicFramePr>
            <p:xfrm>
              <a:off x="1208490" y="906273"/>
              <a:ext cx="4625975" cy="5044567"/>
            </p:xfrm>
            <a:graphic>
              <a:graphicData uri="http://schemas.openxmlformats.org/drawingml/2006/table">
                <a:tbl>
                  <a:tblPr/>
                  <a:tblGrid>
                    <a:gridCol w="179228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22408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7256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2721" t="-3846" r="-160544" b="-99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82514" t="-3846" r="-28962" b="-99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668000" t="-3846" r="-6000" b="-99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0    0    1    0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0    0    1    1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0       1       0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0       1       1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0    1    1    0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1       0       0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0    1    1    1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0       1       1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1    0    0    0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1    0    0    1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Group 279">
                <a:extLst>
                  <a:ext uri="{FF2B5EF4-FFF2-40B4-BE49-F238E27FC236}">
                    <a16:creationId xmlns:a16="http://schemas.microsoft.com/office/drawing/2014/main" id="{641C88BF-AF51-4E61-9C06-C29A0C739D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859144"/>
                  </p:ext>
                </p:extLst>
              </p:nvPr>
            </p:nvGraphicFramePr>
            <p:xfrm>
              <a:off x="5831290" y="903098"/>
              <a:ext cx="2008188" cy="5037138"/>
            </p:xfrm>
            <a:graphic>
              <a:graphicData uri="http://schemas.openxmlformats.org/drawingml/2006/table">
                <a:tbl>
                  <a:tblPr/>
                  <a:tblGrid>
                    <a:gridCol w="20081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𝑱</m:t>
                                    </m:r>
                                  </m:e>
                                  <m:sub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𝑱</m:t>
                                    </m:r>
                                  </m:e>
                                  <m:sub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𝑱</m:t>
                                    </m:r>
                                  </m:e>
                                  <m:sub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zh-CN" sz="2400" b="0" i="1" kern="1200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1  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endParaRPr kumimoji="1" lang="zh-CN" altLang="en-US" sz="2400" b="1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1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1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  1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  0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1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  1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1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  0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0</a:t>
                          </a:r>
                          <a:endParaRPr kumimoji="1" lang="zh-CN" altLang="en-US" sz="2400" b="1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1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46513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1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1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Group 279">
                <a:extLst>
                  <a:ext uri="{FF2B5EF4-FFF2-40B4-BE49-F238E27FC236}">
                    <a16:creationId xmlns:a16="http://schemas.microsoft.com/office/drawing/2014/main" xmlns="" id="{641C88BF-AF51-4E61-9C06-C29A0C739D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859144"/>
                  </p:ext>
                </p:extLst>
              </p:nvPr>
            </p:nvGraphicFramePr>
            <p:xfrm>
              <a:off x="5831290" y="903098"/>
              <a:ext cx="2008188" cy="5037138"/>
            </p:xfrm>
            <a:graphic>
              <a:graphicData uri="http://schemas.openxmlformats.org/drawingml/2006/table">
                <a:tbl>
                  <a:tblPr/>
                  <a:tblGrid>
                    <a:gridCol w="200818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3"/>
                          <a:stretch>
                            <a:fillRect l="-6042" t="-4000" r="-1813" b="-10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1  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endParaRPr kumimoji="1" lang="zh-CN" altLang="en-US" sz="2400" b="1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1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1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  1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  0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1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  1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1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  0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</a:t>
                          </a:r>
                          <a:r>
                            <a:rPr kumimoji="1" lang="en-US" altLang="zh-CN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0</a:t>
                          </a:r>
                          <a:endParaRPr kumimoji="1" lang="zh-CN" altLang="en-US" sz="2400" b="1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1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  <a:tr h="46513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  1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1  </a:t>
                          </a:r>
                          <a:r>
                            <a:rPr kumimoji="1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sym typeface="Symbol" pitchFamily="18" charset="2"/>
                            </a:rPr>
                            <a:t></a:t>
                          </a:r>
                          <a:endParaRPr kumimoji="1" lang="zh-CN" alt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sym typeface="Symbol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6179885" y="5956690"/>
            <a:ext cx="1310998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激励表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451711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9147088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方法一：建立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J-K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控制输入的卡诺图（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en-US" altLang="zh-CN" sz="2800" baseline="-250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en-US" altLang="zh-CN" sz="2800" baseline="-250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Group 110">
            <a:extLst>
              <a:ext uri="{FF2B5EF4-FFF2-40B4-BE49-F238E27FC236}">
                <a16:creationId xmlns:a16="http://schemas.microsoft.com/office/drawing/2014/main" id="{2444D899-AD6A-475C-ABA5-598900DF8048}"/>
              </a:ext>
            </a:extLst>
          </p:cNvPr>
          <p:cNvGrpSpPr>
            <a:grpSpLocks/>
          </p:cNvGrpSpPr>
          <p:nvPr/>
        </p:nvGrpSpPr>
        <p:grpSpPr bwMode="auto">
          <a:xfrm>
            <a:off x="412749" y="747713"/>
            <a:ext cx="3981448" cy="3513137"/>
            <a:chOff x="1102" y="1029"/>
            <a:chExt cx="2508" cy="2213"/>
          </a:xfrm>
        </p:grpSpPr>
        <p:grpSp>
          <p:nvGrpSpPr>
            <p:cNvPr id="4" name="Group 57">
              <a:extLst>
                <a:ext uri="{FF2B5EF4-FFF2-40B4-BE49-F238E27FC236}">
                  <a16:creationId xmlns:a16="http://schemas.microsoft.com/office/drawing/2014/main" id="{28F68C86-5C15-4B1F-A181-F5E16E1CC8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4" y="1571"/>
              <a:ext cx="1856" cy="1671"/>
              <a:chOff x="816" y="1570"/>
              <a:chExt cx="1994" cy="1969"/>
            </a:xfrm>
          </p:grpSpPr>
          <p:sp>
            <p:nvSpPr>
              <p:cNvPr id="18" name="Rectangle 58">
                <a:extLst>
                  <a:ext uri="{FF2B5EF4-FFF2-40B4-BE49-F238E27FC236}">
                    <a16:creationId xmlns:a16="http://schemas.microsoft.com/office/drawing/2014/main" id="{C30D504F-49E7-4D8B-9E53-71BC9290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046"/>
                <a:ext cx="502" cy="49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D71FE137-3C84-44DD-8E5E-5ECE06B50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3046"/>
                <a:ext cx="497" cy="49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8A5FB84B-FB4A-48A4-8134-6CEF9B3D8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3046"/>
                <a:ext cx="503" cy="49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2F1E7F0-F845-4A71-B01D-C059B95C4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3046"/>
                <a:ext cx="499" cy="49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85B1C072-0B5D-41E6-994F-1ACB5BBEC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554"/>
                <a:ext cx="502" cy="49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CCC30B50-369A-4482-AEEF-952B719CF5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2554"/>
                <a:ext cx="497" cy="49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54B7126-957C-4D4F-BD17-A9F0C1245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2554"/>
                <a:ext cx="503" cy="49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0949B490-92BF-4A5C-A7F5-3C22067EB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554"/>
                <a:ext cx="499" cy="49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CC461CF8-79B1-435B-9AF0-CD2B48F236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061"/>
                <a:ext cx="502" cy="49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0BBF81F4-02D1-42BF-9D99-0FEB7E055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2061"/>
                <a:ext cx="497" cy="49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447AB927-DDC4-4F36-B7C8-D2DA4D381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2061"/>
                <a:ext cx="503" cy="49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8D8068E3-600F-4ACF-8F3B-0B7B8EE10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061"/>
                <a:ext cx="499" cy="49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5FB92F8F-0FAD-4018-B404-3C67766ED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570"/>
                <a:ext cx="502" cy="49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700532A7-E6CA-424F-830A-E20D2C76D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1570"/>
                <a:ext cx="497" cy="49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EBBEFAAC-F1C0-4020-B85E-605EE57843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1570"/>
                <a:ext cx="503" cy="49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C4F6DFA3-6FA4-40BF-AC68-D93FBA873A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570"/>
                <a:ext cx="499" cy="49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4" name="Line 74">
                <a:extLst>
                  <a:ext uri="{FF2B5EF4-FFF2-40B4-BE49-F238E27FC236}">
                    <a16:creationId xmlns:a16="http://schemas.microsoft.com/office/drawing/2014/main" id="{20F5672F-4BEC-43C2-8FA4-5DA3FAF214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570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Line 75">
                <a:extLst>
                  <a:ext uri="{FF2B5EF4-FFF2-40B4-BE49-F238E27FC236}">
                    <a16:creationId xmlns:a16="http://schemas.microsoft.com/office/drawing/2014/main" id="{DE71FBD6-B2EA-4628-97D4-7C0331658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061"/>
                <a:ext cx="199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Line 76">
                <a:extLst>
                  <a:ext uri="{FF2B5EF4-FFF2-40B4-BE49-F238E27FC236}">
                    <a16:creationId xmlns:a16="http://schemas.microsoft.com/office/drawing/2014/main" id="{04C676F2-7D6A-4613-AFAB-A1F3F37C08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554"/>
                <a:ext cx="199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Line 77">
                <a:extLst>
                  <a:ext uri="{FF2B5EF4-FFF2-40B4-BE49-F238E27FC236}">
                    <a16:creationId xmlns:a16="http://schemas.microsoft.com/office/drawing/2014/main" id="{4A2AAC69-987D-4B13-8502-CECEA94EC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047"/>
                <a:ext cx="199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Line 78">
                <a:extLst>
                  <a:ext uri="{FF2B5EF4-FFF2-40B4-BE49-F238E27FC236}">
                    <a16:creationId xmlns:a16="http://schemas.microsoft.com/office/drawing/2014/main" id="{5F239842-E56A-485E-85B9-11994B13EE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539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Line 79">
                <a:extLst>
                  <a:ext uri="{FF2B5EF4-FFF2-40B4-BE49-F238E27FC236}">
                    <a16:creationId xmlns:a16="http://schemas.microsoft.com/office/drawing/2014/main" id="{A0D54D69-17F3-42CA-BD54-FA00DE1BD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570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Line 80">
                <a:extLst>
                  <a:ext uri="{FF2B5EF4-FFF2-40B4-BE49-F238E27FC236}">
                    <a16:creationId xmlns:a16="http://schemas.microsoft.com/office/drawing/2014/main" id="{BAE58F65-0FA3-4767-B0E0-38565C21B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5" y="1570"/>
                <a:ext cx="0" cy="196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Line 81">
                <a:extLst>
                  <a:ext uri="{FF2B5EF4-FFF2-40B4-BE49-F238E27FC236}">
                    <a16:creationId xmlns:a16="http://schemas.microsoft.com/office/drawing/2014/main" id="{A4BC72AC-C6B0-4AF4-B242-72B0790F16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4" y="1570"/>
                <a:ext cx="0" cy="196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Line 82">
                <a:extLst>
                  <a:ext uri="{FF2B5EF4-FFF2-40B4-BE49-F238E27FC236}">
                    <a16:creationId xmlns:a16="http://schemas.microsoft.com/office/drawing/2014/main" id="{66CCC5BE-526F-40AE-A3DD-5F393645DC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1570"/>
                <a:ext cx="0" cy="196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Line 83">
                <a:extLst>
                  <a:ext uri="{FF2B5EF4-FFF2-40B4-BE49-F238E27FC236}">
                    <a16:creationId xmlns:a16="http://schemas.microsoft.com/office/drawing/2014/main" id="{7D10212B-FF56-486A-86A0-9550258A41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0" y="1570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" name="Line 84">
              <a:extLst>
                <a:ext uri="{FF2B5EF4-FFF2-40B4-BE49-F238E27FC236}">
                  <a16:creationId xmlns:a16="http://schemas.microsoft.com/office/drawing/2014/main" id="{98091D88-B6B0-4DD1-B468-8606593026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98" y="1231"/>
              <a:ext cx="343" cy="3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Text Box 90">
              <a:extLst>
                <a:ext uri="{FF2B5EF4-FFF2-40B4-BE49-F238E27FC236}">
                  <a16:creationId xmlns:a16="http://schemas.microsoft.com/office/drawing/2014/main" id="{5E5B1736-848A-4C43-B7B5-DF327D5C5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6" y="1315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7" name="Text Box 91">
              <a:extLst>
                <a:ext uri="{FF2B5EF4-FFF2-40B4-BE49-F238E27FC236}">
                  <a16:creationId xmlns:a16="http://schemas.microsoft.com/office/drawing/2014/main" id="{F2C44535-C47C-4F23-9FB0-3B8CA42BC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2" y="1305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8" name="Text Box 92">
              <a:extLst>
                <a:ext uri="{FF2B5EF4-FFF2-40B4-BE49-F238E27FC236}">
                  <a16:creationId xmlns:a16="http://schemas.microsoft.com/office/drawing/2014/main" id="{186EC2B2-12B7-4FB9-928A-12B0035EE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6" y="1315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9" name="Text Box 93">
              <a:extLst>
                <a:ext uri="{FF2B5EF4-FFF2-40B4-BE49-F238E27FC236}">
                  <a16:creationId xmlns:a16="http://schemas.microsoft.com/office/drawing/2014/main" id="{4A2FC988-0288-4985-96E5-0335EE00E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1" y="1304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10" name="Text Box 94">
              <a:extLst>
                <a:ext uri="{FF2B5EF4-FFF2-40B4-BE49-F238E27FC236}">
                  <a16:creationId xmlns:a16="http://schemas.microsoft.com/office/drawing/2014/main" id="{272E2FE3-B16C-4D9C-A72D-EA61D255E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1" y="1645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11" name="Text Box 95">
              <a:extLst>
                <a:ext uri="{FF2B5EF4-FFF2-40B4-BE49-F238E27FC236}">
                  <a16:creationId xmlns:a16="http://schemas.microsoft.com/office/drawing/2014/main" id="{50631D5A-7B49-4227-8323-EB1CE356D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0" y="2452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12" name="Text Box 96">
              <a:extLst>
                <a:ext uri="{FF2B5EF4-FFF2-40B4-BE49-F238E27FC236}">
                  <a16:creationId xmlns:a16="http://schemas.microsoft.com/office/drawing/2014/main" id="{9E23FAB0-A607-4C73-9702-0A92C79FC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1" y="2037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13" name="Text Box 97">
              <a:extLst>
                <a:ext uri="{FF2B5EF4-FFF2-40B4-BE49-F238E27FC236}">
                  <a16:creationId xmlns:a16="http://schemas.microsoft.com/office/drawing/2014/main" id="{320CBA0C-4455-41BA-B364-D0B291C69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1" y="2867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06">
                  <a:extLst>
                    <a:ext uri="{FF2B5EF4-FFF2-40B4-BE49-F238E27FC236}">
                      <a16:creationId xmlns:a16="http://schemas.microsoft.com/office/drawing/2014/main" id="{C42F1F1E-9139-4623-AF3B-57E33646BB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2" y="1223"/>
                  <a:ext cx="464" cy="289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4" name="Text Box 106">
                  <a:extLst>
                    <a:ext uri="{FF2B5EF4-FFF2-40B4-BE49-F238E27FC236}">
                      <a16:creationId xmlns:a16="http://schemas.microsoft.com/office/drawing/2014/main" xmlns="" id="{C42F1F1E-9139-4623-AF3B-57E33646B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2" y="1223"/>
                  <a:ext cx="464" cy="289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6000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07">
                  <a:extLst>
                    <a:ext uri="{FF2B5EF4-FFF2-40B4-BE49-F238E27FC236}">
                      <a16:creationId xmlns:a16="http://schemas.microsoft.com/office/drawing/2014/main" id="{645D7D31-05D8-4E9A-95C1-68429BF560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08" y="1238"/>
                  <a:ext cx="329" cy="291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𝑿</m:t>
                        </m:r>
                      </m:oMath>
                    </m:oMathPara>
                  </a14:m>
                  <a:endParaRPr lang="en-US" altLang="zh-CN" sz="2400" i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5" name="Text Box 107">
                  <a:extLst>
                    <a:ext uri="{FF2B5EF4-FFF2-40B4-BE49-F238E27FC236}">
                      <a16:creationId xmlns:a16="http://schemas.microsoft.com/office/drawing/2014/main" xmlns="" id="{645D7D31-05D8-4E9A-95C1-68429BF560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08" y="1238"/>
                  <a:ext cx="329" cy="291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2326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08">
                  <a:extLst>
                    <a:ext uri="{FF2B5EF4-FFF2-40B4-BE49-F238E27FC236}">
                      <a16:creationId xmlns:a16="http://schemas.microsoft.com/office/drawing/2014/main" id="{D913B8A1-4863-4D8E-B7B9-DF25AD3D82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3" y="1412"/>
                  <a:ext cx="464" cy="289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6" name="Text Box 108">
                  <a:extLst>
                    <a:ext uri="{FF2B5EF4-FFF2-40B4-BE49-F238E27FC236}">
                      <a16:creationId xmlns:a16="http://schemas.microsoft.com/office/drawing/2014/main" xmlns="" id="{D913B8A1-4863-4D8E-B7B9-DF25AD3D8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03" y="1412"/>
                  <a:ext cx="464" cy="28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4474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09">
                  <a:extLst>
                    <a:ext uri="{FF2B5EF4-FFF2-40B4-BE49-F238E27FC236}">
                      <a16:creationId xmlns:a16="http://schemas.microsoft.com/office/drawing/2014/main" id="{C16295E9-BF1A-42BF-B5A5-8D093DF519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3" y="1029"/>
                  <a:ext cx="464" cy="29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7" name="Text Box 109">
                  <a:extLst>
                    <a:ext uri="{FF2B5EF4-FFF2-40B4-BE49-F238E27FC236}">
                      <a16:creationId xmlns:a16="http://schemas.microsoft.com/office/drawing/2014/main" xmlns="" id="{C16295E9-BF1A-42BF-B5A5-8D093DF519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43" y="1029"/>
                  <a:ext cx="464" cy="29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4667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115">
            <a:extLst>
              <a:ext uri="{FF2B5EF4-FFF2-40B4-BE49-F238E27FC236}">
                <a16:creationId xmlns:a16="http://schemas.microsoft.com/office/drawing/2014/main" id="{877C1CB1-6589-45DB-871C-C5256E090380}"/>
              </a:ext>
            </a:extLst>
          </p:cNvPr>
          <p:cNvGrpSpPr>
            <a:grpSpLocks/>
          </p:cNvGrpSpPr>
          <p:nvPr/>
        </p:nvGrpSpPr>
        <p:grpSpPr bwMode="auto">
          <a:xfrm>
            <a:off x="1549400" y="2341563"/>
            <a:ext cx="2797175" cy="1801812"/>
            <a:chOff x="1231" y="1966"/>
            <a:chExt cx="1762" cy="1135"/>
          </a:xfrm>
        </p:grpSpPr>
        <p:sp>
          <p:nvSpPr>
            <p:cNvPr id="45" name="Text Box 111">
              <a:extLst>
                <a:ext uri="{FF2B5EF4-FFF2-40B4-BE49-F238E27FC236}">
                  <a16:creationId xmlns:a16="http://schemas.microsoft.com/office/drawing/2014/main" id="{19BDCD05-A2D4-4B70-AAA2-6B965106E8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1966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6" name="Text Box 112">
              <a:extLst>
                <a:ext uri="{FF2B5EF4-FFF2-40B4-BE49-F238E27FC236}">
                  <a16:creationId xmlns:a16="http://schemas.microsoft.com/office/drawing/2014/main" id="{C820D7D6-ACC2-419B-BE25-D954E5C785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" y="2813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7" name="Text Box 113">
              <a:extLst>
                <a:ext uri="{FF2B5EF4-FFF2-40B4-BE49-F238E27FC236}">
                  <a16:creationId xmlns:a16="http://schemas.microsoft.com/office/drawing/2014/main" id="{75D7443A-48BA-4F66-9A89-7836326D0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9" y="2813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</p:grpSp>
      <p:grpSp>
        <p:nvGrpSpPr>
          <p:cNvPr id="48" name="Group 122">
            <a:extLst>
              <a:ext uri="{FF2B5EF4-FFF2-40B4-BE49-F238E27FC236}">
                <a16:creationId xmlns:a16="http://schemas.microsoft.com/office/drawing/2014/main" id="{118D48A3-B3B4-43FF-B866-3A083DF20D91}"/>
              </a:ext>
            </a:extLst>
          </p:cNvPr>
          <p:cNvGrpSpPr>
            <a:grpSpLocks/>
          </p:cNvGrpSpPr>
          <p:nvPr/>
        </p:nvGrpSpPr>
        <p:grpSpPr bwMode="auto">
          <a:xfrm>
            <a:off x="1531938" y="3022600"/>
            <a:ext cx="2797175" cy="1138238"/>
            <a:chOff x="1220" y="2395"/>
            <a:chExt cx="1762" cy="717"/>
          </a:xfrm>
        </p:grpSpPr>
        <p:sp>
          <p:nvSpPr>
            <p:cNvPr id="49" name="Text Box 116">
              <a:extLst>
                <a:ext uri="{FF2B5EF4-FFF2-40B4-BE49-F238E27FC236}">
                  <a16:creationId xmlns:a16="http://schemas.microsoft.com/office/drawing/2014/main" id="{DA72CD45-08E9-4BCA-BD21-4FD4679BA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0" y="2417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0" name="Text Box 117">
              <a:extLst>
                <a:ext uri="{FF2B5EF4-FFF2-40B4-BE49-F238E27FC236}">
                  <a16:creationId xmlns:a16="http://schemas.microsoft.com/office/drawing/2014/main" id="{A375F863-C22E-4030-940D-71831878AA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5" y="2406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1" name="Text Box 118">
              <a:extLst>
                <a:ext uri="{FF2B5EF4-FFF2-40B4-BE49-F238E27FC236}">
                  <a16:creationId xmlns:a16="http://schemas.microsoft.com/office/drawing/2014/main" id="{96524B8C-6EA6-4060-B7CC-08226B14C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2406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" name="Text Box 119">
              <a:extLst>
                <a:ext uri="{FF2B5EF4-FFF2-40B4-BE49-F238E27FC236}">
                  <a16:creationId xmlns:a16="http://schemas.microsoft.com/office/drawing/2014/main" id="{7B91F05B-12AB-4C8C-8034-DDBADA05A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" y="2395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3" name="Text Box 120">
              <a:extLst>
                <a:ext uri="{FF2B5EF4-FFF2-40B4-BE49-F238E27FC236}">
                  <a16:creationId xmlns:a16="http://schemas.microsoft.com/office/drawing/2014/main" id="{ED40149D-B49D-46E3-9510-CD02CD0F4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2824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4" name="Text Box 121">
              <a:extLst>
                <a:ext uri="{FF2B5EF4-FFF2-40B4-BE49-F238E27FC236}">
                  <a16:creationId xmlns:a16="http://schemas.microsoft.com/office/drawing/2014/main" id="{B06825C4-4C29-404C-A53B-230F5B61E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2813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</p:grpSp>
      <p:sp>
        <p:nvSpPr>
          <p:cNvPr id="55" name="AutoShape 124">
            <a:extLst>
              <a:ext uri="{FF2B5EF4-FFF2-40B4-BE49-F238E27FC236}">
                <a16:creationId xmlns:a16="http://schemas.microsoft.com/office/drawing/2014/main" id="{13EEB1F4-BE0B-40F4-BD8A-EDD2BA7E4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2393950"/>
            <a:ext cx="377825" cy="1039813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6" name="Group 188">
            <a:extLst>
              <a:ext uri="{FF2B5EF4-FFF2-40B4-BE49-F238E27FC236}">
                <a16:creationId xmlns:a16="http://schemas.microsoft.com/office/drawing/2014/main" id="{68B44BBC-F4C8-4446-9CDE-0E314565B202}"/>
              </a:ext>
            </a:extLst>
          </p:cNvPr>
          <p:cNvGrpSpPr>
            <a:grpSpLocks/>
          </p:cNvGrpSpPr>
          <p:nvPr/>
        </p:nvGrpSpPr>
        <p:grpSpPr bwMode="auto">
          <a:xfrm>
            <a:off x="4548185" y="771525"/>
            <a:ext cx="4024309" cy="3527424"/>
            <a:chOff x="2865" y="420"/>
            <a:chExt cx="2535" cy="2222"/>
          </a:xfrm>
        </p:grpSpPr>
        <p:grpSp>
          <p:nvGrpSpPr>
            <p:cNvPr id="57" name="Group 127">
              <a:extLst>
                <a:ext uri="{FF2B5EF4-FFF2-40B4-BE49-F238E27FC236}">
                  <a16:creationId xmlns:a16="http://schemas.microsoft.com/office/drawing/2014/main" id="{2E94FD6E-A2FD-4414-9D69-65E679556B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5" y="420"/>
              <a:ext cx="2535" cy="2222"/>
              <a:chOff x="1075" y="1020"/>
              <a:chExt cx="2535" cy="2222"/>
            </a:xfrm>
          </p:grpSpPr>
          <p:grpSp>
            <p:nvGrpSpPr>
              <p:cNvPr id="76" name="Group 128">
                <a:extLst>
                  <a:ext uri="{FF2B5EF4-FFF2-40B4-BE49-F238E27FC236}">
                    <a16:creationId xmlns:a16="http://schemas.microsoft.com/office/drawing/2014/main" id="{5A40F534-E3A4-4461-95ED-8BA8CFA7A0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4" y="1571"/>
                <a:ext cx="1856" cy="1671"/>
                <a:chOff x="816" y="1570"/>
                <a:chExt cx="1994" cy="1969"/>
              </a:xfrm>
            </p:grpSpPr>
            <p:sp>
              <p:nvSpPr>
                <p:cNvPr id="90" name="Rectangle 129">
                  <a:extLst>
                    <a:ext uri="{FF2B5EF4-FFF2-40B4-BE49-F238E27FC236}">
                      <a16:creationId xmlns:a16="http://schemas.microsoft.com/office/drawing/2014/main" id="{FEB37D5D-FED2-4998-BAF6-03CD6BB972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3046"/>
                  <a:ext cx="502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1" name="Rectangle 130">
                  <a:extLst>
                    <a:ext uri="{FF2B5EF4-FFF2-40B4-BE49-F238E27FC236}">
                      <a16:creationId xmlns:a16="http://schemas.microsoft.com/office/drawing/2014/main" id="{FCA84AB1-1599-4410-A4AE-5E1C6761F9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3046"/>
                  <a:ext cx="497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2" name="Rectangle 131">
                  <a:extLst>
                    <a:ext uri="{FF2B5EF4-FFF2-40B4-BE49-F238E27FC236}">
                      <a16:creationId xmlns:a16="http://schemas.microsoft.com/office/drawing/2014/main" id="{D65A5A96-A63B-4876-8BB3-177635E1D4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3046"/>
                  <a:ext cx="503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3" name="Rectangle 132">
                  <a:extLst>
                    <a:ext uri="{FF2B5EF4-FFF2-40B4-BE49-F238E27FC236}">
                      <a16:creationId xmlns:a16="http://schemas.microsoft.com/office/drawing/2014/main" id="{E07C40D0-3F8E-43BB-8CA7-93D98ECF44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3046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4" name="Rectangle 133">
                  <a:extLst>
                    <a:ext uri="{FF2B5EF4-FFF2-40B4-BE49-F238E27FC236}">
                      <a16:creationId xmlns:a16="http://schemas.microsoft.com/office/drawing/2014/main" id="{D9BA3B5C-24E8-4C7B-AB3D-1C526DC8C8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554"/>
                  <a:ext cx="502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5" name="Rectangle 134">
                  <a:extLst>
                    <a:ext uri="{FF2B5EF4-FFF2-40B4-BE49-F238E27FC236}">
                      <a16:creationId xmlns:a16="http://schemas.microsoft.com/office/drawing/2014/main" id="{AD8F57E3-3EE1-4791-AFB2-AD0FB0A719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554"/>
                  <a:ext cx="497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6" name="Rectangle 135">
                  <a:extLst>
                    <a:ext uri="{FF2B5EF4-FFF2-40B4-BE49-F238E27FC236}">
                      <a16:creationId xmlns:a16="http://schemas.microsoft.com/office/drawing/2014/main" id="{33B9AD2B-6A41-4291-AF0E-B8D084C8B3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554"/>
                  <a:ext cx="503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7" name="Rectangle 136">
                  <a:extLst>
                    <a:ext uri="{FF2B5EF4-FFF2-40B4-BE49-F238E27FC236}">
                      <a16:creationId xmlns:a16="http://schemas.microsoft.com/office/drawing/2014/main" id="{C0A3D830-C73B-4050-8272-A081E8A44C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8" name="Rectangle 137">
                  <a:extLst>
                    <a:ext uri="{FF2B5EF4-FFF2-40B4-BE49-F238E27FC236}">
                      <a16:creationId xmlns:a16="http://schemas.microsoft.com/office/drawing/2014/main" id="{0306F2A0-C230-4555-995C-45CE9A0CCD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061"/>
                  <a:ext cx="502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9" name="Rectangle 138">
                  <a:extLst>
                    <a:ext uri="{FF2B5EF4-FFF2-40B4-BE49-F238E27FC236}">
                      <a16:creationId xmlns:a16="http://schemas.microsoft.com/office/drawing/2014/main" id="{A3CB86DC-B1BA-4FDF-A218-BF0E58E0DF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061"/>
                  <a:ext cx="497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0" name="Rectangle 139">
                  <a:extLst>
                    <a:ext uri="{FF2B5EF4-FFF2-40B4-BE49-F238E27FC236}">
                      <a16:creationId xmlns:a16="http://schemas.microsoft.com/office/drawing/2014/main" id="{54DEB572-A2BA-4D3F-882A-98BF84CE65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061"/>
                  <a:ext cx="503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1" name="Rectangle 140">
                  <a:extLst>
                    <a:ext uri="{FF2B5EF4-FFF2-40B4-BE49-F238E27FC236}">
                      <a16:creationId xmlns:a16="http://schemas.microsoft.com/office/drawing/2014/main" id="{34116637-7AA7-445D-9830-284D447050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2" name="Rectangle 141">
                  <a:extLst>
                    <a:ext uri="{FF2B5EF4-FFF2-40B4-BE49-F238E27FC236}">
                      <a16:creationId xmlns:a16="http://schemas.microsoft.com/office/drawing/2014/main" id="{AE85232C-4B1D-402A-846A-D1E373490F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1570"/>
                  <a:ext cx="502" cy="49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3" name="Rectangle 142">
                  <a:extLst>
                    <a:ext uri="{FF2B5EF4-FFF2-40B4-BE49-F238E27FC236}">
                      <a16:creationId xmlns:a16="http://schemas.microsoft.com/office/drawing/2014/main" id="{21E77F06-A4CF-45B4-8B14-87C4F5FEE4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1570"/>
                  <a:ext cx="497" cy="49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4" name="Rectangle 143">
                  <a:extLst>
                    <a:ext uri="{FF2B5EF4-FFF2-40B4-BE49-F238E27FC236}">
                      <a16:creationId xmlns:a16="http://schemas.microsoft.com/office/drawing/2014/main" id="{881D4910-00ED-41C9-B56A-7FBA89DED0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1570"/>
                  <a:ext cx="503" cy="49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5" name="Rectangle 144">
                  <a:extLst>
                    <a:ext uri="{FF2B5EF4-FFF2-40B4-BE49-F238E27FC236}">
                      <a16:creationId xmlns:a16="http://schemas.microsoft.com/office/drawing/2014/main" id="{FA74936B-2B90-48FA-9076-D007E9CDC3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6" name="Line 145">
                  <a:extLst>
                    <a:ext uri="{FF2B5EF4-FFF2-40B4-BE49-F238E27FC236}">
                      <a16:creationId xmlns:a16="http://schemas.microsoft.com/office/drawing/2014/main" id="{5C367999-536A-41CA-A51E-D00803A14B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" name="Line 146">
                  <a:extLst>
                    <a:ext uri="{FF2B5EF4-FFF2-40B4-BE49-F238E27FC236}">
                      <a16:creationId xmlns:a16="http://schemas.microsoft.com/office/drawing/2014/main" id="{B301C9D1-56E0-42B7-8012-8579AF176E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061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8" name="Line 147">
                  <a:extLst>
                    <a:ext uri="{FF2B5EF4-FFF2-40B4-BE49-F238E27FC236}">
                      <a16:creationId xmlns:a16="http://schemas.microsoft.com/office/drawing/2014/main" id="{3E89E8AB-2415-42F9-B9A1-858D2F36B4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554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9" name="Line 148">
                  <a:extLst>
                    <a:ext uri="{FF2B5EF4-FFF2-40B4-BE49-F238E27FC236}">
                      <a16:creationId xmlns:a16="http://schemas.microsoft.com/office/drawing/2014/main" id="{2EA4B067-CE0D-488B-90D6-DBD2404232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047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0" name="Line 149">
                  <a:extLst>
                    <a:ext uri="{FF2B5EF4-FFF2-40B4-BE49-F238E27FC236}">
                      <a16:creationId xmlns:a16="http://schemas.microsoft.com/office/drawing/2014/main" id="{76A24364-DF17-4BA3-B4A8-0ED029C38F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539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1" name="Line 150">
                  <a:extLst>
                    <a:ext uri="{FF2B5EF4-FFF2-40B4-BE49-F238E27FC236}">
                      <a16:creationId xmlns:a16="http://schemas.microsoft.com/office/drawing/2014/main" id="{34A9DE23-FC3C-4CB3-9AE8-279B4F4541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2" name="Line 151">
                  <a:extLst>
                    <a:ext uri="{FF2B5EF4-FFF2-40B4-BE49-F238E27FC236}">
                      <a16:creationId xmlns:a16="http://schemas.microsoft.com/office/drawing/2014/main" id="{33F21796-46AE-4823-8EAE-25C72B7F17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15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" name="Line 152">
                  <a:extLst>
                    <a:ext uri="{FF2B5EF4-FFF2-40B4-BE49-F238E27FC236}">
                      <a16:creationId xmlns:a16="http://schemas.microsoft.com/office/drawing/2014/main" id="{3E17D8E0-33FD-454E-9E93-FCA1F06934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4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4" name="Line 153">
                  <a:extLst>
                    <a:ext uri="{FF2B5EF4-FFF2-40B4-BE49-F238E27FC236}">
                      <a16:creationId xmlns:a16="http://schemas.microsoft.com/office/drawing/2014/main" id="{9B7D187F-ED37-489E-90BC-7A026F59D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2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" name="Line 154">
                  <a:extLst>
                    <a:ext uri="{FF2B5EF4-FFF2-40B4-BE49-F238E27FC236}">
                      <a16:creationId xmlns:a16="http://schemas.microsoft.com/office/drawing/2014/main" id="{323E41B6-06BA-485A-B03F-A4FFC69240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0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77" name="Line 155">
                <a:extLst>
                  <a:ext uri="{FF2B5EF4-FFF2-40B4-BE49-F238E27FC236}">
                    <a16:creationId xmlns:a16="http://schemas.microsoft.com/office/drawing/2014/main" id="{C38B5985-334E-4EE1-8D6E-B06D8A7FC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398" y="1231"/>
                <a:ext cx="343" cy="3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Text Box 156">
                <a:extLst>
                  <a:ext uri="{FF2B5EF4-FFF2-40B4-BE49-F238E27FC236}">
                    <a16:creationId xmlns:a16="http://schemas.microsoft.com/office/drawing/2014/main" id="{A18D8195-6F56-4FF7-BF80-C5B4590E18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06" y="131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79" name="Text Box 157">
                <a:extLst>
                  <a:ext uri="{FF2B5EF4-FFF2-40B4-BE49-F238E27FC236}">
                    <a16:creationId xmlns:a16="http://schemas.microsoft.com/office/drawing/2014/main" id="{77F1D94A-4BEF-4836-AD4A-935980F2D1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2" y="130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80" name="Text Box 158">
                <a:extLst>
                  <a:ext uri="{FF2B5EF4-FFF2-40B4-BE49-F238E27FC236}">
                    <a16:creationId xmlns:a16="http://schemas.microsoft.com/office/drawing/2014/main" id="{80DAABBF-5BE1-4DCD-9B3E-3452EAFDE3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6" y="131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81" name="Text Box 159">
                <a:extLst>
                  <a:ext uri="{FF2B5EF4-FFF2-40B4-BE49-F238E27FC236}">
                    <a16:creationId xmlns:a16="http://schemas.microsoft.com/office/drawing/2014/main" id="{E057198D-01DC-45CB-AC3A-1D7D6E3D73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1" y="130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82" name="Text Box 160">
                <a:extLst>
                  <a:ext uri="{FF2B5EF4-FFF2-40B4-BE49-F238E27FC236}">
                    <a16:creationId xmlns:a16="http://schemas.microsoft.com/office/drawing/2014/main" id="{DE788655-C823-4BB4-A9EB-89918745D6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1" y="164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83" name="Text Box 161">
                <a:extLst>
                  <a:ext uri="{FF2B5EF4-FFF2-40B4-BE49-F238E27FC236}">
                    <a16:creationId xmlns:a16="http://schemas.microsoft.com/office/drawing/2014/main" id="{D291E6FC-07B1-4F90-BE72-175F3A2249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0" y="245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84" name="Text Box 162">
                <a:extLst>
                  <a:ext uri="{FF2B5EF4-FFF2-40B4-BE49-F238E27FC236}">
                    <a16:creationId xmlns:a16="http://schemas.microsoft.com/office/drawing/2014/main" id="{B22F2D8F-2B06-43D6-BA59-6949B57687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1" y="2037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85" name="Text Box 163">
                <a:extLst>
                  <a:ext uri="{FF2B5EF4-FFF2-40B4-BE49-F238E27FC236}">
                    <a16:creationId xmlns:a16="http://schemas.microsoft.com/office/drawing/2014/main" id="{9F93A333-533E-4465-A1D8-65F40B99F2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1" y="2867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 Box 164">
                    <a:extLst>
                      <a:ext uri="{FF2B5EF4-FFF2-40B4-BE49-F238E27FC236}">
                        <a16:creationId xmlns:a16="http://schemas.microsoft.com/office/drawing/2014/main" id="{6F24DF3C-489B-4550-800E-5D389BF0F1F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75" y="1205"/>
                    <a:ext cx="464" cy="289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6" name="Text Box 164">
                    <a:extLst>
                      <a:ext uri="{FF2B5EF4-FFF2-40B4-BE49-F238E27FC236}">
                        <a16:creationId xmlns:a16="http://schemas.microsoft.com/office/drawing/2014/main" xmlns="" id="{6F24DF3C-489B-4550-800E-5D389BF0F1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075" y="1205"/>
                    <a:ext cx="464" cy="289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b="-14667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 Box 165">
                    <a:extLst>
                      <a:ext uri="{FF2B5EF4-FFF2-40B4-BE49-F238E27FC236}">
                        <a16:creationId xmlns:a16="http://schemas.microsoft.com/office/drawing/2014/main" id="{22AEB5C1-5989-4D54-9290-79839A92A91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08" y="1238"/>
                    <a:ext cx="329" cy="291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𝑿</m:t>
                          </m:r>
                        </m:oMath>
                      </m:oMathPara>
                    </a14:m>
                    <a:endParaRPr lang="en-US" altLang="zh-CN" sz="2400" i="1" dirty="0">
                      <a:solidFill>
                        <a:srgbClr val="FF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87" name="Text Box 165">
                    <a:extLst>
                      <a:ext uri="{FF2B5EF4-FFF2-40B4-BE49-F238E27FC236}">
                        <a16:creationId xmlns:a16="http://schemas.microsoft.com/office/drawing/2014/main" xmlns="" id="{22AEB5C1-5989-4D54-9290-79839A92A9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608" y="1238"/>
                    <a:ext cx="329" cy="291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 l="-3488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 Box 166">
                    <a:extLst>
                      <a:ext uri="{FF2B5EF4-FFF2-40B4-BE49-F238E27FC236}">
                        <a16:creationId xmlns:a16="http://schemas.microsoft.com/office/drawing/2014/main" id="{33160D69-3085-4748-A66D-BD007638020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85" y="1412"/>
                    <a:ext cx="464" cy="289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8" name="Text Box 166">
                    <a:extLst>
                      <a:ext uri="{FF2B5EF4-FFF2-40B4-BE49-F238E27FC236}">
                        <a16:creationId xmlns:a16="http://schemas.microsoft.com/office/drawing/2014/main" xmlns="" id="{33160D69-3085-4748-A66D-BD00763802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285" y="1412"/>
                    <a:ext cx="464" cy="289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 b="-14667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 Box 167">
                    <a:extLst>
                      <a:ext uri="{FF2B5EF4-FFF2-40B4-BE49-F238E27FC236}">
                        <a16:creationId xmlns:a16="http://schemas.microsoft.com/office/drawing/2014/main" id="{BA727A85-6FF8-437F-BC59-2E846A4410A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43" y="1020"/>
                    <a:ext cx="464" cy="290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9" name="Text Box 167">
                    <a:extLst>
                      <a:ext uri="{FF2B5EF4-FFF2-40B4-BE49-F238E27FC236}">
                        <a16:creationId xmlns:a16="http://schemas.microsoft.com/office/drawing/2014/main" xmlns="" id="{BA727A85-6FF8-437F-BC59-2E846A4410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43" y="1020"/>
                    <a:ext cx="464" cy="290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 b="-14667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" name="Text Box 169">
              <a:extLst>
                <a:ext uri="{FF2B5EF4-FFF2-40B4-BE49-F238E27FC236}">
                  <a16:creationId xmlns:a16="http://schemas.microsoft.com/office/drawing/2014/main" id="{F33A475B-16FA-489B-B142-FABDA7CDF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9" y="2271"/>
              <a:ext cx="297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9" name="Text Box 170">
              <a:extLst>
                <a:ext uri="{FF2B5EF4-FFF2-40B4-BE49-F238E27FC236}">
                  <a16:creationId xmlns:a16="http://schemas.microsoft.com/office/drawing/2014/main" id="{BB8E8A33-6ECA-426D-A7FE-E8B26A9AA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9" y="2293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grpSp>
          <p:nvGrpSpPr>
            <p:cNvPr id="60" name="Group 179">
              <a:extLst>
                <a:ext uri="{FF2B5EF4-FFF2-40B4-BE49-F238E27FC236}">
                  <a16:creationId xmlns:a16="http://schemas.microsoft.com/office/drawing/2014/main" id="{9E47B34C-F79F-4645-98CF-675B5F6699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4" y="1017"/>
              <a:ext cx="1717" cy="729"/>
              <a:chOff x="3604" y="1017"/>
              <a:chExt cx="1717" cy="729"/>
            </a:xfrm>
          </p:grpSpPr>
          <p:sp>
            <p:nvSpPr>
              <p:cNvPr id="68" name="Text Box 171">
                <a:extLst>
                  <a:ext uri="{FF2B5EF4-FFF2-40B4-BE49-F238E27FC236}">
                    <a16:creationId xmlns:a16="http://schemas.microsoft.com/office/drawing/2014/main" id="{29B849F5-EFB1-470A-825E-5EEFFC1B01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4" y="1017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69" name="Text Box 172">
                <a:extLst>
                  <a:ext uri="{FF2B5EF4-FFF2-40B4-BE49-F238E27FC236}">
                    <a16:creationId xmlns:a16="http://schemas.microsoft.com/office/drawing/2014/main" id="{A83B5B2F-0AF8-4B22-B1D7-FB165AB5BB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5" y="1446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70" name="Text Box 173">
                <a:extLst>
                  <a:ext uri="{FF2B5EF4-FFF2-40B4-BE49-F238E27FC236}">
                    <a16:creationId xmlns:a16="http://schemas.microsoft.com/office/drawing/2014/main" id="{C86237E2-0CE2-4E72-A7FD-BD8024647C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9" y="1029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71" name="Text Box 174">
                <a:extLst>
                  <a:ext uri="{FF2B5EF4-FFF2-40B4-BE49-F238E27FC236}">
                    <a16:creationId xmlns:a16="http://schemas.microsoft.com/office/drawing/2014/main" id="{965A74F1-7058-4777-804B-74390D5484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8" y="1446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72" name="Text Box 175">
                <a:extLst>
                  <a:ext uri="{FF2B5EF4-FFF2-40B4-BE49-F238E27FC236}">
                    <a16:creationId xmlns:a16="http://schemas.microsoft.com/office/drawing/2014/main" id="{7DCCFB82-2A30-45D9-B63D-2FB4BE93ED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0" y="1040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73" name="Text Box 176">
                <a:extLst>
                  <a:ext uri="{FF2B5EF4-FFF2-40B4-BE49-F238E27FC236}">
                    <a16:creationId xmlns:a16="http://schemas.microsoft.com/office/drawing/2014/main" id="{83B7A8AF-BFC6-41CA-B78B-82669D556B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41" y="1458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74" name="Text Box 177">
                <a:extLst>
                  <a:ext uri="{FF2B5EF4-FFF2-40B4-BE49-F238E27FC236}">
                    <a16:creationId xmlns:a16="http://schemas.microsoft.com/office/drawing/2014/main" id="{D1732E40-C53F-437A-8967-618A0F6F2E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3" y="1435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75" name="Text Box 178">
                <a:extLst>
                  <a:ext uri="{FF2B5EF4-FFF2-40B4-BE49-F238E27FC236}">
                    <a16:creationId xmlns:a16="http://schemas.microsoft.com/office/drawing/2014/main" id="{CC633B50-31B0-44E4-A9B3-8C1FF5D732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3" y="1017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61" name="Group 180">
              <a:extLst>
                <a:ext uri="{FF2B5EF4-FFF2-40B4-BE49-F238E27FC236}">
                  <a16:creationId xmlns:a16="http://schemas.microsoft.com/office/drawing/2014/main" id="{C097036D-E5B7-4D0A-A6AF-6D16B6F222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5" y="1859"/>
              <a:ext cx="1762" cy="717"/>
              <a:chOff x="1220" y="2395"/>
              <a:chExt cx="1762" cy="717"/>
            </a:xfrm>
          </p:grpSpPr>
          <p:sp>
            <p:nvSpPr>
              <p:cNvPr id="62" name="Text Box 181">
                <a:extLst>
                  <a:ext uri="{FF2B5EF4-FFF2-40B4-BE49-F238E27FC236}">
                    <a16:creationId xmlns:a16="http://schemas.microsoft.com/office/drawing/2014/main" id="{7B77B00B-19E9-423A-8E60-5BE1721985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0" y="2417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63" name="Text Box 182">
                <a:extLst>
                  <a:ext uri="{FF2B5EF4-FFF2-40B4-BE49-F238E27FC236}">
                    <a16:creationId xmlns:a16="http://schemas.microsoft.com/office/drawing/2014/main" id="{B7E875F6-125E-42E9-8787-0D3144084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5" y="2406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64" name="Text Box 183">
                <a:extLst>
                  <a:ext uri="{FF2B5EF4-FFF2-40B4-BE49-F238E27FC236}">
                    <a16:creationId xmlns:a16="http://schemas.microsoft.com/office/drawing/2014/main" id="{3B2152E5-5AAF-4BA6-961D-2870894EDE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4" y="2406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65" name="Text Box 184">
                <a:extLst>
                  <a:ext uri="{FF2B5EF4-FFF2-40B4-BE49-F238E27FC236}">
                    <a16:creationId xmlns:a16="http://schemas.microsoft.com/office/drawing/2014/main" id="{D55E4966-B829-4507-9764-0882CFB509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4" y="2395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66" name="Text Box 185">
                <a:extLst>
                  <a:ext uri="{FF2B5EF4-FFF2-40B4-BE49-F238E27FC236}">
                    <a16:creationId xmlns:a16="http://schemas.microsoft.com/office/drawing/2014/main" id="{93F8D38F-EEDC-41FA-989C-0A77ABF8B4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3" y="2824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67" name="Text Box 186">
                <a:extLst>
                  <a:ext uri="{FF2B5EF4-FFF2-40B4-BE49-F238E27FC236}">
                    <a16:creationId xmlns:a16="http://schemas.microsoft.com/office/drawing/2014/main" id="{236945B6-904A-4705-AC75-282872CA15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4" y="2813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</p:grpSp>
      </p:grpSp>
      <p:sp>
        <p:nvSpPr>
          <p:cNvPr id="116" name="AutoShape 124">
            <a:extLst>
              <a:ext uri="{FF2B5EF4-FFF2-40B4-BE49-F238E27FC236}">
                <a16:creationId xmlns:a16="http://schemas.microsoft.com/office/drawing/2014/main" id="{13EEB1F4-BE0B-40F4-BD8A-EDD2BA7E4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331" y="1743076"/>
            <a:ext cx="2719756" cy="2451099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535134" y="4371745"/>
                <a:ext cx="2635206" cy="533400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𝑿</m:t>
                          </m:r>
                        </m:e>
                      </m:acc>
                    </m:oMath>
                  </m:oMathPara>
                </a14:m>
                <a:endParaRPr lang="en-US" altLang="zh-CN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4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134" y="4371745"/>
                <a:ext cx="2635206" cy="5334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795514" y="4374017"/>
                <a:ext cx="2635206" cy="533400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𝟏</m:t>
                      </m:r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5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514" y="4374017"/>
                <a:ext cx="2635206" cy="53340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813" y="5009410"/>
            <a:ext cx="264847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同样的方法：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769421" y="5575028"/>
                <a:ext cx="2629781" cy="1055219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𝑿</m:t>
                      </m:r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𝑿</m:t>
                          </m:r>
                        </m:e>
                      </m:acc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8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421" y="5575028"/>
                <a:ext cx="2629781" cy="105521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914394" y="5577300"/>
                <a:ext cx="2629781" cy="1055219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𝑿</m:t>
                      </m:r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𝑿</m:t>
                          </m:r>
                        </m:e>
                      </m:acc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9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394" y="5577300"/>
                <a:ext cx="2629781" cy="105521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209494" y="5579572"/>
                <a:ext cx="2629781" cy="1055219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𝒁</m:t>
                      </m:r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𝑿</m:t>
                          </m:r>
                        </m:e>
                      </m:acc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0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494" y="5579572"/>
                <a:ext cx="2629781" cy="105521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384315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5" grpId="0" animBg="1"/>
      <p:bldP spid="116" grpId="0" animBg="1"/>
      <p:bldP spid="234" grpId="0"/>
      <p:bldP spid="235" grpId="0"/>
      <p:bldP spid="237" grpId="0"/>
      <p:bldP spid="238" grpId="1"/>
      <p:bldP spid="239" grpId="1"/>
      <p:bldP spid="240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9147088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方法二：建立次态卡诺图，与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J-K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触发器方程比对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Group 47">
                <a:extLst>
                  <a:ext uri="{FF2B5EF4-FFF2-40B4-BE49-F238E27FC236}">
                    <a16:creationId xmlns:a16="http://schemas.microsoft.com/office/drawing/2014/main" id="{C4DAB046-7794-44CF-9FB2-DDC4E95AB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3727091"/>
                  </p:ext>
                </p:extLst>
              </p:nvPr>
            </p:nvGraphicFramePr>
            <p:xfrm>
              <a:off x="190192" y="829670"/>
              <a:ext cx="4625975" cy="5044567"/>
            </p:xfrm>
            <a:graphic>
              <a:graphicData uri="http://schemas.openxmlformats.org/drawingml/2006/table">
                <a:tbl>
                  <a:tblPr/>
                  <a:tblGrid>
                    <a:gridCol w="179228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40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𝒏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𝒏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𝒏</m:t>
                                    </m:r>
                                  </m:sup>
                                </m:sSubSup>
                                <m:r>
                                  <a:rPr kumimoji="1" lang="en-US" altLang="zh-CN" sz="2400" b="0" i="1" kern="1200" dirty="0" smtClean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/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400" i="1" kern="1200" dirty="0" smtClean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/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kumimoji="1" lang="en-US" altLang="zh-CN" sz="2400" i="1" kern="1200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endParaRP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𝒏</m:t>
                                    </m:r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𝒏</m:t>
                                    </m:r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kumimoji="1" lang="en-US" altLang="zh-CN" sz="240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kumimoji="1" lang="en-US" altLang="zh-CN" sz="2400" i="1" kern="1200" dirty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𝒏</m:t>
                                    </m:r>
                                    <m:r>
                                      <a:rPr kumimoji="1" lang="en-US" altLang="zh-CN" sz="2400" b="0" i="1" kern="1200" dirty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kumimoji="1" lang="en-US" altLang="zh-CN" sz="2400" b="0" i="1" kern="1200" dirty="0" smtClean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/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1" lang="en-US" altLang="zh-CN" sz="2400" b="1" i="0" u="none" strike="noStrike" cap="none" normalizeH="0" baseline="30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2400" b="0" i="1" kern="1200" dirty="0" smtClean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/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𝑍</m:t>
                                </m:r>
                              </m:oMath>
                            </m:oMathPara>
                          </a14:m>
                          <a:endParaRPr kumimoji="1" lang="en-US" altLang="zh-CN" sz="2400" i="1" kern="1200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0    0    1    0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0    0    1    1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0       1       0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0       1       1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0    1    1    0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1       0       0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0    1    1    1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0       1       1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683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1    0    0    0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698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1    0    0    1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Group 47">
                <a:extLst>
                  <a:ext uri="{FF2B5EF4-FFF2-40B4-BE49-F238E27FC236}">
                    <a16:creationId xmlns:a16="http://schemas.microsoft.com/office/drawing/2014/main" xmlns="" id="{C4DAB046-7794-44CF-9FB2-DDC4E95AB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3727091"/>
                  </p:ext>
                </p:extLst>
              </p:nvPr>
            </p:nvGraphicFramePr>
            <p:xfrm>
              <a:off x="190192" y="829670"/>
              <a:ext cx="4625975" cy="5044567"/>
            </p:xfrm>
            <a:graphic>
              <a:graphicData uri="http://schemas.openxmlformats.org/drawingml/2006/table">
                <a:tbl>
                  <a:tblPr/>
                  <a:tblGrid>
                    <a:gridCol w="1792287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22408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7256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2721" t="-5128" r="-160544" b="-99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82514" t="-5128" r="-28962" b="-99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668000" t="-5128" r="-6000" b="-99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0    0    1    0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0    0    1    1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0       1       0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0       1       1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0    1    1    0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1       0       0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0    1    1    1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0       1       1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1    0    0    0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1    0    0    1</a:t>
                          </a:r>
                        </a:p>
                      </a:txBody>
                      <a:tcPr horzOverflow="overflow">
                        <a:lnL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  0       0       1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3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6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2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 sz="200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latin typeface="Times New Roman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99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108">
            <a:extLst>
              <a:ext uri="{FF2B5EF4-FFF2-40B4-BE49-F238E27FC236}">
                <a16:creationId xmlns:a16="http://schemas.microsoft.com/office/drawing/2014/main" id="{6376897F-EDC8-49AE-B230-BCEF52650338}"/>
              </a:ext>
            </a:extLst>
          </p:cNvPr>
          <p:cNvGrpSpPr>
            <a:grpSpLocks/>
          </p:cNvGrpSpPr>
          <p:nvPr/>
        </p:nvGrpSpPr>
        <p:grpSpPr bwMode="auto">
          <a:xfrm>
            <a:off x="4838700" y="690754"/>
            <a:ext cx="3938588" cy="3811587"/>
            <a:chOff x="3048" y="203"/>
            <a:chExt cx="2481" cy="24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BE8EFD1-8CE3-44E9-BD09-540C935629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8" y="391"/>
              <a:ext cx="2481" cy="2213"/>
              <a:chOff x="1129" y="1029"/>
              <a:chExt cx="2481" cy="2213"/>
            </a:xfrm>
          </p:grpSpPr>
          <p:grpSp>
            <p:nvGrpSpPr>
              <p:cNvPr id="17" name="Group 5">
                <a:extLst>
                  <a:ext uri="{FF2B5EF4-FFF2-40B4-BE49-F238E27FC236}">
                    <a16:creationId xmlns:a16="http://schemas.microsoft.com/office/drawing/2014/main" id="{292EB8EA-F572-4421-9685-814DF3922A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4" y="1571"/>
                <a:ext cx="1856" cy="1671"/>
                <a:chOff x="816" y="1570"/>
                <a:chExt cx="1994" cy="1969"/>
              </a:xfrm>
            </p:grpSpPr>
            <p:sp>
              <p:nvSpPr>
                <p:cNvPr id="31" name="Rectangle 6">
                  <a:extLst>
                    <a:ext uri="{FF2B5EF4-FFF2-40B4-BE49-F238E27FC236}">
                      <a16:creationId xmlns:a16="http://schemas.microsoft.com/office/drawing/2014/main" id="{2E8DF7F3-69CC-4835-AFFB-E8962C4662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1" y="3046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2" name="Rectangle 7">
                  <a:extLst>
                    <a:ext uri="{FF2B5EF4-FFF2-40B4-BE49-F238E27FC236}">
                      <a16:creationId xmlns:a16="http://schemas.microsoft.com/office/drawing/2014/main" id="{00A66CD1-B8E5-4A28-947E-5172351C54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3046"/>
                  <a:ext cx="497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" name="Rectangle 8">
                  <a:extLst>
                    <a:ext uri="{FF2B5EF4-FFF2-40B4-BE49-F238E27FC236}">
                      <a16:creationId xmlns:a16="http://schemas.microsoft.com/office/drawing/2014/main" id="{42B40C99-B34C-4B7C-A3B5-681200386D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4" y="3046"/>
                  <a:ext cx="502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" name="Rectangle 9">
                  <a:extLst>
                    <a:ext uri="{FF2B5EF4-FFF2-40B4-BE49-F238E27FC236}">
                      <a16:creationId xmlns:a16="http://schemas.microsoft.com/office/drawing/2014/main" id="{6F4CDD1C-6960-42D7-964D-A3AAFC8736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3046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5" name="Rectangle 10">
                  <a:extLst>
                    <a:ext uri="{FF2B5EF4-FFF2-40B4-BE49-F238E27FC236}">
                      <a16:creationId xmlns:a16="http://schemas.microsoft.com/office/drawing/2014/main" id="{EB780B19-9CA8-41F2-BBE7-4244B7531B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1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6" name="Rectangle 11">
                  <a:extLst>
                    <a:ext uri="{FF2B5EF4-FFF2-40B4-BE49-F238E27FC236}">
                      <a16:creationId xmlns:a16="http://schemas.microsoft.com/office/drawing/2014/main" id="{00C99899-FE9B-4401-A958-FEC4A2A48B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554"/>
                  <a:ext cx="497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7" name="Rectangle 12">
                  <a:extLst>
                    <a:ext uri="{FF2B5EF4-FFF2-40B4-BE49-F238E27FC236}">
                      <a16:creationId xmlns:a16="http://schemas.microsoft.com/office/drawing/2014/main" id="{021BBDD0-3ED7-4CCB-AFCE-A5926C550E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4" y="2554"/>
                  <a:ext cx="502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8" name="Rectangle 13">
                  <a:extLst>
                    <a:ext uri="{FF2B5EF4-FFF2-40B4-BE49-F238E27FC236}">
                      <a16:creationId xmlns:a16="http://schemas.microsoft.com/office/drawing/2014/main" id="{A176283C-DB37-4E73-A197-3C185853C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9" name="Rectangle 14">
                  <a:extLst>
                    <a:ext uri="{FF2B5EF4-FFF2-40B4-BE49-F238E27FC236}">
                      <a16:creationId xmlns:a16="http://schemas.microsoft.com/office/drawing/2014/main" id="{47101A56-46FE-4A64-A1A5-EDBD17AEC6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1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" name="Rectangle 15">
                  <a:extLst>
                    <a:ext uri="{FF2B5EF4-FFF2-40B4-BE49-F238E27FC236}">
                      <a16:creationId xmlns:a16="http://schemas.microsoft.com/office/drawing/2014/main" id="{8DA0BFDF-F468-4993-893C-449E1CEBE3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061"/>
                  <a:ext cx="497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1" name="Rectangle 16">
                  <a:extLst>
                    <a:ext uri="{FF2B5EF4-FFF2-40B4-BE49-F238E27FC236}">
                      <a16:creationId xmlns:a16="http://schemas.microsoft.com/office/drawing/2014/main" id="{C185A12B-7F4F-47A4-9B86-DC6300FF7C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4" y="2061"/>
                  <a:ext cx="502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" name="Rectangle 17">
                  <a:extLst>
                    <a:ext uri="{FF2B5EF4-FFF2-40B4-BE49-F238E27FC236}">
                      <a16:creationId xmlns:a16="http://schemas.microsoft.com/office/drawing/2014/main" id="{E036A1B9-3BE0-4593-989A-E48EBE3F06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" name="Rectangle 18">
                  <a:extLst>
                    <a:ext uri="{FF2B5EF4-FFF2-40B4-BE49-F238E27FC236}">
                      <a16:creationId xmlns:a16="http://schemas.microsoft.com/office/drawing/2014/main" id="{576B8934-52ED-426A-9A63-77FAE3C1AA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1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4" name="Rectangle 19">
                  <a:extLst>
                    <a:ext uri="{FF2B5EF4-FFF2-40B4-BE49-F238E27FC236}">
                      <a16:creationId xmlns:a16="http://schemas.microsoft.com/office/drawing/2014/main" id="{488F491B-52D5-449E-A06A-60FF8B6FF5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1570"/>
                  <a:ext cx="497" cy="49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5" name="Rectangle 20">
                  <a:extLst>
                    <a:ext uri="{FF2B5EF4-FFF2-40B4-BE49-F238E27FC236}">
                      <a16:creationId xmlns:a16="http://schemas.microsoft.com/office/drawing/2014/main" id="{26C62782-9608-4E35-822F-A9542E5D19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4" y="1570"/>
                  <a:ext cx="502" cy="49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6" name="Rectangle 21">
                  <a:extLst>
                    <a:ext uri="{FF2B5EF4-FFF2-40B4-BE49-F238E27FC236}">
                      <a16:creationId xmlns:a16="http://schemas.microsoft.com/office/drawing/2014/main" id="{D5B3442E-D325-42B3-B12E-82EAA691DE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1pPr>
                  <a:lvl2pPr>
                    <a:spcBef>
                      <a:spcPct val="20000"/>
                    </a:spcBef>
                    <a:buChar char="–"/>
                    <a:defRPr kumimoji="1" sz="26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2pPr>
                  <a:lvl3pPr>
                    <a:spcBef>
                      <a:spcPct val="20000"/>
                    </a:spcBef>
                    <a:buChar char="•"/>
                    <a:defRPr kumimoji="1" sz="2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3pPr>
                  <a:lvl4pPr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4pPr>
                  <a:lvl5pPr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7" name="Line 22">
                  <a:extLst>
                    <a:ext uri="{FF2B5EF4-FFF2-40B4-BE49-F238E27FC236}">
                      <a16:creationId xmlns:a16="http://schemas.microsoft.com/office/drawing/2014/main" id="{FD0041D2-F215-4965-AB51-EB880FCBE5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Line 23">
                  <a:extLst>
                    <a:ext uri="{FF2B5EF4-FFF2-40B4-BE49-F238E27FC236}">
                      <a16:creationId xmlns:a16="http://schemas.microsoft.com/office/drawing/2014/main" id="{5B95C0F1-B181-4FA6-BAFF-6961DF2614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061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" name="Line 24">
                  <a:extLst>
                    <a:ext uri="{FF2B5EF4-FFF2-40B4-BE49-F238E27FC236}">
                      <a16:creationId xmlns:a16="http://schemas.microsoft.com/office/drawing/2014/main" id="{DE30CF12-4192-4D84-A5F4-5995E01A33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554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0" name="Line 25">
                  <a:extLst>
                    <a:ext uri="{FF2B5EF4-FFF2-40B4-BE49-F238E27FC236}">
                      <a16:creationId xmlns:a16="http://schemas.microsoft.com/office/drawing/2014/main" id="{513C0361-4692-4A77-9437-DF4FDFC3B7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047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Line 26">
                  <a:extLst>
                    <a:ext uri="{FF2B5EF4-FFF2-40B4-BE49-F238E27FC236}">
                      <a16:creationId xmlns:a16="http://schemas.microsoft.com/office/drawing/2014/main" id="{F9455150-DCCC-4811-B40D-CE5A210E6D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539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2" name="Line 27">
                  <a:extLst>
                    <a:ext uri="{FF2B5EF4-FFF2-40B4-BE49-F238E27FC236}">
                      <a16:creationId xmlns:a16="http://schemas.microsoft.com/office/drawing/2014/main" id="{81A4E50D-AF12-4B9A-AF9A-129F656EF4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3" name="Line 28">
                  <a:extLst>
                    <a:ext uri="{FF2B5EF4-FFF2-40B4-BE49-F238E27FC236}">
                      <a16:creationId xmlns:a16="http://schemas.microsoft.com/office/drawing/2014/main" id="{40AEEA2A-9D0F-4A3A-84FE-3F7AAEF1E3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15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" name="Line 29">
                  <a:extLst>
                    <a:ext uri="{FF2B5EF4-FFF2-40B4-BE49-F238E27FC236}">
                      <a16:creationId xmlns:a16="http://schemas.microsoft.com/office/drawing/2014/main" id="{15BBEC16-AC50-4D8F-B132-099DC42B82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4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5" name="Line 30">
                  <a:extLst>
                    <a:ext uri="{FF2B5EF4-FFF2-40B4-BE49-F238E27FC236}">
                      <a16:creationId xmlns:a16="http://schemas.microsoft.com/office/drawing/2014/main" id="{49BB61CB-9871-4FB8-B043-9B0879029A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2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6" name="Line 31">
                  <a:extLst>
                    <a:ext uri="{FF2B5EF4-FFF2-40B4-BE49-F238E27FC236}">
                      <a16:creationId xmlns:a16="http://schemas.microsoft.com/office/drawing/2014/main" id="{552B857F-5602-446B-98DA-3C929AFA20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0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8" name="Line 32">
                <a:extLst>
                  <a:ext uri="{FF2B5EF4-FFF2-40B4-BE49-F238E27FC236}">
                    <a16:creationId xmlns:a16="http://schemas.microsoft.com/office/drawing/2014/main" id="{3F24105D-48B5-48EB-8948-0EFA95441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398" y="1231"/>
                <a:ext cx="343" cy="3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Text Box 33">
                <a:extLst>
                  <a:ext uri="{FF2B5EF4-FFF2-40B4-BE49-F238E27FC236}">
                    <a16:creationId xmlns:a16="http://schemas.microsoft.com/office/drawing/2014/main" id="{0AEF7A3B-9E1C-431D-AEA9-1D08DAF911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06" y="131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20" name="Text Box 34">
                <a:extLst>
                  <a:ext uri="{FF2B5EF4-FFF2-40B4-BE49-F238E27FC236}">
                    <a16:creationId xmlns:a16="http://schemas.microsoft.com/office/drawing/2014/main" id="{8EA5F836-1A02-432E-935C-DEE70FE74E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2" y="130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21" name="Text Box 35">
                <a:extLst>
                  <a:ext uri="{FF2B5EF4-FFF2-40B4-BE49-F238E27FC236}">
                    <a16:creationId xmlns:a16="http://schemas.microsoft.com/office/drawing/2014/main" id="{474D2F18-423F-43F5-9A52-8F8BB79F7C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6" y="131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22" name="Text Box 36">
                <a:extLst>
                  <a:ext uri="{FF2B5EF4-FFF2-40B4-BE49-F238E27FC236}">
                    <a16:creationId xmlns:a16="http://schemas.microsoft.com/office/drawing/2014/main" id="{BEBFDA97-3021-499E-8A42-50893881EF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1" y="130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23" name="Text Box 37">
                <a:extLst>
                  <a:ext uri="{FF2B5EF4-FFF2-40B4-BE49-F238E27FC236}">
                    <a16:creationId xmlns:a16="http://schemas.microsoft.com/office/drawing/2014/main" id="{A75F55A7-AF67-4AB4-B1E7-7923B0C1E8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1" y="164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24" name="Text Box 38">
                <a:extLst>
                  <a:ext uri="{FF2B5EF4-FFF2-40B4-BE49-F238E27FC236}">
                    <a16:creationId xmlns:a16="http://schemas.microsoft.com/office/drawing/2014/main" id="{665E994F-5D33-4248-BCA4-41883A3CE5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0" y="245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25" name="Text Box 39">
                <a:extLst>
                  <a:ext uri="{FF2B5EF4-FFF2-40B4-BE49-F238E27FC236}">
                    <a16:creationId xmlns:a16="http://schemas.microsoft.com/office/drawing/2014/main" id="{98FC0D11-E8C5-4213-B205-A6D6539506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1" y="2037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26" name="Text Box 40">
                <a:extLst>
                  <a:ext uri="{FF2B5EF4-FFF2-40B4-BE49-F238E27FC236}">
                    <a16:creationId xmlns:a16="http://schemas.microsoft.com/office/drawing/2014/main" id="{951E53B0-6CFB-435D-9CAA-077C70662D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1" y="2867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 Box 41">
                    <a:extLst>
                      <a:ext uri="{FF2B5EF4-FFF2-40B4-BE49-F238E27FC236}">
                        <a16:creationId xmlns:a16="http://schemas.microsoft.com/office/drawing/2014/main" id="{89FFE2D4-B98C-49B4-A7B4-D8F86C53CF4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29" y="1232"/>
                    <a:ext cx="464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Text Box 41">
                    <a:extLst>
                      <a:ext uri="{FF2B5EF4-FFF2-40B4-BE49-F238E27FC236}">
                        <a16:creationId xmlns:a16="http://schemas.microsoft.com/office/drawing/2014/main" xmlns="" id="{89FFE2D4-B98C-49B4-A7B4-D8F86C53CF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129" y="1232"/>
                    <a:ext cx="464" cy="288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16000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 Box 42">
                    <a:extLst>
                      <a:ext uri="{FF2B5EF4-FFF2-40B4-BE49-F238E27FC236}">
                        <a16:creationId xmlns:a16="http://schemas.microsoft.com/office/drawing/2014/main" id="{F20ED9E1-C035-432C-BA63-65044BD6AD9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26" y="1220"/>
                    <a:ext cx="329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𝑿</m:t>
                          </m:r>
                        </m:oMath>
                      </m:oMathPara>
                    </a14:m>
                    <a:endParaRPr lang="en-US" altLang="zh-CN" sz="2400" i="1" dirty="0">
                      <a:solidFill>
                        <a:srgbClr val="FF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28" name="Text Box 42">
                    <a:extLst>
                      <a:ext uri="{FF2B5EF4-FFF2-40B4-BE49-F238E27FC236}">
                        <a16:creationId xmlns:a16="http://schemas.microsoft.com/office/drawing/2014/main" xmlns="" id="{F20ED9E1-C035-432C-BA63-65044BD6AD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626" y="1220"/>
                    <a:ext cx="329" cy="288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l="-2326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 Box 43">
                    <a:extLst>
                      <a:ext uri="{FF2B5EF4-FFF2-40B4-BE49-F238E27FC236}">
                        <a16:creationId xmlns:a16="http://schemas.microsoft.com/office/drawing/2014/main" id="{EDFBE2B1-357F-4B3D-9397-00C494CE51A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21" y="1412"/>
                    <a:ext cx="464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9" name="Text Box 43">
                    <a:extLst>
                      <a:ext uri="{FF2B5EF4-FFF2-40B4-BE49-F238E27FC236}">
                        <a16:creationId xmlns:a16="http://schemas.microsoft.com/office/drawing/2014/main" xmlns="" id="{EDFBE2B1-357F-4B3D-9397-00C494CE51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21" y="1412"/>
                    <a:ext cx="464" cy="288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b="-16000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 Box 44">
                    <a:extLst>
                      <a:ext uri="{FF2B5EF4-FFF2-40B4-BE49-F238E27FC236}">
                        <a16:creationId xmlns:a16="http://schemas.microsoft.com/office/drawing/2014/main" id="{3E4AA275-B276-4990-A8C3-A44EDB1A3C5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43" y="1029"/>
                    <a:ext cx="464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lvl="0" eaLnBrk="1" hangingPunct="1">
                      <a:spcBef>
                        <a:spcPct val="50000"/>
                      </a:spcBef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oMath>
                      </m:oMathPara>
                    </a14:m>
                    <a:endParaRPr kumimoji="1" lang="en-US" altLang="zh-CN" sz="2400" b="1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0" name="Text Box 44">
                    <a:extLst>
                      <a:ext uri="{FF2B5EF4-FFF2-40B4-BE49-F238E27FC236}">
                        <a16:creationId xmlns:a16="http://schemas.microsoft.com/office/drawing/2014/main" xmlns="" id="{3E4AA275-B276-4990-A8C3-A44EDB1A3C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43" y="1029"/>
                    <a:ext cx="464" cy="288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b="-16000"/>
                    </a:stretch>
                  </a:blipFill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" name="Text Box 46">
              <a:extLst>
                <a:ext uri="{FF2B5EF4-FFF2-40B4-BE49-F238E27FC236}">
                  <a16:creationId xmlns:a16="http://schemas.microsoft.com/office/drawing/2014/main" id="{3ACDF945-856F-471A-B3E4-36CCCC7E85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8" y="1000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grpSp>
          <p:nvGrpSpPr>
            <p:cNvPr id="7" name="Group 97">
              <a:extLst>
                <a:ext uri="{FF2B5EF4-FFF2-40B4-BE49-F238E27FC236}">
                  <a16:creationId xmlns:a16="http://schemas.microsoft.com/office/drawing/2014/main" id="{DFE2FA01-AFA6-40FB-BE25-4D4C9FE794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9" y="1820"/>
              <a:ext cx="1762" cy="717"/>
              <a:chOff x="1220" y="2395"/>
              <a:chExt cx="1762" cy="717"/>
            </a:xfrm>
          </p:grpSpPr>
          <p:sp>
            <p:nvSpPr>
              <p:cNvPr id="11" name="Text Box 98">
                <a:extLst>
                  <a:ext uri="{FF2B5EF4-FFF2-40B4-BE49-F238E27FC236}">
                    <a16:creationId xmlns:a16="http://schemas.microsoft.com/office/drawing/2014/main" id="{567BCD87-DCEF-4902-B315-C735E5D662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0" y="2417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12" name="Text Box 99">
                <a:extLst>
                  <a:ext uri="{FF2B5EF4-FFF2-40B4-BE49-F238E27FC236}">
                    <a16:creationId xmlns:a16="http://schemas.microsoft.com/office/drawing/2014/main" id="{6DB8E69A-AD8E-40B7-B708-FB45808EF6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5" y="2406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13" name="Text Box 100">
                <a:extLst>
                  <a:ext uri="{FF2B5EF4-FFF2-40B4-BE49-F238E27FC236}">
                    <a16:creationId xmlns:a16="http://schemas.microsoft.com/office/drawing/2014/main" id="{E461CAE8-3241-4EC5-82F7-EAC6A49767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4" y="2406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14" name="Text Box 101">
                <a:extLst>
                  <a:ext uri="{FF2B5EF4-FFF2-40B4-BE49-F238E27FC236}">
                    <a16:creationId xmlns:a16="http://schemas.microsoft.com/office/drawing/2014/main" id="{BC1C867F-70CA-4C30-A942-CC0AFDD190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4" y="2395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15" name="Text Box 102">
                <a:extLst>
                  <a:ext uri="{FF2B5EF4-FFF2-40B4-BE49-F238E27FC236}">
                    <a16:creationId xmlns:a16="http://schemas.microsoft.com/office/drawing/2014/main" id="{13B9D6E5-4BFA-42D3-B359-B33D1F0009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3" y="2824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16" name="Text Box 103">
                <a:extLst>
                  <a:ext uri="{FF2B5EF4-FFF2-40B4-BE49-F238E27FC236}">
                    <a16:creationId xmlns:a16="http://schemas.microsoft.com/office/drawing/2014/main" id="{801EACA7-244A-44F7-A46F-02025772EA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4" y="2813"/>
                <a:ext cx="328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8" name="Text Box 104">
              <a:extLst>
                <a:ext uri="{FF2B5EF4-FFF2-40B4-BE49-F238E27FC236}">
                  <a16:creationId xmlns:a16="http://schemas.microsoft.com/office/drawing/2014/main" id="{27BAB5BD-EAF7-4716-9456-D44840748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1385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9" name="Text Box 105">
              <a:extLst>
                <a:ext uri="{FF2B5EF4-FFF2-40B4-BE49-F238E27FC236}">
                  <a16:creationId xmlns:a16="http://schemas.microsoft.com/office/drawing/2014/main" id="{C82C352E-B6C2-40B6-B788-9510EC7E7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1" y="1395"/>
              <a:ext cx="328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106">
                  <a:extLst>
                    <a:ext uri="{FF2B5EF4-FFF2-40B4-BE49-F238E27FC236}">
                      <a16:creationId xmlns:a16="http://schemas.microsoft.com/office/drawing/2014/main" id="{5E91137F-3E02-46C4-A3B9-3EF2E8F626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18" y="203"/>
                  <a:ext cx="1422" cy="341"/>
                </a:xfrm>
                <a:prstGeom prst="rect">
                  <a:avLst/>
                </a:prstGeom>
                <a:noFill/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kumimoji="1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卡诺图</a:t>
                  </a:r>
                </a:p>
              </p:txBody>
            </p:sp>
          </mc:Choice>
          <mc:Fallback xmlns="">
            <p:sp>
              <p:nvSpPr>
                <p:cNvPr id="10" name="Text Box 106">
                  <a:extLst>
                    <a:ext uri="{FF2B5EF4-FFF2-40B4-BE49-F238E27FC236}">
                      <a16:creationId xmlns:a16="http://schemas.microsoft.com/office/drawing/2014/main" xmlns="" id="{5E91137F-3E02-46C4-A3B9-3EF2E8F626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18" y="203"/>
                  <a:ext cx="1422" cy="341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8421" b="-21053"/>
                  </a:stretch>
                </a:blipFill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111">
            <a:extLst>
              <a:ext uri="{FF2B5EF4-FFF2-40B4-BE49-F238E27FC236}">
                <a16:creationId xmlns:a16="http://schemas.microsoft.com/office/drawing/2014/main" id="{6F738BE9-5131-4A87-A628-5103F8B71852}"/>
              </a:ext>
            </a:extLst>
          </p:cNvPr>
          <p:cNvGrpSpPr>
            <a:grpSpLocks/>
          </p:cNvGrpSpPr>
          <p:nvPr/>
        </p:nvGrpSpPr>
        <p:grpSpPr bwMode="auto">
          <a:xfrm>
            <a:off x="7386638" y="1855979"/>
            <a:ext cx="449262" cy="2636837"/>
            <a:chOff x="4653" y="937"/>
            <a:chExt cx="283" cy="1661"/>
          </a:xfrm>
        </p:grpSpPr>
        <p:sp>
          <p:nvSpPr>
            <p:cNvPr id="58" name="AutoShape 109">
              <a:extLst>
                <a:ext uri="{FF2B5EF4-FFF2-40B4-BE49-F238E27FC236}">
                  <a16:creationId xmlns:a16="http://schemas.microsoft.com/office/drawing/2014/main" id="{8B4992E3-7AFD-43E4-B975-5C8CB9E72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3" y="937"/>
              <a:ext cx="215" cy="328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AutoShape 110">
              <a:extLst>
                <a:ext uri="{FF2B5EF4-FFF2-40B4-BE49-F238E27FC236}">
                  <a16:creationId xmlns:a16="http://schemas.microsoft.com/office/drawing/2014/main" id="{A6D301F4-98BA-4BD2-9410-AB26CAB67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" y="2270"/>
              <a:ext cx="215" cy="328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0" name="AutoShape 112">
            <a:extLst>
              <a:ext uri="{FF2B5EF4-FFF2-40B4-BE49-F238E27FC236}">
                <a16:creationId xmlns:a16="http://schemas.microsoft.com/office/drawing/2014/main" id="{9001FD90-05E3-4EA2-AC78-8BD626B5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25" y="2610041"/>
            <a:ext cx="1255713" cy="11477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366858" y="4645671"/>
                <a:ext cx="3790784" cy="533400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p>
                      </m:sSubSup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𝑿</m:t>
                      </m:r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sSubSup>
                        <m:sSub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𝑿</m:t>
                      </m:r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1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858" y="4645671"/>
                <a:ext cx="3790784" cy="5334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372569" y="5278583"/>
                <a:ext cx="3790784" cy="533400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𝑿</m:t>
                      </m:r>
                      <m:r>
                        <a:rPr lang="zh-CN" altLang="en-US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，</m:t>
                      </m:r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𝑿</m:t>
                          </m:r>
                        </m:e>
                      </m:acc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2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569" y="5278583"/>
                <a:ext cx="3790784" cy="53340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740" y="5896514"/>
                <a:ext cx="8366078" cy="966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同样的方法，可求出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𝐽</m:t>
                        </m:r>
                      </m:e>
                      <m:sub>
                        <m: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zh-CN" alt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、</m:t>
                    </m:r>
                    <m:sSub>
                      <m:sSubPr>
                        <m:ctrlP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𝐾</m:t>
                        </m:r>
                      </m:e>
                      <m:sub>
                        <m: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𝐽</m:t>
                        </m:r>
                      </m:e>
                      <m:sub>
                        <m: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𝐾</m:t>
                        </m:r>
                      </m:e>
                      <m:sub>
                        <m: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及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𝑍</m:t>
                    </m:r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，结果与方法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相同</a:t>
                </a:r>
                <a:endParaRPr lang="en-US" altLang="zh-CN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3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40" y="5896514"/>
                <a:ext cx="8366078" cy="966806"/>
              </a:xfrm>
              <a:prstGeom prst="rect">
                <a:avLst/>
              </a:prstGeom>
              <a:blipFill rotWithShape="0">
                <a:blip r:embed="rId10"/>
                <a:stretch>
                  <a:fillRect l="-291" t="-6832" r="-146" b="-1428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51714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0" grpId="0" animBg="1"/>
      <p:bldP spid="61" grpId="0"/>
      <p:bldP spid="62" grpId="0"/>
      <p:bldP spid="6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9147088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电路图：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697469" y="839247"/>
                <a:ext cx="2629781" cy="1055219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𝑿</m:t>
                      </m:r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𝑿</m:t>
                          </m:r>
                        </m:e>
                      </m:acc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469" y="839247"/>
                <a:ext cx="2629781" cy="105521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842442" y="841519"/>
                <a:ext cx="2629781" cy="1055219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𝑿</m:t>
                      </m:r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sup>
                          </m:sSub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𝑿</m:t>
                          </m:r>
                        </m:e>
                      </m:acc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442" y="841519"/>
                <a:ext cx="2629781" cy="105521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137542" y="843791"/>
                <a:ext cx="1869981" cy="1055219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𝒁</m:t>
                      </m:r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𝑿</m:t>
                          </m:r>
                        </m:e>
                      </m:acc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542" y="843791"/>
                <a:ext cx="1869981" cy="105521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AF4ACD86-F5B7-4D89-AD38-B2E35E45D6A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32316" y="843791"/>
                <a:ext cx="2635206" cy="533400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0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𝑿</m:t>
                          </m:r>
                        </m:e>
                      </m:acc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𝟏</m:t>
                      </m:r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Rectangle 2">
                <a:extLst>
                  <a:ext uri="{FF2B5EF4-FFF2-40B4-BE49-F238E27FC236}">
                    <a16:creationId xmlns="" xmlns:a16="http://schemas.microsoft.com/office/drawing/2014/main" id="{AF4ACD86-F5B7-4D89-AD38-B2E35E45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16" y="843791"/>
                <a:ext cx="2635206" cy="533400"/>
              </a:xfrm>
              <a:prstGeom prst="rect">
                <a:avLst/>
              </a:prstGeom>
              <a:blipFill rotWithShape="0">
                <a:blip r:embed="rId5"/>
                <a:stretch>
                  <a:fillRect b="-693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157">
            <a:extLst>
              <a:ext uri="{FF2B5EF4-FFF2-40B4-BE49-F238E27FC236}">
                <a16:creationId xmlns:a16="http://schemas.microsoft.com/office/drawing/2014/main" id="{D6AD9C40-EDE9-4931-803A-A0446DFBCE24}"/>
              </a:ext>
            </a:extLst>
          </p:cNvPr>
          <p:cNvGrpSpPr>
            <a:grpSpLocks/>
          </p:cNvGrpSpPr>
          <p:nvPr/>
        </p:nvGrpSpPr>
        <p:grpSpPr bwMode="auto">
          <a:xfrm>
            <a:off x="185785" y="2566158"/>
            <a:ext cx="8821738" cy="3224213"/>
            <a:chOff x="66" y="1840"/>
            <a:chExt cx="5557" cy="2031"/>
          </a:xfrm>
        </p:grpSpPr>
        <p:grpSp>
          <p:nvGrpSpPr>
            <p:cNvPr id="8" name="Group 146">
              <a:extLst>
                <a:ext uri="{FF2B5EF4-FFF2-40B4-BE49-F238E27FC236}">
                  <a16:creationId xmlns:a16="http://schemas.microsoft.com/office/drawing/2014/main" id="{15C02C36-0CE0-46DB-959D-99F66DA4A5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" y="1840"/>
              <a:ext cx="5557" cy="2031"/>
              <a:chOff x="66" y="1840"/>
              <a:chExt cx="5557" cy="2031"/>
            </a:xfrm>
          </p:grpSpPr>
          <p:sp>
            <p:nvSpPr>
              <p:cNvPr id="17" name="Rectangle 21">
                <a:extLst>
                  <a:ext uri="{FF2B5EF4-FFF2-40B4-BE49-F238E27FC236}">
                    <a16:creationId xmlns:a16="http://schemas.microsoft.com/office/drawing/2014/main" id="{1A3CF008-BD68-4643-8688-D13C150B8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5" y="2165"/>
                <a:ext cx="502" cy="76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AutoShape 22">
                <a:extLst>
                  <a:ext uri="{FF2B5EF4-FFF2-40B4-BE49-F238E27FC236}">
                    <a16:creationId xmlns:a16="http://schemas.microsoft.com/office/drawing/2014/main" id="{724CFB52-F867-472B-A6D7-FD7F409C2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138" y="2510"/>
                <a:ext cx="157" cy="12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Oval 23">
                <a:extLst>
                  <a:ext uri="{FF2B5EF4-FFF2-40B4-BE49-F238E27FC236}">
                    <a16:creationId xmlns:a16="http://schemas.microsoft.com/office/drawing/2014/main" id="{83879200-A718-48BE-8886-DCA8D2057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5" y="2695"/>
                <a:ext cx="82" cy="9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Oval 24">
                <a:extLst>
                  <a:ext uri="{FF2B5EF4-FFF2-40B4-BE49-F238E27FC236}">
                    <a16:creationId xmlns:a16="http://schemas.microsoft.com/office/drawing/2014/main" id="{67AA1A9F-FB3F-409E-A2EC-7960F20B7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" y="2526"/>
                <a:ext cx="82" cy="9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Text Box 26">
                <a:extLst>
                  <a:ext uri="{FF2B5EF4-FFF2-40B4-BE49-F238E27FC236}">
                    <a16:creationId xmlns:a16="http://schemas.microsoft.com/office/drawing/2014/main" id="{6DBC69A8-E67A-4F63-8134-DD3F200E71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5" y="2143"/>
                <a:ext cx="32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J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22" name="Text Box 27">
                <a:extLst>
                  <a:ext uri="{FF2B5EF4-FFF2-40B4-BE49-F238E27FC236}">
                    <a16:creationId xmlns:a16="http://schemas.microsoft.com/office/drawing/2014/main" id="{8A6247CC-BE8D-43BC-A926-A73110FF49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5" y="2640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K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23" name="Text Box 28">
                <a:extLst>
                  <a:ext uri="{FF2B5EF4-FFF2-40B4-BE49-F238E27FC236}">
                    <a16:creationId xmlns:a16="http://schemas.microsoft.com/office/drawing/2014/main" id="{5BDAA102-5291-4DC9-A67D-0E4B80374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0" y="2121"/>
                <a:ext cx="37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24" name="Text Box 29">
                <a:extLst>
                  <a:ext uri="{FF2B5EF4-FFF2-40B4-BE49-F238E27FC236}">
                    <a16:creationId xmlns:a16="http://schemas.microsoft.com/office/drawing/2014/main" id="{12B9CB08-F14F-4AD1-AD16-4339296C6A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9" y="2597"/>
                <a:ext cx="385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25" name="Line 30">
                <a:extLst>
                  <a:ext uri="{FF2B5EF4-FFF2-40B4-BE49-F238E27FC236}">
                    <a16:creationId xmlns:a16="http://schemas.microsoft.com/office/drawing/2014/main" id="{DDAA6984-2F87-4CE4-BFEF-08957F8F8B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1" y="2651"/>
                <a:ext cx="16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Oval 32">
                <a:extLst>
                  <a:ext uri="{FF2B5EF4-FFF2-40B4-BE49-F238E27FC236}">
                    <a16:creationId xmlns:a16="http://schemas.microsoft.com/office/drawing/2014/main" id="{6C475146-CA73-45FE-9D62-AE697FF02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9" y="2944"/>
                <a:ext cx="82" cy="9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35">
                <a:extLst>
                  <a:ext uri="{FF2B5EF4-FFF2-40B4-BE49-F238E27FC236}">
                    <a16:creationId xmlns:a16="http://schemas.microsoft.com/office/drawing/2014/main" id="{C319190E-5D2C-4175-A302-4A142A5F7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0" y="2166"/>
                <a:ext cx="503" cy="76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AutoShape 36">
                <a:extLst>
                  <a:ext uri="{FF2B5EF4-FFF2-40B4-BE49-F238E27FC236}">
                    <a16:creationId xmlns:a16="http://schemas.microsoft.com/office/drawing/2014/main" id="{4088CEB0-AC4B-4B91-9961-9C15353EE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633" y="2511"/>
                <a:ext cx="157" cy="12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Oval 37">
                <a:extLst>
                  <a:ext uri="{FF2B5EF4-FFF2-40B4-BE49-F238E27FC236}">
                    <a16:creationId xmlns:a16="http://schemas.microsoft.com/office/drawing/2014/main" id="{76FDABBD-3BE9-4D44-93F7-87F67C22F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9" y="2696"/>
                <a:ext cx="66" cy="9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Oval 38">
                <a:extLst>
                  <a:ext uri="{FF2B5EF4-FFF2-40B4-BE49-F238E27FC236}">
                    <a16:creationId xmlns:a16="http://schemas.microsoft.com/office/drawing/2014/main" id="{A2238BDA-5A12-43EF-A11C-DD86CE1B1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2527"/>
                <a:ext cx="82" cy="9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Text Box 39">
                <a:extLst>
                  <a:ext uri="{FF2B5EF4-FFF2-40B4-BE49-F238E27FC236}">
                    <a16:creationId xmlns:a16="http://schemas.microsoft.com/office/drawing/2014/main" id="{51C216D2-ADA7-4F03-9DDD-8F3BD3D035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1" y="2144"/>
                <a:ext cx="32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J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32" name="Text Box 40">
                <a:extLst>
                  <a:ext uri="{FF2B5EF4-FFF2-40B4-BE49-F238E27FC236}">
                    <a16:creationId xmlns:a16="http://schemas.microsoft.com/office/drawing/2014/main" id="{506296C2-C73F-4BE1-B224-0E6B4D0F16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1" y="2641"/>
                <a:ext cx="41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K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33" name="Text Box 41">
                <a:extLst>
                  <a:ext uri="{FF2B5EF4-FFF2-40B4-BE49-F238E27FC236}">
                    <a16:creationId xmlns:a16="http://schemas.microsoft.com/office/drawing/2014/main" id="{B5846D06-C321-4B79-856E-DB0485517F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5" y="2122"/>
                <a:ext cx="32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grpSp>
            <p:nvGrpSpPr>
              <p:cNvPr id="34" name="Group 42">
                <a:extLst>
                  <a:ext uri="{FF2B5EF4-FFF2-40B4-BE49-F238E27FC236}">
                    <a16:creationId xmlns:a16="http://schemas.microsoft.com/office/drawing/2014/main" id="{49BAA652-ADF5-4481-BB51-87171E142F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63" y="2598"/>
                <a:ext cx="329" cy="288"/>
                <a:chOff x="2339" y="2543"/>
                <a:chExt cx="362" cy="288"/>
              </a:xfrm>
            </p:grpSpPr>
            <p:sp>
              <p:nvSpPr>
                <p:cNvPr id="112" name="Text Box 43">
                  <a:extLst>
                    <a:ext uri="{FF2B5EF4-FFF2-40B4-BE49-F238E27FC236}">
                      <a16:creationId xmlns:a16="http://schemas.microsoft.com/office/drawing/2014/main" id="{DA5A6196-7235-4200-9DDD-D50A644E497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9" y="2543"/>
                  <a:ext cx="362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13" name="Line 44">
                  <a:extLst>
                    <a:ext uri="{FF2B5EF4-FFF2-40B4-BE49-F238E27FC236}">
                      <a16:creationId xmlns:a16="http://schemas.microsoft.com/office/drawing/2014/main" id="{95482018-5514-47CD-9E4D-1F8CE691F2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3" y="2597"/>
                  <a:ext cx="18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35" name="Oval 45">
                <a:extLst>
                  <a:ext uri="{FF2B5EF4-FFF2-40B4-BE49-F238E27FC236}">
                    <a16:creationId xmlns:a16="http://schemas.microsoft.com/office/drawing/2014/main" id="{7C07823C-14C1-404E-AF0D-71CE8CBC61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5" y="2945"/>
                <a:ext cx="81" cy="9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Rectangle 48">
                <a:extLst>
                  <a:ext uri="{FF2B5EF4-FFF2-40B4-BE49-F238E27FC236}">
                    <a16:creationId xmlns:a16="http://schemas.microsoft.com/office/drawing/2014/main" id="{2BBDCED6-1D54-4E22-933B-4014277C1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7" y="2166"/>
                <a:ext cx="503" cy="76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AutoShape 49">
                <a:extLst>
                  <a:ext uri="{FF2B5EF4-FFF2-40B4-BE49-F238E27FC236}">
                    <a16:creationId xmlns:a16="http://schemas.microsoft.com/office/drawing/2014/main" id="{88A7906F-B710-4C01-8463-15CABC2AC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000" y="2511"/>
                <a:ext cx="157" cy="12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Oval 50">
                <a:extLst>
                  <a:ext uri="{FF2B5EF4-FFF2-40B4-BE49-F238E27FC236}">
                    <a16:creationId xmlns:a16="http://schemas.microsoft.com/office/drawing/2014/main" id="{13A782C7-2881-491C-A76D-DCE329698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8" y="2696"/>
                <a:ext cx="82" cy="9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Oval 51">
                <a:extLst>
                  <a:ext uri="{FF2B5EF4-FFF2-40B4-BE49-F238E27FC236}">
                    <a16:creationId xmlns:a16="http://schemas.microsoft.com/office/drawing/2014/main" id="{E29A4076-7639-4A6B-A6CF-D21AF5E46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4" y="2527"/>
                <a:ext cx="82" cy="9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Text Box 52">
                <a:extLst>
                  <a:ext uri="{FF2B5EF4-FFF2-40B4-BE49-F238E27FC236}">
                    <a16:creationId xmlns:a16="http://schemas.microsoft.com/office/drawing/2014/main" id="{CF2C3A91-6DA8-4C14-A02B-EB1DA4980D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98" y="2144"/>
                <a:ext cx="32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J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41" name="Text Box 53">
                <a:extLst>
                  <a:ext uri="{FF2B5EF4-FFF2-40B4-BE49-F238E27FC236}">
                    <a16:creationId xmlns:a16="http://schemas.microsoft.com/office/drawing/2014/main" id="{0D8CA094-F602-4A4A-98D2-178B147EDE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98" y="2641"/>
                <a:ext cx="40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K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42" name="Text Box 54">
                <a:extLst>
                  <a:ext uri="{FF2B5EF4-FFF2-40B4-BE49-F238E27FC236}">
                    <a16:creationId xmlns:a16="http://schemas.microsoft.com/office/drawing/2014/main" id="{F1B290FC-D03F-4442-864B-70B3B4E67C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1" y="2122"/>
                <a:ext cx="32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grpSp>
            <p:nvGrpSpPr>
              <p:cNvPr id="43" name="Group 55">
                <a:extLst>
                  <a:ext uri="{FF2B5EF4-FFF2-40B4-BE49-F238E27FC236}">
                    <a16:creationId xmlns:a16="http://schemas.microsoft.com/office/drawing/2014/main" id="{01786800-4BFD-4827-BE2F-CFEF1B9B1B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30" y="2598"/>
                <a:ext cx="329" cy="288"/>
                <a:chOff x="2339" y="2543"/>
                <a:chExt cx="362" cy="288"/>
              </a:xfrm>
            </p:grpSpPr>
            <p:sp>
              <p:nvSpPr>
                <p:cNvPr id="110" name="Text Box 56">
                  <a:extLst>
                    <a:ext uri="{FF2B5EF4-FFF2-40B4-BE49-F238E27FC236}">
                      <a16:creationId xmlns:a16="http://schemas.microsoft.com/office/drawing/2014/main" id="{164403AC-39B4-409F-AF74-74C0EDFC35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9" y="2543"/>
                  <a:ext cx="362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1" lang="en-US" altLang="zh-CN" sz="24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11" name="Line 57">
                  <a:extLst>
                    <a:ext uri="{FF2B5EF4-FFF2-40B4-BE49-F238E27FC236}">
                      <a16:creationId xmlns:a16="http://schemas.microsoft.com/office/drawing/2014/main" id="{D1F16B0D-BA86-4989-8205-CA057E05CF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3" y="2597"/>
                  <a:ext cx="18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44" name="Oval 58">
                <a:extLst>
                  <a:ext uri="{FF2B5EF4-FFF2-40B4-BE49-F238E27FC236}">
                    <a16:creationId xmlns:a16="http://schemas.microsoft.com/office/drawing/2014/main" id="{422F3BFD-7E68-48DE-83BF-69946EA2B3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2" y="2945"/>
                <a:ext cx="81" cy="9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45" name="Group 63">
                <a:extLst>
                  <a:ext uri="{FF2B5EF4-FFF2-40B4-BE49-F238E27FC236}">
                    <a16:creationId xmlns:a16="http://schemas.microsoft.com/office/drawing/2014/main" id="{F0B311E1-98C2-4E0B-9C34-EB95C8448B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1" y="2132"/>
                <a:ext cx="231" cy="283"/>
                <a:chOff x="1581" y="3354"/>
                <a:chExt cx="255" cy="283"/>
              </a:xfrm>
            </p:grpSpPr>
            <p:sp>
              <p:nvSpPr>
                <p:cNvPr id="108" name="Rectangle 64">
                  <a:extLst>
                    <a:ext uri="{FF2B5EF4-FFF2-40B4-BE49-F238E27FC236}">
                      <a16:creationId xmlns:a16="http://schemas.microsoft.com/office/drawing/2014/main" id="{4B9F7BB2-1A30-4249-9974-E183ED32B7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1" y="3354"/>
                  <a:ext cx="158" cy="28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9" name="Oval 65">
                  <a:extLst>
                    <a:ext uri="{FF2B5EF4-FFF2-40B4-BE49-F238E27FC236}">
                      <a16:creationId xmlns:a16="http://schemas.microsoft.com/office/drawing/2014/main" id="{394BCDB8-4FA3-469B-A1E2-B89B171442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6" y="3439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46" name="Group 66">
                <a:extLst>
                  <a:ext uri="{FF2B5EF4-FFF2-40B4-BE49-F238E27FC236}">
                    <a16:creationId xmlns:a16="http://schemas.microsoft.com/office/drawing/2014/main" id="{6C28BAB5-E809-4FD8-881E-44A8F44C40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05" y="2132"/>
                <a:ext cx="231" cy="283"/>
                <a:chOff x="1581" y="3354"/>
                <a:chExt cx="255" cy="283"/>
              </a:xfrm>
            </p:grpSpPr>
            <p:sp>
              <p:nvSpPr>
                <p:cNvPr id="106" name="Rectangle 67">
                  <a:extLst>
                    <a:ext uri="{FF2B5EF4-FFF2-40B4-BE49-F238E27FC236}">
                      <a16:creationId xmlns:a16="http://schemas.microsoft.com/office/drawing/2014/main" id="{FA5C2A5B-1370-45FF-BB16-60C2DE07A4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1" y="3354"/>
                  <a:ext cx="158" cy="28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" name="Oval 68">
                  <a:extLst>
                    <a:ext uri="{FF2B5EF4-FFF2-40B4-BE49-F238E27FC236}">
                      <a16:creationId xmlns:a16="http://schemas.microsoft.com/office/drawing/2014/main" id="{5858A31B-CAF3-47A9-8758-0CCA104687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6" y="3439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47" name="Line 69">
                <a:extLst>
                  <a:ext uri="{FF2B5EF4-FFF2-40B4-BE49-F238E27FC236}">
                    <a16:creationId xmlns:a16="http://schemas.microsoft.com/office/drawing/2014/main" id="{47FDD7FF-DBA8-4CDC-9454-7092FC58F9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8" y="2267"/>
                <a:ext cx="10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8" name="Line 70">
                <a:extLst>
                  <a:ext uri="{FF2B5EF4-FFF2-40B4-BE49-F238E27FC236}">
                    <a16:creationId xmlns:a16="http://schemas.microsoft.com/office/drawing/2014/main" id="{3E31E1D1-6069-4670-A12F-9493B35CE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41" y="2267"/>
                <a:ext cx="7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Line 71">
                <a:extLst>
                  <a:ext uri="{FF2B5EF4-FFF2-40B4-BE49-F238E27FC236}">
                    <a16:creationId xmlns:a16="http://schemas.microsoft.com/office/drawing/2014/main" id="{E757CDF5-1F23-4034-B5B8-24C7AE2D06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8" y="2324"/>
                <a:ext cx="34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" name="Line 72">
                <a:extLst>
                  <a:ext uri="{FF2B5EF4-FFF2-40B4-BE49-F238E27FC236}">
                    <a16:creationId xmlns:a16="http://schemas.microsoft.com/office/drawing/2014/main" id="{B7EF7539-D8C5-489E-90E2-7CB8BD342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6" y="2278"/>
                <a:ext cx="88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51" name="Group 73">
                <a:extLst>
                  <a:ext uri="{FF2B5EF4-FFF2-40B4-BE49-F238E27FC236}">
                    <a16:creationId xmlns:a16="http://schemas.microsoft.com/office/drawing/2014/main" id="{92C0A938-917B-4B6A-BDD1-5B7F6A990A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8" y="2651"/>
                <a:ext cx="231" cy="283"/>
                <a:chOff x="1581" y="3354"/>
                <a:chExt cx="255" cy="283"/>
              </a:xfrm>
            </p:grpSpPr>
            <p:sp>
              <p:nvSpPr>
                <p:cNvPr id="104" name="Rectangle 74">
                  <a:extLst>
                    <a:ext uri="{FF2B5EF4-FFF2-40B4-BE49-F238E27FC236}">
                      <a16:creationId xmlns:a16="http://schemas.microsoft.com/office/drawing/2014/main" id="{05EA1D6F-82F4-4D47-A3B6-F59B42381C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1" y="3354"/>
                  <a:ext cx="158" cy="28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" name="Oval 75">
                  <a:extLst>
                    <a:ext uri="{FF2B5EF4-FFF2-40B4-BE49-F238E27FC236}">
                      <a16:creationId xmlns:a16="http://schemas.microsoft.com/office/drawing/2014/main" id="{83CF65CB-D0CD-4CC6-9805-BFE6DF3BB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6" y="3439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52" name="Freeform 76">
                <a:extLst>
                  <a:ext uri="{FF2B5EF4-FFF2-40B4-BE49-F238E27FC236}">
                    <a16:creationId xmlns:a16="http://schemas.microsoft.com/office/drawing/2014/main" id="{4CE4EFF5-40F1-467A-9AAD-EC606E6E8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" y="2572"/>
                <a:ext cx="3707" cy="836"/>
              </a:xfrm>
              <a:custGeom>
                <a:avLst/>
                <a:gdLst>
                  <a:gd name="T0" fmla="*/ 3817 w 3671"/>
                  <a:gd name="T1" fmla="*/ 0 h 836"/>
                  <a:gd name="T2" fmla="*/ 3652 w 3671"/>
                  <a:gd name="T3" fmla="*/ 0 h 836"/>
                  <a:gd name="T4" fmla="*/ 3652 w 3671"/>
                  <a:gd name="T5" fmla="*/ 836 h 836"/>
                  <a:gd name="T6" fmla="*/ 0 w 3671"/>
                  <a:gd name="T7" fmla="*/ 836 h 8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71" h="836">
                    <a:moveTo>
                      <a:pt x="3671" y="0"/>
                    </a:moveTo>
                    <a:lnTo>
                      <a:pt x="3513" y="0"/>
                    </a:lnTo>
                    <a:lnTo>
                      <a:pt x="3513" y="836"/>
                    </a:lnTo>
                    <a:lnTo>
                      <a:pt x="0" y="836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Freeform 77">
                <a:extLst>
                  <a:ext uri="{FF2B5EF4-FFF2-40B4-BE49-F238E27FC236}">
                    <a16:creationId xmlns:a16="http://schemas.microsoft.com/office/drawing/2014/main" id="{46A9F820-7A11-46F7-9643-4FCAFB2FE1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6" y="2572"/>
                <a:ext cx="133" cy="836"/>
              </a:xfrm>
              <a:custGeom>
                <a:avLst/>
                <a:gdLst>
                  <a:gd name="T0" fmla="*/ 99 w 147"/>
                  <a:gd name="T1" fmla="*/ 0 h 836"/>
                  <a:gd name="T2" fmla="*/ 0 w 147"/>
                  <a:gd name="T3" fmla="*/ 0 h 836"/>
                  <a:gd name="T4" fmla="*/ 0 w 147"/>
                  <a:gd name="T5" fmla="*/ 836 h 8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7" h="836">
                    <a:moveTo>
                      <a:pt x="147" y="0"/>
                    </a:moveTo>
                    <a:lnTo>
                      <a:pt x="0" y="0"/>
                    </a:lnTo>
                    <a:lnTo>
                      <a:pt x="0" y="836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" name="Freeform 78">
                <a:extLst>
                  <a:ext uri="{FF2B5EF4-FFF2-40B4-BE49-F238E27FC236}">
                    <a16:creationId xmlns:a16="http://schemas.microsoft.com/office/drawing/2014/main" id="{C43A63E6-CD95-4395-A4C1-0DF9F2708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" y="2583"/>
                <a:ext cx="82" cy="825"/>
              </a:xfrm>
              <a:custGeom>
                <a:avLst/>
                <a:gdLst>
                  <a:gd name="T0" fmla="*/ 62 w 90"/>
                  <a:gd name="T1" fmla="*/ 0 h 825"/>
                  <a:gd name="T2" fmla="*/ 0 w 90"/>
                  <a:gd name="T3" fmla="*/ 0 h 825"/>
                  <a:gd name="T4" fmla="*/ 0 w 90"/>
                  <a:gd name="T5" fmla="*/ 825 h 8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0" h="825">
                    <a:moveTo>
                      <a:pt x="90" y="0"/>
                    </a:moveTo>
                    <a:lnTo>
                      <a:pt x="0" y="0"/>
                    </a:lnTo>
                    <a:lnTo>
                      <a:pt x="0" y="825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" name="Freeform 80">
                <a:extLst>
                  <a:ext uri="{FF2B5EF4-FFF2-40B4-BE49-F238E27FC236}">
                    <a16:creationId xmlns:a16="http://schemas.microsoft.com/office/drawing/2014/main" id="{D8398515-64D7-4498-A311-A26BB5B403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" y="3035"/>
                <a:ext cx="4045" cy="497"/>
              </a:xfrm>
              <a:custGeom>
                <a:avLst/>
                <a:gdLst>
                  <a:gd name="T0" fmla="*/ 3306 w 4326"/>
                  <a:gd name="T1" fmla="*/ 0 h 497"/>
                  <a:gd name="T2" fmla="*/ 3306 w 4326"/>
                  <a:gd name="T3" fmla="*/ 497 h 497"/>
                  <a:gd name="T4" fmla="*/ 0 w 4326"/>
                  <a:gd name="T5" fmla="*/ 497 h 4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6" h="497">
                    <a:moveTo>
                      <a:pt x="4326" y="0"/>
                    </a:moveTo>
                    <a:lnTo>
                      <a:pt x="4326" y="497"/>
                    </a:lnTo>
                    <a:lnTo>
                      <a:pt x="0" y="497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" name="Line 81">
                <a:extLst>
                  <a:ext uri="{FF2B5EF4-FFF2-40B4-BE49-F238E27FC236}">
                    <a16:creationId xmlns:a16="http://schemas.microsoft.com/office/drawing/2014/main" id="{0004A9D2-0AAF-4EB8-958E-B87684E730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3035"/>
                <a:ext cx="0" cy="49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" name="Line 82">
                <a:extLst>
                  <a:ext uri="{FF2B5EF4-FFF2-40B4-BE49-F238E27FC236}">
                    <a16:creationId xmlns:a16="http://schemas.microsoft.com/office/drawing/2014/main" id="{08D420DC-3BAD-4224-A0CC-68A997A428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2" y="3035"/>
                <a:ext cx="0" cy="49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Freeform 83">
                <a:extLst>
                  <a:ext uri="{FF2B5EF4-FFF2-40B4-BE49-F238E27FC236}">
                    <a16:creationId xmlns:a16="http://schemas.microsoft.com/office/drawing/2014/main" id="{C67BF038-2E7F-4732-8165-27B476D13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" y="1894"/>
                <a:ext cx="1486" cy="396"/>
              </a:xfrm>
              <a:custGeom>
                <a:avLst/>
                <a:gdLst>
                  <a:gd name="T0" fmla="*/ 0 w 1638"/>
                  <a:gd name="T1" fmla="*/ 396 h 396"/>
                  <a:gd name="T2" fmla="*/ 0 w 1638"/>
                  <a:gd name="T3" fmla="*/ 0 h 396"/>
                  <a:gd name="T4" fmla="*/ 1010 w 1638"/>
                  <a:gd name="T5" fmla="*/ 0 h 396"/>
                  <a:gd name="T6" fmla="*/ 1010 w 1638"/>
                  <a:gd name="T7" fmla="*/ 317 h 396"/>
                  <a:gd name="T8" fmla="*/ 1110 w 1638"/>
                  <a:gd name="T9" fmla="*/ 317 h 3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38" h="396">
                    <a:moveTo>
                      <a:pt x="0" y="396"/>
                    </a:moveTo>
                    <a:lnTo>
                      <a:pt x="0" y="0"/>
                    </a:lnTo>
                    <a:lnTo>
                      <a:pt x="1491" y="0"/>
                    </a:lnTo>
                    <a:lnTo>
                      <a:pt x="1491" y="317"/>
                    </a:lnTo>
                    <a:lnTo>
                      <a:pt x="1638" y="317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59" name="Group 84">
                <a:extLst>
                  <a:ext uri="{FF2B5EF4-FFF2-40B4-BE49-F238E27FC236}">
                    <a16:creationId xmlns:a16="http://schemas.microsoft.com/office/drawing/2014/main" id="{1704FE5B-DFC2-42E7-8C3E-2B3D3B42E2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6" y="2656"/>
                <a:ext cx="231" cy="283"/>
                <a:chOff x="1581" y="3354"/>
                <a:chExt cx="255" cy="283"/>
              </a:xfrm>
            </p:grpSpPr>
            <p:sp>
              <p:nvSpPr>
                <p:cNvPr id="102" name="Rectangle 85">
                  <a:extLst>
                    <a:ext uri="{FF2B5EF4-FFF2-40B4-BE49-F238E27FC236}">
                      <a16:creationId xmlns:a16="http://schemas.microsoft.com/office/drawing/2014/main" id="{69BE1456-F982-4917-9791-99EB4BCD33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1" y="3354"/>
                  <a:ext cx="158" cy="28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3" name="Oval 86">
                  <a:extLst>
                    <a:ext uri="{FF2B5EF4-FFF2-40B4-BE49-F238E27FC236}">
                      <a16:creationId xmlns:a16="http://schemas.microsoft.com/office/drawing/2014/main" id="{1AD9FA5B-5F6F-421E-BBCB-4ED7C6B313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6" y="3439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0" name="Line 87">
                <a:extLst>
                  <a:ext uri="{FF2B5EF4-FFF2-40B4-BE49-F238E27FC236}">
                    <a16:creationId xmlns:a16="http://schemas.microsoft.com/office/drawing/2014/main" id="{6A045AF9-5FA5-4614-90FE-6E8858A81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21" y="2798"/>
                <a:ext cx="41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Freeform 89">
                <a:extLst>
                  <a:ext uri="{FF2B5EF4-FFF2-40B4-BE49-F238E27FC236}">
                    <a16:creationId xmlns:a16="http://schemas.microsoft.com/office/drawing/2014/main" id="{297E2D41-51C1-4FAB-8E68-FFA52F33F2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2211"/>
                <a:ext cx="113" cy="576"/>
              </a:xfrm>
              <a:custGeom>
                <a:avLst/>
                <a:gdLst>
                  <a:gd name="T0" fmla="*/ 0 w 136"/>
                  <a:gd name="T1" fmla="*/ 0 h 576"/>
                  <a:gd name="T2" fmla="*/ 0 w 136"/>
                  <a:gd name="T3" fmla="*/ 576 h 576"/>
                  <a:gd name="T4" fmla="*/ 65 w 136"/>
                  <a:gd name="T5" fmla="*/ 576 h 5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6" h="576">
                    <a:moveTo>
                      <a:pt x="0" y="0"/>
                    </a:moveTo>
                    <a:lnTo>
                      <a:pt x="0" y="576"/>
                    </a:lnTo>
                    <a:lnTo>
                      <a:pt x="136" y="576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Line 90">
                <a:extLst>
                  <a:ext uri="{FF2B5EF4-FFF2-40B4-BE49-F238E27FC236}">
                    <a16:creationId xmlns:a16="http://schemas.microsoft.com/office/drawing/2014/main" id="{61699983-6CB4-4DB4-B1E4-AC1A9659D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9" y="2787"/>
                <a:ext cx="23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63" name="Group 93">
                <a:extLst>
                  <a:ext uri="{FF2B5EF4-FFF2-40B4-BE49-F238E27FC236}">
                    <a16:creationId xmlns:a16="http://schemas.microsoft.com/office/drawing/2014/main" id="{664A6B3B-1B04-4F72-A0FD-4490C70F8C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1" y="2154"/>
                <a:ext cx="231" cy="283"/>
                <a:chOff x="1581" y="3354"/>
                <a:chExt cx="255" cy="283"/>
              </a:xfrm>
            </p:grpSpPr>
            <p:sp>
              <p:nvSpPr>
                <p:cNvPr id="100" name="Rectangle 94">
                  <a:extLst>
                    <a:ext uri="{FF2B5EF4-FFF2-40B4-BE49-F238E27FC236}">
                      <a16:creationId xmlns:a16="http://schemas.microsoft.com/office/drawing/2014/main" id="{BE921A67-3664-42FC-B0DC-421F651CFB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1" y="3354"/>
                  <a:ext cx="158" cy="28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1" name="Oval 95">
                  <a:extLst>
                    <a:ext uri="{FF2B5EF4-FFF2-40B4-BE49-F238E27FC236}">
                      <a16:creationId xmlns:a16="http://schemas.microsoft.com/office/drawing/2014/main" id="{8FD4BAD5-9F46-40D0-B33B-C15670F8DE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6" y="3439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64" name="Group 96">
                <a:extLst>
                  <a:ext uri="{FF2B5EF4-FFF2-40B4-BE49-F238E27FC236}">
                    <a16:creationId xmlns:a16="http://schemas.microsoft.com/office/drawing/2014/main" id="{C16EE5E7-AA82-4D71-B4A7-43F0AE4FF3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74" y="2154"/>
                <a:ext cx="231" cy="283"/>
                <a:chOff x="1581" y="3354"/>
                <a:chExt cx="255" cy="283"/>
              </a:xfrm>
            </p:grpSpPr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091ECE11-FB77-48CA-82CC-7E4EEBE621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1" y="3354"/>
                  <a:ext cx="158" cy="28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31DDE08A-6B3B-44EE-B223-1F607BCA4E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6" y="3439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5" name="Line 99">
                <a:extLst>
                  <a:ext uri="{FF2B5EF4-FFF2-40B4-BE49-F238E27FC236}">
                    <a16:creationId xmlns:a16="http://schemas.microsoft.com/office/drawing/2014/main" id="{ECD6EAF2-925E-4EE5-859B-B9A3165188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7" y="2289"/>
                <a:ext cx="10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Line 100">
                <a:extLst>
                  <a:ext uri="{FF2B5EF4-FFF2-40B4-BE49-F238E27FC236}">
                    <a16:creationId xmlns:a16="http://schemas.microsoft.com/office/drawing/2014/main" id="{AF36438C-5106-4549-86D2-247D357FF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10" y="2289"/>
                <a:ext cx="7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Line 110">
                <a:extLst>
                  <a:ext uri="{FF2B5EF4-FFF2-40B4-BE49-F238E27FC236}">
                    <a16:creationId xmlns:a16="http://schemas.microsoft.com/office/drawing/2014/main" id="{B26508ED-0472-48C0-B38E-9D8091772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3" y="2278"/>
                <a:ext cx="22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Freeform 111">
                <a:extLst>
                  <a:ext uri="{FF2B5EF4-FFF2-40B4-BE49-F238E27FC236}">
                    <a16:creationId xmlns:a16="http://schemas.microsoft.com/office/drawing/2014/main" id="{3A597448-23EE-4800-BCED-7857467F24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0" y="1974"/>
                <a:ext cx="1608" cy="350"/>
              </a:xfrm>
              <a:custGeom>
                <a:avLst/>
                <a:gdLst>
                  <a:gd name="T0" fmla="*/ 0 w 1773"/>
                  <a:gd name="T1" fmla="*/ 350 h 350"/>
                  <a:gd name="T2" fmla="*/ 0 w 1773"/>
                  <a:gd name="T3" fmla="*/ 0 h 350"/>
                  <a:gd name="T4" fmla="*/ 1100 w 1773"/>
                  <a:gd name="T5" fmla="*/ 0 h 350"/>
                  <a:gd name="T6" fmla="*/ 1100 w 1773"/>
                  <a:gd name="T7" fmla="*/ 237 h 350"/>
                  <a:gd name="T8" fmla="*/ 1199 w 1773"/>
                  <a:gd name="T9" fmla="*/ 237 h 3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73" h="350">
                    <a:moveTo>
                      <a:pt x="0" y="350"/>
                    </a:moveTo>
                    <a:lnTo>
                      <a:pt x="0" y="0"/>
                    </a:lnTo>
                    <a:lnTo>
                      <a:pt x="1626" y="0"/>
                    </a:lnTo>
                    <a:lnTo>
                      <a:pt x="1626" y="237"/>
                    </a:lnTo>
                    <a:lnTo>
                      <a:pt x="1773" y="237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113">
                <a:extLst>
                  <a:ext uri="{FF2B5EF4-FFF2-40B4-BE49-F238E27FC236}">
                    <a16:creationId xmlns:a16="http://schemas.microsoft.com/office/drawing/2014/main" id="{BF2401A1-8BE4-473D-9C7D-F9DED6A04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" y="2369"/>
                <a:ext cx="1066" cy="813"/>
              </a:xfrm>
              <a:custGeom>
                <a:avLst/>
                <a:gdLst>
                  <a:gd name="T0" fmla="*/ 796 w 1175"/>
                  <a:gd name="T1" fmla="*/ 0 h 813"/>
                  <a:gd name="T2" fmla="*/ 749 w 1175"/>
                  <a:gd name="T3" fmla="*/ 0 h 813"/>
                  <a:gd name="T4" fmla="*/ 749 w 1175"/>
                  <a:gd name="T5" fmla="*/ 813 h 813"/>
                  <a:gd name="T6" fmla="*/ 0 w 1175"/>
                  <a:gd name="T7" fmla="*/ 813 h 813"/>
                  <a:gd name="T8" fmla="*/ 0 w 1175"/>
                  <a:gd name="T9" fmla="*/ 418 h 8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5" h="813">
                    <a:moveTo>
                      <a:pt x="1175" y="0"/>
                    </a:moveTo>
                    <a:lnTo>
                      <a:pt x="1107" y="0"/>
                    </a:lnTo>
                    <a:lnTo>
                      <a:pt x="1107" y="813"/>
                    </a:lnTo>
                    <a:lnTo>
                      <a:pt x="0" y="813"/>
                    </a:lnTo>
                    <a:lnTo>
                      <a:pt x="0" y="418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70" name="Group 116">
                <a:extLst>
                  <a:ext uri="{FF2B5EF4-FFF2-40B4-BE49-F238E27FC236}">
                    <a16:creationId xmlns:a16="http://schemas.microsoft.com/office/drawing/2014/main" id="{1A20EC59-F8C3-42C4-B8DB-3F8FE30FD5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6" y="2200"/>
                <a:ext cx="231" cy="283"/>
                <a:chOff x="1581" y="3354"/>
                <a:chExt cx="255" cy="283"/>
              </a:xfrm>
            </p:grpSpPr>
            <p:sp>
              <p:nvSpPr>
                <p:cNvPr id="96" name="Rectangle 117">
                  <a:extLst>
                    <a:ext uri="{FF2B5EF4-FFF2-40B4-BE49-F238E27FC236}">
                      <a16:creationId xmlns:a16="http://schemas.microsoft.com/office/drawing/2014/main" id="{C316A56E-342F-43E7-95AC-DE59217E82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1" y="3354"/>
                  <a:ext cx="158" cy="28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7" name="Oval 118">
                  <a:extLst>
                    <a:ext uri="{FF2B5EF4-FFF2-40B4-BE49-F238E27FC236}">
                      <a16:creationId xmlns:a16="http://schemas.microsoft.com/office/drawing/2014/main" id="{E864F442-4DF8-4B5F-9435-97744370E0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6" y="3439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71" name="Group 119">
                <a:extLst>
                  <a:ext uri="{FF2B5EF4-FFF2-40B4-BE49-F238E27FC236}">
                    <a16:creationId xmlns:a16="http://schemas.microsoft.com/office/drawing/2014/main" id="{F8C62E44-AC81-4201-A890-D8208AAA35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29" y="2200"/>
                <a:ext cx="231" cy="283"/>
                <a:chOff x="1581" y="3354"/>
                <a:chExt cx="255" cy="283"/>
              </a:xfrm>
            </p:grpSpPr>
            <p:sp>
              <p:nvSpPr>
                <p:cNvPr id="94" name="Rectangle 120">
                  <a:extLst>
                    <a:ext uri="{FF2B5EF4-FFF2-40B4-BE49-F238E27FC236}">
                      <a16:creationId xmlns:a16="http://schemas.microsoft.com/office/drawing/2014/main" id="{02B78594-44EC-42D1-B38C-579473D85F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1" y="3354"/>
                  <a:ext cx="158" cy="28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5" name="Oval 121">
                  <a:extLst>
                    <a:ext uri="{FF2B5EF4-FFF2-40B4-BE49-F238E27FC236}">
                      <a16:creationId xmlns:a16="http://schemas.microsoft.com/office/drawing/2014/main" id="{B264896F-083E-45FD-AA99-32E0CA0E5F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6" y="3439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72" name="Line 122">
                <a:extLst>
                  <a:ext uri="{FF2B5EF4-FFF2-40B4-BE49-F238E27FC236}">
                    <a16:creationId xmlns:a16="http://schemas.microsoft.com/office/drawing/2014/main" id="{7616039C-EBE8-46B9-AB3F-079830D9C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2" y="2335"/>
                <a:ext cx="17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Line 123">
                <a:extLst>
                  <a:ext uri="{FF2B5EF4-FFF2-40B4-BE49-F238E27FC236}">
                    <a16:creationId xmlns:a16="http://schemas.microsoft.com/office/drawing/2014/main" id="{5F55AD1A-7EBC-462F-AE90-F15ACA268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65" y="2335"/>
                <a:ext cx="7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Line 124">
                <a:extLst>
                  <a:ext uri="{FF2B5EF4-FFF2-40B4-BE49-F238E27FC236}">
                    <a16:creationId xmlns:a16="http://schemas.microsoft.com/office/drawing/2014/main" id="{E5544175-0EE3-4B49-A3D8-538DF66374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6" y="2278"/>
                <a:ext cx="30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26">
                <a:extLst>
                  <a:ext uri="{FF2B5EF4-FFF2-40B4-BE49-F238E27FC236}">
                    <a16:creationId xmlns:a16="http://schemas.microsoft.com/office/drawing/2014/main" id="{AE66B5E7-5658-4DD1-B861-DD9C9A564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" y="2278"/>
                <a:ext cx="2756" cy="1017"/>
              </a:xfrm>
              <a:custGeom>
                <a:avLst/>
                <a:gdLst>
                  <a:gd name="T0" fmla="*/ 2756 w 2756"/>
                  <a:gd name="T1" fmla="*/ 0 h 1017"/>
                  <a:gd name="T2" fmla="*/ 2756 w 2756"/>
                  <a:gd name="T3" fmla="*/ 1017 h 1017"/>
                  <a:gd name="T4" fmla="*/ 0 w 2756"/>
                  <a:gd name="T5" fmla="*/ 1017 h 1017"/>
                  <a:gd name="T6" fmla="*/ 0 w 2756"/>
                  <a:gd name="T7" fmla="*/ 543 h 1017"/>
                  <a:gd name="T8" fmla="*/ 204 w 2756"/>
                  <a:gd name="T9" fmla="*/ 543 h 10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56" h="1017">
                    <a:moveTo>
                      <a:pt x="2756" y="0"/>
                    </a:moveTo>
                    <a:lnTo>
                      <a:pt x="2756" y="1017"/>
                    </a:lnTo>
                    <a:lnTo>
                      <a:pt x="0" y="1017"/>
                    </a:lnTo>
                    <a:lnTo>
                      <a:pt x="0" y="543"/>
                    </a:lnTo>
                    <a:lnTo>
                      <a:pt x="204" y="543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Text Box 127">
                <a:extLst>
                  <a:ext uri="{FF2B5EF4-FFF2-40B4-BE49-F238E27FC236}">
                    <a16:creationId xmlns:a16="http://schemas.microsoft.com/office/drawing/2014/main" id="{8089690B-FB43-4A06-871B-7F05F89951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" y="1996"/>
                <a:ext cx="339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X</a:t>
                </a:r>
              </a:p>
            </p:txBody>
          </p:sp>
          <p:sp>
            <p:nvSpPr>
              <p:cNvPr id="77" name="Text Box 128">
                <a:extLst>
                  <a:ext uri="{FF2B5EF4-FFF2-40B4-BE49-F238E27FC236}">
                    <a16:creationId xmlns:a16="http://schemas.microsoft.com/office/drawing/2014/main" id="{8F912EE2-86C7-4BCB-B004-3C4B87AF5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" y="3103"/>
                <a:ext cx="486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</a:t>
                </a:r>
              </a:p>
            </p:txBody>
          </p:sp>
          <p:sp>
            <p:nvSpPr>
              <p:cNvPr id="78" name="Text Box 129">
                <a:extLst>
                  <a:ext uri="{FF2B5EF4-FFF2-40B4-BE49-F238E27FC236}">
                    <a16:creationId xmlns:a16="http://schemas.microsoft.com/office/drawing/2014/main" id="{51BCFD5E-7A70-42AB-BF42-2722CA323C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V="1">
                <a:off x="5295" y="2043"/>
                <a:ext cx="328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Z</a:t>
                </a:r>
              </a:p>
            </p:txBody>
          </p:sp>
          <p:grpSp>
            <p:nvGrpSpPr>
              <p:cNvPr id="79" name="Group 132">
                <a:extLst>
                  <a:ext uri="{FF2B5EF4-FFF2-40B4-BE49-F238E27FC236}">
                    <a16:creationId xmlns:a16="http://schemas.microsoft.com/office/drawing/2014/main" id="{D7E377FF-CC0A-4D41-9AD7-E52ADB1375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" y="3544"/>
                <a:ext cx="429" cy="327"/>
                <a:chOff x="1986" y="3694"/>
                <a:chExt cx="429" cy="327"/>
              </a:xfrm>
            </p:grpSpPr>
            <p:sp>
              <p:nvSpPr>
                <p:cNvPr id="92" name="Text Box 130">
                  <a:extLst>
                    <a:ext uri="{FF2B5EF4-FFF2-40B4-BE49-F238E27FC236}">
                      <a16:creationId xmlns:a16="http://schemas.microsoft.com/office/drawing/2014/main" id="{A5F765B7-D025-4E0A-9A81-3103D27411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86" y="3694"/>
                  <a:ext cx="429" cy="327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R</a:t>
                  </a:r>
                  <a:r>
                    <a:rPr kumimoji="1" lang="en-US" altLang="zh-CN" sz="2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93" name="Line 131">
                  <a:extLst>
                    <a:ext uri="{FF2B5EF4-FFF2-40B4-BE49-F238E27FC236}">
                      <a16:creationId xmlns:a16="http://schemas.microsoft.com/office/drawing/2014/main" id="{15C8CD89-4558-44F9-82A2-180D6B62C2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33" y="3750"/>
                  <a:ext cx="145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80" name="Text Box 133">
                <a:extLst>
                  <a:ext uri="{FF2B5EF4-FFF2-40B4-BE49-F238E27FC236}">
                    <a16:creationId xmlns:a16="http://schemas.microsoft.com/office/drawing/2014/main" id="{1187EFCD-25CA-4C21-BF58-19362ED468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" y="1917"/>
                <a:ext cx="271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1" name="Text Box 134">
                <a:extLst>
                  <a:ext uri="{FF2B5EF4-FFF2-40B4-BE49-F238E27FC236}">
                    <a16:creationId xmlns:a16="http://schemas.microsoft.com/office/drawing/2014/main" id="{8E67DC2D-CCA6-4603-89BA-43201F8331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4" y="3036"/>
                <a:ext cx="271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2" name="Text Box 135">
                <a:extLst>
                  <a:ext uri="{FF2B5EF4-FFF2-40B4-BE49-F238E27FC236}">
                    <a16:creationId xmlns:a16="http://schemas.microsoft.com/office/drawing/2014/main" id="{3347C708-4483-42DF-AE8F-77FD06CD6D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0" y="3160"/>
                <a:ext cx="271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3" name="Text Box 136">
                <a:extLst>
                  <a:ext uri="{FF2B5EF4-FFF2-40B4-BE49-F238E27FC236}">
                    <a16:creationId xmlns:a16="http://schemas.microsoft.com/office/drawing/2014/main" id="{E168E880-603B-4D2D-A673-BC3B5DA869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0" y="1942"/>
                <a:ext cx="271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4" name="Text Box 137">
                <a:extLst>
                  <a:ext uri="{FF2B5EF4-FFF2-40B4-BE49-F238E27FC236}">
                    <a16:creationId xmlns:a16="http://schemas.microsoft.com/office/drawing/2014/main" id="{7EE98851-C5BF-4794-9B3B-3D80ED81BA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4" y="1840"/>
                <a:ext cx="271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5" name="Text Box 138">
                <a:extLst>
                  <a:ext uri="{FF2B5EF4-FFF2-40B4-BE49-F238E27FC236}">
                    <a16:creationId xmlns:a16="http://schemas.microsoft.com/office/drawing/2014/main" id="{9E2E2014-14A9-4018-81BF-D6B14721A5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2" y="2428"/>
                <a:ext cx="271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6" name="Text Box 139">
                <a:extLst>
                  <a:ext uri="{FF2B5EF4-FFF2-40B4-BE49-F238E27FC236}">
                    <a16:creationId xmlns:a16="http://schemas.microsoft.com/office/drawing/2014/main" id="{63EBD917-D51B-4367-B27E-E1FA5F3899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7" y="3028"/>
                <a:ext cx="271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7" name="Text Box 140">
                <a:extLst>
                  <a:ext uri="{FF2B5EF4-FFF2-40B4-BE49-F238E27FC236}">
                    <a16:creationId xmlns:a16="http://schemas.microsoft.com/office/drawing/2014/main" id="{A29BF0FE-D169-43F6-B682-EBFC46CE9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8" y="3153"/>
                <a:ext cx="271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8" name="Text Box 141">
                <a:extLst>
                  <a:ext uri="{FF2B5EF4-FFF2-40B4-BE49-F238E27FC236}">
                    <a16:creationId xmlns:a16="http://schemas.microsoft.com/office/drawing/2014/main" id="{D8AD0CA1-A0CB-4C56-BA51-493B751665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7" y="1910"/>
                <a:ext cx="271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sp>
            <p:nvSpPr>
              <p:cNvPr id="89" name="Freeform 143">
                <a:extLst>
                  <a:ext uri="{FF2B5EF4-FFF2-40B4-BE49-F238E27FC236}">
                    <a16:creationId xmlns:a16="http://schemas.microsoft.com/office/drawing/2014/main" id="{B4728389-C91A-4363-BCB3-EE313987C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2281"/>
                <a:ext cx="192" cy="441"/>
              </a:xfrm>
              <a:custGeom>
                <a:avLst/>
                <a:gdLst>
                  <a:gd name="T0" fmla="*/ 0 w 192"/>
                  <a:gd name="T1" fmla="*/ 0 h 441"/>
                  <a:gd name="T2" fmla="*/ 0 w 192"/>
                  <a:gd name="T3" fmla="*/ 441 h 441"/>
                  <a:gd name="T4" fmla="*/ 192 w 192"/>
                  <a:gd name="T5" fmla="*/ 441 h 4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441">
                    <a:moveTo>
                      <a:pt x="0" y="0"/>
                    </a:moveTo>
                    <a:lnTo>
                      <a:pt x="0" y="441"/>
                    </a:lnTo>
                    <a:lnTo>
                      <a:pt x="192" y="441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Freeform 144">
                <a:extLst>
                  <a:ext uri="{FF2B5EF4-FFF2-40B4-BE49-F238E27FC236}">
                    <a16:creationId xmlns:a16="http://schemas.microsoft.com/office/drawing/2014/main" id="{BFC5B356-70E8-4C06-9151-591506F9F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2383"/>
                <a:ext cx="1503" cy="802"/>
              </a:xfrm>
              <a:custGeom>
                <a:avLst/>
                <a:gdLst>
                  <a:gd name="T0" fmla="*/ 0 w 1503"/>
                  <a:gd name="T1" fmla="*/ 835 h 791"/>
                  <a:gd name="T2" fmla="*/ 1401 w 1503"/>
                  <a:gd name="T3" fmla="*/ 835 h 791"/>
                  <a:gd name="T4" fmla="*/ 1401 w 1503"/>
                  <a:gd name="T5" fmla="*/ 0 h 791"/>
                  <a:gd name="T6" fmla="*/ 1503 w 1503"/>
                  <a:gd name="T7" fmla="*/ 0 h 79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03" h="791">
                    <a:moveTo>
                      <a:pt x="0" y="791"/>
                    </a:moveTo>
                    <a:lnTo>
                      <a:pt x="1401" y="791"/>
                    </a:lnTo>
                    <a:lnTo>
                      <a:pt x="1401" y="0"/>
                    </a:lnTo>
                    <a:lnTo>
                      <a:pt x="1503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" name="Text Box 145">
                <a:extLst>
                  <a:ext uri="{FF2B5EF4-FFF2-40B4-BE49-F238E27FC236}">
                    <a16:creationId xmlns:a16="http://schemas.microsoft.com/office/drawing/2014/main" id="{0FFC4D02-4397-46B7-A9FC-C4318CF77B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8" y="2813"/>
                <a:ext cx="271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</p:grpSp>
        <p:sp>
          <p:nvSpPr>
            <p:cNvPr id="9" name="Text Box 149">
              <a:extLst>
                <a:ext uri="{FF2B5EF4-FFF2-40B4-BE49-F238E27FC236}">
                  <a16:creationId xmlns:a16="http://schemas.microsoft.com/office/drawing/2014/main" id="{3AFD0009-15BA-42D6-8C58-E496712C1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" y="2652"/>
              <a:ext cx="228" cy="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10" name="Text Box 150">
              <a:extLst>
                <a:ext uri="{FF2B5EF4-FFF2-40B4-BE49-F238E27FC236}">
                  <a16:creationId xmlns:a16="http://schemas.microsoft.com/office/drawing/2014/main" id="{B1F551DD-B388-4D4F-A1F6-F3F310946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6" y="2119"/>
              <a:ext cx="228" cy="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11" name="Text Box 151">
              <a:extLst>
                <a:ext uri="{FF2B5EF4-FFF2-40B4-BE49-F238E27FC236}">
                  <a16:creationId xmlns:a16="http://schemas.microsoft.com/office/drawing/2014/main" id="{496E9C26-029D-47B4-AF56-AD0F8D505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6" y="2119"/>
              <a:ext cx="228" cy="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12" name="Text Box 152">
              <a:extLst>
                <a:ext uri="{FF2B5EF4-FFF2-40B4-BE49-F238E27FC236}">
                  <a16:creationId xmlns:a16="http://schemas.microsoft.com/office/drawing/2014/main" id="{3D1788A0-0370-4D36-8042-37EFA36B8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3" y="2174"/>
              <a:ext cx="228" cy="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13" name="Text Box 153">
              <a:extLst>
                <a:ext uri="{FF2B5EF4-FFF2-40B4-BE49-F238E27FC236}">
                  <a16:creationId xmlns:a16="http://schemas.microsoft.com/office/drawing/2014/main" id="{5EB22257-EA0C-4A99-9F7B-81D649FDC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8" y="2185"/>
              <a:ext cx="228" cy="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4" name="Text Box 154">
              <a:extLst>
                <a:ext uri="{FF2B5EF4-FFF2-40B4-BE49-F238E27FC236}">
                  <a16:creationId xmlns:a16="http://schemas.microsoft.com/office/drawing/2014/main" id="{AD33ABBE-A104-47AF-BEFB-CD2709147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3" y="2141"/>
              <a:ext cx="228" cy="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5" name="Text Box 155">
              <a:extLst>
                <a:ext uri="{FF2B5EF4-FFF2-40B4-BE49-F238E27FC236}">
                  <a16:creationId xmlns:a16="http://schemas.microsoft.com/office/drawing/2014/main" id="{2454714F-6ACB-4178-9CC4-47FAA7501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2119"/>
              <a:ext cx="228" cy="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6" name="Text Box 156">
              <a:extLst>
                <a:ext uri="{FF2B5EF4-FFF2-40B4-BE49-F238E27FC236}">
                  <a16:creationId xmlns:a16="http://schemas.microsoft.com/office/drawing/2014/main" id="{928118E0-79CE-45FA-AFAC-1DE30A9E3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7" y="2631"/>
              <a:ext cx="228" cy="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672727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9147088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3】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设计一同步时序电路。用它来监视一条8421码串行传输线。若线上出现非法码时该电路出现“1”，否则出现“0”(输入顺序为低位先入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Group 280">
            <a:extLst>
              <a:ext uri="{FF2B5EF4-FFF2-40B4-BE49-F238E27FC236}">
                <a16:creationId xmlns:a16="http://schemas.microsoft.com/office/drawing/2014/main" id="{0A2183C3-4FF7-4B38-8C1A-5CFC18FFE599}"/>
              </a:ext>
            </a:extLst>
          </p:cNvPr>
          <p:cNvGrpSpPr>
            <a:grpSpLocks/>
          </p:cNvGrpSpPr>
          <p:nvPr/>
        </p:nvGrpSpPr>
        <p:grpSpPr bwMode="auto">
          <a:xfrm>
            <a:off x="2304433" y="3864660"/>
            <a:ext cx="427038" cy="469900"/>
            <a:chOff x="870" y="2584"/>
            <a:chExt cx="269" cy="296"/>
          </a:xfrm>
        </p:grpSpPr>
        <p:sp>
          <p:nvSpPr>
            <p:cNvPr id="4" name="Oval 60">
              <a:extLst>
                <a:ext uri="{FF2B5EF4-FFF2-40B4-BE49-F238E27FC236}">
                  <a16:creationId xmlns:a16="http://schemas.microsoft.com/office/drawing/2014/main" id="{59247BEF-D798-4280-8CFB-D7DF203BB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" y="2600"/>
              <a:ext cx="258" cy="28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Text Box 61">
              <a:extLst>
                <a:ext uri="{FF2B5EF4-FFF2-40B4-BE49-F238E27FC236}">
                  <a16:creationId xmlns:a16="http://schemas.microsoft.com/office/drawing/2014/main" id="{97A4DBFA-4B69-4FAC-9CB1-1205CBC303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" y="2584"/>
              <a:ext cx="257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grpSp>
        <p:nvGrpSpPr>
          <p:cNvPr id="6" name="Group 282">
            <a:extLst>
              <a:ext uri="{FF2B5EF4-FFF2-40B4-BE49-F238E27FC236}">
                <a16:creationId xmlns:a16="http://schemas.microsoft.com/office/drawing/2014/main" id="{8CDC8C8F-4C8F-4BAB-8D28-AECEA8AD5043}"/>
              </a:ext>
            </a:extLst>
          </p:cNvPr>
          <p:cNvGrpSpPr>
            <a:grpSpLocks/>
          </p:cNvGrpSpPr>
          <p:nvPr/>
        </p:nvGrpSpPr>
        <p:grpSpPr bwMode="auto">
          <a:xfrm>
            <a:off x="2674321" y="2870885"/>
            <a:ext cx="1636712" cy="1120775"/>
            <a:chOff x="1103" y="1958"/>
            <a:chExt cx="1031" cy="706"/>
          </a:xfrm>
        </p:grpSpPr>
        <p:grpSp>
          <p:nvGrpSpPr>
            <p:cNvPr id="7" name="Group 281">
              <a:extLst>
                <a:ext uri="{FF2B5EF4-FFF2-40B4-BE49-F238E27FC236}">
                  <a16:creationId xmlns:a16="http://schemas.microsoft.com/office/drawing/2014/main" id="{9CDF0169-66C1-4348-A3B6-9A5F59EF25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5" y="1958"/>
              <a:ext cx="269" cy="288"/>
              <a:chOff x="1865" y="1958"/>
              <a:chExt cx="269" cy="288"/>
            </a:xfrm>
          </p:grpSpPr>
          <p:sp>
            <p:nvSpPr>
              <p:cNvPr id="10" name="Oval 126">
                <a:extLst>
                  <a:ext uri="{FF2B5EF4-FFF2-40B4-BE49-F238E27FC236}">
                    <a16:creationId xmlns:a16="http://schemas.microsoft.com/office/drawing/2014/main" id="{4DC8431B-5859-42ED-9CCB-CAB704937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5" y="1964"/>
                <a:ext cx="258" cy="28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Text Box 127">
                <a:extLst>
                  <a:ext uri="{FF2B5EF4-FFF2-40B4-BE49-F238E27FC236}">
                    <a16:creationId xmlns:a16="http://schemas.microsoft.com/office/drawing/2014/main" id="{971FAC97-8541-4547-AD7E-0E1EB93958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7" y="1958"/>
                <a:ext cx="25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</p:grpSp>
        <p:sp>
          <p:nvSpPr>
            <p:cNvPr id="8" name="Line 131">
              <a:extLst>
                <a:ext uri="{FF2B5EF4-FFF2-40B4-BE49-F238E27FC236}">
                  <a16:creationId xmlns:a16="http://schemas.microsoft.com/office/drawing/2014/main" id="{F4381F88-B365-4A4F-A4AE-6BD00670E9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3" y="2156"/>
              <a:ext cx="761" cy="5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Text Box 132">
              <a:extLst>
                <a:ext uri="{FF2B5EF4-FFF2-40B4-BE49-F238E27FC236}">
                  <a16:creationId xmlns:a16="http://schemas.microsoft.com/office/drawing/2014/main" id="{57D1780B-152B-4988-A40F-58EFAE590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142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12" name="Group 284">
            <a:extLst>
              <a:ext uri="{FF2B5EF4-FFF2-40B4-BE49-F238E27FC236}">
                <a16:creationId xmlns:a16="http://schemas.microsoft.com/office/drawing/2014/main" id="{BC37A39C-EF08-4280-B77F-B321E8173E14}"/>
              </a:ext>
            </a:extLst>
          </p:cNvPr>
          <p:cNvGrpSpPr>
            <a:grpSpLocks/>
          </p:cNvGrpSpPr>
          <p:nvPr/>
        </p:nvGrpSpPr>
        <p:grpSpPr bwMode="auto">
          <a:xfrm>
            <a:off x="2653683" y="4191685"/>
            <a:ext cx="1636713" cy="1190625"/>
            <a:chOff x="1090" y="2790"/>
            <a:chExt cx="1031" cy="750"/>
          </a:xfrm>
        </p:grpSpPr>
        <p:grpSp>
          <p:nvGrpSpPr>
            <p:cNvPr id="13" name="Group 283">
              <a:extLst>
                <a:ext uri="{FF2B5EF4-FFF2-40B4-BE49-F238E27FC236}">
                  <a16:creationId xmlns:a16="http://schemas.microsoft.com/office/drawing/2014/main" id="{37ED3228-7043-4B7A-97A9-41F37A00E9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2" y="3242"/>
              <a:ext cx="269" cy="298"/>
              <a:chOff x="1852" y="3242"/>
              <a:chExt cx="269" cy="298"/>
            </a:xfrm>
          </p:grpSpPr>
          <p:sp>
            <p:nvSpPr>
              <p:cNvPr id="16" name="Oval 137">
                <a:extLst>
                  <a:ext uri="{FF2B5EF4-FFF2-40B4-BE49-F238E27FC236}">
                    <a16:creationId xmlns:a16="http://schemas.microsoft.com/office/drawing/2014/main" id="{B2EB80AF-892C-43C4-970A-6277C772E5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2" y="3259"/>
                <a:ext cx="258" cy="28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Text Box 138">
                <a:extLst>
                  <a:ext uri="{FF2B5EF4-FFF2-40B4-BE49-F238E27FC236}">
                    <a16:creationId xmlns:a16="http://schemas.microsoft.com/office/drawing/2014/main" id="{A6013E44-DCE3-46B7-A379-B621173E57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4" y="3242"/>
                <a:ext cx="25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</p:grpSp>
        <p:sp>
          <p:nvSpPr>
            <p:cNvPr id="14" name="Line 139">
              <a:extLst>
                <a:ext uri="{FF2B5EF4-FFF2-40B4-BE49-F238E27FC236}">
                  <a16:creationId xmlns:a16="http://schemas.microsoft.com/office/drawing/2014/main" id="{5432420D-DE19-484D-BA34-48055004A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0" y="2790"/>
              <a:ext cx="761" cy="5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Text Box 140">
              <a:extLst>
                <a:ext uri="{FF2B5EF4-FFF2-40B4-BE49-F238E27FC236}">
                  <a16:creationId xmlns:a16="http://schemas.microsoft.com/office/drawing/2014/main" id="{B091A983-B884-439B-BFEB-6490CE681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8" y="2987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18" name="Group 288">
            <a:extLst>
              <a:ext uri="{FF2B5EF4-FFF2-40B4-BE49-F238E27FC236}">
                <a16:creationId xmlns:a16="http://schemas.microsoft.com/office/drawing/2014/main" id="{46E9263F-1934-4B85-A4EB-92CE8038070B}"/>
              </a:ext>
            </a:extLst>
          </p:cNvPr>
          <p:cNvGrpSpPr>
            <a:grpSpLocks/>
          </p:cNvGrpSpPr>
          <p:nvPr/>
        </p:nvGrpSpPr>
        <p:grpSpPr bwMode="auto">
          <a:xfrm>
            <a:off x="4215783" y="2297797"/>
            <a:ext cx="1730375" cy="666750"/>
            <a:chOff x="2074" y="1597"/>
            <a:chExt cx="1090" cy="420"/>
          </a:xfrm>
        </p:grpSpPr>
        <p:grpSp>
          <p:nvGrpSpPr>
            <p:cNvPr id="19" name="Group 285">
              <a:extLst>
                <a:ext uri="{FF2B5EF4-FFF2-40B4-BE49-F238E27FC236}">
                  <a16:creationId xmlns:a16="http://schemas.microsoft.com/office/drawing/2014/main" id="{EEAC2653-E4E2-4AE7-BBC7-1A518939E1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5" y="1630"/>
              <a:ext cx="269" cy="288"/>
              <a:chOff x="2895" y="1630"/>
              <a:chExt cx="269" cy="288"/>
            </a:xfrm>
          </p:grpSpPr>
          <p:sp>
            <p:nvSpPr>
              <p:cNvPr id="22" name="Oval 144">
                <a:extLst>
                  <a:ext uri="{FF2B5EF4-FFF2-40B4-BE49-F238E27FC236}">
                    <a16:creationId xmlns:a16="http://schemas.microsoft.com/office/drawing/2014/main" id="{D9566C9A-79ED-4D34-958F-8115066D0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5" y="1636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Text Box 145">
                <a:extLst>
                  <a:ext uri="{FF2B5EF4-FFF2-40B4-BE49-F238E27FC236}">
                    <a16:creationId xmlns:a16="http://schemas.microsoft.com/office/drawing/2014/main" id="{60555164-F780-43DF-9C07-9765390824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7" y="1630"/>
                <a:ext cx="25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</p:grpSp>
        <p:sp>
          <p:nvSpPr>
            <p:cNvPr id="20" name="Line 147">
              <a:extLst>
                <a:ext uri="{FF2B5EF4-FFF2-40B4-BE49-F238E27FC236}">
                  <a16:creationId xmlns:a16="http://schemas.microsoft.com/office/drawing/2014/main" id="{66043D7F-DA64-4AB0-95E6-E8DCBD08C1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74" y="1750"/>
              <a:ext cx="831" cy="26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Text Box 148">
              <a:extLst>
                <a:ext uri="{FF2B5EF4-FFF2-40B4-BE49-F238E27FC236}">
                  <a16:creationId xmlns:a16="http://schemas.microsoft.com/office/drawing/2014/main" id="{A5298888-7D2F-43E0-B04E-5270B54C9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" y="1597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24" name="Group 287">
            <a:extLst>
              <a:ext uri="{FF2B5EF4-FFF2-40B4-BE49-F238E27FC236}">
                <a16:creationId xmlns:a16="http://schemas.microsoft.com/office/drawing/2014/main" id="{E5E6D22F-AAC9-4D56-8BA8-B885AFAD9E1F}"/>
              </a:ext>
            </a:extLst>
          </p:cNvPr>
          <p:cNvGrpSpPr>
            <a:grpSpLocks/>
          </p:cNvGrpSpPr>
          <p:nvPr/>
        </p:nvGrpSpPr>
        <p:grpSpPr bwMode="auto">
          <a:xfrm>
            <a:off x="4272933" y="3186797"/>
            <a:ext cx="1671638" cy="665163"/>
            <a:chOff x="2110" y="2157"/>
            <a:chExt cx="1053" cy="419"/>
          </a:xfrm>
        </p:grpSpPr>
        <p:sp>
          <p:nvSpPr>
            <p:cNvPr id="25" name="Line 152">
              <a:extLst>
                <a:ext uri="{FF2B5EF4-FFF2-40B4-BE49-F238E27FC236}">
                  <a16:creationId xmlns:a16="http://schemas.microsoft.com/office/drawing/2014/main" id="{3611421C-AE0D-40B7-B96A-C012EDD9C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157"/>
              <a:ext cx="831" cy="26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6" name="Group 286">
              <a:extLst>
                <a:ext uri="{FF2B5EF4-FFF2-40B4-BE49-F238E27FC236}">
                  <a16:creationId xmlns:a16="http://schemas.microsoft.com/office/drawing/2014/main" id="{95E34F66-402A-48C2-9D0F-10F4D9E0C0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4" y="2287"/>
              <a:ext cx="269" cy="289"/>
              <a:chOff x="2894" y="2276"/>
              <a:chExt cx="269" cy="289"/>
            </a:xfrm>
          </p:grpSpPr>
          <p:sp>
            <p:nvSpPr>
              <p:cNvPr id="28" name="Oval 154">
                <a:extLst>
                  <a:ext uri="{FF2B5EF4-FFF2-40B4-BE49-F238E27FC236}">
                    <a16:creationId xmlns:a16="http://schemas.microsoft.com/office/drawing/2014/main" id="{920DAF30-43EC-47C4-91F6-547425FF5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4" y="2283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Text Box 155">
                <a:extLst>
                  <a:ext uri="{FF2B5EF4-FFF2-40B4-BE49-F238E27FC236}">
                    <a16:creationId xmlns:a16="http://schemas.microsoft.com/office/drawing/2014/main" id="{3AFC37C4-D6CC-4786-857A-E3934AE85B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6" y="2276"/>
                <a:ext cx="257" cy="28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E</a:t>
                </a:r>
              </a:p>
            </p:txBody>
          </p:sp>
        </p:grpSp>
        <p:sp>
          <p:nvSpPr>
            <p:cNvPr id="27" name="Text Box 157">
              <a:extLst>
                <a:ext uri="{FF2B5EF4-FFF2-40B4-BE49-F238E27FC236}">
                  <a16:creationId xmlns:a16="http://schemas.microsoft.com/office/drawing/2014/main" id="{A68E5AB3-8AD4-4D85-A208-F5A04EF0F8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" y="2258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30" name="Group 290">
            <a:extLst>
              <a:ext uri="{FF2B5EF4-FFF2-40B4-BE49-F238E27FC236}">
                <a16:creationId xmlns:a16="http://schemas.microsoft.com/office/drawing/2014/main" id="{EFC2DACE-FDAB-4187-9B1A-E56C9B16BAAE}"/>
              </a:ext>
            </a:extLst>
          </p:cNvPr>
          <p:cNvGrpSpPr>
            <a:grpSpLocks/>
          </p:cNvGrpSpPr>
          <p:nvPr/>
        </p:nvGrpSpPr>
        <p:grpSpPr bwMode="auto">
          <a:xfrm>
            <a:off x="4288808" y="4388535"/>
            <a:ext cx="1673225" cy="711200"/>
            <a:chOff x="2120" y="2914"/>
            <a:chExt cx="1054" cy="448"/>
          </a:xfrm>
        </p:grpSpPr>
        <p:grpSp>
          <p:nvGrpSpPr>
            <p:cNvPr id="31" name="Group 289">
              <a:extLst>
                <a:ext uri="{FF2B5EF4-FFF2-40B4-BE49-F238E27FC236}">
                  <a16:creationId xmlns:a16="http://schemas.microsoft.com/office/drawing/2014/main" id="{08DF930E-78EE-420A-BDC1-198E92AF3A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3" y="2914"/>
              <a:ext cx="281" cy="296"/>
              <a:chOff x="2893" y="2914"/>
              <a:chExt cx="281" cy="296"/>
            </a:xfrm>
          </p:grpSpPr>
          <p:sp>
            <p:nvSpPr>
              <p:cNvPr id="34" name="Oval 160">
                <a:extLst>
                  <a:ext uri="{FF2B5EF4-FFF2-40B4-BE49-F238E27FC236}">
                    <a16:creationId xmlns:a16="http://schemas.microsoft.com/office/drawing/2014/main" id="{13A5E252-7E07-41A0-8F15-15EAA4D180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3" y="2930"/>
                <a:ext cx="259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Text Box 161">
                <a:extLst>
                  <a:ext uri="{FF2B5EF4-FFF2-40B4-BE49-F238E27FC236}">
                    <a16:creationId xmlns:a16="http://schemas.microsoft.com/office/drawing/2014/main" id="{B9ABF737-9341-428D-8540-E93AFB2819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4" y="2914"/>
                <a:ext cx="260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F</a:t>
                </a:r>
              </a:p>
            </p:txBody>
          </p:sp>
        </p:grpSp>
        <p:sp>
          <p:nvSpPr>
            <p:cNvPr id="32" name="Line 162">
              <a:extLst>
                <a:ext uri="{FF2B5EF4-FFF2-40B4-BE49-F238E27FC236}">
                  <a16:creationId xmlns:a16="http://schemas.microsoft.com/office/drawing/2014/main" id="{6FE71818-C54C-4FB9-906D-136B74EB5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0" y="3096"/>
              <a:ext cx="831" cy="26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Text Box 163">
              <a:extLst>
                <a:ext uri="{FF2B5EF4-FFF2-40B4-BE49-F238E27FC236}">
                  <a16:creationId xmlns:a16="http://schemas.microsoft.com/office/drawing/2014/main" id="{66C84017-2B90-46E7-9CDB-96DDB61DD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" y="2956"/>
              <a:ext cx="506" cy="28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36" name="Group 292">
            <a:extLst>
              <a:ext uri="{FF2B5EF4-FFF2-40B4-BE49-F238E27FC236}">
                <a16:creationId xmlns:a16="http://schemas.microsoft.com/office/drawing/2014/main" id="{D2EA5DC6-4F21-481F-9628-A500B2D1DDB6}"/>
              </a:ext>
            </a:extLst>
          </p:cNvPr>
          <p:cNvGrpSpPr>
            <a:grpSpLocks/>
          </p:cNvGrpSpPr>
          <p:nvPr/>
        </p:nvGrpSpPr>
        <p:grpSpPr bwMode="auto">
          <a:xfrm>
            <a:off x="4272934" y="5263243"/>
            <a:ext cx="1698626" cy="622300"/>
            <a:chOff x="2110" y="3465"/>
            <a:chExt cx="1070" cy="392"/>
          </a:xfrm>
        </p:grpSpPr>
        <p:grpSp>
          <p:nvGrpSpPr>
            <p:cNvPr id="37" name="Group 291">
              <a:extLst>
                <a:ext uri="{FF2B5EF4-FFF2-40B4-BE49-F238E27FC236}">
                  <a16:creationId xmlns:a16="http://schemas.microsoft.com/office/drawing/2014/main" id="{7FE81109-26F8-4E89-9A6F-3B061B1FA3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6" y="3561"/>
              <a:ext cx="274" cy="296"/>
              <a:chOff x="2906" y="3561"/>
              <a:chExt cx="274" cy="296"/>
            </a:xfrm>
          </p:grpSpPr>
          <p:sp>
            <p:nvSpPr>
              <p:cNvPr id="40" name="Oval 165">
                <a:extLst>
                  <a:ext uri="{FF2B5EF4-FFF2-40B4-BE49-F238E27FC236}">
                    <a16:creationId xmlns:a16="http://schemas.microsoft.com/office/drawing/2014/main" id="{3895E30F-8E62-4E60-967C-2562EC9E7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2" y="3578"/>
                <a:ext cx="258" cy="27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Text Box 166">
                <a:extLst>
                  <a:ext uri="{FF2B5EF4-FFF2-40B4-BE49-F238E27FC236}">
                    <a16:creationId xmlns:a16="http://schemas.microsoft.com/office/drawing/2014/main" id="{33040644-FF6C-4B27-954D-9219383C72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6" y="3561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G</a:t>
                </a:r>
              </a:p>
            </p:txBody>
          </p:sp>
        </p:grpSp>
        <p:sp>
          <p:nvSpPr>
            <p:cNvPr id="38" name="Line 167">
              <a:extLst>
                <a:ext uri="{FF2B5EF4-FFF2-40B4-BE49-F238E27FC236}">
                  <a16:creationId xmlns:a16="http://schemas.microsoft.com/office/drawing/2014/main" id="{40F6FDBF-5C0E-4F04-BA0C-4CBC79113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3465"/>
              <a:ext cx="831" cy="26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Text Box 168">
              <a:extLst>
                <a:ext uri="{FF2B5EF4-FFF2-40B4-BE49-F238E27FC236}">
                  <a16:creationId xmlns:a16="http://schemas.microsoft.com/office/drawing/2014/main" id="{ADF634DB-EBEA-4C6B-9DC9-E9022A086F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2" y="3540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42" name="Group 294">
            <a:extLst>
              <a:ext uri="{FF2B5EF4-FFF2-40B4-BE49-F238E27FC236}">
                <a16:creationId xmlns:a16="http://schemas.microsoft.com/office/drawing/2014/main" id="{07CF14A0-79F9-4546-8DA1-3CAA9AD17C8A}"/>
              </a:ext>
            </a:extLst>
          </p:cNvPr>
          <p:cNvGrpSpPr>
            <a:grpSpLocks/>
          </p:cNvGrpSpPr>
          <p:nvPr/>
        </p:nvGrpSpPr>
        <p:grpSpPr bwMode="auto">
          <a:xfrm>
            <a:off x="5866783" y="1926322"/>
            <a:ext cx="1620838" cy="554038"/>
            <a:chOff x="3114" y="1363"/>
            <a:chExt cx="1021" cy="349"/>
          </a:xfrm>
        </p:grpSpPr>
        <p:grpSp>
          <p:nvGrpSpPr>
            <p:cNvPr id="43" name="Group 293">
              <a:extLst>
                <a:ext uri="{FF2B5EF4-FFF2-40B4-BE49-F238E27FC236}">
                  <a16:creationId xmlns:a16="http://schemas.microsoft.com/office/drawing/2014/main" id="{F53CB57F-C697-49D8-90BF-BD5971F70E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5" y="1363"/>
              <a:ext cx="270" cy="289"/>
              <a:chOff x="3865" y="1363"/>
              <a:chExt cx="270" cy="289"/>
            </a:xfrm>
          </p:grpSpPr>
          <p:sp>
            <p:nvSpPr>
              <p:cNvPr id="46" name="Oval 172">
                <a:extLst>
                  <a:ext uri="{FF2B5EF4-FFF2-40B4-BE49-F238E27FC236}">
                    <a16:creationId xmlns:a16="http://schemas.microsoft.com/office/drawing/2014/main" id="{962BFAD8-CFB1-4300-8CB1-D0D5D8265A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5" y="1368"/>
                <a:ext cx="259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7" name="Text Box 173">
                <a:extLst>
                  <a:ext uri="{FF2B5EF4-FFF2-40B4-BE49-F238E27FC236}">
                    <a16:creationId xmlns:a16="http://schemas.microsoft.com/office/drawing/2014/main" id="{F9721EFD-4BCE-458A-83C7-2C5F532FF7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5" y="1363"/>
                <a:ext cx="260" cy="28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H</a:t>
                </a:r>
              </a:p>
            </p:txBody>
          </p:sp>
        </p:grpSp>
        <p:sp>
          <p:nvSpPr>
            <p:cNvPr id="44" name="Line 204">
              <a:extLst>
                <a:ext uri="{FF2B5EF4-FFF2-40B4-BE49-F238E27FC236}">
                  <a16:creationId xmlns:a16="http://schemas.microsoft.com/office/drawing/2014/main" id="{A0FCC6C8-4D66-4B63-AD06-9779129603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7" y="1496"/>
              <a:ext cx="761" cy="2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Text Box 205">
              <a:extLst>
                <a:ext uri="{FF2B5EF4-FFF2-40B4-BE49-F238E27FC236}">
                  <a16:creationId xmlns:a16="http://schemas.microsoft.com/office/drawing/2014/main" id="{5DF201A4-A609-41F6-8E02-BD6E5BF2A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4" y="1382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48" name="Group 296">
            <a:extLst>
              <a:ext uri="{FF2B5EF4-FFF2-40B4-BE49-F238E27FC236}">
                <a16:creationId xmlns:a16="http://schemas.microsoft.com/office/drawing/2014/main" id="{DA15BD52-1CF8-4465-86D1-794E35B6364F}"/>
              </a:ext>
            </a:extLst>
          </p:cNvPr>
          <p:cNvGrpSpPr>
            <a:grpSpLocks/>
          </p:cNvGrpSpPr>
          <p:nvPr/>
        </p:nvGrpSpPr>
        <p:grpSpPr bwMode="auto">
          <a:xfrm>
            <a:off x="5885833" y="2470835"/>
            <a:ext cx="1581150" cy="508000"/>
            <a:chOff x="3126" y="1706"/>
            <a:chExt cx="996" cy="320"/>
          </a:xfrm>
        </p:grpSpPr>
        <p:grpSp>
          <p:nvGrpSpPr>
            <p:cNvPr id="49" name="Group 295">
              <a:extLst>
                <a:ext uri="{FF2B5EF4-FFF2-40B4-BE49-F238E27FC236}">
                  <a16:creationId xmlns:a16="http://schemas.microsoft.com/office/drawing/2014/main" id="{F86B0B45-3B3D-4F74-AF9F-198808FD14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3" y="1706"/>
              <a:ext cx="269" cy="293"/>
              <a:chOff x="3853" y="1706"/>
              <a:chExt cx="269" cy="293"/>
            </a:xfrm>
          </p:grpSpPr>
          <p:sp>
            <p:nvSpPr>
              <p:cNvPr id="52" name="Oval 180">
                <a:extLst>
                  <a:ext uri="{FF2B5EF4-FFF2-40B4-BE49-F238E27FC236}">
                    <a16:creationId xmlns:a16="http://schemas.microsoft.com/office/drawing/2014/main" id="{82E13EDE-8800-4BF5-99CA-9A30E44A20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3" y="1706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Text Box 181">
                <a:extLst>
                  <a:ext uri="{FF2B5EF4-FFF2-40B4-BE49-F238E27FC236}">
                    <a16:creationId xmlns:a16="http://schemas.microsoft.com/office/drawing/2014/main" id="{B1736FAC-6BE5-4D3F-84F7-9491BD7E82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5" y="1711"/>
                <a:ext cx="257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I</a:t>
                </a:r>
              </a:p>
            </p:txBody>
          </p:sp>
        </p:grpSp>
        <p:sp>
          <p:nvSpPr>
            <p:cNvPr id="50" name="Line 214">
              <a:extLst>
                <a:ext uri="{FF2B5EF4-FFF2-40B4-BE49-F238E27FC236}">
                  <a16:creationId xmlns:a16="http://schemas.microsoft.com/office/drawing/2014/main" id="{6C4C66B2-C3D5-4E61-A629-083C1356B6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0000">
              <a:off x="3126" y="1812"/>
              <a:ext cx="78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Text Box 215">
              <a:extLst>
                <a:ext uri="{FF2B5EF4-FFF2-40B4-BE49-F238E27FC236}">
                  <a16:creationId xmlns:a16="http://schemas.microsoft.com/office/drawing/2014/main" id="{5A089287-66F5-4FE8-88EB-87E48EC27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9" y="1738"/>
              <a:ext cx="50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54" name="Group 298">
            <a:extLst>
              <a:ext uri="{FF2B5EF4-FFF2-40B4-BE49-F238E27FC236}">
                <a16:creationId xmlns:a16="http://schemas.microsoft.com/office/drawing/2014/main" id="{2DE1C8EC-72A7-49C1-9D71-E629B40A6C4C}"/>
              </a:ext>
            </a:extLst>
          </p:cNvPr>
          <p:cNvGrpSpPr>
            <a:grpSpLocks/>
          </p:cNvGrpSpPr>
          <p:nvPr/>
        </p:nvGrpSpPr>
        <p:grpSpPr bwMode="auto">
          <a:xfrm>
            <a:off x="5923933" y="2964547"/>
            <a:ext cx="1544638" cy="565150"/>
            <a:chOff x="3150" y="2017"/>
            <a:chExt cx="973" cy="356"/>
          </a:xfrm>
        </p:grpSpPr>
        <p:grpSp>
          <p:nvGrpSpPr>
            <p:cNvPr id="55" name="Group 297">
              <a:extLst>
                <a:ext uri="{FF2B5EF4-FFF2-40B4-BE49-F238E27FC236}">
                  <a16:creationId xmlns:a16="http://schemas.microsoft.com/office/drawing/2014/main" id="{65AEE88D-2A5A-45AD-BB5B-FD04A3BE06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4" y="2044"/>
              <a:ext cx="269" cy="291"/>
              <a:chOff x="3854" y="2044"/>
              <a:chExt cx="269" cy="291"/>
            </a:xfrm>
          </p:grpSpPr>
          <p:sp>
            <p:nvSpPr>
              <p:cNvPr id="58" name="Oval 187">
                <a:extLst>
                  <a:ext uri="{FF2B5EF4-FFF2-40B4-BE49-F238E27FC236}">
                    <a16:creationId xmlns:a16="http://schemas.microsoft.com/office/drawing/2014/main" id="{E9A09010-7305-4F79-8D41-0E131F4C4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4" y="2049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" name="Text Box 188">
                <a:extLst>
                  <a:ext uri="{FF2B5EF4-FFF2-40B4-BE49-F238E27FC236}">
                    <a16:creationId xmlns:a16="http://schemas.microsoft.com/office/drawing/2014/main" id="{9AAF06D5-A1E9-4C1F-9C0F-BBC99D5954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6" y="2044"/>
                <a:ext cx="257" cy="29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J</a:t>
                </a:r>
              </a:p>
            </p:txBody>
          </p:sp>
        </p:grpSp>
        <p:sp>
          <p:nvSpPr>
            <p:cNvPr id="56" name="Line 221">
              <a:extLst>
                <a:ext uri="{FF2B5EF4-FFF2-40B4-BE49-F238E27FC236}">
                  <a16:creationId xmlns:a16="http://schemas.microsoft.com/office/drawing/2014/main" id="{C943A640-F53F-4DC9-86D5-54F2DE29DD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0" y="2157"/>
              <a:ext cx="761" cy="2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Text Box 222">
              <a:extLst>
                <a:ext uri="{FF2B5EF4-FFF2-40B4-BE49-F238E27FC236}">
                  <a16:creationId xmlns:a16="http://schemas.microsoft.com/office/drawing/2014/main" id="{D21B4A0A-733D-4F4C-81D1-A055345267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" y="2017"/>
              <a:ext cx="501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60" name="Group 300">
            <a:extLst>
              <a:ext uri="{FF2B5EF4-FFF2-40B4-BE49-F238E27FC236}">
                <a16:creationId xmlns:a16="http://schemas.microsoft.com/office/drawing/2014/main" id="{14342214-572B-48FA-985D-66C02B9CBD49}"/>
              </a:ext>
            </a:extLst>
          </p:cNvPr>
          <p:cNvGrpSpPr>
            <a:grpSpLocks/>
          </p:cNvGrpSpPr>
          <p:nvPr/>
        </p:nvGrpSpPr>
        <p:grpSpPr bwMode="auto">
          <a:xfrm>
            <a:off x="5868371" y="3563035"/>
            <a:ext cx="1598612" cy="585787"/>
            <a:chOff x="3115" y="2394"/>
            <a:chExt cx="1007" cy="369"/>
          </a:xfrm>
        </p:grpSpPr>
        <p:grpSp>
          <p:nvGrpSpPr>
            <p:cNvPr id="61" name="Group 299">
              <a:extLst>
                <a:ext uri="{FF2B5EF4-FFF2-40B4-BE49-F238E27FC236}">
                  <a16:creationId xmlns:a16="http://schemas.microsoft.com/office/drawing/2014/main" id="{AD8C05EF-3555-48E4-BEB0-C2FCA1DC9D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3" y="2394"/>
              <a:ext cx="269" cy="297"/>
              <a:chOff x="3853" y="2394"/>
              <a:chExt cx="269" cy="297"/>
            </a:xfrm>
          </p:grpSpPr>
          <p:sp>
            <p:nvSpPr>
              <p:cNvPr id="64" name="Oval 190">
                <a:extLst>
                  <a:ext uri="{FF2B5EF4-FFF2-40B4-BE49-F238E27FC236}">
                    <a16:creationId xmlns:a16="http://schemas.microsoft.com/office/drawing/2014/main" id="{CA47856D-03F6-43A5-AA34-4C8633B3D0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3" y="2394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Text Box 191">
                <a:extLst>
                  <a:ext uri="{FF2B5EF4-FFF2-40B4-BE49-F238E27FC236}">
                    <a16:creationId xmlns:a16="http://schemas.microsoft.com/office/drawing/2014/main" id="{901DF08E-F7A1-4209-B882-E6A17BFF74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5" y="2400"/>
                <a:ext cx="257" cy="29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K</a:t>
                </a:r>
              </a:p>
            </p:txBody>
          </p:sp>
        </p:grpSp>
        <p:sp>
          <p:nvSpPr>
            <p:cNvPr id="62" name="Line 224">
              <a:extLst>
                <a:ext uri="{FF2B5EF4-FFF2-40B4-BE49-F238E27FC236}">
                  <a16:creationId xmlns:a16="http://schemas.microsoft.com/office/drawing/2014/main" id="{3A7BD8AA-CF48-4B30-8F5B-5C9578A88E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0000">
              <a:off x="3115" y="2547"/>
              <a:ext cx="78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Text Box 225">
              <a:extLst>
                <a:ext uri="{FF2B5EF4-FFF2-40B4-BE49-F238E27FC236}">
                  <a16:creationId xmlns:a16="http://schemas.microsoft.com/office/drawing/2014/main" id="{AC97401B-5E8E-4090-98E4-44055106E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2475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66" name="Group 302">
            <a:extLst>
              <a:ext uri="{FF2B5EF4-FFF2-40B4-BE49-F238E27FC236}">
                <a16:creationId xmlns:a16="http://schemas.microsoft.com/office/drawing/2014/main" id="{9C7A20E4-CCFD-4195-B147-91F5424656AA}"/>
              </a:ext>
            </a:extLst>
          </p:cNvPr>
          <p:cNvGrpSpPr>
            <a:grpSpLocks/>
          </p:cNvGrpSpPr>
          <p:nvPr/>
        </p:nvGrpSpPr>
        <p:grpSpPr bwMode="auto">
          <a:xfrm>
            <a:off x="5830271" y="4072622"/>
            <a:ext cx="1636712" cy="520700"/>
            <a:chOff x="3091" y="2715"/>
            <a:chExt cx="1031" cy="328"/>
          </a:xfrm>
        </p:grpSpPr>
        <p:grpSp>
          <p:nvGrpSpPr>
            <p:cNvPr id="67" name="Group 301">
              <a:extLst>
                <a:ext uri="{FF2B5EF4-FFF2-40B4-BE49-F238E27FC236}">
                  <a16:creationId xmlns:a16="http://schemas.microsoft.com/office/drawing/2014/main" id="{DEE5B1E4-E616-4069-91B2-B8B5DAB32E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3" y="2750"/>
              <a:ext cx="269" cy="293"/>
              <a:chOff x="3853" y="2750"/>
              <a:chExt cx="269" cy="293"/>
            </a:xfrm>
          </p:grpSpPr>
          <p:sp>
            <p:nvSpPr>
              <p:cNvPr id="70" name="Oval 193">
                <a:extLst>
                  <a:ext uri="{FF2B5EF4-FFF2-40B4-BE49-F238E27FC236}">
                    <a16:creationId xmlns:a16="http://schemas.microsoft.com/office/drawing/2014/main" id="{55AC7485-04D9-4B98-8380-B0A8DB621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3" y="275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Text Box 194">
                <a:extLst>
                  <a:ext uri="{FF2B5EF4-FFF2-40B4-BE49-F238E27FC236}">
                    <a16:creationId xmlns:a16="http://schemas.microsoft.com/office/drawing/2014/main" id="{33DADE1F-600C-4323-8F98-CA41404A3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5" y="2755"/>
                <a:ext cx="25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L</a:t>
                </a:r>
              </a:p>
            </p:txBody>
          </p:sp>
        </p:grpSp>
        <p:sp>
          <p:nvSpPr>
            <p:cNvPr id="68" name="Line 227">
              <a:extLst>
                <a:ext uri="{FF2B5EF4-FFF2-40B4-BE49-F238E27FC236}">
                  <a16:creationId xmlns:a16="http://schemas.microsoft.com/office/drawing/2014/main" id="{89ACCFF6-06CB-4322-943E-F49FB53A51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9" y="2805"/>
              <a:ext cx="760" cy="2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Text Box 228">
              <a:extLst>
                <a:ext uri="{FF2B5EF4-FFF2-40B4-BE49-F238E27FC236}">
                  <a16:creationId xmlns:a16="http://schemas.microsoft.com/office/drawing/2014/main" id="{5A365ADA-D673-49CF-B3AE-777E9FB80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1" y="2715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72" name="Group 304">
            <a:extLst>
              <a:ext uri="{FF2B5EF4-FFF2-40B4-BE49-F238E27FC236}">
                <a16:creationId xmlns:a16="http://schemas.microsoft.com/office/drawing/2014/main" id="{D1EB28B1-CBB6-4792-B6C1-C1A5AC872A9C}"/>
              </a:ext>
            </a:extLst>
          </p:cNvPr>
          <p:cNvGrpSpPr>
            <a:grpSpLocks/>
          </p:cNvGrpSpPr>
          <p:nvPr/>
        </p:nvGrpSpPr>
        <p:grpSpPr bwMode="auto">
          <a:xfrm>
            <a:off x="5885833" y="4717147"/>
            <a:ext cx="1581150" cy="461963"/>
            <a:chOff x="3126" y="3121"/>
            <a:chExt cx="996" cy="291"/>
          </a:xfrm>
        </p:grpSpPr>
        <p:grpSp>
          <p:nvGrpSpPr>
            <p:cNvPr id="73" name="Group 303">
              <a:extLst>
                <a:ext uri="{FF2B5EF4-FFF2-40B4-BE49-F238E27FC236}">
                  <a16:creationId xmlns:a16="http://schemas.microsoft.com/office/drawing/2014/main" id="{A63D48CC-3123-449A-A706-39A4436FB8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3" y="3124"/>
              <a:ext cx="269" cy="288"/>
              <a:chOff x="3853" y="3124"/>
              <a:chExt cx="269" cy="288"/>
            </a:xfrm>
          </p:grpSpPr>
          <p:sp>
            <p:nvSpPr>
              <p:cNvPr id="76" name="Oval 196">
                <a:extLst>
                  <a:ext uri="{FF2B5EF4-FFF2-40B4-BE49-F238E27FC236}">
                    <a16:creationId xmlns:a16="http://schemas.microsoft.com/office/drawing/2014/main" id="{9CCC49C7-BD61-438D-9E93-CC7DB5CB0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3" y="313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Text Box 197">
                <a:extLst>
                  <a:ext uri="{FF2B5EF4-FFF2-40B4-BE49-F238E27FC236}">
                    <a16:creationId xmlns:a16="http://schemas.microsoft.com/office/drawing/2014/main" id="{372E007C-7674-471D-8B2E-80ECF7C63B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5" y="3124"/>
                <a:ext cx="257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M</a:t>
                </a:r>
              </a:p>
            </p:txBody>
          </p:sp>
        </p:grpSp>
        <p:sp>
          <p:nvSpPr>
            <p:cNvPr id="74" name="Line 230">
              <a:extLst>
                <a:ext uri="{FF2B5EF4-FFF2-40B4-BE49-F238E27FC236}">
                  <a16:creationId xmlns:a16="http://schemas.microsoft.com/office/drawing/2014/main" id="{02A7C503-027D-4474-96DF-858F3AA666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0000">
              <a:off x="3126" y="3195"/>
              <a:ext cx="78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Text Box 231">
              <a:extLst>
                <a:ext uri="{FF2B5EF4-FFF2-40B4-BE49-F238E27FC236}">
                  <a16:creationId xmlns:a16="http://schemas.microsoft.com/office/drawing/2014/main" id="{0A7D69D8-88F9-4F02-8D70-014A3CF62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5" y="3121"/>
              <a:ext cx="50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78" name="Group 306">
            <a:extLst>
              <a:ext uri="{FF2B5EF4-FFF2-40B4-BE49-F238E27FC236}">
                <a16:creationId xmlns:a16="http://schemas.microsoft.com/office/drawing/2014/main" id="{D921D174-72A5-4326-9654-A335723E673F}"/>
              </a:ext>
            </a:extLst>
          </p:cNvPr>
          <p:cNvGrpSpPr>
            <a:grpSpLocks/>
          </p:cNvGrpSpPr>
          <p:nvPr/>
        </p:nvGrpSpPr>
        <p:grpSpPr bwMode="auto">
          <a:xfrm>
            <a:off x="5923933" y="5121960"/>
            <a:ext cx="1543050" cy="603250"/>
            <a:chOff x="3150" y="3376"/>
            <a:chExt cx="972" cy="380"/>
          </a:xfrm>
        </p:grpSpPr>
        <p:grpSp>
          <p:nvGrpSpPr>
            <p:cNvPr id="79" name="Group 305">
              <a:extLst>
                <a:ext uri="{FF2B5EF4-FFF2-40B4-BE49-F238E27FC236}">
                  <a16:creationId xmlns:a16="http://schemas.microsoft.com/office/drawing/2014/main" id="{05AB890B-6F69-41AB-A636-E787B20922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3" y="3468"/>
              <a:ext cx="269" cy="288"/>
              <a:chOff x="3853" y="3468"/>
              <a:chExt cx="269" cy="288"/>
            </a:xfrm>
          </p:grpSpPr>
          <p:sp>
            <p:nvSpPr>
              <p:cNvPr id="82" name="Oval 199">
                <a:extLst>
                  <a:ext uri="{FF2B5EF4-FFF2-40B4-BE49-F238E27FC236}">
                    <a16:creationId xmlns:a16="http://schemas.microsoft.com/office/drawing/2014/main" id="{6EC95964-EC3D-40D9-94AF-16E85E37E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3" y="3474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Text Box 200">
                <a:extLst>
                  <a:ext uri="{FF2B5EF4-FFF2-40B4-BE49-F238E27FC236}">
                    <a16:creationId xmlns:a16="http://schemas.microsoft.com/office/drawing/2014/main" id="{9B0C6CCC-D008-4273-995E-598B4A1C74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5" y="3468"/>
                <a:ext cx="257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</p:grpSp>
        <p:sp>
          <p:nvSpPr>
            <p:cNvPr id="80" name="Line 235">
              <a:extLst>
                <a:ext uri="{FF2B5EF4-FFF2-40B4-BE49-F238E27FC236}">
                  <a16:creationId xmlns:a16="http://schemas.microsoft.com/office/drawing/2014/main" id="{B527161B-BD44-4023-A1F3-82A354E931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0" y="3516"/>
              <a:ext cx="761" cy="2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" name="Text Box 236">
              <a:extLst>
                <a:ext uri="{FF2B5EF4-FFF2-40B4-BE49-F238E27FC236}">
                  <a16:creationId xmlns:a16="http://schemas.microsoft.com/office/drawing/2014/main" id="{38A3B76A-4CFF-4295-8A20-2AD073D64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" y="3376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</p:grpSp>
      <p:grpSp>
        <p:nvGrpSpPr>
          <p:cNvPr id="84" name="Group 308">
            <a:extLst>
              <a:ext uri="{FF2B5EF4-FFF2-40B4-BE49-F238E27FC236}">
                <a16:creationId xmlns:a16="http://schemas.microsoft.com/office/drawing/2014/main" id="{A08EC245-D221-44A2-9F12-61EC46E3271B}"/>
              </a:ext>
            </a:extLst>
          </p:cNvPr>
          <p:cNvGrpSpPr>
            <a:grpSpLocks/>
          </p:cNvGrpSpPr>
          <p:nvPr/>
        </p:nvGrpSpPr>
        <p:grpSpPr bwMode="auto">
          <a:xfrm>
            <a:off x="5885833" y="5769660"/>
            <a:ext cx="1600200" cy="479425"/>
            <a:chOff x="3126" y="3784"/>
            <a:chExt cx="1008" cy="302"/>
          </a:xfrm>
        </p:grpSpPr>
        <p:grpSp>
          <p:nvGrpSpPr>
            <p:cNvPr id="85" name="Group 307">
              <a:extLst>
                <a:ext uri="{FF2B5EF4-FFF2-40B4-BE49-F238E27FC236}">
                  <a16:creationId xmlns:a16="http://schemas.microsoft.com/office/drawing/2014/main" id="{01B16B7A-AE42-4088-9102-6D6E79771C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4" y="3798"/>
              <a:ext cx="270" cy="288"/>
              <a:chOff x="3864" y="3798"/>
              <a:chExt cx="270" cy="288"/>
            </a:xfrm>
          </p:grpSpPr>
          <p:sp>
            <p:nvSpPr>
              <p:cNvPr id="88" name="Oval 202">
                <a:extLst>
                  <a:ext uri="{FF2B5EF4-FFF2-40B4-BE49-F238E27FC236}">
                    <a16:creationId xmlns:a16="http://schemas.microsoft.com/office/drawing/2014/main" id="{B43DD619-CAB5-4241-A0AC-C2415A482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4" y="3803"/>
                <a:ext cx="259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9" name="Text Box 203">
                <a:extLst>
                  <a:ext uri="{FF2B5EF4-FFF2-40B4-BE49-F238E27FC236}">
                    <a16:creationId xmlns:a16="http://schemas.microsoft.com/office/drawing/2014/main" id="{4C5BF665-3674-45D7-837E-40B9C316F6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4" y="3798"/>
                <a:ext cx="260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P</a:t>
                </a:r>
              </a:p>
            </p:txBody>
          </p:sp>
        </p:grpSp>
        <p:sp>
          <p:nvSpPr>
            <p:cNvPr id="86" name="Line 238">
              <a:extLst>
                <a:ext uri="{FF2B5EF4-FFF2-40B4-BE49-F238E27FC236}">
                  <a16:creationId xmlns:a16="http://schemas.microsoft.com/office/drawing/2014/main" id="{9BB37F8B-1390-4CBD-A848-57ED195FE6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0000">
              <a:off x="3126" y="3855"/>
              <a:ext cx="78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" name="Text Box 239">
              <a:extLst>
                <a:ext uri="{FF2B5EF4-FFF2-40B4-BE49-F238E27FC236}">
                  <a16:creationId xmlns:a16="http://schemas.microsoft.com/office/drawing/2014/main" id="{165CC45C-D794-4AA3-8014-0CA352665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0" y="3784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</p:grpSp>
      <p:grpSp>
        <p:nvGrpSpPr>
          <p:cNvPr id="90" name="Group 310">
            <a:extLst>
              <a:ext uri="{FF2B5EF4-FFF2-40B4-BE49-F238E27FC236}">
                <a16:creationId xmlns:a16="http://schemas.microsoft.com/office/drawing/2014/main" id="{6F66ECEE-1E26-498B-B969-477DC09E3D5B}"/>
              </a:ext>
            </a:extLst>
          </p:cNvPr>
          <p:cNvGrpSpPr>
            <a:grpSpLocks/>
          </p:cNvGrpSpPr>
          <p:nvPr/>
        </p:nvGrpSpPr>
        <p:grpSpPr bwMode="auto">
          <a:xfrm>
            <a:off x="7468571" y="1632635"/>
            <a:ext cx="1425575" cy="492125"/>
            <a:chOff x="4123" y="1090"/>
            <a:chExt cx="898" cy="310"/>
          </a:xfrm>
        </p:grpSpPr>
        <p:sp>
          <p:nvSpPr>
            <p:cNvPr id="91" name="Text Box 247">
              <a:extLst>
                <a:ext uri="{FF2B5EF4-FFF2-40B4-BE49-F238E27FC236}">
                  <a16:creationId xmlns:a16="http://schemas.microsoft.com/office/drawing/2014/main" id="{C2C82F3E-36F7-4909-A912-DDD7F6EE2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3" y="1091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92" name="Text Box 248">
              <a:extLst>
                <a:ext uri="{FF2B5EF4-FFF2-40B4-BE49-F238E27FC236}">
                  <a16:creationId xmlns:a16="http://schemas.microsoft.com/office/drawing/2014/main" id="{5B74C397-5AEC-4EE9-8F49-0757A045DE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5" y="1090"/>
              <a:ext cx="506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93" name="Line 309">
              <a:extLst>
                <a:ext uri="{FF2B5EF4-FFF2-40B4-BE49-F238E27FC236}">
                  <a16:creationId xmlns:a16="http://schemas.microsoft.com/office/drawing/2014/main" id="{683110B4-AE67-4433-8654-7AFF318C1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4" y="1400"/>
              <a:ext cx="83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4" name="Freeform 311">
            <a:extLst>
              <a:ext uri="{FF2B5EF4-FFF2-40B4-BE49-F238E27FC236}">
                <a16:creationId xmlns:a16="http://schemas.microsoft.com/office/drawing/2014/main" id="{779C1CDA-0F82-47A0-96E7-428D8FF080EB}"/>
              </a:ext>
            </a:extLst>
          </p:cNvPr>
          <p:cNvSpPr>
            <a:spLocks/>
          </p:cNvSpPr>
          <p:nvPr/>
        </p:nvSpPr>
        <p:spPr bwMode="auto">
          <a:xfrm>
            <a:off x="2042496" y="1573897"/>
            <a:ext cx="6780212" cy="2498725"/>
          </a:xfrm>
          <a:custGeom>
            <a:avLst/>
            <a:gdLst>
              <a:gd name="T0" fmla="*/ 2147483647 w 4122"/>
              <a:gd name="T1" fmla="*/ 2147483647 h 1400"/>
              <a:gd name="T2" fmla="*/ 2147483647 w 4122"/>
              <a:gd name="T3" fmla="*/ 2147483647 h 1400"/>
              <a:gd name="T4" fmla="*/ 2147483647 w 4122"/>
              <a:gd name="T5" fmla="*/ 0 h 1400"/>
              <a:gd name="T6" fmla="*/ 0 w 4122"/>
              <a:gd name="T7" fmla="*/ 0 h 1400"/>
              <a:gd name="T8" fmla="*/ 0 w 4122"/>
              <a:gd name="T9" fmla="*/ 2147483647 h 1400"/>
              <a:gd name="T10" fmla="*/ 2147483647 w 4122"/>
              <a:gd name="T11" fmla="*/ 2147483647 h 14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122" h="1400">
                <a:moveTo>
                  <a:pt x="3309" y="305"/>
                </a:moveTo>
                <a:lnTo>
                  <a:pt x="4122" y="305"/>
                </a:lnTo>
                <a:lnTo>
                  <a:pt x="4122" y="0"/>
                </a:lnTo>
                <a:lnTo>
                  <a:pt x="0" y="0"/>
                </a:lnTo>
                <a:lnTo>
                  <a:pt x="0" y="1400"/>
                </a:lnTo>
                <a:lnTo>
                  <a:pt x="147" y="140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5" name="Group 313">
            <a:extLst>
              <a:ext uri="{FF2B5EF4-FFF2-40B4-BE49-F238E27FC236}">
                <a16:creationId xmlns:a16="http://schemas.microsoft.com/office/drawing/2014/main" id="{0FF42DCC-5870-496F-9E74-64DB3E56CABF}"/>
              </a:ext>
            </a:extLst>
          </p:cNvPr>
          <p:cNvGrpSpPr>
            <a:grpSpLocks/>
          </p:cNvGrpSpPr>
          <p:nvPr/>
        </p:nvGrpSpPr>
        <p:grpSpPr bwMode="auto">
          <a:xfrm>
            <a:off x="7449521" y="1977122"/>
            <a:ext cx="1479550" cy="695325"/>
            <a:chOff x="4111" y="1307"/>
            <a:chExt cx="932" cy="438"/>
          </a:xfrm>
        </p:grpSpPr>
        <p:sp>
          <p:nvSpPr>
            <p:cNvPr id="96" name="Freeform 249">
              <a:extLst>
                <a:ext uri="{FF2B5EF4-FFF2-40B4-BE49-F238E27FC236}">
                  <a16:creationId xmlns:a16="http://schemas.microsoft.com/office/drawing/2014/main" id="{5030E7D3-1AF4-4B59-8608-DD7B618AC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" y="1307"/>
              <a:ext cx="865" cy="418"/>
            </a:xfrm>
            <a:custGeom>
              <a:avLst/>
              <a:gdLst>
                <a:gd name="T0" fmla="*/ 0 w 835"/>
                <a:gd name="T1" fmla="*/ 593 h 372"/>
                <a:gd name="T2" fmla="*/ 961 w 835"/>
                <a:gd name="T3" fmla="*/ 593 h 372"/>
                <a:gd name="T4" fmla="*/ 961 w 835"/>
                <a:gd name="T5" fmla="*/ 0 h 3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5" h="372">
                  <a:moveTo>
                    <a:pt x="0" y="372"/>
                  </a:moveTo>
                  <a:lnTo>
                    <a:pt x="835" y="372"/>
                  </a:lnTo>
                  <a:lnTo>
                    <a:pt x="835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" name="Text Box 250">
              <a:extLst>
                <a:ext uri="{FF2B5EF4-FFF2-40B4-BE49-F238E27FC236}">
                  <a16:creationId xmlns:a16="http://schemas.microsoft.com/office/drawing/2014/main" id="{CCC396F8-2204-4487-84B0-E8CD0FE75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1" y="1457"/>
              <a:ext cx="504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98" name="Text Box 251">
              <a:extLst>
                <a:ext uri="{FF2B5EF4-FFF2-40B4-BE49-F238E27FC236}">
                  <a16:creationId xmlns:a16="http://schemas.microsoft.com/office/drawing/2014/main" id="{0ACC8F5A-4D02-4E70-8FC0-20FE23800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0" y="1445"/>
              <a:ext cx="50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1/1</a:t>
              </a:r>
            </a:p>
          </p:txBody>
        </p:sp>
        <p:sp>
          <p:nvSpPr>
            <p:cNvPr id="99" name="Line 312">
              <a:extLst>
                <a:ext uri="{FF2B5EF4-FFF2-40B4-BE49-F238E27FC236}">
                  <a16:creationId xmlns:a16="http://schemas.microsoft.com/office/drawing/2014/main" id="{99E33B67-7961-4A2E-8D7C-F21D1D6D7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2" y="1728"/>
              <a:ext cx="85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0" name="Group 322">
            <a:extLst>
              <a:ext uri="{FF2B5EF4-FFF2-40B4-BE49-F238E27FC236}">
                <a16:creationId xmlns:a16="http://schemas.microsoft.com/office/drawing/2014/main" id="{323A3387-8247-4FC8-8A90-F4E808661483}"/>
              </a:ext>
            </a:extLst>
          </p:cNvPr>
          <p:cNvGrpSpPr>
            <a:grpSpLocks/>
          </p:cNvGrpSpPr>
          <p:nvPr/>
        </p:nvGrpSpPr>
        <p:grpSpPr bwMode="auto">
          <a:xfrm>
            <a:off x="7449521" y="2639110"/>
            <a:ext cx="1558925" cy="3360737"/>
            <a:chOff x="4111" y="1724"/>
            <a:chExt cx="982" cy="2117"/>
          </a:xfrm>
        </p:grpSpPr>
        <p:sp>
          <p:nvSpPr>
            <p:cNvPr id="101" name="Text Box 254">
              <a:extLst>
                <a:ext uri="{FF2B5EF4-FFF2-40B4-BE49-F238E27FC236}">
                  <a16:creationId xmlns:a16="http://schemas.microsoft.com/office/drawing/2014/main" id="{C5167AB9-E7A7-40D6-A50B-015811E3B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2" y="1814"/>
              <a:ext cx="505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102" name="Text Box 257">
              <a:extLst>
                <a:ext uri="{FF2B5EF4-FFF2-40B4-BE49-F238E27FC236}">
                  <a16:creationId xmlns:a16="http://schemas.microsoft.com/office/drawing/2014/main" id="{9F67688B-CBF1-4FAA-A792-80954F0E0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2" y="1814"/>
              <a:ext cx="50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1/1</a:t>
              </a:r>
            </a:p>
          </p:txBody>
        </p:sp>
        <p:grpSp>
          <p:nvGrpSpPr>
            <p:cNvPr id="103" name="Group 262">
              <a:extLst>
                <a:ext uri="{FF2B5EF4-FFF2-40B4-BE49-F238E27FC236}">
                  <a16:creationId xmlns:a16="http://schemas.microsoft.com/office/drawing/2014/main" id="{AC33FF0F-8D3F-4D50-A926-FA007DC1DC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1" y="2079"/>
              <a:ext cx="934" cy="391"/>
              <a:chOff x="3942" y="2519"/>
              <a:chExt cx="902" cy="348"/>
            </a:xfrm>
          </p:grpSpPr>
          <p:sp>
            <p:nvSpPr>
              <p:cNvPr id="124" name="Freeform 259">
                <a:extLst>
                  <a:ext uri="{FF2B5EF4-FFF2-40B4-BE49-F238E27FC236}">
                    <a16:creationId xmlns:a16="http://schemas.microsoft.com/office/drawing/2014/main" id="{7DB9FB7D-4C70-44D1-A729-63C087133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2" y="2519"/>
                <a:ext cx="835" cy="327"/>
              </a:xfrm>
              <a:custGeom>
                <a:avLst/>
                <a:gdLst>
                  <a:gd name="T0" fmla="*/ 0 w 835"/>
                  <a:gd name="T1" fmla="*/ 327 h 327"/>
                  <a:gd name="T2" fmla="*/ 835 w 835"/>
                  <a:gd name="T3" fmla="*/ 327 h 327"/>
                  <a:gd name="T4" fmla="*/ 835 w 835"/>
                  <a:gd name="T5" fmla="*/ 0 h 3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35" h="327">
                    <a:moveTo>
                      <a:pt x="0" y="327"/>
                    </a:moveTo>
                    <a:lnTo>
                      <a:pt x="835" y="327"/>
                    </a:lnTo>
                    <a:lnTo>
                      <a:pt x="835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5" name="Text Box 260">
                <a:extLst>
                  <a:ext uri="{FF2B5EF4-FFF2-40B4-BE49-F238E27FC236}">
                    <a16:creationId xmlns:a16="http://schemas.microsoft.com/office/drawing/2014/main" id="{8DF09085-498E-4BA6-8E3D-D21EAC1E7B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8" y="2608"/>
                <a:ext cx="484" cy="25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  <p:sp>
            <p:nvSpPr>
              <p:cNvPr id="126" name="Text Box 261">
                <a:extLst>
                  <a:ext uri="{FF2B5EF4-FFF2-40B4-BE49-F238E27FC236}">
                    <a16:creationId xmlns:a16="http://schemas.microsoft.com/office/drawing/2014/main" id="{BB5FEE80-5D2F-45F2-8647-932A4C71DA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8" y="2598"/>
                <a:ext cx="486" cy="25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1/1</a:t>
                </a:r>
              </a:p>
            </p:txBody>
          </p:sp>
        </p:grpSp>
        <p:sp>
          <p:nvSpPr>
            <p:cNvPr id="104" name="Line 264">
              <a:extLst>
                <a:ext uri="{FF2B5EF4-FFF2-40B4-BE49-F238E27FC236}">
                  <a16:creationId xmlns:a16="http://schemas.microsoft.com/office/drawing/2014/main" id="{17CC6D18-123B-4089-9C03-EA012C5A5D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2" y="2805"/>
              <a:ext cx="85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Line 265">
              <a:extLst>
                <a:ext uri="{FF2B5EF4-FFF2-40B4-BE49-F238E27FC236}">
                  <a16:creationId xmlns:a16="http://schemas.microsoft.com/office/drawing/2014/main" id="{F86B6ECC-6567-46AD-9AA5-1CABEA81F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4" y="3173"/>
              <a:ext cx="853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Line 266">
              <a:extLst>
                <a:ext uri="{FF2B5EF4-FFF2-40B4-BE49-F238E27FC236}">
                  <a16:creationId xmlns:a16="http://schemas.microsoft.com/office/drawing/2014/main" id="{C055CB95-3D34-4ED7-97FB-1D0A6D313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2" y="3516"/>
              <a:ext cx="85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Line 267">
              <a:extLst>
                <a:ext uri="{FF2B5EF4-FFF2-40B4-BE49-F238E27FC236}">
                  <a16:creationId xmlns:a16="http://schemas.microsoft.com/office/drawing/2014/main" id="{1E1AD0DF-D47A-4223-A6AF-51B3A33BE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1" y="3834"/>
              <a:ext cx="85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Line 269">
              <a:extLst>
                <a:ext uri="{FF2B5EF4-FFF2-40B4-BE49-F238E27FC236}">
                  <a16:creationId xmlns:a16="http://schemas.microsoft.com/office/drawing/2014/main" id="{2945FDFC-10D2-4240-9592-672B5D3D74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6" y="2425"/>
              <a:ext cx="0" cy="14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" name="Text Box 270">
              <a:extLst>
                <a:ext uri="{FF2B5EF4-FFF2-40B4-BE49-F238E27FC236}">
                  <a16:creationId xmlns:a16="http://schemas.microsoft.com/office/drawing/2014/main" id="{094DF37C-2F3F-4E7B-858C-C28509FBDE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9" y="2537"/>
              <a:ext cx="50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110" name="Text Box 271">
              <a:extLst>
                <a:ext uri="{FF2B5EF4-FFF2-40B4-BE49-F238E27FC236}">
                  <a16:creationId xmlns:a16="http://schemas.microsoft.com/office/drawing/2014/main" id="{84E98200-2D28-441D-9EF8-3C88C85C3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7" y="2550"/>
              <a:ext cx="50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111" name="Text Box 272">
              <a:extLst>
                <a:ext uri="{FF2B5EF4-FFF2-40B4-BE49-F238E27FC236}">
                  <a16:creationId xmlns:a16="http://schemas.microsoft.com/office/drawing/2014/main" id="{9223F5A1-0649-48A0-AF49-653964B15A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0" y="2893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112" name="Text Box 273">
              <a:extLst>
                <a:ext uri="{FF2B5EF4-FFF2-40B4-BE49-F238E27FC236}">
                  <a16:creationId xmlns:a16="http://schemas.microsoft.com/office/drawing/2014/main" id="{6E210F4C-5315-4817-9E3C-6185D0DC1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2" y="3236"/>
              <a:ext cx="50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113" name="Text Box 274">
              <a:extLst>
                <a:ext uri="{FF2B5EF4-FFF2-40B4-BE49-F238E27FC236}">
                  <a16:creationId xmlns:a16="http://schemas.microsoft.com/office/drawing/2014/main" id="{9B3B21C4-3CFA-434F-B464-D630EAA7F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3" y="3553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114" name="Text Box 275">
              <a:extLst>
                <a:ext uri="{FF2B5EF4-FFF2-40B4-BE49-F238E27FC236}">
                  <a16:creationId xmlns:a16="http://schemas.microsoft.com/office/drawing/2014/main" id="{CEEEBDE3-AB11-4A2D-9D2F-27A5693D57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2893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1/1</a:t>
              </a:r>
            </a:p>
          </p:txBody>
        </p:sp>
        <p:sp>
          <p:nvSpPr>
            <p:cNvPr id="115" name="Text Box 276">
              <a:extLst>
                <a:ext uri="{FF2B5EF4-FFF2-40B4-BE49-F238E27FC236}">
                  <a16:creationId xmlns:a16="http://schemas.microsoft.com/office/drawing/2014/main" id="{0A98AC5B-C6E4-4C26-9BC7-6E47D4DB4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2" y="3236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1/1</a:t>
              </a:r>
            </a:p>
          </p:txBody>
        </p:sp>
        <p:sp>
          <p:nvSpPr>
            <p:cNvPr id="116" name="Text Box 277">
              <a:extLst>
                <a:ext uri="{FF2B5EF4-FFF2-40B4-BE49-F238E27FC236}">
                  <a16:creationId xmlns:a16="http://schemas.microsoft.com/office/drawing/2014/main" id="{4FE81713-C2DE-4D3F-8B00-BEFC48E48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2" y="3553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1/1</a:t>
              </a:r>
            </a:p>
          </p:txBody>
        </p:sp>
        <p:sp>
          <p:nvSpPr>
            <p:cNvPr id="117" name="Line 314">
              <a:extLst>
                <a:ext uri="{FF2B5EF4-FFF2-40B4-BE49-F238E27FC236}">
                  <a16:creationId xmlns:a16="http://schemas.microsoft.com/office/drawing/2014/main" id="{80AD07EC-14F6-4173-8970-5595FC553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2" y="2089"/>
              <a:ext cx="8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Line 315">
              <a:extLst>
                <a:ext uri="{FF2B5EF4-FFF2-40B4-BE49-F238E27FC236}">
                  <a16:creationId xmlns:a16="http://schemas.microsoft.com/office/drawing/2014/main" id="{B33F3370-B026-4D59-BCEB-DEECEB615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" y="2451"/>
              <a:ext cx="8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9" name="Line 316">
              <a:extLst>
                <a:ext uri="{FF2B5EF4-FFF2-40B4-BE49-F238E27FC236}">
                  <a16:creationId xmlns:a16="http://schemas.microsoft.com/office/drawing/2014/main" id="{8327CE5E-4404-474A-9BD9-8B6E26B68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" y="2801"/>
              <a:ext cx="8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" name="Line 317">
              <a:extLst>
                <a:ext uri="{FF2B5EF4-FFF2-40B4-BE49-F238E27FC236}">
                  <a16:creationId xmlns:a16="http://schemas.microsoft.com/office/drawing/2014/main" id="{070383A3-61E5-41A5-BA32-E88168190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6" y="3173"/>
              <a:ext cx="8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Line 318">
              <a:extLst>
                <a:ext uri="{FF2B5EF4-FFF2-40B4-BE49-F238E27FC236}">
                  <a16:creationId xmlns:a16="http://schemas.microsoft.com/office/drawing/2014/main" id="{C1BB47FD-49D7-49EB-A6B5-05B4F3780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" y="3512"/>
              <a:ext cx="8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319">
              <a:extLst>
                <a:ext uri="{FF2B5EF4-FFF2-40B4-BE49-F238E27FC236}">
                  <a16:creationId xmlns:a16="http://schemas.microsoft.com/office/drawing/2014/main" id="{2A42B359-4064-4950-9E6E-841447009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5" y="3839"/>
              <a:ext cx="8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321">
              <a:extLst>
                <a:ext uri="{FF2B5EF4-FFF2-40B4-BE49-F238E27FC236}">
                  <a16:creationId xmlns:a16="http://schemas.microsoft.com/office/drawing/2014/main" id="{D405630A-733E-4816-9BB0-C595C6127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6" y="1724"/>
              <a:ext cx="0" cy="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27" name="Group 372">
            <a:extLst>
              <a:ext uri="{FF2B5EF4-FFF2-40B4-BE49-F238E27FC236}">
                <a16:creationId xmlns:a16="http://schemas.microsoft.com/office/drawing/2014/main" id="{5A6B0456-A055-48AE-83C3-013C03D3BB52}"/>
              </a:ext>
            </a:extLst>
          </p:cNvPr>
          <p:cNvGrpSpPr>
            <a:grpSpLocks/>
          </p:cNvGrpSpPr>
          <p:nvPr/>
        </p:nvGrpSpPr>
        <p:grpSpPr bwMode="auto">
          <a:xfrm>
            <a:off x="7025658" y="2470835"/>
            <a:ext cx="460375" cy="3778250"/>
            <a:chOff x="3844" y="1618"/>
            <a:chExt cx="290" cy="2380"/>
          </a:xfrm>
        </p:grpSpPr>
        <p:grpSp>
          <p:nvGrpSpPr>
            <p:cNvPr id="128" name="Group 334">
              <a:extLst>
                <a:ext uri="{FF2B5EF4-FFF2-40B4-BE49-F238E27FC236}">
                  <a16:creationId xmlns:a16="http://schemas.microsoft.com/office/drawing/2014/main" id="{4E3D171B-51B6-4844-88A8-1D0156D39F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3" y="1618"/>
              <a:ext cx="269" cy="293"/>
              <a:chOff x="1176" y="3470"/>
              <a:chExt cx="269" cy="293"/>
            </a:xfrm>
          </p:grpSpPr>
          <p:sp>
            <p:nvSpPr>
              <p:cNvPr id="144" name="Oval 335">
                <a:extLst>
                  <a:ext uri="{FF2B5EF4-FFF2-40B4-BE49-F238E27FC236}">
                    <a16:creationId xmlns:a16="http://schemas.microsoft.com/office/drawing/2014/main" id="{9A1D692E-EF1C-4272-A17F-BF22EBBA0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6" y="347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5" name="Text Box 336">
                <a:extLst>
                  <a:ext uri="{FF2B5EF4-FFF2-40B4-BE49-F238E27FC236}">
                    <a16:creationId xmlns:a16="http://schemas.microsoft.com/office/drawing/2014/main" id="{A527A7EA-B239-4C87-B2A1-0CC04311B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8" y="3475"/>
                <a:ext cx="25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</p:grpSp>
        <p:grpSp>
          <p:nvGrpSpPr>
            <p:cNvPr id="129" name="Group 343">
              <a:extLst>
                <a:ext uri="{FF2B5EF4-FFF2-40B4-BE49-F238E27FC236}">
                  <a16:creationId xmlns:a16="http://schemas.microsoft.com/office/drawing/2014/main" id="{43EDC23B-027B-4B3A-8819-7BA8DF59F1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4" y="1956"/>
              <a:ext cx="269" cy="291"/>
              <a:chOff x="1121" y="3628"/>
              <a:chExt cx="269" cy="291"/>
            </a:xfrm>
          </p:grpSpPr>
          <p:sp>
            <p:nvSpPr>
              <p:cNvPr id="142" name="Oval 339">
                <a:extLst>
                  <a:ext uri="{FF2B5EF4-FFF2-40B4-BE49-F238E27FC236}">
                    <a16:creationId xmlns:a16="http://schemas.microsoft.com/office/drawing/2014/main" id="{E682252D-5AC8-4EED-95D5-3B8B11B0B2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1" y="3633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" name="Text Box 340">
                <a:extLst>
                  <a:ext uri="{FF2B5EF4-FFF2-40B4-BE49-F238E27FC236}">
                    <a16:creationId xmlns:a16="http://schemas.microsoft.com/office/drawing/2014/main" id="{2AB4023D-CAE6-41BF-86BE-E6A84F69A8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3" y="3628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J</a:t>
                </a:r>
              </a:p>
            </p:txBody>
          </p:sp>
        </p:grpSp>
        <p:grpSp>
          <p:nvGrpSpPr>
            <p:cNvPr id="130" name="Group 350">
              <a:extLst>
                <a:ext uri="{FF2B5EF4-FFF2-40B4-BE49-F238E27FC236}">
                  <a16:creationId xmlns:a16="http://schemas.microsoft.com/office/drawing/2014/main" id="{F8852ABF-D831-4A4E-8981-65898C0F5F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3" y="2306"/>
              <a:ext cx="269" cy="297"/>
              <a:chOff x="1210" y="3684"/>
              <a:chExt cx="269" cy="297"/>
            </a:xfrm>
          </p:grpSpPr>
          <p:sp>
            <p:nvSpPr>
              <p:cNvPr id="140" name="Oval 346">
                <a:extLst>
                  <a:ext uri="{FF2B5EF4-FFF2-40B4-BE49-F238E27FC236}">
                    <a16:creationId xmlns:a16="http://schemas.microsoft.com/office/drawing/2014/main" id="{A56B0C23-A994-46E9-8AE0-04824FE843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" y="3684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1" name="Text Box 347">
                <a:extLst>
                  <a:ext uri="{FF2B5EF4-FFF2-40B4-BE49-F238E27FC236}">
                    <a16:creationId xmlns:a16="http://schemas.microsoft.com/office/drawing/2014/main" id="{C27CF081-D947-4142-B148-65A51CAA57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2" y="3690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K</a:t>
                </a:r>
              </a:p>
            </p:txBody>
          </p:sp>
        </p:grpSp>
        <p:grpSp>
          <p:nvGrpSpPr>
            <p:cNvPr id="131" name="Group 357">
              <a:extLst>
                <a:ext uri="{FF2B5EF4-FFF2-40B4-BE49-F238E27FC236}">
                  <a16:creationId xmlns:a16="http://schemas.microsoft.com/office/drawing/2014/main" id="{8B5B52C6-EB1A-4BF3-A1DD-4DCD5D93EE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3" y="3035"/>
              <a:ext cx="269" cy="288"/>
              <a:chOff x="1097" y="3713"/>
              <a:chExt cx="269" cy="288"/>
            </a:xfrm>
          </p:grpSpPr>
          <p:sp>
            <p:nvSpPr>
              <p:cNvPr id="138" name="Oval 353">
                <a:extLst>
                  <a:ext uri="{FF2B5EF4-FFF2-40B4-BE49-F238E27FC236}">
                    <a16:creationId xmlns:a16="http://schemas.microsoft.com/office/drawing/2014/main" id="{1B29FC5C-FA20-4800-83C0-7C212CE06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7" y="3719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9" name="Text Box 354">
                <a:extLst>
                  <a:ext uri="{FF2B5EF4-FFF2-40B4-BE49-F238E27FC236}">
                    <a16:creationId xmlns:a16="http://schemas.microsoft.com/office/drawing/2014/main" id="{1DF67A58-5DC9-42B4-8679-4037AD3391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9" y="3713"/>
                <a:ext cx="25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M</a:t>
                </a:r>
              </a:p>
            </p:txBody>
          </p:sp>
        </p:grpSp>
        <p:grpSp>
          <p:nvGrpSpPr>
            <p:cNvPr id="132" name="Group 364">
              <a:extLst>
                <a:ext uri="{FF2B5EF4-FFF2-40B4-BE49-F238E27FC236}">
                  <a16:creationId xmlns:a16="http://schemas.microsoft.com/office/drawing/2014/main" id="{4B23063D-412B-430E-9686-35737E7D7A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3" y="3380"/>
              <a:ext cx="269" cy="288"/>
              <a:chOff x="1165" y="3764"/>
              <a:chExt cx="269" cy="288"/>
            </a:xfrm>
          </p:grpSpPr>
          <p:sp>
            <p:nvSpPr>
              <p:cNvPr id="136" name="Oval 360">
                <a:extLst>
                  <a:ext uri="{FF2B5EF4-FFF2-40B4-BE49-F238E27FC236}">
                    <a16:creationId xmlns:a16="http://schemas.microsoft.com/office/drawing/2014/main" id="{2DEBEAE3-E56E-4F66-B205-936858F8F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5" y="377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7" name="Text Box 361">
                <a:extLst>
                  <a:ext uri="{FF2B5EF4-FFF2-40B4-BE49-F238E27FC236}">
                    <a16:creationId xmlns:a16="http://schemas.microsoft.com/office/drawing/2014/main" id="{52E9E0AE-266F-41B2-BC7C-BBC2A2CC9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7" y="3764"/>
                <a:ext cx="25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</p:grpSp>
        <p:grpSp>
          <p:nvGrpSpPr>
            <p:cNvPr id="133" name="Group 371">
              <a:extLst>
                <a:ext uri="{FF2B5EF4-FFF2-40B4-BE49-F238E27FC236}">
                  <a16:creationId xmlns:a16="http://schemas.microsoft.com/office/drawing/2014/main" id="{D1DB8E4A-9F12-4570-B831-35357BD00B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4" y="3710"/>
              <a:ext cx="270" cy="288"/>
              <a:chOff x="1210" y="3710"/>
              <a:chExt cx="270" cy="288"/>
            </a:xfrm>
          </p:grpSpPr>
          <p:sp>
            <p:nvSpPr>
              <p:cNvPr id="134" name="Oval 367">
                <a:extLst>
                  <a:ext uri="{FF2B5EF4-FFF2-40B4-BE49-F238E27FC236}">
                    <a16:creationId xmlns:a16="http://schemas.microsoft.com/office/drawing/2014/main" id="{CFE6203D-FE2C-4A1B-B828-1DAD201EC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" y="3715"/>
                <a:ext cx="259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5" name="Text Box 368">
                <a:extLst>
                  <a:ext uri="{FF2B5EF4-FFF2-40B4-BE49-F238E27FC236}">
                    <a16:creationId xmlns:a16="http://schemas.microsoft.com/office/drawing/2014/main" id="{219B3CC5-A3BB-4C69-8798-30B482BBF8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0" y="3710"/>
                <a:ext cx="260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P</a:t>
                </a:r>
              </a:p>
            </p:txBody>
          </p:sp>
        </p:grpSp>
      </p:grpSp>
      <p:sp>
        <p:nvSpPr>
          <p:cNvPr id="146" name="Text Box 373">
            <a:extLst>
              <a:ext uri="{FF2B5EF4-FFF2-40B4-BE49-F238E27FC236}">
                <a16:creationId xmlns:a16="http://schemas.microsoft.com/office/drawing/2014/main" id="{6C8C0206-BC0B-4A40-B571-20FFD6FD0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0" y="5601859"/>
            <a:ext cx="4427013" cy="101822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H、L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合并为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H</a:t>
            </a:r>
          </a:p>
          <a:p>
            <a:pPr marL="0" marR="0" lvl="0" indent="0" algn="l" defTabSz="914400" rtl="0" eaLnBrk="1" fontAlgn="base" latinLnBrk="0" hangingPunct="1"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I、J、K、M、N、P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合并为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142410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6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9147088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状态化简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Group 188">
            <a:extLst>
              <a:ext uri="{FF2B5EF4-FFF2-40B4-BE49-F238E27FC236}">
                <a16:creationId xmlns:a16="http://schemas.microsoft.com/office/drawing/2014/main" id="{943196EF-E584-43C6-9A15-FECBC345FE86}"/>
              </a:ext>
            </a:extLst>
          </p:cNvPr>
          <p:cNvGrpSpPr>
            <a:grpSpLocks/>
          </p:cNvGrpSpPr>
          <p:nvPr/>
        </p:nvGrpSpPr>
        <p:grpSpPr bwMode="auto">
          <a:xfrm>
            <a:off x="1113098" y="897980"/>
            <a:ext cx="7213600" cy="3921125"/>
            <a:chOff x="632" y="915"/>
            <a:chExt cx="4544" cy="2470"/>
          </a:xfrm>
        </p:grpSpPr>
        <p:grpSp>
          <p:nvGrpSpPr>
            <p:cNvPr id="4" name="Group 9">
              <a:extLst>
                <a:ext uri="{FF2B5EF4-FFF2-40B4-BE49-F238E27FC236}">
                  <a16:creationId xmlns:a16="http://schemas.microsoft.com/office/drawing/2014/main" id="{6228B123-F7D9-4957-A9AF-0F23C12378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5" y="2111"/>
              <a:ext cx="269" cy="296"/>
              <a:chOff x="870" y="2584"/>
              <a:chExt cx="269" cy="296"/>
            </a:xfrm>
          </p:grpSpPr>
          <p:sp>
            <p:nvSpPr>
              <p:cNvPr id="66" name="Oval 10">
                <a:extLst>
                  <a:ext uri="{FF2B5EF4-FFF2-40B4-BE49-F238E27FC236}">
                    <a16:creationId xmlns:a16="http://schemas.microsoft.com/office/drawing/2014/main" id="{3D6477EA-F56E-445F-906D-95F820FBE1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260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Text Box 11">
                <a:extLst>
                  <a:ext uri="{FF2B5EF4-FFF2-40B4-BE49-F238E27FC236}">
                    <a16:creationId xmlns:a16="http://schemas.microsoft.com/office/drawing/2014/main" id="{5BA0EDF7-BACB-4684-A1CF-C177EDF6F0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2584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" name="Group 13">
              <a:extLst>
                <a:ext uri="{FF2B5EF4-FFF2-40B4-BE49-F238E27FC236}">
                  <a16:creationId xmlns:a16="http://schemas.microsoft.com/office/drawing/2014/main" id="{657EC8D5-9D27-4EF4-9457-A4F313C76F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0" y="1485"/>
              <a:ext cx="269" cy="288"/>
              <a:chOff x="1865" y="1958"/>
              <a:chExt cx="269" cy="288"/>
            </a:xfrm>
          </p:grpSpPr>
          <p:sp>
            <p:nvSpPr>
              <p:cNvPr id="64" name="Oval 14">
                <a:extLst>
                  <a:ext uri="{FF2B5EF4-FFF2-40B4-BE49-F238E27FC236}">
                    <a16:creationId xmlns:a16="http://schemas.microsoft.com/office/drawing/2014/main" id="{A8C8C6DC-CF80-45D1-8488-018370B69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5" y="1964"/>
                <a:ext cx="258" cy="28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Text Box 15">
                <a:extLst>
                  <a:ext uri="{FF2B5EF4-FFF2-40B4-BE49-F238E27FC236}">
                    <a16:creationId xmlns:a16="http://schemas.microsoft.com/office/drawing/2014/main" id="{C8121F1E-E13B-44C8-8BAD-4FB1084205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7" y="1958"/>
                <a:ext cx="25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</p:grpSp>
        <p:sp>
          <p:nvSpPr>
            <p:cNvPr id="6" name="Line 16">
              <a:extLst>
                <a:ext uri="{FF2B5EF4-FFF2-40B4-BE49-F238E27FC236}">
                  <a16:creationId xmlns:a16="http://schemas.microsoft.com/office/drawing/2014/main" id="{09C1F736-3837-4103-ADAF-40084B46C4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8" y="1683"/>
              <a:ext cx="761" cy="5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17">
              <a:extLst>
                <a:ext uri="{FF2B5EF4-FFF2-40B4-BE49-F238E27FC236}">
                  <a16:creationId xmlns:a16="http://schemas.microsoft.com/office/drawing/2014/main" id="{02BD8D01-1967-4823-BA77-CF4439E93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1669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grpSp>
          <p:nvGrpSpPr>
            <p:cNvPr id="8" name="Group 19">
              <a:extLst>
                <a:ext uri="{FF2B5EF4-FFF2-40B4-BE49-F238E27FC236}">
                  <a16:creationId xmlns:a16="http://schemas.microsoft.com/office/drawing/2014/main" id="{9827A734-0504-4620-B7F0-D1BAD9875D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7" y="2769"/>
              <a:ext cx="269" cy="298"/>
              <a:chOff x="1852" y="3242"/>
              <a:chExt cx="269" cy="298"/>
            </a:xfrm>
          </p:grpSpPr>
          <p:sp>
            <p:nvSpPr>
              <p:cNvPr id="62" name="Oval 20">
                <a:extLst>
                  <a:ext uri="{FF2B5EF4-FFF2-40B4-BE49-F238E27FC236}">
                    <a16:creationId xmlns:a16="http://schemas.microsoft.com/office/drawing/2014/main" id="{99140F6B-112E-4C14-8EA3-5FCB0EEDF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2" y="3259"/>
                <a:ext cx="258" cy="28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Text Box 21">
                <a:extLst>
                  <a:ext uri="{FF2B5EF4-FFF2-40B4-BE49-F238E27FC236}">
                    <a16:creationId xmlns:a16="http://schemas.microsoft.com/office/drawing/2014/main" id="{973606D5-949D-43B0-87A6-012D56EF98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4" y="3242"/>
                <a:ext cx="25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</p:grpSp>
        <p:sp>
          <p:nvSpPr>
            <p:cNvPr id="9" name="Line 22">
              <a:extLst>
                <a:ext uri="{FF2B5EF4-FFF2-40B4-BE49-F238E27FC236}">
                  <a16:creationId xmlns:a16="http://schemas.microsoft.com/office/drawing/2014/main" id="{E48AAFF0-AA0D-418F-941F-A1BA084F5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" y="2317"/>
              <a:ext cx="761" cy="5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Text Box 23">
              <a:extLst>
                <a:ext uri="{FF2B5EF4-FFF2-40B4-BE49-F238E27FC236}">
                  <a16:creationId xmlns:a16="http://schemas.microsoft.com/office/drawing/2014/main" id="{033A83CF-F039-4329-976C-0C812AA66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" y="2514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grpSp>
          <p:nvGrpSpPr>
            <p:cNvPr id="11" name="Group 24">
              <a:extLst>
                <a:ext uri="{FF2B5EF4-FFF2-40B4-BE49-F238E27FC236}">
                  <a16:creationId xmlns:a16="http://schemas.microsoft.com/office/drawing/2014/main" id="{9038CEBE-7968-4EFC-A730-E4001E0DE6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9" y="1124"/>
              <a:ext cx="1090" cy="420"/>
              <a:chOff x="2074" y="1597"/>
              <a:chExt cx="1090" cy="420"/>
            </a:xfrm>
          </p:grpSpPr>
          <p:grpSp>
            <p:nvGrpSpPr>
              <p:cNvPr id="57" name="Group 25">
                <a:extLst>
                  <a:ext uri="{FF2B5EF4-FFF2-40B4-BE49-F238E27FC236}">
                    <a16:creationId xmlns:a16="http://schemas.microsoft.com/office/drawing/2014/main" id="{37839C4E-E948-4B1E-8AB9-10554B280F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5" y="1630"/>
                <a:ext cx="269" cy="288"/>
                <a:chOff x="2895" y="1630"/>
                <a:chExt cx="269" cy="288"/>
              </a:xfrm>
            </p:grpSpPr>
            <p:sp>
              <p:nvSpPr>
                <p:cNvPr id="60" name="Oval 26">
                  <a:extLst>
                    <a:ext uri="{FF2B5EF4-FFF2-40B4-BE49-F238E27FC236}">
                      <a16:creationId xmlns:a16="http://schemas.microsoft.com/office/drawing/2014/main" id="{7110C269-257E-4212-809E-216E8014AF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5" y="1636"/>
                  <a:ext cx="258" cy="28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1" name="Text Box 27">
                  <a:extLst>
                    <a:ext uri="{FF2B5EF4-FFF2-40B4-BE49-F238E27FC236}">
                      <a16:creationId xmlns:a16="http://schemas.microsoft.com/office/drawing/2014/main" id="{A4B22AAA-9958-4B17-A2D7-2FB68924D41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7" y="1630"/>
                  <a:ext cx="257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sp>
            <p:nvSpPr>
              <p:cNvPr id="58" name="Line 28">
                <a:extLst>
                  <a:ext uri="{FF2B5EF4-FFF2-40B4-BE49-F238E27FC236}">
                    <a16:creationId xmlns:a16="http://schemas.microsoft.com/office/drawing/2014/main" id="{F2C49762-114D-4867-A31E-585E369A0B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74" y="1750"/>
                <a:ext cx="831" cy="26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" name="Text Box 29">
                <a:extLst>
                  <a:ext uri="{FF2B5EF4-FFF2-40B4-BE49-F238E27FC236}">
                    <a16:creationId xmlns:a16="http://schemas.microsoft.com/office/drawing/2014/main" id="{9E16A2D4-0ED7-4631-9682-820534841E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1" y="1597"/>
                <a:ext cx="50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12" name="Group 30">
              <a:extLst>
                <a:ext uri="{FF2B5EF4-FFF2-40B4-BE49-F238E27FC236}">
                  <a16:creationId xmlns:a16="http://schemas.microsoft.com/office/drawing/2014/main" id="{0E6025CD-113D-486F-95EF-E2486DB5B2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5" y="1684"/>
              <a:ext cx="1053" cy="419"/>
              <a:chOff x="2110" y="2157"/>
              <a:chExt cx="1053" cy="419"/>
            </a:xfrm>
          </p:grpSpPr>
          <p:sp>
            <p:nvSpPr>
              <p:cNvPr id="52" name="Line 31">
                <a:extLst>
                  <a:ext uri="{FF2B5EF4-FFF2-40B4-BE49-F238E27FC236}">
                    <a16:creationId xmlns:a16="http://schemas.microsoft.com/office/drawing/2014/main" id="{1F42961E-65B5-46BA-A274-24D28FE52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0" y="2157"/>
                <a:ext cx="831" cy="26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53" name="Group 32">
                <a:extLst>
                  <a:ext uri="{FF2B5EF4-FFF2-40B4-BE49-F238E27FC236}">
                    <a16:creationId xmlns:a16="http://schemas.microsoft.com/office/drawing/2014/main" id="{A4740B6B-C77D-464C-901C-7C665424DF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4" y="2287"/>
                <a:ext cx="269" cy="289"/>
                <a:chOff x="2894" y="2276"/>
                <a:chExt cx="269" cy="289"/>
              </a:xfrm>
            </p:grpSpPr>
            <p:sp>
              <p:nvSpPr>
                <p:cNvPr id="55" name="Oval 33">
                  <a:extLst>
                    <a:ext uri="{FF2B5EF4-FFF2-40B4-BE49-F238E27FC236}">
                      <a16:creationId xmlns:a16="http://schemas.microsoft.com/office/drawing/2014/main" id="{B51606D8-149B-4BAC-B6CD-C91E4F60FB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4" y="2283"/>
                  <a:ext cx="258" cy="28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6" name="Text Box 34">
                  <a:extLst>
                    <a:ext uri="{FF2B5EF4-FFF2-40B4-BE49-F238E27FC236}">
                      <a16:creationId xmlns:a16="http://schemas.microsoft.com/office/drawing/2014/main" id="{6E23E836-0CA0-4680-B4E1-72719E07B6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6" y="2276"/>
                  <a:ext cx="257" cy="289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E</a:t>
                  </a:r>
                </a:p>
              </p:txBody>
            </p:sp>
          </p:grpSp>
          <p:sp>
            <p:nvSpPr>
              <p:cNvPr id="54" name="Text Box 35">
                <a:extLst>
                  <a:ext uri="{FF2B5EF4-FFF2-40B4-BE49-F238E27FC236}">
                    <a16:creationId xmlns:a16="http://schemas.microsoft.com/office/drawing/2014/main" id="{3AB346BD-9266-4193-AA6A-14AC9950AD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6" y="2258"/>
                <a:ext cx="50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13" name="Group 36">
              <a:extLst>
                <a:ext uri="{FF2B5EF4-FFF2-40B4-BE49-F238E27FC236}">
                  <a16:creationId xmlns:a16="http://schemas.microsoft.com/office/drawing/2014/main" id="{5201D174-63C2-4CF2-8100-8B011C8BFF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5" y="2441"/>
              <a:ext cx="1054" cy="448"/>
              <a:chOff x="2120" y="2914"/>
              <a:chExt cx="1054" cy="448"/>
            </a:xfrm>
          </p:grpSpPr>
          <p:grpSp>
            <p:nvGrpSpPr>
              <p:cNvPr id="47" name="Group 37">
                <a:extLst>
                  <a:ext uri="{FF2B5EF4-FFF2-40B4-BE49-F238E27FC236}">
                    <a16:creationId xmlns:a16="http://schemas.microsoft.com/office/drawing/2014/main" id="{6E366FBD-204F-488C-AD2B-4A836ECC6B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3" y="2914"/>
                <a:ext cx="281" cy="296"/>
                <a:chOff x="2893" y="2914"/>
                <a:chExt cx="281" cy="296"/>
              </a:xfrm>
            </p:grpSpPr>
            <p:sp>
              <p:nvSpPr>
                <p:cNvPr id="50" name="Oval 38">
                  <a:extLst>
                    <a:ext uri="{FF2B5EF4-FFF2-40B4-BE49-F238E27FC236}">
                      <a16:creationId xmlns:a16="http://schemas.microsoft.com/office/drawing/2014/main" id="{CB6A9441-07B2-4D29-A80C-F9074B5823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3" y="2930"/>
                  <a:ext cx="259" cy="28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Text Box 39">
                  <a:extLst>
                    <a:ext uri="{FF2B5EF4-FFF2-40B4-BE49-F238E27FC236}">
                      <a16:creationId xmlns:a16="http://schemas.microsoft.com/office/drawing/2014/main" id="{2479960B-2D95-4A1E-B5F7-58147BDC78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4" y="2914"/>
                  <a:ext cx="260" cy="291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F</a:t>
                  </a:r>
                </a:p>
              </p:txBody>
            </p:sp>
          </p:grpSp>
          <p:sp>
            <p:nvSpPr>
              <p:cNvPr id="48" name="Line 40">
                <a:extLst>
                  <a:ext uri="{FF2B5EF4-FFF2-40B4-BE49-F238E27FC236}">
                    <a16:creationId xmlns:a16="http://schemas.microsoft.com/office/drawing/2014/main" id="{17015099-7D39-4D65-BC5C-E64E028591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0" y="3096"/>
                <a:ext cx="831" cy="26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Text Box 41">
                <a:extLst>
                  <a:ext uri="{FF2B5EF4-FFF2-40B4-BE49-F238E27FC236}">
                    <a16:creationId xmlns:a16="http://schemas.microsoft.com/office/drawing/2014/main" id="{5E257731-388A-4E93-9B8F-7A48774E8D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8" y="2956"/>
                <a:ext cx="506" cy="28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0/0</a:t>
                </a:r>
              </a:p>
            </p:txBody>
          </p:sp>
        </p:grpSp>
        <p:grpSp>
          <p:nvGrpSpPr>
            <p:cNvPr id="14" name="Group 42">
              <a:extLst>
                <a:ext uri="{FF2B5EF4-FFF2-40B4-BE49-F238E27FC236}">
                  <a16:creationId xmlns:a16="http://schemas.microsoft.com/office/drawing/2014/main" id="{8DCD8F96-4398-46B0-A7D4-55EEB39AE6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5" y="2992"/>
              <a:ext cx="1053" cy="393"/>
              <a:chOff x="2110" y="3465"/>
              <a:chExt cx="1053" cy="393"/>
            </a:xfrm>
          </p:grpSpPr>
          <p:grpSp>
            <p:nvGrpSpPr>
              <p:cNvPr id="42" name="Group 43">
                <a:extLst>
                  <a:ext uri="{FF2B5EF4-FFF2-40B4-BE49-F238E27FC236}">
                    <a16:creationId xmlns:a16="http://schemas.microsoft.com/office/drawing/2014/main" id="{02A02719-FA0C-4F54-994E-2044C80FA4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4" y="3561"/>
                <a:ext cx="269" cy="297"/>
                <a:chOff x="2894" y="3561"/>
                <a:chExt cx="269" cy="297"/>
              </a:xfrm>
            </p:grpSpPr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29E800C5-EC73-4AF3-9A03-B82F36E23D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4" y="3579"/>
                  <a:ext cx="258" cy="279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" name="Text Box 45">
                  <a:extLst>
                    <a:ext uri="{FF2B5EF4-FFF2-40B4-BE49-F238E27FC236}">
                      <a16:creationId xmlns:a16="http://schemas.microsoft.com/office/drawing/2014/main" id="{52A1978F-4D36-4308-94C3-0E717341E9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6" y="3561"/>
                  <a:ext cx="257" cy="291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G</a:t>
                  </a:r>
                </a:p>
              </p:txBody>
            </p:sp>
          </p:grpSp>
          <p:sp>
            <p:nvSpPr>
              <p:cNvPr id="43" name="Line 46">
                <a:extLst>
                  <a:ext uri="{FF2B5EF4-FFF2-40B4-BE49-F238E27FC236}">
                    <a16:creationId xmlns:a16="http://schemas.microsoft.com/office/drawing/2014/main" id="{0E87E195-0ECC-438D-A8A6-A174F5971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0" y="3465"/>
                <a:ext cx="831" cy="26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4" name="Text Box 47">
                <a:extLst>
                  <a:ext uri="{FF2B5EF4-FFF2-40B4-BE49-F238E27FC236}">
                    <a16:creationId xmlns:a16="http://schemas.microsoft.com/office/drawing/2014/main" id="{B456E257-A7D5-43F4-817A-0A76D04456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2" y="3540"/>
                <a:ext cx="50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1/0</a:t>
                </a:r>
              </a:p>
            </p:txBody>
          </p:sp>
        </p:grpSp>
        <p:grpSp>
          <p:nvGrpSpPr>
            <p:cNvPr id="15" name="Group 152">
              <a:extLst>
                <a:ext uri="{FF2B5EF4-FFF2-40B4-BE49-F238E27FC236}">
                  <a16:creationId xmlns:a16="http://schemas.microsoft.com/office/drawing/2014/main" id="{A6C43054-BE1C-4C01-B524-0AADAE09DF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5" y="1479"/>
              <a:ext cx="269" cy="296"/>
              <a:chOff x="870" y="2584"/>
              <a:chExt cx="269" cy="296"/>
            </a:xfrm>
          </p:grpSpPr>
          <p:sp>
            <p:nvSpPr>
              <p:cNvPr id="40" name="Oval 153">
                <a:extLst>
                  <a:ext uri="{FF2B5EF4-FFF2-40B4-BE49-F238E27FC236}">
                    <a16:creationId xmlns:a16="http://schemas.microsoft.com/office/drawing/2014/main" id="{2C665C3E-E129-4E33-8C03-A7437B701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260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Text Box 154">
                <a:extLst>
                  <a:ext uri="{FF2B5EF4-FFF2-40B4-BE49-F238E27FC236}">
                    <a16:creationId xmlns:a16="http://schemas.microsoft.com/office/drawing/2014/main" id="{D9529A3D-EB11-4BA5-B9A1-7E4252C861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2584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H</a:t>
                </a:r>
              </a:p>
            </p:txBody>
          </p:sp>
        </p:grpSp>
        <p:grpSp>
          <p:nvGrpSpPr>
            <p:cNvPr id="16" name="Group 158">
              <a:extLst>
                <a:ext uri="{FF2B5EF4-FFF2-40B4-BE49-F238E27FC236}">
                  <a16:creationId xmlns:a16="http://schemas.microsoft.com/office/drawing/2014/main" id="{840691D8-DB53-4229-921C-7E627C634D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5" y="2405"/>
              <a:ext cx="291" cy="296"/>
              <a:chOff x="4000" y="2405"/>
              <a:chExt cx="291" cy="296"/>
            </a:xfrm>
          </p:grpSpPr>
          <p:sp>
            <p:nvSpPr>
              <p:cNvPr id="38" name="Oval 156">
                <a:extLst>
                  <a:ext uri="{FF2B5EF4-FFF2-40B4-BE49-F238E27FC236}">
                    <a16:creationId xmlns:a16="http://schemas.microsoft.com/office/drawing/2014/main" id="{10C552E4-1148-4BAC-BDE7-D96F5175D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0" y="2421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Text Box 157">
                <a:extLst>
                  <a:ext uri="{FF2B5EF4-FFF2-40B4-BE49-F238E27FC236}">
                    <a16:creationId xmlns:a16="http://schemas.microsoft.com/office/drawing/2014/main" id="{C84BB65C-463E-4708-876C-8619EC26D3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4" y="2405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</p:grpSp>
        <p:sp>
          <p:nvSpPr>
            <p:cNvPr id="17" name="Line 159">
              <a:extLst>
                <a:ext uri="{FF2B5EF4-FFF2-40B4-BE49-F238E27FC236}">
                  <a16:creationId xmlns:a16="http://schemas.microsoft.com/office/drawing/2014/main" id="{8484065B-AC95-4431-8A4C-F4C59D5963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5" y="1276"/>
              <a:ext cx="971" cy="3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Text Box 160">
              <a:extLst>
                <a:ext uri="{FF2B5EF4-FFF2-40B4-BE49-F238E27FC236}">
                  <a16:creationId xmlns:a16="http://schemas.microsoft.com/office/drawing/2014/main" id="{F3935BFB-20EE-4E7C-A034-7E2791079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6" y="1149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19" name="Line 161">
              <a:extLst>
                <a:ext uri="{FF2B5EF4-FFF2-40B4-BE49-F238E27FC236}">
                  <a16:creationId xmlns:a16="http://schemas.microsoft.com/office/drawing/2014/main" id="{B1195D76-316A-45FB-9FC0-D618C4483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1378"/>
              <a:ext cx="1051" cy="10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Text Box 162">
              <a:extLst>
                <a:ext uri="{FF2B5EF4-FFF2-40B4-BE49-F238E27FC236}">
                  <a16:creationId xmlns:a16="http://schemas.microsoft.com/office/drawing/2014/main" id="{1E39C888-6FF7-4993-BA61-5DC621257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" y="1493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21" name="Line 163">
              <a:extLst>
                <a:ext uri="{FF2B5EF4-FFF2-40B4-BE49-F238E27FC236}">
                  <a16:creationId xmlns:a16="http://schemas.microsoft.com/office/drawing/2014/main" id="{92060E61-2412-4894-BAED-AE1487E4B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4" y="1988"/>
              <a:ext cx="992" cy="5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Text Box 164">
              <a:extLst>
                <a:ext uri="{FF2B5EF4-FFF2-40B4-BE49-F238E27FC236}">
                  <a16:creationId xmlns:a16="http://schemas.microsoft.com/office/drawing/2014/main" id="{6632F386-ED0B-4048-B77B-D45A12AD2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6" y="2052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23" name="Text Box 165">
              <a:extLst>
                <a:ext uri="{FF2B5EF4-FFF2-40B4-BE49-F238E27FC236}">
                  <a16:creationId xmlns:a16="http://schemas.microsoft.com/office/drawing/2014/main" id="{A7965A71-85D2-42E3-AE71-1C6273C4AA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5" y="2197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24" name="Line 166">
              <a:extLst>
                <a:ext uri="{FF2B5EF4-FFF2-40B4-BE49-F238E27FC236}">
                  <a16:creationId xmlns:a16="http://schemas.microsoft.com/office/drawing/2014/main" id="{E407145C-6888-42BF-866A-9CCBCA2E6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586"/>
              <a:ext cx="98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Text Box 167">
              <a:extLst>
                <a:ext uri="{FF2B5EF4-FFF2-40B4-BE49-F238E27FC236}">
                  <a16:creationId xmlns:a16="http://schemas.microsoft.com/office/drawing/2014/main" id="{24C20869-CE40-4E8C-BF2C-6CB41F3C4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8" y="2581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26" name="Line 168">
              <a:extLst>
                <a:ext uri="{FF2B5EF4-FFF2-40B4-BE49-F238E27FC236}">
                  <a16:creationId xmlns:a16="http://schemas.microsoft.com/office/drawing/2014/main" id="{684E7A79-A55D-46A0-AACE-9C8B53EE23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7" y="1661"/>
              <a:ext cx="892" cy="8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Text Box 169">
              <a:extLst>
                <a:ext uri="{FF2B5EF4-FFF2-40B4-BE49-F238E27FC236}">
                  <a16:creationId xmlns:a16="http://schemas.microsoft.com/office/drawing/2014/main" id="{48F14913-ABB9-4C77-A3A3-C1B7E6978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" y="1750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28" name="Line 170">
              <a:extLst>
                <a:ext uri="{FF2B5EF4-FFF2-40B4-BE49-F238E27FC236}">
                  <a16:creationId xmlns:a16="http://schemas.microsoft.com/office/drawing/2014/main" id="{2CABBB01-4FDB-4BE9-B938-429C009238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5" y="2654"/>
              <a:ext cx="1016" cy="5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 Box 171">
              <a:extLst>
                <a:ext uri="{FF2B5EF4-FFF2-40B4-BE49-F238E27FC236}">
                  <a16:creationId xmlns:a16="http://schemas.microsoft.com/office/drawing/2014/main" id="{72B62983-CD52-4ADF-9857-96BDF174D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5" y="3069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30" name="Text Box 172">
              <a:extLst>
                <a:ext uri="{FF2B5EF4-FFF2-40B4-BE49-F238E27FC236}">
                  <a16:creationId xmlns:a16="http://schemas.microsoft.com/office/drawing/2014/main" id="{7CA5A657-B7AF-4282-9EC9-1B701111A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863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31" name="Freeform 174">
              <a:extLst>
                <a:ext uri="{FF2B5EF4-FFF2-40B4-BE49-F238E27FC236}">
                  <a16:creationId xmlns:a16="http://schemas.microsoft.com/office/drawing/2014/main" id="{4F44DB09-96C0-4C37-96F4-4177CCCF2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" y="915"/>
              <a:ext cx="4393" cy="1660"/>
            </a:xfrm>
            <a:custGeom>
              <a:avLst/>
              <a:gdLst>
                <a:gd name="T0" fmla="*/ 5230 w 4145"/>
                <a:gd name="T1" fmla="*/ 1660 h 1660"/>
                <a:gd name="T2" fmla="*/ 5230 w 4145"/>
                <a:gd name="T3" fmla="*/ 0 h 1660"/>
                <a:gd name="T4" fmla="*/ 0 w 4145"/>
                <a:gd name="T5" fmla="*/ 0 h 1660"/>
                <a:gd name="T6" fmla="*/ 0 w 4145"/>
                <a:gd name="T7" fmla="*/ 1344 h 1660"/>
                <a:gd name="T8" fmla="*/ 228 w 4145"/>
                <a:gd name="T9" fmla="*/ 1344 h 16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45" h="1660">
                  <a:moveTo>
                    <a:pt x="4145" y="1660"/>
                  </a:moveTo>
                  <a:lnTo>
                    <a:pt x="4145" y="0"/>
                  </a:lnTo>
                  <a:lnTo>
                    <a:pt x="0" y="0"/>
                  </a:lnTo>
                  <a:lnTo>
                    <a:pt x="0" y="1344"/>
                  </a:lnTo>
                  <a:lnTo>
                    <a:pt x="181" y="1344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173">
              <a:extLst>
                <a:ext uri="{FF2B5EF4-FFF2-40B4-BE49-F238E27FC236}">
                  <a16:creationId xmlns:a16="http://schemas.microsoft.com/office/drawing/2014/main" id="{2AA61E7C-FFDF-42D1-8B59-9193296E60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6" y="2564"/>
              <a:ext cx="679" cy="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Line 175">
              <a:extLst>
                <a:ext uri="{FF2B5EF4-FFF2-40B4-BE49-F238E27FC236}">
                  <a16:creationId xmlns:a16="http://schemas.microsoft.com/office/drawing/2014/main" id="{B779BC27-A1C3-4883-9EAC-3B27536D4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3" y="1615"/>
              <a:ext cx="7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Text Box 183">
              <a:extLst>
                <a:ext uri="{FF2B5EF4-FFF2-40B4-BE49-F238E27FC236}">
                  <a16:creationId xmlns:a16="http://schemas.microsoft.com/office/drawing/2014/main" id="{7FA9DCD7-B843-4894-B22D-6E4119119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0" y="1353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35" name="Text Box 185">
              <a:extLst>
                <a:ext uri="{FF2B5EF4-FFF2-40B4-BE49-F238E27FC236}">
                  <a16:creationId xmlns:a16="http://schemas.microsoft.com/office/drawing/2014/main" id="{D2AFE7FA-03E3-42A7-8D9A-35442E04E9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" y="1371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36" name="Text Box 186">
              <a:extLst>
                <a:ext uri="{FF2B5EF4-FFF2-40B4-BE49-F238E27FC236}">
                  <a16:creationId xmlns:a16="http://schemas.microsoft.com/office/drawing/2014/main" id="{FFB9EEE5-93F0-4AC6-B7A9-8B1596E8B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1" y="2335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37" name="Text Box 187">
              <a:extLst>
                <a:ext uri="{FF2B5EF4-FFF2-40B4-BE49-F238E27FC236}">
                  <a16:creationId xmlns:a16="http://schemas.microsoft.com/office/drawing/2014/main" id="{67C20675-E445-422C-AEFD-37B079EE6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2" y="2329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1/1</a:t>
              </a:r>
            </a:p>
          </p:txBody>
        </p:sp>
      </p:grpSp>
      <p:sp>
        <p:nvSpPr>
          <p:cNvPr id="68" name="Text Box 189">
            <a:extLst>
              <a:ext uri="{FF2B5EF4-FFF2-40B4-BE49-F238E27FC236}">
                <a16:creationId xmlns:a16="http://schemas.microsoft.com/office/drawing/2014/main" id="{584711D3-3BCE-4965-85EB-DB9FF35CD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213" y="5172324"/>
            <a:ext cx="2546350" cy="51911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D、F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合并为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</a:p>
        </p:txBody>
      </p:sp>
      <p:sp>
        <p:nvSpPr>
          <p:cNvPr id="69" name="Text Box 190">
            <a:extLst>
              <a:ext uri="{FF2B5EF4-FFF2-40B4-BE49-F238E27FC236}">
                <a16:creationId xmlns:a16="http://schemas.microsoft.com/office/drawing/2014/main" id="{7A8D61D6-210F-42A1-8033-8F82ACEE3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577" y="5172324"/>
            <a:ext cx="2546350" cy="51911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E、G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合并为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04415306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8" grpId="0" animBg="1" autoUpdateAnimBg="0"/>
      <p:bldP spid="69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9147088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状态化简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Group 169">
            <a:extLst>
              <a:ext uri="{FF2B5EF4-FFF2-40B4-BE49-F238E27FC236}">
                <a16:creationId xmlns:a16="http://schemas.microsoft.com/office/drawing/2014/main" id="{72E31992-5570-4454-B4ED-688D2960C229}"/>
              </a:ext>
            </a:extLst>
          </p:cNvPr>
          <p:cNvGrpSpPr>
            <a:grpSpLocks/>
          </p:cNvGrpSpPr>
          <p:nvPr/>
        </p:nvGrpSpPr>
        <p:grpSpPr bwMode="auto">
          <a:xfrm>
            <a:off x="1935163" y="303852"/>
            <a:ext cx="6777037" cy="2374900"/>
            <a:chOff x="1219" y="200"/>
            <a:chExt cx="4269" cy="1496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55E873B8-C43C-4453-AB5F-ECCBFFC714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2" y="883"/>
              <a:ext cx="269" cy="296"/>
              <a:chOff x="870" y="2584"/>
              <a:chExt cx="269" cy="296"/>
            </a:xfrm>
          </p:grpSpPr>
          <p:sp>
            <p:nvSpPr>
              <p:cNvPr id="48" name="Oval 6">
                <a:extLst>
                  <a:ext uri="{FF2B5EF4-FFF2-40B4-BE49-F238E27FC236}">
                    <a16:creationId xmlns:a16="http://schemas.microsoft.com/office/drawing/2014/main" id="{DFF7D7D7-BB2B-4E26-81E1-B0C9102D7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260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Text Box 7">
                <a:extLst>
                  <a:ext uri="{FF2B5EF4-FFF2-40B4-BE49-F238E27FC236}">
                    <a16:creationId xmlns:a16="http://schemas.microsoft.com/office/drawing/2014/main" id="{5083F2F3-5858-4F4B-B302-89CB903F15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2584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C9D889F9-4541-404C-B7D8-CF01F77B03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7" y="510"/>
              <a:ext cx="269" cy="288"/>
              <a:chOff x="1865" y="1958"/>
              <a:chExt cx="269" cy="288"/>
            </a:xfrm>
          </p:grpSpPr>
          <p:sp>
            <p:nvSpPr>
              <p:cNvPr id="46" name="Oval 9">
                <a:extLst>
                  <a:ext uri="{FF2B5EF4-FFF2-40B4-BE49-F238E27FC236}">
                    <a16:creationId xmlns:a16="http://schemas.microsoft.com/office/drawing/2014/main" id="{07CD1088-EED4-4F85-94EC-21EB746FF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5" y="1964"/>
                <a:ext cx="258" cy="28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7" name="Text Box 10">
                <a:extLst>
                  <a:ext uri="{FF2B5EF4-FFF2-40B4-BE49-F238E27FC236}">
                    <a16:creationId xmlns:a16="http://schemas.microsoft.com/office/drawing/2014/main" id="{80670980-EC78-49FF-AE6A-BC5EEF699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7" y="1958"/>
                <a:ext cx="25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</p:grpSp>
        <p:sp>
          <p:nvSpPr>
            <p:cNvPr id="6" name="Text Box 12">
              <a:extLst>
                <a:ext uri="{FF2B5EF4-FFF2-40B4-BE49-F238E27FC236}">
                  <a16:creationId xmlns:a16="http://schemas.microsoft.com/office/drawing/2014/main" id="{C7C58D3A-E2CF-40E4-9845-C10084F33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9" y="610"/>
              <a:ext cx="501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grpSp>
          <p:nvGrpSpPr>
            <p:cNvPr id="7" name="Group 13">
              <a:extLst>
                <a:ext uri="{FF2B5EF4-FFF2-40B4-BE49-F238E27FC236}">
                  <a16:creationId xmlns:a16="http://schemas.microsoft.com/office/drawing/2014/main" id="{5740214C-10EF-43AE-A448-18144D85FB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4" y="1255"/>
              <a:ext cx="269" cy="298"/>
              <a:chOff x="1852" y="3242"/>
              <a:chExt cx="269" cy="298"/>
            </a:xfrm>
          </p:grpSpPr>
          <p:sp>
            <p:nvSpPr>
              <p:cNvPr id="44" name="Oval 14">
                <a:extLst>
                  <a:ext uri="{FF2B5EF4-FFF2-40B4-BE49-F238E27FC236}">
                    <a16:creationId xmlns:a16="http://schemas.microsoft.com/office/drawing/2014/main" id="{FB19A482-8C26-4B9D-890D-844C6C2FB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2" y="3259"/>
                <a:ext cx="258" cy="28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" name="Text Box 15">
                <a:extLst>
                  <a:ext uri="{FF2B5EF4-FFF2-40B4-BE49-F238E27FC236}">
                    <a16:creationId xmlns:a16="http://schemas.microsoft.com/office/drawing/2014/main" id="{87C4F706-5DE9-4EFE-B253-57E029C6F1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4" y="3242"/>
                <a:ext cx="257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</p:grpSp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E28D4A1E-E1E1-4C66-AE4C-95E5813CA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162"/>
              <a:ext cx="504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grpSp>
          <p:nvGrpSpPr>
            <p:cNvPr id="9" name="Group 42">
              <a:extLst>
                <a:ext uri="{FF2B5EF4-FFF2-40B4-BE49-F238E27FC236}">
                  <a16:creationId xmlns:a16="http://schemas.microsoft.com/office/drawing/2014/main" id="{1FDD7476-B7BA-4F77-ABAA-5BA8497216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0" y="526"/>
              <a:ext cx="269" cy="296"/>
              <a:chOff x="870" y="2584"/>
              <a:chExt cx="269" cy="296"/>
            </a:xfrm>
          </p:grpSpPr>
          <p:sp>
            <p:nvSpPr>
              <p:cNvPr id="42" name="Oval 43">
                <a:extLst>
                  <a:ext uri="{FF2B5EF4-FFF2-40B4-BE49-F238E27FC236}">
                    <a16:creationId xmlns:a16="http://schemas.microsoft.com/office/drawing/2014/main" id="{420F0096-7016-4CC6-AF04-3B6B0CFCB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260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Text Box 44">
                <a:extLst>
                  <a:ext uri="{FF2B5EF4-FFF2-40B4-BE49-F238E27FC236}">
                    <a16:creationId xmlns:a16="http://schemas.microsoft.com/office/drawing/2014/main" id="{4DFFB5B9-7029-4F48-B7C2-0EE5F3FC7E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2584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H</a:t>
                </a:r>
              </a:p>
            </p:txBody>
          </p:sp>
        </p:grpSp>
        <p:grpSp>
          <p:nvGrpSpPr>
            <p:cNvPr id="10" name="Group 45">
              <a:extLst>
                <a:ext uri="{FF2B5EF4-FFF2-40B4-BE49-F238E27FC236}">
                  <a16:creationId xmlns:a16="http://schemas.microsoft.com/office/drawing/2014/main" id="{B71F3690-66A9-4175-8104-9FDDA3CC11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1" y="1254"/>
              <a:ext cx="291" cy="296"/>
              <a:chOff x="4000" y="2405"/>
              <a:chExt cx="291" cy="296"/>
            </a:xfrm>
          </p:grpSpPr>
          <p:sp>
            <p:nvSpPr>
              <p:cNvPr id="40" name="Oval 46">
                <a:extLst>
                  <a:ext uri="{FF2B5EF4-FFF2-40B4-BE49-F238E27FC236}">
                    <a16:creationId xmlns:a16="http://schemas.microsoft.com/office/drawing/2014/main" id="{25AD2F7C-42BA-42D0-9343-ED1BBDB8E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0" y="2421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Text Box 47">
                <a:extLst>
                  <a:ext uri="{FF2B5EF4-FFF2-40B4-BE49-F238E27FC236}">
                    <a16:creationId xmlns:a16="http://schemas.microsoft.com/office/drawing/2014/main" id="{45BF9351-0167-4A6B-848D-E0D7DF9A0D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4" y="2405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</p:grpSp>
        <p:sp>
          <p:nvSpPr>
            <p:cNvPr id="11" name="Freeform 62">
              <a:extLst>
                <a:ext uri="{FF2B5EF4-FFF2-40B4-BE49-F238E27FC236}">
                  <a16:creationId xmlns:a16="http://schemas.microsoft.com/office/drawing/2014/main" id="{F6036DA5-0BCD-4E58-848B-B41F0F974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9" y="200"/>
              <a:ext cx="4268" cy="1005"/>
            </a:xfrm>
            <a:custGeom>
              <a:avLst/>
              <a:gdLst>
                <a:gd name="T0" fmla="*/ 4659 w 4145"/>
                <a:gd name="T1" fmla="*/ 223 h 1660"/>
                <a:gd name="T2" fmla="*/ 4659 w 4145"/>
                <a:gd name="T3" fmla="*/ 0 h 1660"/>
                <a:gd name="T4" fmla="*/ 0 w 4145"/>
                <a:gd name="T5" fmla="*/ 0 h 1660"/>
                <a:gd name="T6" fmla="*/ 0 w 4145"/>
                <a:gd name="T7" fmla="*/ 180 h 1660"/>
                <a:gd name="T8" fmla="*/ 204 w 4145"/>
                <a:gd name="T9" fmla="*/ 180 h 16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45" h="1660">
                  <a:moveTo>
                    <a:pt x="4145" y="1660"/>
                  </a:moveTo>
                  <a:lnTo>
                    <a:pt x="4145" y="0"/>
                  </a:lnTo>
                  <a:lnTo>
                    <a:pt x="0" y="0"/>
                  </a:lnTo>
                  <a:lnTo>
                    <a:pt x="0" y="1344"/>
                  </a:lnTo>
                  <a:lnTo>
                    <a:pt x="181" y="1344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63">
              <a:extLst>
                <a:ext uri="{FF2B5EF4-FFF2-40B4-BE49-F238E27FC236}">
                  <a16:creationId xmlns:a16="http://schemas.microsoft.com/office/drawing/2014/main" id="{E3B9AF25-D5DE-4D94-B97F-FAB62D8C46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2" y="1402"/>
              <a:ext cx="679" cy="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64">
              <a:extLst>
                <a:ext uri="{FF2B5EF4-FFF2-40B4-BE49-F238E27FC236}">
                  <a16:creationId xmlns:a16="http://schemas.microsoft.com/office/drawing/2014/main" id="{B7367D72-E4A8-44E6-8E42-F86E21805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9" y="673"/>
              <a:ext cx="7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" name="Group 69">
              <a:extLst>
                <a:ext uri="{FF2B5EF4-FFF2-40B4-BE49-F238E27FC236}">
                  <a16:creationId xmlns:a16="http://schemas.microsoft.com/office/drawing/2014/main" id="{F7CD1182-9AC4-4BBE-A20F-9DCB02025E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3" y="515"/>
              <a:ext cx="269" cy="296"/>
              <a:chOff x="870" y="2584"/>
              <a:chExt cx="269" cy="296"/>
            </a:xfrm>
          </p:grpSpPr>
          <p:sp>
            <p:nvSpPr>
              <p:cNvPr id="38" name="Oval 70">
                <a:extLst>
                  <a:ext uri="{FF2B5EF4-FFF2-40B4-BE49-F238E27FC236}">
                    <a16:creationId xmlns:a16="http://schemas.microsoft.com/office/drawing/2014/main" id="{3475A3B2-C4C1-4CA0-9BC7-489E08E80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260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Text Box 71">
                <a:extLst>
                  <a:ext uri="{FF2B5EF4-FFF2-40B4-BE49-F238E27FC236}">
                    <a16:creationId xmlns:a16="http://schemas.microsoft.com/office/drawing/2014/main" id="{2D68D787-64C9-4D4D-B0D9-98E9470C5B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2584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</p:grpSp>
        <p:grpSp>
          <p:nvGrpSpPr>
            <p:cNvPr id="15" name="Group 72">
              <a:extLst>
                <a:ext uri="{FF2B5EF4-FFF2-40B4-BE49-F238E27FC236}">
                  <a16:creationId xmlns:a16="http://schemas.microsoft.com/office/drawing/2014/main" id="{E4F0E11C-5F50-4858-89F2-DDA38C4F60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8" y="1263"/>
              <a:ext cx="269" cy="296"/>
              <a:chOff x="870" y="2584"/>
              <a:chExt cx="269" cy="296"/>
            </a:xfrm>
          </p:grpSpPr>
          <p:sp>
            <p:nvSpPr>
              <p:cNvPr id="36" name="Oval 73">
                <a:extLst>
                  <a:ext uri="{FF2B5EF4-FFF2-40B4-BE49-F238E27FC236}">
                    <a16:creationId xmlns:a16="http://schemas.microsoft.com/office/drawing/2014/main" id="{496D644D-2066-4700-8215-B5CE2829C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260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Text Box 74">
                <a:extLst>
                  <a:ext uri="{FF2B5EF4-FFF2-40B4-BE49-F238E27FC236}">
                    <a16:creationId xmlns:a16="http://schemas.microsoft.com/office/drawing/2014/main" id="{54D51531-F6EC-43D1-897F-850A70933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2584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E</a:t>
                </a:r>
              </a:p>
            </p:txBody>
          </p:sp>
        </p:grpSp>
        <p:sp>
          <p:nvSpPr>
            <p:cNvPr id="16" name="Line 75">
              <a:extLst>
                <a:ext uri="{FF2B5EF4-FFF2-40B4-BE49-F238E27FC236}">
                  <a16:creationId xmlns:a16="http://schemas.microsoft.com/office/drawing/2014/main" id="{C925C24D-FC1C-4E16-A40F-56C4F4DB7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663"/>
              <a:ext cx="73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Text Box 76">
              <a:extLst>
                <a:ext uri="{FF2B5EF4-FFF2-40B4-BE49-F238E27FC236}">
                  <a16:creationId xmlns:a16="http://schemas.microsoft.com/office/drawing/2014/main" id="{966CD963-0BD6-4AEA-9B34-9CE8A8FED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9" y="430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18" name="Text Box 83">
              <a:extLst>
                <a:ext uri="{FF2B5EF4-FFF2-40B4-BE49-F238E27FC236}">
                  <a16:creationId xmlns:a16="http://schemas.microsoft.com/office/drawing/2014/main" id="{8AE1D311-E1F5-42A2-A770-6EE1F18B1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5" y="820"/>
              <a:ext cx="504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19" name="Line 84">
              <a:extLst>
                <a:ext uri="{FF2B5EF4-FFF2-40B4-BE49-F238E27FC236}">
                  <a16:creationId xmlns:a16="http://schemas.microsoft.com/office/drawing/2014/main" id="{886A95DB-7D63-4087-A27A-C22632A507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9" y="697"/>
              <a:ext cx="745" cy="28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85">
              <a:extLst>
                <a:ext uri="{FF2B5EF4-FFF2-40B4-BE49-F238E27FC236}">
                  <a16:creationId xmlns:a16="http://schemas.microsoft.com/office/drawing/2014/main" id="{2EF76430-47DF-46C7-A9E4-9D423A1EE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9" y="1093"/>
              <a:ext cx="756" cy="30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86">
              <a:extLst>
                <a:ext uri="{FF2B5EF4-FFF2-40B4-BE49-F238E27FC236}">
                  <a16:creationId xmlns:a16="http://schemas.microsoft.com/office/drawing/2014/main" id="{8DF1B227-C46C-48CD-A9A2-65DBD7465A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720"/>
              <a:ext cx="723" cy="7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87">
              <a:extLst>
                <a:ext uri="{FF2B5EF4-FFF2-40B4-BE49-F238E27FC236}">
                  <a16:creationId xmlns:a16="http://schemas.microsoft.com/office/drawing/2014/main" id="{CD76662A-B35F-4374-A03C-9B611818BD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3" y="810"/>
              <a:ext cx="858" cy="5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Text Box 88">
              <a:extLst>
                <a:ext uri="{FF2B5EF4-FFF2-40B4-BE49-F238E27FC236}">
                  <a16:creationId xmlns:a16="http://schemas.microsoft.com/office/drawing/2014/main" id="{9DEC0D4A-546C-45C4-9451-04C770EA5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758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24" name="Line 89">
              <a:extLst>
                <a:ext uri="{FF2B5EF4-FFF2-40B4-BE49-F238E27FC236}">
                  <a16:creationId xmlns:a16="http://schemas.microsoft.com/office/drawing/2014/main" id="{9827DF4C-144C-41D6-8F0F-25743A21E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1454"/>
              <a:ext cx="74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Text Box 90">
              <a:extLst>
                <a:ext uri="{FF2B5EF4-FFF2-40B4-BE49-F238E27FC236}">
                  <a16:creationId xmlns:a16="http://schemas.microsoft.com/office/drawing/2014/main" id="{DEBA89E2-1C37-4B0D-B49B-A4F6F7F30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2" y="1408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26" name="Line 91">
              <a:extLst>
                <a:ext uri="{FF2B5EF4-FFF2-40B4-BE49-F238E27FC236}">
                  <a16:creationId xmlns:a16="http://schemas.microsoft.com/office/drawing/2014/main" id="{B6AE3AEF-DFAF-4314-9EB9-3E5CA9ABD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663"/>
              <a:ext cx="81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Text Box 92">
              <a:extLst>
                <a:ext uri="{FF2B5EF4-FFF2-40B4-BE49-F238E27FC236}">
                  <a16:creationId xmlns:a16="http://schemas.microsoft.com/office/drawing/2014/main" id="{1F80530D-5F6D-49E3-BAD7-0BF0714CB0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3" y="408"/>
              <a:ext cx="501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28" name="Line 93">
              <a:extLst>
                <a:ext uri="{FF2B5EF4-FFF2-40B4-BE49-F238E27FC236}">
                  <a16:creationId xmlns:a16="http://schemas.microsoft.com/office/drawing/2014/main" id="{ADB48D6E-40EF-4CA7-B84A-93E75A1F3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0" y="709"/>
              <a:ext cx="915" cy="5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 Box 94">
              <a:extLst>
                <a:ext uri="{FF2B5EF4-FFF2-40B4-BE49-F238E27FC236}">
                  <a16:creationId xmlns:a16="http://schemas.microsoft.com/office/drawing/2014/main" id="{1AFE2C4C-1EB7-4F44-842A-9DED5F34C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6" y="844"/>
              <a:ext cx="504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30" name="Line 95">
              <a:extLst>
                <a:ext uri="{FF2B5EF4-FFF2-40B4-BE49-F238E27FC236}">
                  <a16:creationId xmlns:a16="http://schemas.microsoft.com/office/drawing/2014/main" id="{5CF3D2DA-FE96-4ECE-A471-1DE352D95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420"/>
              <a:ext cx="88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Text Box 96">
              <a:extLst>
                <a:ext uri="{FF2B5EF4-FFF2-40B4-BE49-F238E27FC236}">
                  <a16:creationId xmlns:a16="http://schemas.microsoft.com/office/drawing/2014/main" id="{79727436-EA70-4097-A8E3-1CFF0D486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" y="1379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 0</a:t>
              </a:r>
            </a:p>
          </p:txBody>
        </p:sp>
        <p:sp>
          <p:nvSpPr>
            <p:cNvPr id="32" name="Text Box 98">
              <a:extLst>
                <a:ext uri="{FF2B5EF4-FFF2-40B4-BE49-F238E27FC236}">
                  <a16:creationId xmlns:a16="http://schemas.microsoft.com/office/drawing/2014/main" id="{30E47771-52FD-4E9B-BC40-A99D007B9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4" y="418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 0</a:t>
              </a:r>
            </a:p>
          </p:txBody>
        </p:sp>
        <p:sp>
          <p:nvSpPr>
            <p:cNvPr id="33" name="Line 101">
              <a:extLst>
                <a:ext uri="{FF2B5EF4-FFF2-40B4-BE49-F238E27FC236}">
                  <a16:creationId xmlns:a16="http://schemas.microsoft.com/office/drawing/2014/main" id="{4B7D32E6-4594-4F4F-90B2-D7AE4AECF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8" y="1126"/>
              <a:ext cx="0" cy="28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Text Box 165">
              <a:extLst>
                <a:ext uri="{FF2B5EF4-FFF2-40B4-BE49-F238E27FC236}">
                  <a16:creationId xmlns:a16="http://schemas.microsoft.com/office/drawing/2014/main" id="{B0A220F2-D21A-4090-9BC9-84FB594A3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5" y="1382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 1</a:t>
              </a:r>
            </a:p>
          </p:txBody>
        </p:sp>
        <p:sp>
          <p:nvSpPr>
            <p:cNvPr id="35" name="Text Box 166">
              <a:extLst>
                <a:ext uri="{FF2B5EF4-FFF2-40B4-BE49-F238E27FC236}">
                  <a16:creationId xmlns:a16="http://schemas.microsoft.com/office/drawing/2014/main" id="{48313BA0-307E-437E-AB97-08B67635CF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5" y="1132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 0</a:t>
              </a:r>
            </a:p>
          </p:txBody>
        </p:sp>
      </p:grpSp>
      <p:sp>
        <p:nvSpPr>
          <p:cNvPr id="50" name="Text Box 189">
            <a:extLst>
              <a:ext uri="{FF2B5EF4-FFF2-40B4-BE49-F238E27FC236}">
                <a16:creationId xmlns:a16="http://schemas.microsoft.com/office/drawing/2014/main" id="{584711D3-3BCE-4965-85EB-DB9FF35CD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25" y="2731824"/>
            <a:ext cx="2546350" cy="51911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B、C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合并为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</a:p>
        </p:txBody>
      </p:sp>
      <p:grpSp>
        <p:nvGrpSpPr>
          <p:cNvPr id="51" name="Group 170">
            <a:extLst>
              <a:ext uri="{FF2B5EF4-FFF2-40B4-BE49-F238E27FC236}">
                <a16:creationId xmlns:a16="http://schemas.microsoft.com/office/drawing/2014/main" id="{3E54A58E-8292-4906-A715-C0CF8513C432}"/>
              </a:ext>
            </a:extLst>
          </p:cNvPr>
          <p:cNvGrpSpPr>
            <a:grpSpLocks/>
          </p:cNvGrpSpPr>
          <p:nvPr/>
        </p:nvGrpSpPr>
        <p:grpSpPr bwMode="auto">
          <a:xfrm>
            <a:off x="1974056" y="3579125"/>
            <a:ext cx="6777038" cy="2328863"/>
            <a:chOff x="844" y="2166"/>
            <a:chExt cx="4269" cy="1467"/>
          </a:xfrm>
        </p:grpSpPr>
        <p:grpSp>
          <p:nvGrpSpPr>
            <p:cNvPr id="52" name="Group 116">
              <a:extLst>
                <a:ext uri="{FF2B5EF4-FFF2-40B4-BE49-F238E27FC236}">
                  <a16:creationId xmlns:a16="http://schemas.microsoft.com/office/drawing/2014/main" id="{EAF7D4A0-E7B1-4C39-B379-6BE4E19130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5" y="2492"/>
              <a:ext cx="269" cy="296"/>
              <a:chOff x="870" y="2584"/>
              <a:chExt cx="269" cy="296"/>
            </a:xfrm>
          </p:grpSpPr>
          <p:sp>
            <p:nvSpPr>
              <p:cNvPr id="87" name="Oval 117">
                <a:extLst>
                  <a:ext uri="{FF2B5EF4-FFF2-40B4-BE49-F238E27FC236}">
                    <a16:creationId xmlns:a16="http://schemas.microsoft.com/office/drawing/2014/main" id="{4A8C1CBD-D6DB-48E0-9AB6-E431C3E7F5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260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8" name="Text Box 118">
                <a:extLst>
                  <a:ext uri="{FF2B5EF4-FFF2-40B4-BE49-F238E27FC236}">
                    <a16:creationId xmlns:a16="http://schemas.microsoft.com/office/drawing/2014/main" id="{86F771A3-88DF-4FB5-843E-BC20AFB9D1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2584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H</a:t>
                </a:r>
              </a:p>
            </p:txBody>
          </p:sp>
        </p:grpSp>
        <p:grpSp>
          <p:nvGrpSpPr>
            <p:cNvPr id="53" name="Group 119">
              <a:extLst>
                <a:ext uri="{FF2B5EF4-FFF2-40B4-BE49-F238E27FC236}">
                  <a16:creationId xmlns:a16="http://schemas.microsoft.com/office/drawing/2014/main" id="{10CB3367-9C15-4EF1-8FE9-F042DE8752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3220"/>
              <a:ext cx="291" cy="296"/>
              <a:chOff x="4000" y="2405"/>
              <a:chExt cx="291" cy="296"/>
            </a:xfrm>
          </p:grpSpPr>
          <p:sp>
            <p:nvSpPr>
              <p:cNvPr id="85" name="Oval 120">
                <a:extLst>
                  <a:ext uri="{FF2B5EF4-FFF2-40B4-BE49-F238E27FC236}">
                    <a16:creationId xmlns:a16="http://schemas.microsoft.com/office/drawing/2014/main" id="{BCDDFCB5-DC1F-4698-88CB-C8FF0B7841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0" y="2421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6" name="Text Box 121">
                <a:extLst>
                  <a:ext uri="{FF2B5EF4-FFF2-40B4-BE49-F238E27FC236}">
                    <a16:creationId xmlns:a16="http://schemas.microsoft.com/office/drawing/2014/main" id="{0FD708C6-290F-4E49-B310-FACC60BBE2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4" y="2405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</p:grpSp>
        <p:sp>
          <p:nvSpPr>
            <p:cNvPr id="54" name="Freeform 122">
              <a:extLst>
                <a:ext uri="{FF2B5EF4-FFF2-40B4-BE49-F238E27FC236}">
                  <a16:creationId xmlns:a16="http://schemas.microsoft.com/office/drawing/2014/main" id="{6D32A883-5702-4ED7-93BB-1945B0B2C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" y="2166"/>
              <a:ext cx="4268" cy="1005"/>
            </a:xfrm>
            <a:custGeom>
              <a:avLst/>
              <a:gdLst>
                <a:gd name="T0" fmla="*/ 4659 w 4145"/>
                <a:gd name="T1" fmla="*/ 223 h 1660"/>
                <a:gd name="T2" fmla="*/ 4659 w 4145"/>
                <a:gd name="T3" fmla="*/ 0 h 1660"/>
                <a:gd name="T4" fmla="*/ 0 w 4145"/>
                <a:gd name="T5" fmla="*/ 0 h 1660"/>
                <a:gd name="T6" fmla="*/ 0 w 4145"/>
                <a:gd name="T7" fmla="*/ 180 h 1660"/>
                <a:gd name="T8" fmla="*/ 204 w 4145"/>
                <a:gd name="T9" fmla="*/ 180 h 16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45" h="1660">
                  <a:moveTo>
                    <a:pt x="4145" y="1660"/>
                  </a:moveTo>
                  <a:lnTo>
                    <a:pt x="4145" y="0"/>
                  </a:lnTo>
                  <a:lnTo>
                    <a:pt x="0" y="0"/>
                  </a:lnTo>
                  <a:lnTo>
                    <a:pt x="0" y="1344"/>
                  </a:lnTo>
                  <a:lnTo>
                    <a:pt x="181" y="1344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123">
              <a:extLst>
                <a:ext uri="{FF2B5EF4-FFF2-40B4-BE49-F238E27FC236}">
                  <a16:creationId xmlns:a16="http://schemas.microsoft.com/office/drawing/2014/main" id="{AAAB1227-A07C-4DBF-8506-7742E6F0C3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7" y="3368"/>
              <a:ext cx="679" cy="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124">
              <a:extLst>
                <a:ext uri="{FF2B5EF4-FFF2-40B4-BE49-F238E27FC236}">
                  <a16:creationId xmlns:a16="http://schemas.microsoft.com/office/drawing/2014/main" id="{A29E746B-A276-4066-9EF2-788E810EC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4" y="2639"/>
              <a:ext cx="7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7" name="Group 125">
              <a:extLst>
                <a:ext uri="{FF2B5EF4-FFF2-40B4-BE49-F238E27FC236}">
                  <a16:creationId xmlns:a16="http://schemas.microsoft.com/office/drawing/2014/main" id="{AD28FC6B-061D-40A6-A23D-5FBB9290C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8" y="2481"/>
              <a:ext cx="269" cy="296"/>
              <a:chOff x="870" y="2584"/>
              <a:chExt cx="269" cy="296"/>
            </a:xfrm>
          </p:grpSpPr>
          <p:sp>
            <p:nvSpPr>
              <p:cNvPr id="83" name="Oval 126">
                <a:extLst>
                  <a:ext uri="{FF2B5EF4-FFF2-40B4-BE49-F238E27FC236}">
                    <a16:creationId xmlns:a16="http://schemas.microsoft.com/office/drawing/2014/main" id="{4A9D9F63-3988-4DF2-949F-9FD9450772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260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Text Box 127">
                <a:extLst>
                  <a:ext uri="{FF2B5EF4-FFF2-40B4-BE49-F238E27FC236}">
                    <a16:creationId xmlns:a16="http://schemas.microsoft.com/office/drawing/2014/main" id="{40C0921D-07D2-4CAA-9C42-7DFFAD7C34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2584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</p:grpSp>
        <p:grpSp>
          <p:nvGrpSpPr>
            <p:cNvPr id="58" name="Group 128">
              <a:extLst>
                <a:ext uri="{FF2B5EF4-FFF2-40B4-BE49-F238E27FC236}">
                  <a16:creationId xmlns:a16="http://schemas.microsoft.com/office/drawing/2014/main" id="{F6CC16B8-6FD6-4884-A071-D61C048F87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3" y="3229"/>
              <a:ext cx="269" cy="296"/>
              <a:chOff x="870" y="2584"/>
              <a:chExt cx="269" cy="296"/>
            </a:xfrm>
          </p:grpSpPr>
          <p:sp>
            <p:nvSpPr>
              <p:cNvPr id="81" name="Oval 129">
                <a:extLst>
                  <a:ext uri="{FF2B5EF4-FFF2-40B4-BE49-F238E27FC236}">
                    <a16:creationId xmlns:a16="http://schemas.microsoft.com/office/drawing/2014/main" id="{62D8BC53-2877-4E8D-BBB3-92AD75F77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260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" name="Text Box 130">
                <a:extLst>
                  <a:ext uri="{FF2B5EF4-FFF2-40B4-BE49-F238E27FC236}">
                    <a16:creationId xmlns:a16="http://schemas.microsoft.com/office/drawing/2014/main" id="{B360AEB1-4AF8-4FF8-9DA8-A47234959E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2584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E</a:t>
                </a:r>
              </a:p>
            </p:txBody>
          </p:sp>
        </p:grpSp>
        <p:grpSp>
          <p:nvGrpSpPr>
            <p:cNvPr id="59" name="Group 105">
              <a:extLst>
                <a:ext uri="{FF2B5EF4-FFF2-40B4-BE49-F238E27FC236}">
                  <a16:creationId xmlns:a16="http://schemas.microsoft.com/office/drawing/2014/main" id="{10CF014B-039D-45FE-B586-7194841DEF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7" y="2827"/>
              <a:ext cx="269" cy="296"/>
              <a:chOff x="870" y="2584"/>
              <a:chExt cx="269" cy="296"/>
            </a:xfrm>
          </p:grpSpPr>
          <p:sp>
            <p:nvSpPr>
              <p:cNvPr id="79" name="Oval 106">
                <a:extLst>
                  <a:ext uri="{FF2B5EF4-FFF2-40B4-BE49-F238E27FC236}">
                    <a16:creationId xmlns:a16="http://schemas.microsoft.com/office/drawing/2014/main" id="{74098095-BBA8-4A3F-81EF-2DD9EF42D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260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Text Box 107">
                <a:extLst>
                  <a:ext uri="{FF2B5EF4-FFF2-40B4-BE49-F238E27FC236}">
                    <a16:creationId xmlns:a16="http://schemas.microsoft.com/office/drawing/2014/main" id="{6FAC3775-777C-4E5F-BA20-263276FAB2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2584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</p:grpSp>
        <p:sp>
          <p:nvSpPr>
            <p:cNvPr id="60" name="Line 141">
              <a:extLst>
                <a:ext uri="{FF2B5EF4-FFF2-40B4-BE49-F238E27FC236}">
                  <a16:creationId xmlns:a16="http://schemas.microsoft.com/office/drawing/2014/main" id="{38C12F19-1A0E-43B3-B7FF-013EFDAF4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2629"/>
              <a:ext cx="81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Text Box 142">
              <a:extLst>
                <a:ext uri="{FF2B5EF4-FFF2-40B4-BE49-F238E27FC236}">
                  <a16:creationId xmlns:a16="http://schemas.microsoft.com/office/drawing/2014/main" id="{E2BE0B73-AE05-4311-B592-29117AB97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" y="2374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62" name="Line 143">
              <a:extLst>
                <a:ext uri="{FF2B5EF4-FFF2-40B4-BE49-F238E27FC236}">
                  <a16:creationId xmlns:a16="http://schemas.microsoft.com/office/drawing/2014/main" id="{109451A8-7C21-458D-95B7-917F59269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5" y="2675"/>
              <a:ext cx="915" cy="5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Text Box 144">
              <a:extLst>
                <a:ext uri="{FF2B5EF4-FFF2-40B4-BE49-F238E27FC236}">
                  <a16:creationId xmlns:a16="http://schemas.microsoft.com/office/drawing/2014/main" id="{BBB6A704-4CBC-47ED-9620-34E5B9E20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" y="2810"/>
              <a:ext cx="5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64" name="Line 145">
              <a:extLst>
                <a:ext uri="{FF2B5EF4-FFF2-40B4-BE49-F238E27FC236}">
                  <a16:creationId xmlns:a16="http://schemas.microsoft.com/office/drawing/2014/main" id="{46FA014F-2C00-48E5-AF71-9E409DAC5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3" y="3386"/>
              <a:ext cx="88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Text Box 146">
              <a:extLst>
                <a:ext uri="{FF2B5EF4-FFF2-40B4-BE49-F238E27FC236}">
                  <a16:creationId xmlns:a16="http://schemas.microsoft.com/office/drawing/2014/main" id="{F1CE0261-06C4-4ED0-B6D0-59D4F21203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5" y="3345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 0</a:t>
              </a:r>
            </a:p>
          </p:txBody>
        </p:sp>
        <p:sp>
          <p:nvSpPr>
            <p:cNvPr id="66" name="Text Box 147">
              <a:extLst>
                <a:ext uri="{FF2B5EF4-FFF2-40B4-BE49-F238E27FC236}">
                  <a16:creationId xmlns:a16="http://schemas.microsoft.com/office/drawing/2014/main" id="{088555A9-A644-4F1E-8651-06786E5683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9" y="2384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 0</a:t>
              </a:r>
            </a:p>
          </p:txBody>
        </p:sp>
        <p:sp>
          <p:nvSpPr>
            <p:cNvPr id="67" name="Line 149">
              <a:extLst>
                <a:ext uri="{FF2B5EF4-FFF2-40B4-BE49-F238E27FC236}">
                  <a16:creationId xmlns:a16="http://schemas.microsoft.com/office/drawing/2014/main" id="{8B458C47-7E89-4527-B615-3E4D013F11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3" y="3092"/>
              <a:ext cx="0" cy="28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8" name="Group 152">
              <a:extLst>
                <a:ext uri="{FF2B5EF4-FFF2-40B4-BE49-F238E27FC236}">
                  <a16:creationId xmlns:a16="http://schemas.microsoft.com/office/drawing/2014/main" id="{50B13AA8-4215-4FD1-B04A-60F971CDBE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6" y="2815"/>
              <a:ext cx="269" cy="296"/>
              <a:chOff x="870" y="2584"/>
              <a:chExt cx="269" cy="296"/>
            </a:xfrm>
          </p:grpSpPr>
          <p:sp>
            <p:nvSpPr>
              <p:cNvPr id="77" name="Oval 153">
                <a:extLst>
                  <a:ext uri="{FF2B5EF4-FFF2-40B4-BE49-F238E27FC236}">
                    <a16:creationId xmlns:a16="http://schemas.microsoft.com/office/drawing/2014/main" id="{15E498EC-188C-4AB4-A6A4-DF506CD65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2600"/>
                <a:ext cx="258" cy="2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Text Box 154">
                <a:extLst>
                  <a:ext uri="{FF2B5EF4-FFF2-40B4-BE49-F238E27FC236}">
                    <a16:creationId xmlns:a16="http://schemas.microsoft.com/office/drawing/2014/main" id="{4AAC526F-FE89-4A8A-98B9-26DA61DC8D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2584"/>
                <a:ext cx="257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</p:grpSp>
        <p:sp>
          <p:nvSpPr>
            <p:cNvPr id="69" name="Text Box 155">
              <a:extLst>
                <a:ext uri="{FF2B5EF4-FFF2-40B4-BE49-F238E27FC236}">
                  <a16:creationId xmlns:a16="http://schemas.microsoft.com/office/drawing/2014/main" id="{BEF0C068-1CD4-42DC-8347-8EEBEF91C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" y="2542"/>
              <a:ext cx="501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0/0</a:t>
              </a:r>
            </a:p>
          </p:txBody>
        </p:sp>
        <p:sp>
          <p:nvSpPr>
            <p:cNvPr id="70" name="Text Box 156">
              <a:extLst>
                <a:ext uri="{FF2B5EF4-FFF2-40B4-BE49-F238E27FC236}">
                  <a16:creationId xmlns:a16="http://schemas.microsoft.com/office/drawing/2014/main" id="{9CAC1ABC-BAC9-4FCD-B873-5F6761228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8" y="3162"/>
              <a:ext cx="504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1/0</a:t>
              </a:r>
            </a:p>
          </p:txBody>
        </p:sp>
        <p:sp>
          <p:nvSpPr>
            <p:cNvPr id="71" name="Line 157">
              <a:extLst>
                <a:ext uri="{FF2B5EF4-FFF2-40B4-BE49-F238E27FC236}">
                  <a16:creationId xmlns:a16="http://schemas.microsoft.com/office/drawing/2014/main" id="{0E7A7DF5-C773-4CFF-9500-07B539DCB5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3" y="2629"/>
              <a:ext cx="745" cy="28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Line 158">
              <a:extLst>
                <a:ext uri="{FF2B5EF4-FFF2-40B4-BE49-F238E27FC236}">
                  <a16:creationId xmlns:a16="http://schemas.microsoft.com/office/drawing/2014/main" id="{85929F98-0BBC-4DD5-8604-89EAE2521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069"/>
              <a:ext cx="756" cy="30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Line 159">
              <a:extLst>
                <a:ext uri="{FF2B5EF4-FFF2-40B4-BE49-F238E27FC236}">
                  <a16:creationId xmlns:a16="http://schemas.microsoft.com/office/drawing/2014/main" id="{095F30AA-F43E-4EC3-A785-812152D7D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7" y="2980"/>
              <a:ext cx="79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Text Box 160">
              <a:extLst>
                <a:ext uri="{FF2B5EF4-FFF2-40B4-BE49-F238E27FC236}">
                  <a16:creationId xmlns:a16="http://schemas.microsoft.com/office/drawing/2014/main" id="{CFCD4322-1BEB-4109-9EC8-5EE7FB528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9" y="2723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 0</a:t>
              </a:r>
            </a:p>
          </p:txBody>
        </p:sp>
        <p:sp>
          <p:nvSpPr>
            <p:cNvPr id="75" name="Text Box 167">
              <a:extLst>
                <a:ext uri="{FF2B5EF4-FFF2-40B4-BE49-F238E27FC236}">
                  <a16:creationId xmlns:a16="http://schemas.microsoft.com/office/drawing/2014/main" id="{E5CA465D-953F-4014-9D27-86ED8F01E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3" y="3338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 1</a:t>
              </a:r>
            </a:p>
          </p:txBody>
        </p:sp>
        <p:sp>
          <p:nvSpPr>
            <p:cNvPr id="76" name="Text Box 168">
              <a:extLst>
                <a:ext uri="{FF2B5EF4-FFF2-40B4-BE49-F238E27FC236}">
                  <a16:creationId xmlns:a16="http://schemas.microsoft.com/office/drawing/2014/main" id="{F39395B6-DB22-4EBB-9085-7E64588A4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1" y="3121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 0</a:t>
              </a:r>
            </a:p>
          </p:txBody>
        </p:sp>
      </p:grpSp>
      <p:sp>
        <p:nvSpPr>
          <p:cNvPr id="89" name="Text Box 189">
            <a:extLst>
              <a:ext uri="{FF2B5EF4-FFF2-40B4-BE49-F238E27FC236}">
                <a16:creationId xmlns:a16="http://schemas.microsoft.com/office/drawing/2014/main" id="{584711D3-3BCE-4965-85EB-DB9FF35CD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4675" y="6093724"/>
            <a:ext cx="3640825" cy="5232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15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个状态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6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个状态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604215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0" grpId="0" animBg="1" autoUpdateAnimBg="0"/>
      <p:bldP spid="89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9147088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4】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试设计自动售货机控制电路。设计要求：每次只能投入一枚五角或一元硬币；投满两元后货物送出；若有余钱也同时找回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084912F6-ADCB-43A7-B31B-AC6F66FB4B9B}"/>
              </a:ext>
            </a:extLst>
          </p:cNvPr>
          <p:cNvGrpSpPr>
            <a:grpSpLocks/>
          </p:cNvGrpSpPr>
          <p:nvPr/>
        </p:nvGrpSpPr>
        <p:grpSpPr bwMode="auto">
          <a:xfrm>
            <a:off x="484586" y="1740967"/>
            <a:ext cx="3976688" cy="1228725"/>
            <a:chOff x="282" y="2011"/>
            <a:chExt cx="2505" cy="774"/>
          </a:xfrm>
        </p:grpSpPr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E62F7989-85FD-472D-B516-A5F54EDA7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123"/>
              <a:ext cx="711" cy="38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502AD846-38D9-4222-BAF7-5F861C95C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" y="2507"/>
              <a:ext cx="903" cy="147"/>
            </a:xfrm>
            <a:custGeom>
              <a:avLst/>
              <a:gdLst>
                <a:gd name="T0" fmla="*/ 903 w 903"/>
                <a:gd name="T1" fmla="*/ 0 h 147"/>
                <a:gd name="T2" fmla="*/ 903 w 903"/>
                <a:gd name="T3" fmla="*/ 147 h 147"/>
                <a:gd name="T4" fmla="*/ 0 w 903"/>
                <a:gd name="T5" fmla="*/ 147 h 1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3" h="147">
                  <a:moveTo>
                    <a:pt x="903" y="0"/>
                  </a:moveTo>
                  <a:lnTo>
                    <a:pt x="903" y="147"/>
                  </a:lnTo>
                  <a:lnTo>
                    <a:pt x="0" y="147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Line 10">
              <a:extLst>
                <a:ext uri="{FF2B5EF4-FFF2-40B4-BE49-F238E27FC236}">
                  <a16:creationId xmlns:a16="http://schemas.microsoft.com/office/drawing/2014/main" id="{D39D6363-7FE4-4E68-A936-1F8C40869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" y="2202"/>
              <a:ext cx="50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Line 11">
              <a:extLst>
                <a:ext uri="{FF2B5EF4-FFF2-40B4-BE49-F238E27FC236}">
                  <a16:creationId xmlns:a16="http://schemas.microsoft.com/office/drawing/2014/main" id="{EA8BB538-AE61-4395-B000-EE6947D679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3" y="2394"/>
              <a:ext cx="50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2CE56A78-52B2-4696-A8E4-38228851A3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4" y="2202"/>
              <a:ext cx="50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C86A2821-916B-4721-9E4B-C3CD92A0B1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4" y="2394"/>
              <a:ext cx="50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Text Box 14">
              <a:extLst>
                <a:ext uri="{FF2B5EF4-FFF2-40B4-BE49-F238E27FC236}">
                  <a16:creationId xmlns:a16="http://schemas.microsoft.com/office/drawing/2014/main" id="{7D9E9C49-C40A-4A9E-80AB-9B816B98D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" y="2497"/>
              <a:ext cx="44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</a:p>
          </p:txBody>
        </p:sp>
        <p:sp>
          <p:nvSpPr>
            <p:cNvPr id="11" name="Text Box 15">
              <a:extLst>
                <a:ext uri="{FF2B5EF4-FFF2-40B4-BE49-F238E27FC236}">
                  <a16:creationId xmlns:a16="http://schemas.microsoft.com/office/drawing/2014/main" id="{30D8C032-FD0B-430D-AEC3-6AD27C23E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" y="2011"/>
              <a:ext cx="44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C649AD4C-85CD-4EB8-BEF2-D3C86AF13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" y="2226"/>
              <a:ext cx="44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3" name="Text Box 17">
              <a:extLst>
                <a:ext uri="{FF2B5EF4-FFF2-40B4-BE49-F238E27FC236}">
                  <a16:creationId xmlns:a16="http://schemas.microsoft.com/office/drawing/2014/main" id="{6CC5DABB-074F-4F34-ABBE-835EEEBCF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7" y="2023"/>
              <a:ext cx="44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4" name="Text Box 18">
              <a:extLst>
                <a:ext uri="{FF2B5EF4-FFF2-40B4-BE49-F238E27FC236}">
                  <a16:creationId xmlns:a16="http://schemas.microsoft.com/office/drawing/2014/main" id="{D9F9BE88-C597-4D1E-8E36-84CB7A804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7" y="2248"/>
              <a:ext cx="44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30D8C032-FD0B-430D-AEC3-6AD27C23E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9" y="2167"/>
              <a:ext cx="31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？</a:t>
              </a:r>
              <a:endPara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" name="Text Box 20">
            <a:extLst>
              <a:ext uri="{FF2B5EF4-FFF2-40B4-BE49-F238E27FC236}">
                <a16:creationId xmlns:a16="http://schemas.microsoft.com/office/drawing/2014/main" id="{68EA84C2-4065-492A-9976-558DAA458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05" y="3113441"/>
            <a:ext cx="2733675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输入、输出：</a:t>
            </a: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FB9DA366-1AE4-4A5B-9042-5E6E24CD3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55" y="3707166"/>
            <a:ext cx="3532188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=01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输入5角</a:t>
            </a:r>
          </a:p>
        </p:txBody>
      </p:sp>
      <p:sp>
        <p:nvSpPr>
          <p:cNvPr id="18" name="Text Box 22">
            <a:extLst>
              <a:ext uri="{FF2B5EF4-FFF2-40B4-BE49-F238E27FC236}">
                <a16:creationId xmlns:a16="http://schemas.microsoft.com/office/drawing/2014/main" id="{4A63E25C-C8E5-4A79-B417-F9657C477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55" y="4299304"/>
            <a:ext cx="3532188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=10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输入1元</a:t>
            </a:r>
          </a:p>
        </p:txBody>
      </p:sp>
      <p:sp>
        <p:nvSpPr>
          <p:cNvPr id="19" name="Text Box 23">
            <a:extLst>
              <a:ext uri="{FF2B5EF4-FFF2-40B4-BE49-F238E27FC236}">
                <a16:creationId xmlns:a16="http://schemas.microsoft.com/office/drawing/2014/main" id="{25ACD4BD-871E-403B-92DF-59B998D90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843" y="4891441"/>
            <a:ext cx="4195762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=00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无任何输出</a:t>
            </a:r>
          </a:p>
        </p:txBody>
      </p:sp>
      <p:sp>
        <p:nvSpPr>
          <p:cNvPr id="20" name="Text Box 24">
            <a:extLst>
              <a:ext uri="{FF2B5EF4-FFF2-40B4-BE49-F238E27FC236}">
                <a16:creationId xmlns:a16="http://schemas.microsoft.com/office/drawing/2014/main" id="{F9600922-F281-438B-90D5-F2A103CCA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430" y="5447066"/>
            <a:ext cx="4195763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=10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货物售出</a:t>
            </a:r>
          </a:p>
        </p:txBody>
      </p:sp>
      <p:sp>
        <p:nvSpPr>
          <p:cNvPr id="21" name="Text Box 25">
            <a:extLst>
              <a:ext uri="{FF2B5EF4-FFF2-40B4-BE49-F238E27FC236}">
                <a16:creationId xmlns:a16="http://schemas.microsoft.com/office/drawing/2014/main" id="{D1614459-D68B-4D15-837F-FDC27D88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605" y="6002691"/>
            <a:ext cx="5307013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=11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货物售出、找余钱</a:t>
            </a:r>
          </a:p>
        </p:txBody>
      </p:sp>
      <p:grpSp>
        <p:nvGrpSpPr>
          <p:cNvPr id="22" name="Group 70">
            <a:extLst>
              <a:ext uri="{FF2B5EF4-FFF2-40B4-BE49-F238E27FC236}">
                <a16:creationId xmlns:a16="http://schemas.microsoft.com/office/drawing/2014/main" id="{F0B2A525-4FAE-4C5C-8EE8-608DD6E7ED85}"/>
              </a:ext>
            </a:extLst>
          </p:cNvPr>
          <p:cNvGrpSpPr>
            <a:grpSpLocks/>
          </p:cNvGrpSpPr>
          <p:nvPr/>
        </p:nvGrpSpPr>
        <p:grpSpPr bwMode="auto">
          <a:xfrm>
            <a:off x="5597124" y="2430463"/>
            <a:ext cx="731837" cy="585787"/>
            <a:chOff x="3085" y="1575"/>
            <a:chExt cx="461" cy="369"/>
          </a:xfrm>
        </p:grpSpPr>
        <p:sp>
          <p:nvSpPr>
            <p:cNvPr id="23" name="Oval 27">
              <a:extLst>
                <a:ext uri="{FF2B5EF4-FFF2-40B4-BE49-F238E27FC236}">
                  <a16:creationId xmlns:a16="http://schemas.microsoft.com/office/drawing/2014/main" id="{1C1D4165-160B-47A4-9CFE-94BC79C36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575"/>
              <a:ext cx="331" cy="36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A136739D-5877-4974-8FA6-6E7F24096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" y="1607"/>
              <a:ext cx="428" cy="28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</p:grpSp>
      <p:grpSp>
        <p:nvGrpSpPr>
          <p:cNvPr id="25" name="Group 72">
            <a:extLst>
              <a:ext uri="{FF2B5EF4-FFF2-40B4-BE49-F238E27FC236}">
                <a16:creationId xmlns:a16="http://schemas.microsoft.com/office/drawing/2014/main" id="{24C9DAFF-64F0-4394-AEC0-0F0565F27386}"/>
              </a:ext>
            </a:extLst>
          </p:cNvPr>
          <p:cNvGrpSpPr>
            <a:grpSpLocks/>
          </p:cNvGrpSpPr>
          <p:nvPr/>
        </p:nvGrpSpPr>
        <p:grpSpPr bwMode="auto">
          <a:xfrm>
            <a:off x="6124174" y="2133600"/>
            <a:ext cx="2284412" cy="882650"/>
            <a:chOff x="3417" y="1388"/>
            <a:chExt cx="1439" cy="556"/>
          </a:xfrm>
        </p:grpSpPr>
        <p:grpSp>
          <p:nvGrpSpPr>
            <p:cNvPr id="26" name="Group 71">
              <a:extLst>
                <a:ext uri="{FF2B5EF4-FFF2-40B4-BE49-F238E27FC236}">
                  <a16:creationId xmlns:a16="http://schemas.microsoft.com/office/drawing/2014/main" id="{2C5BE2E2-3068-4BA2-AB5C-BA556D7C4A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7" y="1575"/>
              <a:ext cx="359" cy="369"/>
              <a:chOff x="4497" y="1575"/>
              <a:chExt cx="359" cy="369"/>
            </a:xfrm>
          </p:grpSpPr>
          <p:sp>
            <p:nvSpPr>
              <p:cNvPr id="29" name="Oval 35">
                <a:extLst>
                  <a:ext uri="{FF2B5EF4-FFF2-40B4-BE49-F238E27FC236}">
                    <a16:creationId xmlns:a16="http://schemas.microsoft.com/office/drawing/2014/main" id="{F91E9763-B5FC-4E54-9E79-347AAEA47F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7" y="1575"/>
                <a:ext cx="331" cy="36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Text Box 36">
                <a:extLst>
                  <a:ext uri="{FF2B5EF4-FFF2-40B4-BE49-F238E27FC236}">
                    <a16:creationId xmlns:a16="http://schemas.microsoft.com/office/drawing/2014/main" id="{3BF421F5-B507-46AB-B4DF-085984AF23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0" y="1607"/>
                <a:ext cx="326" cy="28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27" name="Line 43">
              <a:extLst>
                <a:ext uri="{FF2B5EF4-FFF2-40B4-BE49-F238E27FC236}">
                  <a16:creationId xmlns:a16="http://schemas.microsoft.com/office/drawing/2014/main" id="{40B4D42F-87C9-4D55-9B68-042E9EE70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1729"/>
              <a:ext cx="105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Text Box 44">
              <a:extLst>
                <a:ext uri="{FF2B5EF4-FFF2-40B4-BE49-F238E27FC236}">
                  <a16:creationId xmlns:a16="http://schemas.microsoft.com/office/drawing/2014/main" id="{129753B2-170E-4E70-9040-9DEF5D99A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" y="1388"/>
              <a:ext cx="913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01/00</a:t>
              </a:r>
            </a:p>
          </p:txBody>
        </p:sp>
      </p:grpSp>
      <p:grpSp>
        <p:nvGrpSpPr>
          <p:cNvPr id="31" name="Group 69">
            <a:extLst>
              <a:ext uri="{FF2B5EF4-FFF2-40B4-BE49-F238E27FC236}">
                <a16:creationId xmlns:a16="http://schemas.microsoft.com/office/drawing/2014/main" id="{4CE8DF0B-D581-4CA4-87E9-3BA5EF9391B2}"/>
              </a:ext>
            </a:extLst>
          </p:cNvPr>
          <p:cNvGrpSpPr>
            <a:grpSpLocks/>
          </p:cNvGrpSpPr>
          <p:nvPr/>
        </p:nvGrpSpPr>
        <p:grpSpPr bwMode="auto">
          <a:xfrm>
            <a:off x="7857724" y="3016250"/>
            <a:ext cx="750887" cy="2370138"/>
            <a:chOff x="4509" y="1944"/>
            <a:chExt cx="473" cy="1493"/>
          </a:xfrm>
        </p:grpSpPr>
        <p:grpSp>
          <p:nvGrpSpPr>
            <p:cNvPr id="32" name="Group 68">
              <a:extLst>
                <a:ext uri="{FF2B5EF4-FFF2-40B4-BE49-F238E27FC236}">
                  <a16:creationId xmlns:a16="http://schemas.microsoft.com/office/drawing/2014/main" id="{4C023FCA-9DA8-464B-AA7D-8415C1D750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9" y="3068"/>
              <a:ext cx="473" cy="369"/>
              <a:chOff x="4509" y="3068"/>
              <a:chExt cx="473" cy="369"/>
            </a:xfrm>
          </p:grpSpPr>
          <p:sp>
            <p:nvSpPr>
              <p:cNvPr id="35" name="Oval 38">
                <a:extLst>
                  <a:ext uri="{FF2B5EF4-FFF2-40B4-BE49-F238E27FC236}">
                    <a16:creationId xmlns:a16="http://schemas.microsoft.com/office/drawing/2014/main" id="{A9B46D08-4B2C-4F02-808F-5317D47998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9" y="3068"/>
                <a:ext cx="332" cy="36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Text Box 39">
                <a:extLst>
                  <a:ext uri="{FF2B5EF4-FFF2-40B4-BE49-F238E27FC236}">
                    <a16:creationId xmlns:a16="http://schemas.microsoft.com/office/drawing/2014/main" id="{874457FB-0899-46F9-8022-31BEA96E71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3" y="3111"/>
                <a:ext cx="429" cy="28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</p:grpSp>
        <p:sp>
          <p:nvSpPr>
            <p:cNvPr id="33" name="Line 45">
              <a:extLst>
                <a:ext uri="{FF2B5EF4-FFF2-40B4-BE49-F238E27FC236}">
                  <a16:creationId xmlns:a16="http://schemas.microsoft.com/office/drawing/2014/main" id="{AE8F4755-14E8-4FBC-87C5-F0D680E92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1" y="1944"/>
              <a:ext cx="0" cy="1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Text Box 46">
              <a:extLst>
                <a:ext uri="{FF2B5EF4-FFF2-40B4-BE49-F238E27FC236}">
                  <a16:creationId xmlns:a16="http://schemas.microsoft.com/office/drawing/2014/main" id="{F900B6E9-C8FA-41D7-8648-E7A25DB89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4484" y="2328"/>
              <a:ext cx="631" cy="28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01/00</a:t>
              </a:r>
            </a:p>
          </p:txBody>
        </p:sp>
      </p:grpSp>
      <p:grpSp>
        <p:nvGrpSpPr>
          <p:cNvPr id="37" name="Group 74">
            <a:extLst>
              <a:ext uri="{FF2B5EF4-FFF2-40B4-BE49-F238E27FC236}">
                <a16:creationId xmlns:a16="http://schemas.microsoft.com/office/drawing/2014/main" id="{E4AFBC1C-1C49-4BD7-BB19-7D5F598021EE}"/>
              </a:ext>
            </a:extLst>
          </p:cNvPr>
          <p:cNvGrpSpPr>
            <a:grpSpLocks/>
          </p:cNvGrpSpPr>
          <p:nvPr/>
        </p:nvGrpSpPr>
        <p:grpSpPr bwMode="auto">
          <a:xfrm>
            <a:off x="5684436" y="4619625"/>
            <a:ext cx="2259013" cy="815975"/>
            <a:chOff x="3140" y="2954"/>
            <a:chExt cx="1423" cy="514"/>
          </a:xfrm>
        </p:grpSpPr>
        <p:grpSp>
          <p:nvGrpSpPr>
            <p:cNvPr id="38" name="Group 73">
              <a:extLst>
                <a:ext uri="{FF2B5EF4-FFF2-40B4-BE49-F238E27FC236}">
                  <a16:creationId xmlns:a16="http://schemas.microsoft.com/office/drawing/2014/main" id="{A15FE44A-ECB7-4F9B-9581-F3AA7183BF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0" y="3099"/>
              <a:ext cx="451" cy="369"/>
              <a:chOff x="3140" y="3099"/>
              <a:chExt cx="451" cy="369"/>
            </a:xfrm>
          </p:grpSpPr>
          <p:sp>
            <p:nvSpPr>
              <p:cNvPr id="41" name="Oval 41">
                <a:extLst>
                  <a:ext uri="{FF2B5EF4-FFF2-40B4-BE49-F238E27FC236}">
                    <a16:creationId xmlns:a16="http://schemas.microsoft.com/office/drawing/2014/main" id="{1CD1A96E-043D-43D9-A2E6-79DAED60EF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0" y="3099"/>
                <a:ext cx="332" cy="36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Text Box 42">
                <a:extLst>
                  <a:ext uri="{FF2B5EF4-FFF2-40B4-BE49-F238E27FC236}">
                    <a16:creationId xmlns:a16="http://schemas.microsoft.com/office/drawing/2014/main" id="{2A632E20-4E89-4C83-85A6-AC2E320FF8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2" y="3131"/>
                <a:ext cx="429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</a:p>
            </p:txBody>
          </p:sp>
        </p:grpSp>
        <p:sp>
          <p:nvSpPr>
            <p:cNvPr id="39" name="Line 50">
              <a:extLst>
                <a:ext uri="{FF2B5EF4-FFF2-40B4-BE49-F238E27FC236}">
                  <a16:creationId xmlns:a16="http://schemas.microsoft.com/office/drawing/2014/main" id="{9FD3D428-FBD7-412F-A3A6-45A2B8DBC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5" y="3283"/>
              <a:ext cx="103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stealth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Text Box 51">
              <a:extLst>
                <a:ext uri="{FF2B5EF4-FFF2-40B4-BE49-F238E27FC236}">
                  <a16:creationId xmlns:a16="http://schemas.microsoft.com/office/drawing/2014/main" id="{B5D6806F-AFAB-4B50-AA37-2A6177558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9" y="2954"/>
              <a:ext cx="91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01/00</a:t>
              </a:r>
            </a:p>
          </p:txBody>
        </p:sp>
      </p:grpSp>
      <p:grpSp>
        <p:nvGrpSpPr>
          <p:cNvPr id="43" name="Group 86">
            <a:extLst>
              <a:ext uri="{FF2B5EF4-FFF2-40B4-BE49-F238E27FC236}">
                <a16:creationId xmlns:a16="http://schemas.microsoft.com/office/drawing/2014/main" id="{6B8627E8-6B9C-4407-B947-151F3D172112}"/>
              </a:ext>
            </a:extLst>
          </p:cNvPr>
          <p:cNvGrpSpPr>
            <a:grpSpLocks/>
          </p:cNvGrpSpPr>
          <p:nvPr/>
        </p:nvGrpSpPr>
        <p:grpSpPr bwMode="auto">
          <a:xfrm>
            <a:off x="5770161" y="3041650"/>
            <a:ext cx="461963" cy="1804988"/>
            <a:chOff x="3194" y="1960"/>
            <a:chExt cx="291" cy="1137"/>
          </a:xfrm>
        </p:grpSpPr>
        <p:sp>
          <p:nvSpPr>
            <p:cNvPr id="44" name="Line 53">
              <a:extLst>
                <a:ext uri="{FF2B5EF4-FFF2-40B4-BE49-F238E27FC236}">
                  <a16:creationId xmlns:a16="http://schemas.microsoft.com/office/drawing/2014/main" id="{86FDBD72-AD17-4970-86F1-E278E20EE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1" y="1960"/>
              <a:ext cx="0" cy="113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stealth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Text Box 54">
              <a:extLst>
                <a:ext uri="{FF2B5EF4-FFF2-40B4-BE49-F238E27FC236}">
                  <a16:creationId xmlns:a16="http://schemas.microsoft.com/office/drawing/2014/main" id="{E28C2A4C-6AA1-431A-90EE-FF108C2FD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3024" y="2406"/>
              <a:ext cx="632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01/10</a:t>
              </a:r>
            </a:p>
          </p:txBody>
        </p:sp>
      </p:grpSp>
      <p:grpSp>
        <p:nvGrpSpPr>
          <p:cNvPr id="46" name="Group 75">
            <a:extLst>
              <a:ext uri="{FF2B5EF4-FFF2-40B4-BE49-F238E27FC236}">
                <a16:creationId xmlns:a16="http://schemas.microsoft.com/office/drawing/2014/main" id="{22C12E8A-6095-4DCA-AEF5-84F4F2865376}"/>
              </a:ext>
            </a:extLst>
          </p:cNvPr>
          <p:cNvGrpSpPr>
            <a:grpSpLocks/>
          </p:cNvGrpSpPr>
          <p:nvPr/>
        </p:nvGrpSpPr>
        <p:grpSpPr bwMode="auto">
          <a:xfrm>
            <a:off x="6406749" y="2600325"/>
            <a:ext cx="1454150" cy="2744788"/>
            <a:chOff x="3595" y="1682"/>
            <a:chExt cx="916" cy="1729"/>
          </a:xfrm>
        </p:grpSpPr>
        <p:sp>
          <p:nvSpPr>
            <p:cNvPr id="47" name="Text Box 48">
              <a:extLst>
                <a:ext uri="{FF2B5EF4-FFF2-40B4-BE49-F238E27FC236}">
                  <a16:creationId xmlns:a16="http://schemas.microsoft.com/office/drawing/2014/main" id="{4AC45D89-5153-4631-B914-CA7B81BAAB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800000">
              <a:off x="3597" y="1921"/>
              <a:ext cx="914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10/00</a:t>
              </a:r>
            </a:p>
          </p:txBody>
        </p:sp>
        <p:sp>
          <p:nvSpPr>
            <p:cNvPr id="48" name="Arc 56">
              <a:extLst>
                <a:ext uri="{FF2B5EF4-FFF2-40B4-BE49-F238E27FC236}">
                  <a16:creationId xmlns:a16="http://schemas.microsoft.com/office/drawing/2014/main" id="{EB0C0EA7-982C-47A2-BF24-62402A8DC63E}"/>
                </a:ext>
              </a:extLst>
            </p:cNvPr>
            <p:cNvSpPr>
              <a:spLocks/>
            </p:cNvSpPr>
            <p:nvPr/>
          </p:nvSpPr>
          <p:spPr bwMode="auto">
            <a:xfrm rot="-1936451">
              <a:off x="3595" y="1682"/>
              <a:ext cx="705" cy="1729"/>
            </a:xfrm>
            <a:custGeom>
              <a:avLst/>
              <a:gdLst>
                <a:gd name="T0" fmla="*/ 0 w 21600"/>
                <a:gd name="T1" fmla="*/ 0 h 24349"/>
                <a:gd name="T2" fmla="*/ 0 w 21600"/>
                <a:gd name="T3" fmla="*/ 1 h 24349"/>
                <a:gd name="T4" fmla="*/ 0 w 21600"/>
                <a:gd name="T5" fmla="*/ 0 h 243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4349" fill="none" extrusionOk="0">
                  <a:moveTo>
                    <a:pt x="7216" y="0"/>
                  </a:moveTo>
                  <a:cubicBezTo>
                    <a:pt x="15838" y="3056"/>
                    <a:pt x="21600" y="11211"/>
                    <a:pt x="21600" y="20359"/>
                  </a:cubicBezTo>
                  <a:cubicBezTo>
                    <a:pt x="21600" y="21697"/>
                    <a:pt x="21475" y="23033"/>
                    <a:pt x="21228" y="24349"/>
                  </a:cubicBezTo>
                </a:path>
                <a:path w="21600" h="24349" stroke="0" extrusionOk="0">
                  <a:moveTo>
                    <a:pt x="7216" y="0"/>
                  </a:moveTo>
                  <a:cubicBezTo>
                    <a:pt x="15838" y="3056"/>
                    <a:pt x="21600" y="11211"/>
                    <a:pt x="21600" y="20359"/>
                  </a:cubicBezTo>
                  <a:cubicBezTo>
                    <a:pt x="21600" y="21697"/>
                    <a:pt x="21475" y="23033"/>
                    <a:pt x="21228" y="24349"/>
                  </a:cubicBezTo>
                  <a:lnTo>
                    <a:pt x="0" y="20359"/>
                  </a:lnTo>
                  <a:lnTo>
                    <a:pt x="7216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9" name="Group 85">
            <a:extLst>
              <a:ext uri="{FF2B5EF4-FFF2-40B4-BE49-F238E27FC236}">
                <a16:creationId xmlns:a16="http://schemas.microsoft.com/office/drawing/2014/main" id="{C9579C57-3A8B-46E5-AC02-38BB77431AF0}"/>
              </a:ext>
            </a:extLst>
          </p:cNvPr>
          <p:cNvGrpSpPr>
            <a:grpSpLocks/>
          </p:cNvGrpSpPr>
          <p:nvPr/>
        </p:nvGrpSpPr>
        <p:grpSpPr bwMode="auto">
          <a:xfrm>
            <a:off x="6376586" y="2455863"/>
            <a:ext cx="1281113" cy="2771775"/>
            <a:chOff x="3576" y="1591"/>
            <a:chExt cx="807" cy="1746"/>
          </a:xfrm>
        </p:grpSpPr>
        <p:sp>
          <p:nvSpPr>
            <p:cNvPr id="50" name="Arc 57">
              <a:extLst>
                <a:ext uri="{FF2B5EF4-FFF2-40B4-BE49-F238E27FC236}">
                  <a16:creationId xmlns:a16="http://schemas.microsoft.com/office/drawing/2014/main" id="{3B54FB5F-4DEF-47E6-9D3F-73D9C82573C3}"/>
                </a:ext>
              </a:extLst>
            </p:cNvPr>
            <p:cNvSpPr>
              <a:spLocks/>
            </p:cNvSpPr>
            <p:nvPr/>
          </p:nvSpPr>
          <p:spPr bwMode="auto">
            <a:xfrm rot="-1936451" flipH="1" flipV="1">
              <a:off x="3678" y="1591"/>
              <a:ext cx="705" cy="1746"/>
            </a:xfrm>
            <a:custGeom>
              <a:avLst/>
              <a:gdLst>
                <a:gd name="T0" fmla="*/ 0 w 21600"/>
                <a:gd name="T1" fmla="*/ 0 h 24349"/>
                <a:gd name="T2" fmla="*/ 0 w 21600"/>
                <a:gd name="T3" fmla="*/ 1 h 24349"/>
                <a:gd name="T4" fmla="*/ 0 w 21600"/>
                <a:gd name="T5" fmla="*/ 1 h 243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4349" fill="none" extrusionOk="0">
                  <a:moveTo>
                    <a:pt x="7216" y="0"/>
                  </a:moveTo>
                  <a:cubicBezTo>
                    <a:pt x="15838" y="3056"/>
                    <a:pt x="21600" y="11211"/>
                    <a:pt x="21600" y="20359"/>
                  </a:cubicBezTo>
                  <a:cubicBezTo>
                    <a:pt x="21600" y="21697"/>
                    <a:pt x="21475" y="23033"/>
                    <a:pt x="21228" y="24349"/>
                  </a:cubicBezTo>
                </a:path>
                <a:path w="21600" h="24349" stroke="0" extrusionOk="0">
                  <a:moveTo>
                    <a:pt x="7216" y="0"/>
                  </a:moveTo>
                  <a:cubicBezTo>
                    <a:pt x="15838" y="3056"/>
                    <a:pt x="21600" y="11211"/>
                    <a:pt x="21600" y="20359"/>
                  </a:cubicBezTo>
                  <a:cubicBezTo>
                    <a:pt x="21600" y="21697"/>
                    <a:pt x="21475" y="23033"/>
                    <a:pt x="21228" y="24349"/>
                  </a:cubicBezTo>
                  <a:lnTo>
                    <a:pt x="0" y="20359"/>
                  </a:lnTo>
                  <a:lnTo>
                    <a:pt x="7216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Text Box 60">
              <a:extLst>
                <a:ext uri="{FF2B5EF4-FFF2-40B4-BE49-F238E27FC236}">
                  <a16:creationId xmlns:a16="http://schemas.microsoft.com/office/drawing/2014/main" id="{50482491-AB78-492B-8575-1B3DB35A3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203352">
              <a:off x="3264" y="2209"/>
              <a:ext cx="914" cy="28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10/10</a:t>
              </a:r>
            </a:p>
          </p:txBody>
        </p:sp>
      </p:grpSp>
      <p:grpSp>
        <p:nvGrpSpPr>
          <p:cNvPr id="52" name="Group 79">
            <a:extLst>
              <a:ext uri="{FF2B5EF4-FFF2-40B4-BE49-F238E27FC236}">
                <a16:creationId xmlns:a16="http://schemas.microsoft.com/office/drawing/2014/main" id="{0FDBE9C6-072A-49AA-9CBB-293FC616FE84}"/>
              </a:ext>
            </a:extLst>
          </p:cNvPr>
          <p:cNvGrpSpPr>
            <a:grpSpLocks/>
          </p:cNvGrpSpPr>
          <p:nvPr/>
        </p:nvGrpSpPr>
        <p:grpSpPr bwMode="auto">
          <a:xfrm>
            <a:off x="6078136" y="2847975"/>
            <a:ext cx="2149475" cy="2011363"/>
            <a:chOff x="3388" y="1838"/>
            <a:chExt cx="1354" cy="1267"/>
          </a:xfrm>
        </p:grpSpPr>
        <p:sp>
          <p:nvSpPr>
            <p:cNvPr id="53" name="Line 80">
              <a:extLst>
                <a:ext uri="{FF2B5EF4-FFF2-40B4-BE49-F238E27FC236}">
                  <a16:creationId xmlns:a16="http://schemas.microsoft.com/office/drawing/2014/main" id="{F2920A06-7FC6-4508-A61B-D7CDD218B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8" y="1908"/>
              <a:ext cx="1198" cy="11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Text Box 81">
              <a:extLst>
                <a:ext uri="{FF2B5EF4-FFF2-40B4-BE49-F238E27FC236}">
                  <a16:creationId xmlns:a16="http://schemas.microsoft.com/office/drawing/2014/main" id="{8F91DE6E-0558-4C22-9412-26B114102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516428">
              <a:off x="3996" y="1838"/>
              <a:ext cx="74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10/00</a:t>
              </a:r>
            </a:p>
          </p:txBody>
        </p:sp>
      </p:grpSp>
      <p:grpSp>
        <p:nvGrpSpPr>
          <p:cNvPr id="55" name="Group 87">
            <a:extLst>
              <a:ext uri="{FF2B5EF4-FFF2-40B4-BE49-F238E27FC236}">
                <a16:creationId xmlns:a16="http://schemas.microsoft.com/office/drawing/2014/main" id="{62BA4AE0-33FB-46AF-B27D-E8C1585CDA99}"/>
              </a:ext>
            </a:extLst>
          </p:cNvPr>
          <p:cNvGrpSpPr>
            <a:grpSpLocks/>
          </p:cNvGrpSpPr>
          <p:nvPr/>
        </p:nvGrpSpPr>
        <p:grpSpPr bwMode="auto">
          <a:xfrm>
            <a:off x="5063724" y="2754313"/>
            <a:ext cx="1446212" cy="2422525"/>
            <a:chOff x="2749" y="1779"/>
            <a:chExt cx="911" cy="1526"/>
          </a:xfrm>
        </p:grpSpPr>
        <p:sp>
          <p:nvSpPr>
            <p:cNvPr id="56" name="Text Box 88">
              <a:extLst>
                <a:ext uri="{FF2B5EF4-FFF2-40B4-BE49-F238E27FC236}">
                  <a16:creationId xmlns:a16="http://schemas.microsoft.com/office/drawing/2014/main" id="{C707EB51-60BB-4D8F-BBF0-4B5B43C4B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587850">
              <a:off x="2437" y="2418"/>
              <a:ext cx="914" cy="28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10/11</a:t>
              </a:r>
            </a:p>
          </p:txBody>
        </p:sp>
        <p:sp>
          <p:nvSpPr>
            <p:cNvPr id="57" name="Arc 89">
              <a:extLst>
                <a:ext uri="{FF2B5EF4-FFF2-40B4-BE49-F238E27FC236}">
                  <a16:creationId xmlns:a16="http://schemas.microsoft.com/office/drawing/2014/main" id="{D219F685-D025-4039-81D1-504FAF03B851}"/>
                </a:ext>
              </a:extLst>
            </p:cNvPr>
            <p:cNvSpPr>
              <a:spLocks/>
            </p:cNvSpPr>
            <p:nvPr/>
          </p:nvSpPr>
          <p:spPr bwMode="auto">
            <a:xfrm rot="527149" flipH="1" flipV="1">
              <a:off x="2955" y="1779"/>
              <a:ext cx="705" cy="1526"/>
            </a:xfrm>
            <a:custGeom>
              <a:avLst/>
              <a:gdLst>
                <a:gd name="T0" fmla="*/ 0 w 21600"/>
                <a:gd name="T1" fmla="*/ 0 h 21278"/>
                <a:gd name="T2" fmla="*/ 0 w 21600"/>
                <a:gd name="T3" fmla="*/ 1 h 21278"/>
                <a:gd name="T4" fmla="*/ 0 w 21600"/>
                <a:gd name="T5" fmla="*/ 0 h 212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78" fill="none" extrusionOk="0">
                  <a:moveTo>
                    <a:pt x="12949" y="-1"/>
                  </a:moveTo>
                  <a:cubicBezTo>
                    <a:pt x="18394" y="4078"/>
                    <a:pt x="21600" y="10484"/>
                    <a:pt x="21600" y="17288"/>
                  </a:cubicBezTo>
                  <a:cubicBezTo>
                    <a:pt x="21600" y="18626"/>
                    <a:pt x="21475" y="19962"/>
                    <a:pt x="21228" y="21278"/>
                  </a:cubicBezTo>
                </a:path>
                <a:path w="21600" h="21278" stroke="0" extrusionOk="0">
                  <a:moveTo>
                    <a:pt x="12949" y="-1"/>
                  </a:moveTo>
                  <a:cubicBezTo>
                    <a:pt x="18394" y="4078"/>
                    <a:pt x="21600" y="10484"/>
                    <a:pt x="21600" y="17288"/>
                  </a:cubicBezTo>
                  <a:cubicBezTo>
                    <a:pt x="21600" y="18626"/>
                    <a:pt x="21475" y="19962"/>
                    <a:pt x="21228" y="21278"/>
                  </a:cubicBezTo>
                  <a:lnTo>
                    <a:pt x="0" y="17288"/>
                  </a:lnTo>
                  <a:lnTo>
                    <a:pt x="12949" y="-1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8" name="Group 91">
            <a:extLst>
              <a:ext uri="{FF2B5EF4-FFF2-40B4-BE49-F238E27FC236}">
                <a16:creationId xmlns:a16="http://schemas.microsoft.com/office/drawing/2014/main" id="{12593D6C-DD95-4584-9FC7-F1EAE422CC95}"/>
              </a:ext>
            </a:extLst>
          </p:cNvPr>
          <p:cNvGrpSpPr>
            <a:grpSpLocks/>
          </p:cNvGrpSpPr>
          <p:nvPr/>
        </p:nvGrpSpPr>
        <p:grpSpPr bwMode="auto">
          <a:xfrm>
            <a:off x="5106586" y="1468438"/>
            <a:ext cx="952500" cy="1081087"/>
            <a:chOff x="2776" y="969"/>
            <a:chExt cx="600" cy="681"/>
          </a:xfrm>
        </p:grpSpPr>
        <p:sp>
          <p:nvSpPr>
            <p:cNvPr id="59" name="Text Box 58">
              <a:extLst>
                <a:ext uri="{FF2B5EF4-FFF2-40B4-BE49-F238E27FC236}">
                  <a16:creationId xmlns:a16="http://schemas.microsoft.com/office/drawing/2014/main" id="{85047429-8C82-4EB8-B293-C12A8FC80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6" y="969"/>
              <a:ext cx="600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00/00</a:t>
              </a:r>
            </a:p>
          </p:txBody>
        </p:sp>
        <p:sp>
          <p:nvSpPr>
            <p:cNvPr id="60" name="Arc 90">
              <a:extLst>
                <a:ext uri="{FF2B5EF4-FFF2-40B4-BE49-F238E27FC236}">
                  <a16:creationId xmlns:a16="http://schemas.microsoft.com/office/drawing/2014/main" id="{BD1B18DC-C172-491A-801F-6F8E34CDC171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847" y="1197"/>
              <a:ext cx="487" cy="453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275"/>
                    <a:pt x="2771" y="9268"/>
                    <a:pt x="7583" y="5164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275"/>
                    <a:pt x="2771" y="9268"/>
                    <a:pt x="7583" y="5164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1" name="Group 92">
            <a:extLst>
              <a:ext uri="{FF2B5EF4-FFF2-40B4-BE49-F238E27FC236}">
                <a16:creationId xmlns:a16="http://schemas.microsoft.com/office/drawing/2014/main" id="{47A1F0F3-308F-4CAE-AB19-82D4EC9D8D3D}"/>
              </a:ext>
            </a:extLst>
          </p:cNvPr>
          <p:cNvGrpSpPr>
            <a:grpSpLocks/>
          </p:cNvGrpSpPr>
          <p:nvPr/>
        </p:nvGrpSpPr>
        <p:grpSpPr bwMode="auto">
          <a:xfrm rot="1285084">
            <a:off x="7670399" y="1416050"/>
            <a:ext cx="952500" cy="1081088"/>
            <a:chOff x="2776" y="969"/>
            <a:chExt cx="600" cy="681"/>
          </a:xfrm>
        </p:grpSpPr>
        <p:sp>
          <p:nvSpPr>
            <p:cNvPr id="62" name="Text Box 93">
              <a:extLst>
                <a:ext uri="{FF2B5EF4-FFF2-40B4-BE49-F238E27FC236}">
                  <a16:creationId xmlns:a16="http://schemas.microsoft.com/office/drawing/2014/main" id="{FFB44DD6-DE27-46D0-A33C-F6C19963C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6" y="969"/>
              <a:ext cx="60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00/00</a:t>
              </a:r>
            </a:p>
          </p:txBody>
        </p:sp>
        <p:sp>
          <p:nvSpPr>
            <p:cNvPr id="63" name="Arc 94">
              <a:extLst>
                <a:ext uri="{FF2B5EF4-FFF2-40B4-BE49-F238E27FC236}">
                  <a16:creationId xmlns:a16="http://schemas.microsoft.com/office/drawing/2014/main" id="{32F79004-5AE3-40DD-A322-842DA7C94D7B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847" y="1197"/>
              <a:ext cx="487" cy="453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275"/>
                    <a:pt x="2771" y="9268"/>
                    <a:pt x="7583" y="5164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275"/>
                    <a:pt x="2771" y="9268"/>
                    <a:pt x="7583" y="5164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4" name="Group 95">
            <a:extLst>
              <a:ext uri="{FF2B5EF4-FFF2-40B4-BE49-F238E27FC236}">
                <a16:creationId xmlns:a16="http://schemas.microsoft.com/office/drawing/2014/main" id="{0FF2DE42-C33A-484E-A4B2-528C77CB975A}"/>
              </a:ext>
            </a:extLst>
          </p:cNvPr>
          <p:cNvGrpSpPr>
            <a:grpSpLocks/>
          </p:cNvGrpSpPr>
          <p:nvPr/>
        </p:nvGrpSpPr>
        <p:grpSpPr bwMode="auto">
          <a:xfrm rot="10780240">
            <a:off x="7903761" y="5214938"/>
            <a:ext cx="952500" cy="1081087"/>
            <a:chOff x="2776" y="969"/>
            <a:chExt cx="600" cy="681"/>
          </a:xfrm>
        </p:grpSpPr>
        <p:sp>
          <p:nvSpPr>
            <p:cNvPr id="65" name="Text Box 96">
              <a:extLst>
                <a:ext uri="{FF2B5EF4-FFF2-40B4-BE49-F238E27FC236}">
                  <a16:creationId xmlns:a16="http://schemas.microsoft.com/office/drawing/2014/main" id="{7BADB2EC-07C0-4F1E-B81D-8E92578C2A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6" y="969"/>
              <a:ext cx="60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00/00</a:t>
              </a:r>
            </a:p>
          </p:txBody>
        </p:sp>
        <p:sp>
          <p:nvSpPr>
            <p:cNvPr id="66" name="Arc 97">
              <a:extLst>
                <a:ext uri="{FF2B5EF4-FFF2-40B4-BE49-F238E27FC236}">
                  <a16:creationId xmlns:a16="http://schemas.microsoft.com/office/drawing/2014/main" id="{3BE249FA-3168-4E1A-A867-AC668EF0B71F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847" y="1197"/>
              <a:ext cx="487" cy="453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275"/>
                    <a:pt x="2771" y="9268"/>
                    <a:pt x="7583" y="5164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275"/>
                    <a:pt x="2771" y="9268"/>
                    <a:pt x="7583" y="5164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7" name="Group 98">
            <a:extLst>
              <a:ext uri="{FF2B5EF4-FFF2-40B4-BE49-F238E27FC236}">
                <a16:creationId xmlns:a16="http://schemas.microsoft.com/office/drawing/2014/main" id="{2D90E5C9-1047-473C-A6CE-87E7A2D66030}"/>
              </a:ext>
            </a:extLst>
          </p:cNvPr>
          <p:cNvGrpSpPr>
            <a:grpSpLocks/>
          </p:cNvGrpSpPr>
          <p:nvPr/>
        </p:nvGrpSpPr>
        <p:grpSpPr bwMode="auto">
          <a:xfrm rot="-10796057">
            <a:off x="5627286" y="5324475"/>
            <a:ext cx="952500" cy="1081088"/>
            <a:chOff x="2776" y="969"/>
            <a:chExt cx="600" cy="681"/>
          </a:xfrm>
        </p:grpSpPr>
        <p:sp>
          <p:nvSpPr>
            <p:cNvPr id="68" name="Text Box 99">
              <a:extLst>
                <a:ext uri="{FF2B5EF4-FFF2-40B4-BE49-F238E27FC236}">
                  <a16:creationId xmlns:a16="http://schemas.microsoft.com/office/drawing/2014/main" id="{182DA962-9DFE-4824-9C3C-6A1448BBB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6" y="969"/>
              <a:ext cx="60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00/00</a:t>
              </a:r>
            </a:p>
          </p:txBody>
        </p:sp>
        <p:sp>
          <p:nvSpPr>
            <p:cNvPr id="69" name="Arc 100">
              <a:extLst>
                <a:ext uri="{FF2B5EF4-FFF2-40B4-BE49-F238E27FC236}">
                  <a16:creationId xmlns:a16="http://schemas.microsoft.com/office/drawing/2014/main" id="{9A5A7724-D368-44BE-9037-3C5234FE4438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847" y="1197"/>
              <a:ext cx="487" cy="453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275"/>
                    <a:pt x="2771" y="9268"/>
                    <a:pt x="7583" y="5164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275"/>
                    <a:pt x="2771" y="9268"/>
                    <a:pt x="7583" y="5164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876823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animBg="1" autoUpdateAnimBg="0"/>
      <p:bldP spid="17" grpId="0" animBg="1" autoUpdateAnimBg="0"/>
      <p:bldP spid="18" grpId="0" animBg="1" autoUpdateAnimBg="0"/>
      <p:bldP spid="19" grpId="0" animBg="1" autoUpdateAnimBg="0"/>
      <p:bldP spid="20" grpId="0" animBg="1" autoUpdateAnimBg="0"/>
      <p:bldP spid="21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-3088" y="189468"/>
            <a:ext cx="7623089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三、异步计数器的设计</a:t>
            </a:r>
            <a:endParaRPr lang="en-US" altLang="zh-CN" sz="2800" dirty="0">
              <a:solidFill>
                <a:srgbClr val="1F08F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4ACD86-F5B7-4D89-AD38-B2E35E45D6A6}"/>
              </a:ext>
            </a:extLst>
          </p:cNvPr>
          <p:cNvSpPr txBox="1">
            <a:spLocks noChangeArrowheads="1"/>
          </p:cNvSpPr>
          <p:nvPr/>
        </p:nvSpPr>
        <p:spPr>
          <a:xfrm>
            <a:off x="149312" y="710361"/>
            <a:ext cx="8789972" cy="533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1】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试用</a:t>
            </a:r>
            <a:r>
              <a:rPr lang="en-US" altLang="zh-CN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800" dirty="0">
                <a:solidFill>
                  <a:srgbClr val="1F08F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触发器设计一个异步五进制加法计数器</a:t>
            </a:r>
            <a:endParaRPr lang="en-US" altLang="zh-CN" sz="2800" dirty="0">
              <a:solidFill>
                <a:srgbClr val="1F08F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66">
            <a:extLst>
              <a:ext uri="{FF2B5EF4-FFF2-40B4-BE49-F238E27FC236}">
                <a16:creationId xmlns:a16="http://schemas.microsoft.com/office/drawing/2014/main" id="{2CB68AEF-CF03-4C25-8F41-16C3092C7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809" y="1243761"/>
            <a:ext cx="1709738" cy="52540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时序图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5700DF4-0272-42C2-A9D3-530392A06D86}"/>
              </a:ext>
            </a:extLst>
          </p:cNvPr>
          <p:cNvGrpSpPr>
            <a:grpSpLocks/>
          </p:cNvGrpSpPr>
          <p:nvPr/>
        </p:nvGrpSpPr>
        <p:grpSpPr bwMode="auto">
          <a:xfrm>
            <a:off x="548563" y="1897300"/>
            <a:ext cx="3995740" cy="2071687"/>
            <a:chOff x="278" y="1049"/>
            <a:chExt cx="2517" cy="13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6">
                  <a:extLst>
                    <a:ext uri="{FF2B5EF4-FFF2-40B4-BE49-F238E27FC236}">
                      <a16:creationId xmlns:a16="http://schemas.microsoft.com/office/drawing/2014/main" id="{6BD63BDD-F40E-4A09-8FF2-34D72D6963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1" y="1073"/>
                  <a:ext cx="419" cy="291"/>
                </a:xfrm>
                <a:prstGeom prst="rect">
                  <a:avLst/>
                </a:prstGeom>
                <a:noFill/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  <m:t>𝑪𝑷</m:t>
                        </m:r>
                      </m:oMath>
                    </m:oMathPara>
                  </a14:m>
                  <a:endPara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" name="Rectangle 6">
                  <a:extLst>
                    <a:ext uri="{FF2B5EF4-FFF2-40B4-BE49-F238E27FC236}">
                      <a16:creationId xmlns:a16="http://schemas.microsoft.com/office/drawing/2014/main" xmlns="" id="{6BD63BDD-F40E-4A09-8FF2-34D72D6963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1" y="1073"/>
                  <a:ext cx="419" cy="291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7">
                  <a:extLst>
                    <a:ext uri="{FF2B5EF4-FFF2-40B4-BE49-F238E27FC236}">
                      <a16:creationId xmlns:a16="http://schemas.microsoft.com/office/drawing/2014/main" id="{E0FC01DF-0E0C-48C4-A797-469F1F44D0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7" y="1437"/>
                  <a:ext cx="579" cy="308"/>
                </a:xfrm>
                <a:prstGeom prst="rect">
                  <a:avLst/>
                </a:prstGeom>
                <a:noFill/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Rectangle 7">
                  <a:extLst>
                    <a:ext uri="{FF2B5EF4-FFF2-40B4-BE49-F238E27FC236}">
                      <a16:creationId xmlns:a16="http://schemas.microsoft.com/office/drawing/2014/main" xmlns="" id="{E0FC01DF-0E0C-48C4-A797-469F1F44D0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7" y="1437"/>
                  <a:ext cx="579" cy="30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8">
                  <a:extLst>
                    <a:ext uri="{FF2B5EF4-FFF2-40B4-BE49-F238E27FC236}">
                      <a16:creationId xmlns:a16="http://schemas.microsoft.com/office/drawing/2014/main" id="{19A7A3A2-0F4B-47BA-AA88-FFF5B4DBEA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" y="1739"/>
                  <a:ext cx="579" cy="308"/>
                </a:xfrm>
                <a:prstGeom prst="rect">
                  <a:avLst/>
                </a:prstGeom>
                <a:noFill/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" name="Rectangle 8">
                  <a:extLst>
                    <a:ext uri="{FF2B5EF4-FFF2-40B4-BE49-F238E27FC236}">
                      <a16:creationId xmlns:a16="http://schemas.microsoft.com/office/drawing/2014/main" xmlns="" id="{19A7A3A2-0F4B-47BA-AA88-FFF5B4DBEA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" y="1739"/>
                  <a:ext cx="579" cy="30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9">
                  <a:extLst>
                    <a:ext uri="{FF2B5EF4-FFF2-40B4-BE49-F238E27FC236}">
                      <a16:creationId xmlns:a16="http://schemas.microsoft.com/office/drawing/2014/main" id="{F7D5F312-BFAD-48CD-B9ED-34A726F265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" y="2014"/>
                  <a:ext cx="579" cy="308"/>
                </a:xfrm>
                <a:prstGeom prst="rect">
                  <a:avLst/>
                </a:prstGeom>
                <a:noFill/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4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" name="Rectangle 9">
                  <a:extLst>
                    <a:ext uri="{FF2B5EF4-FFF2-40B4-BE49-F238E27FC236}">
                      <a16:creationId xmlns:a16="http://schemas.microsoft.com/office/drawing/2014/main" xmlns="" id="{F7D5F312-BFAD-48CD-B9ED-34A726F265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" y="2014"/>
                  <a:ext cx="579" cy="30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7F5C1A00-B77A-47C3-91B8-FABCA9B26E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3" y="1049"/>
              <a:ext cx="1992" cy="1305"/>
              <a:chOff x="803" y="1049"/>
              <a:chExt cx="1992" cy="1305"/>
            </a:xfrm>
          </p:grpSpPr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171CCB33-E6CC-4E93-8700-C12D95FAA7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3" y="1049"/>
                <a:ext cx="1954" cy="250"/>
                <a:chOff x="803" y="1049"/>
                <a:chExt cx="1954" cy="250"/>
              </a:xfrm>
            </p:grpSpPr>
            <p:sp>
              <p:nvSpPr>
                <p:cNvPr id="40" name="Line 12">
                  <a:extLst>
                    <a:ext uri="{FF2B5EF4-FFF2-40B4-BE49-F238E27FC236}">
                      <a16:creationId xmlns:a16="http://schemas.microsoft.com/office/drawing/2014/main" id="{5DF53B90-82F8-493A-B858-7610DD89E4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03" y="1241"/>
                  <a:ext cx="230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Line 13">
                  <a:extLst>
                    <a:ext uri="{FF2B5EF4-FFF2-40B4-BE49-F238E27FC236}">
                      <a16:creationId xmlns:a16="http://schemas.microsoft.com/office/drawing/2014/main" id="{9769B50E-142B-46B0-AD38-ADBDECB5BE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33" y="1049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2" name="Line 14">
                  <a:extLst>
                    <a:ext uri="{FF2B5EF4-FFF2-40B4-BE49-F238E27FC236}">
                      <a16:creationId xmlns:a16="http://schemas.microsoft.com/office/drawing/2014/main" id="{E1FB9569-1349-4418-9AB7-C244EA2462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33" y="1049"/>
                  <a:ext cx="15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3" name="Line 15">
                  <a:extLst>
                    <a:ext uri="{FF2B5EF4-FFF2-40B4-BE49-F238E27FC236}">
                      <a16:creationId xmlns:a16="http://schemas.microsoft.com/office/drawing/2014/main" id="{98507489-9D77-45A2-8FA5-0C249770E9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6" y="1049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4" name="Line 16">
                  <a:extLst>
                    <a:ext uri="{FF2B5EF4-FFF2-40B4-BE49-F238E27FC236}">
                      <a16:creationId xmlns:a16="http://schemas.microsoft.com/office/drawing/2014/main" id="{F4F0CCC0-DBB6-4CEA-B213-00E260846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221" y="1241"/>
                  <a:ext cx="19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5" name="Line 17">
                  <a:extLst>
                    <a:ext uri="{FF2B5EF4-FFF2-40B4-BE49-F238E27FC236}">
                      <a16:creationId xmlns:a16="http://schemas.microsoft.com/office/drawing/2014/main" id="{D509AF00-9D17-45C4-825B-720FC4D8A9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78" y="1049"/>
                  <a:ext cx="15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" name="Line 18">
                  <a:extLst>
                    <a:ext uri="{FF2B5EF4-FFF2-40B4-BE49-F238E27FC236}">
                      <a16:creationId xmlns:a16="http://schemas.microsoft.com/office/drawing/2014/main" id="{666B7615-DF62-4557-9EE5-74D426001C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3" y="1049"/>
                  <a:ext cx="15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Line 19">
                  <a:extLst>
                    <a:ext uri="{FF2B5EF4-FFF2-40B4-BE49-F238E27FC236}">
                      <a16:creationId xmlns:a16="http://schemas.microsoft.com/office/drawing/2014/main" id="{3F27BC5C-1D9F-4068-8C42-12E1061E9E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7" y="1049"/>
                  <a:ext cx="15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Line 20">
                  <a:extLst>
                    <a:ext uri="{FF2B5EF4-FFF2-40B4-BE49-F238E27FC236}">
                      <a16:creationId xmlns:a16="http://schemas.microsoft.com/office/drawing/2014/main" id="{4A2BC246-DBD0-44CF-B1B0-401B615E12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78" y="1049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" name="Line 21">
                  <a:extLst>
                    <a:ext uri="{FF2B5EF4-FFF2-40B4-BE49-F238E27FC236}">
                      <a16:creationId xmlns:a16="http://schemas.microsoft.com/office/drawing/2014/main" id="{092B2CA6-6535-4A0B-A6AE-D12E935B30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1" y="1049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0" name="Line 22">
                  <a:extLst>
                    <a:ext uri="{FF2B5EF4-FFF2-40B4-BE49-F238E27FC236}">
                      <a16:creationId xmlns:a16="http://schemas.microsoft.com/office/drawing/2014/main" id="{C62060E9-C65E-4CCF-9623-7880510CCB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3" y="1049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Line 23">
                  <a:extLst>
                    <a:ext uri="{FF2B5EF4-FFF2-40B4-BE49-F238E27FC236}">
                      <a16:creationId xmlns:a16="http://schemas.microsoft.com/office/drawing/2014/main" id="{F145ED3F-BE15-4C85-BBC7-7E5DA2EF38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6" y="1049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2" name="Line 24">
                  <a:extLst>
                    <a:ext uri="{FF2B5EF4-FFF2-40B4-BE49-F238E27FC236}">
                      <a16:creationId xmlns:a16="http://schemas.microsoft.com/office/drawing/2014/main" id="{99DB4D2E-D679-45C0-B887-60A07EE2D4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7" y="1049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3" name="Line 25">
                  <a:extLst>
                    <a:ext uri="{FF2B5EF4-FFF2-40B4-BE49-F238E27FC236}">
                      <a16:creationId xmlns:a16="http://schemas.microsoft.com/office/drawing/2014/main" id="{EAC88A5E-A0D7-4C1D-B856-3A278CF2EE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1" y="1049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" name="Line 26">
                  <a:extLst>
                    <a:ext uri="{FF2B5EF4-FFF2-40B4-BE49-F238E27FC236}">
                      <a16:creationId xmlns:a16="http://schemas.microsoft.com/office/drawing/2014/main" id="{C7A55AF5-56F6-423C-AE1B-AE9249DFDA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6" y="1241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5" name="Line 27">
                  <a:extLst>
                    <a:ext uri="{FF2B5EF4-FFF2-40B4-BE49-F238E27FC236}">
                      <a16:creationId xmlns:a16="http://schemas.microsoft.com/office/drawing/2014/main" id="{4593F4D9-5586-48E6-9E55-41E976E029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1" y="1241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6" name="Line 28">
                  <a:extLst>
                    <a:ext uri="{FF2B5EF4-FFF2-40B4-BE49-F238E27FC236}">
                      <a16:creationId xmlns:a16="http://schemas.microsoft.com/office/drawing/2014/main" id="{F81D8290-D74F-4F38-99A4-04BBB29C06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6" y="1241"/>
                  <a:ext cx="19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7" name="Rectangle 29">
                  <a:extLst>
                    <a:ext uri="{FF2B5EF4-FFF2-40B4-BE49-F238E27FC236}">
                      <a16:creationId xmlns:a16="http://schemas.microsoft.com/office/drawing/2014/main" id="{12FF502C-FCD8-43F4-8E68-1697DB5111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32" y="1049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58" name="Rectangle 30">
                  <a:extLst>
                    <a:ext uri="{FF2B5EF4-FFF2-40B4-BE49-F238E27FC236}">
                      <a16:creationId xmlns:a16="http://schemas.microsoft.com/office/drawing/2014/main" id="{1835DFCE-47F4-4F0B-A840-AC5EADDDBB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7" y="1049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59" name="Rectangle 31">
                  <a:extLst>
                    <a:ext uri="{FF2B5EF4-FFF2-40B4-BE49-F238E27FC236}">
                      <a16:creationId xmlns:a16="http://schemas.microsoft.com/office/drawing/2014/main" id="{E494EDB1-AE75-455D-9C3E-FC920754C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2" y="1049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60" name="Rectangle 32">
                  <a:extLst>
                    <a:ext uri="{FF2B5EF4-FFF2-40B4-BE49-F238E27FC236}">
                      <a16:creationId xmlns:a16="http://schemas.microsoft.com/office/drawing/2014/main" id="{B62399C2-E12E-43BB-8AAA-4FEC03B33F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7" y="1049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61" name="Line 33">
                  <a:extLst>
                    <a:ext uri="{FF2B5EF4-FFF2-40B4-BE49-F238E27FC236}">
                      <a16:creationId xmlns:a16="http://schemas.microsoft.com/office/drawing/2014/main" id="{39E3AC9F-1C10-473B-B3BD-1399FEE40D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412" y="1049"/>
                  <a:ext cx="15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2" name="Line 34">
                  <a:extLst>
                    <a:ext uri="{FF2B5EF4-FFF2-40B4-BE49-F238E27FC236}">
                      <a16:creationId xmlns:a16="http://schemas.microsoft.com/office/drawing/2014/main" id="{897F198E-F6FF-499D-8C2D-3B4F70AE64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565" y="1241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" name="Line 35">
                  <a:extLst>
                    <a:ext uri="{FF2B5EF4-FFF2-40B4-BE49-F238E27FC236}">
                      <a16:creationId xmlns:a16="http://schemas.microsoft.com/office/drawing/2014/main" id="{C3269ED1-4988-4123-A821-F74ABAAECD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2" y="1049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" name="Line 36">
                  <a:extLst>
                    <a:ext uri="{FF2B5EF4-FFF2-40B4-BE49-F238E27FC236}">
                      <a16:creationId xmlns:a16="http://schemas.microsoft.com/office/drawing/2014/main" id="{AD899B38-EA05-45ED-8D5A-4DBC2ACA96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65" y="1049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5" name="Rectangle 37">
                  <a:extLst>
                    <a:ext uri="{FF2B5EF4-FFF2-40B4-BE49-F238E27FC236}">
                      <a16:creationId xmlns:a16="http://schemas.microsoft.com/office/drawing/2014/main" id="{69281299-6B59-4CC1-9DFD-0BEE6C7233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2" y="1049"/>
                  <a:ext cx="157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5</a:t>
                  </a:r>
                </a:p>
              </p:txBody>
            </p:sp>
          </p:grpSp>
          <p:grpSp>
            <p:nvGrpSpPr>
              <p:cNvPr id="12" name="Group 38">
                <a:extLst>
                  <a:ext uri="{FF2B5EF4-FFF2-40B4-BE49-F238E27FC236}">
                    <a16:creationId xmlns:a16="http://schemas.microsoft.com/office/drawing/2014/main" id="{7B9E1C63-C4C7-48F2-9321-6A5CE85E15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3" y="1380"/>
                <a:ext cx="1992" cy="192"/>
                <a:chOff x="2076" y="2064"/>
                <a:chExt cx="2496" cy="192"/>
              </a:xfrm>
            </p:grpSpPr>
            <p:sp>
              <p:nvSpPr>
                <p:cNvPr id="31" name="Line 39">
                  <a:extLst>
                    <a:ext uri="{FF2B5EF4-FFF2-40B4-BE49-F238E27FC236}">
                      <a16:creationId xmlns:a16="http://schemas.microsoft.com/office/drawing/2014/main" id="{8A6B2FF2-E5A9-4390-9C44-320DA884FC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6" y="2256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2" name="Line 40">
                  <a:extLst>
                    <a:ext uri="{FF2B5EF4-FFF2-40B4-BE49-F238E27FC236}">
                      <a16:creationId xmlns:a16="http://schemas.microsoft.com/office/drawing/2014/main" id="{2577CA0C-EE55-4C8A-A060-21623B1825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96" y="2256"/>
                  <a:ext cx="43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3" name="Line 41">
                  <a:extLst>
                    <a:ext uri="{FF2B5EF4-FFF2-40B4-BE49-F238E27FC236}">
                      <a16:creationId xmlns:a16="http://schemas.microsoft.com/office/drawing/2014/main" id="{E3F95563-941D-495A-9FB3-E47ACE4F76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28" y="2064"/>
                  <a:ext cx="43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4" name="Line 42">
                  <a:extLst>
                    <a:ext uri="{FF2B5EF4-FFF2-40B4-BE49-F238E27FC236}">
                      <a16:creationId xmlns:a16="http://schemas.microsoft.com/office/drawing/2014/main" id="{89C76493-B741-485A-851E-2E30D5C46F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4" y="2064"/>
                  <a:ext cx="43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" name="Line 43">
                  <a:extLst>
                    <a:ext uri="{FF2B5EF4-FFF2-40B4-BE49-F238E27FC236}">
                      <a16:creationId xmlns:a16="http://schemas.microsoft.com/office/drawing/2014/main" id="{CE3D4558-80AE-447B-8426-49D08E8E00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60" y="2256"/>
                  <a:ext cx="91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6" name="Line 44">
                  <a:extLst>
                    <a:ext uri="{FF2B5EF4-FFF2-40B4-BE49-F238E27FC236}">
                      <a16:creationId xmlns:a16="http://schemas.microsoft.com/office/drawing/2014/main" id="{D6032620-1A9F-471D-8CB9-CC31080F2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4" y="206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" name="Line 45">
                  <a:extLst>
                    <a:ext uri="{FF2B5EF4-FFF2-40B4-BE49-F238E27FC236}">
                      <a16:creationId xmlns:a16="http://schemas.microsoft.com/office/drawing/2014/main" id="{A6765FE8-E8E0-4C42-AFD8-02FECF5046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96" y="206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Line 46">
                  <a:extLst>
                    <a:ext uri="{FF2B5EF4-FFF2-40B4-BE49-F238E27FC236}">
                      <a16:creationId xmlns:a16="http://schemas.microsoft.com/office/drawing/2014/main" id="{BE36671B-2B61-49AA-96C4-4306652F09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28" y="206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" name="Line 47">
                  <a:extLst>
                    <a:ext uri="{FF2B5EF4-FFF2-40B4-BE49-F238E27FC236}">
                      <a16:creationId xmlns:a16="http://schemas.microsoft.com/office/drawing/2014/main" id="{48E2933A-C696-475D-95C9-0779D251AD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60" y="206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3" name="Group 48">
                <a:extLst>
                  <a:ext uri="{FF2B5EF4-FFF2-40B4-BE49-F238E27FC236}">
                    <a16:creationId xmlns:a16="http://schemas.microsoft.com/office/drawing/2014/main" id="{26774378-F584-445F-ADC4-494843BD2A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3" y="1707"/>
                <a:ext cx="1954" cy="192"/>
                <a:chOff x="2076" y="2640"/>
                <a:chExt cx="2448" cy="192"/>
              </a:xfrm>
            </p:grpSpPr>
            <p:sp>
              <p:nvSpPr>
                <p:cNvPr id="26" name="Line 49">
                  <a:extLst>
                    <a:ext uri="{FF2B5EF4-FFF2-40B4-BE49-F238E27FC236}">
                      <a16:creationId xmlns:a16="http://schemas.microsoft.com/office/drawing/2014/main" id="{D556D8AC-4355-4FA0-9783-5E97AEEC37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6" y="2832"/>
                  <a:ext cx="720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7" name="Line 50">
                  <a:extLst>
                    <a:ext uri="{FF2B5EF4-FFF2-40B4-BE49-F238E27FC236}">
                      <a16:creationId xmlns:a16="http://schemas.microsoft.com/office/drawing/2014/main" id="{2851B81E-51F0-4024-976E-E493EE135D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96" y="2640"/>
                  <a:ext cx="86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8" name="Line 51">
                  <a:extLst>
                    <a:ext uri="{FF2B5EF4-FFF2-40B4-BE49-F238E27FC236}">
                      <a16:creationId xmlns:a16="http://schemas.microsoft.com/office/drawing/2014/main" id="{22462D6C-1F86-4324-9EE3-BEE9B001F7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60" y="2832"/>
                  <a:ext cx="86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9" name="Line 52">
                  <a:extLst>
                    <a:ext uri="{FF2B5EF4-FFF2-40B4-BE49-F238E27FC236}">
                      <a16:creationId xmlns:a16="http://schemas.microsoft.com/office/drawing/2014/main" id="{0C5FECCA-D132-4ED5-B8D7-0175C8DA23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96" y="264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0" name="Line 53">
                  <a:extLst>
                    <a:ext uri="{FF2B5EF4-FFF2-40B4-BE49-F238E27FC236}">
                      <a16:creationId xmlns:a16="http://schemas.microsoft.com/office/drawing/2014/main" id="{691ED637-ABB5-4B47-B482-E54F3B69A5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60" y="264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" name="Group 54">
                <a:extLst>
                  <a:ext uri="{FF2B5EF4-FFF2-40B4-BE49-F238E27FC236}">
                    <a16:creationId xmlns:a16="http://schemas.microsoft.com/office/drawing/2014/main" id="{6F863A33-2408-455B-BB2D-AA617B343A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3" y="2015"/>
                <a:ext cx="1954" cy="192"/>
                <a:chOff x="2076" y="2928"/>
                <a:chExt cx="2448" cy="192"/>
              </a:xfrm>
            </p:grpSpPr>
            <p:sp>
              <p:nvSpPr>
                <p:cNvPr id="21" name="Line 55">
                  <a:extLst>
                    <a:ext uri="{FF2B5EF4-FFF2-40B4-BE49-F238E27FC236}">
                      <a16:creationId xmlns:a16="http://schemas.microsoft.com/office/drawing/2014/main" id="{F6F12C72-7D02-4E64-9EF8-CFBC40EBCB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6" y="3120"/>
                  <a:ext cx="158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" name="Line 56">
                  <a:extLst>
                    <a:ext uri="{FF2B5EF4-FFF2-40B4-BE49-F238E27FC236}">
                      <a16:creationId xmlns:a16="http://schemas.microsoft.com/office/drawing/2014/main" id="{53ED53B6-9CB7-4B95-86A6-A78A4D8502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60" y="2928"/>
                  <a:ext cx="43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" name="Line 57">
                  <a:extLst>
                    <a:ext uri="{FF2B5EF4-FFF2-40B4-BE49-F238E27FC236}">
                      <a16:creationId xmlns:a16="http://schemas.microsoft.com/office/drawing/2014/main" id="{5A55179A-0187-4AF2-AAA9-863BEE5E56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92" y="3120"/>
                  <a:ext cx="43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" name="Line 58">
                  <a:extLst>
                    <a:ext uri="{FF2B5EF4-FFF2-40B4-BE49-F238E27FC236}">
                      <a16:creationId xmlns:a16="http://schemas.microsoft.com/office/drawing/2014/main" id="{1DB98BF1-259E-4C54-8A47-C387844BB8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60" y="2928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" name="Line 59">
                  <a:extLst>
                    <a:ext uri="{FF2B5EF4-FFF2-40B4-BE49-F238E27FC236}">
                      <a16:creationId xmlns:a16="http://schemas.microsoft.com/office/drawing/2014/main" id="{386D7A9E-6699-49E1-B240-DA5A5F35BD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92" y="2928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5" name="Group 60">
                <a:extLst>
                  <a:ext uri="{FF2B5EF4-FFF2-40B4-BE49-F238E27FC236}">
                    <a16:creationId xmlns:a16="http://schemas.microsoft.com/office/drawing/2014/main" id="{B4CD8F5B-EB98-4843-91C3-8606595BA7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33" y="1253"/>
                <a:ext cx="1389" cy="1101"/>
                <a:chOff x="2364" y="1920"/>
                <a:chExt cx="1740" cy="2040"/>
              </a:xfrm>
            </p:grpSpPr>
            <p:sp>
              <p:nvSpPr>
                <p:cNvPr id="16" name="Line 61">
                  <a:extLst>
                    <a:ext uri="{FF2B5EF4-FFF2-40B4-BE49-F238E27FC236}">
                      <a16:creationId xmlns:a16="http://schemas.microsoft.com/office/drawing/2014/main" id="{AFC096B6-E703-4803-A348-F01E55B21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4" y="1920"/>
                  <a:ext cx="0" cy="204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" name="Line 62">
                  <a:extLst>
                    <a:ext uri="{FF2B5EF4-FFF2-40B4-BE49-F238E27FC236}">
                      <a16:creationId xmlns:a16="http://schemas.microsoft.com/office/drawing/2014/main" id="{E0AE7820-868D-43B3-B779-EA2A9FC4C4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96" y="1920"/>
                  <a:ext cx="0" cy="204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8" name="Line 63">
                  <a:extLst>
                    <a:ext uri="{FF2B5EF4-FFF2-40B4-BE49-F238E27FC236}">
                      <a16:creationId xmlns:a16="http://schemas.microsoft.com/office/drawing/2014/main" id="{B4D695AD-4F6B-4C5C-B641-7C31170D27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28" y="1920"/>
                  <a:ext cx="0" cy="204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" name="Line 64">
                  <a:extLst>
                    <a:ext uri="{FF2B5EF4-FFF2-40B4-BE49-F238E27FC236}">
                      <a16:creationId xmlns:a16="http://schemas.microsoft.com/office/drawing/2014/main" id="{222045FD-854A-4C86-ACD3-246F29AAC9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60" y="1920"/>
                  <a:ext cx="0" cy="200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" name="Line 65">
                  <a:extLst>
                    <a:ext uri="{FF2B5EF4-FFF2-40B4-BE49-F238E27FC236}">
                      <a16:creationId xmlns:a16="http://schemas.microsoft.com/office/drawing/2014/main" id="{7BFA2B65-5CAF-4728-9010-1BBF9743D4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92" y="1920"/>
                  <a:ext cx="12" cy="200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66" name="Text Box 66">
            <a:extLst>
              <a:ext uri="{FF2B5EF4-FFF2-40B4-BE49-F238E27FC236}">
                <a16:creationId xmlns:a16="http://schemas.microsoft.com/office/drawing/2014/main" id="{2CB68AEF-CF03-4C25-8F41-16C3092C7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081" y="4030181"/>
            <a:ext cx="1709738" cy="52540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时钟方程</a:t>
            </a:r>
          </a:p>
        </p:txBody>
      </p:sp>
      <p:grpSp>
        <p:nvGrpSpPr>
          <p:cNvPr id="70" name="Group 128">
            <a:extLst>
              <a:ext uri="{FF2B5EF4-FFF2-40B4-BE49-F238E27FC236}">
                <a16:creationId xmlns:a16="http://schemas.microsoft.com/office/drawing/2014/main" id="{DDD68539-C7AE-475F-BBF4-A6AD6A40F46B}"/>
              </a:ext>
            </a:extLst>
          </p:cNvPr>
          <p:cNvGrpSpPr>
            <a:grpSpLocks/>
          </p:cNvGrpSpPr>
          <p:nvPr/>
        </p:nvGrpSpPr>
        <p:grpSpPr bwMode="auto">
          <a:xfrm>
            <a:off x="406480" y="4547393"/>
            <a:ext cx="2636838" cy="1760540"/>
            <a:chOff x="3511" y="752"/>
            <a:chExt cx="1661" cy="1109"/>
          </a:xfrm>
        </p:grpSpPr>
        <p:grpSp>
          <p:nvGrpSpPr>
            <p:cNvPr id="71" name="Group 129">
              <a:extLst>
                <a:ext uri="{FF2B5EF4-FFF2-40B4-BE49-F238E27FC236}">
                  <a16:creationId xmlns:a16="http://schemas.microsoft.com/office/drawing/2014/main" id="{A2525780-7A4D-4BC3-9D6F-EE88E8249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4" y="1260"/>
              <a:ext cx="1141" cy="601"/>
              <a:chOff x="3964" y="1260"/>
              <a:chExt cx="1141" cy="601"/>
            </a:xfrm>
          </p:grpSpPr>
          <p:sp>
            <p:nvSpPr>
              <p:cNvPr id="82" name="Rectangle 130">
                <a:extLst>
                  <a:ext uri="{FF2B5EF4-FFF2-40B4-BE49-F238E27FC236}">
                    <a16:creationId xmlns:a16="http://schemas.microsoft.com/office/drawing/2014/main" id="{93BE7BC3-18D7-44D6-BC5B-2CFA3985E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0" y="1560"/>
                <a:ext cx="285" cy="30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  <a:sym typeface="Symbol" pitchFamily="18" charset="2"/>
                  </a:rPr>
                  <a:t></a:t>
                </a:r>
              </a:p>
            </p:txBody>
          </p:sp>
          <p:sp>
            <p:nvSpPr>
              <p:cNvPr id="83" name="Rectangle 131">
                <a:extLst>
                  <a:ext uri="{FF2B5EF4-FFF2-40B4-BE49-F238E27FC236}">
                    <a16:creationId xmlns:a16="http://schemas.microsoft.com/office/drawing/2014/main" id="{D807AA16-148B-4334-9ED7-F0A3DF47B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5" y="1560"/>
                <a:ext cx="285" cy="30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  <a:sym typeface="Symbol" pitchFamily="18" charset="2"/>
                  </a:rPr>
                  <a:t></a:t>
                </a:r>
              </a:p>
            </p:txBody>
          </p:sp>
          <p:sp>
            <p:nvSpPr>
              <p:cNvPr id="84" name="Rectangle 132">
                <a:extLst>
                  <a:ext uri="{FF2B5EF4-FFF2-40B4-BE49-F238E27FC236}">
                    <a16:creationId xmlns:a16="http://schemas.microsoft.com/office/drawing/2014/main" id="{BA3F448E-E70C-4E1C-A889-D577524432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560"/>
                <a:ext cx="286" cy="30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  <a:sym typeface="Symbol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85" name="Rectangle 133">
                <a:extLst>
                  <a:ext uri="{FF2B5EF4-FFF2-40B4-BE49-F238E27FC236}">
                    <a16:creationId xmlns:a16="http://schemas.microsoft.com/office/drawing/2014/main" id="{61E96684-786E-4791-9809-464B345CE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4" y="1560"/>
                <a:ext cx="285" cy="30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86" name="Rectangle 134">
                <a:extLst>
                  <a:ext uri="{FF2B5EF4-FFF2-40B4-BE49-F238E27FC236}">
                    <a16:creationId xmlns:a16="http://schemas.microsoft.com/office/drawing/2014/main" id="{B44E792C-B914-46C4-9DB8-865FBDC13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0" y="1260"/>
                <a:ext cx="285" cy="30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87" name="Rectangle 135">
                <a:extLst>
                  <a:ext uri="{FF2B5EF4-FFF2-40B4-BE49-F238E27FC236}">
                    <a16:creationId xmlns:a16="http://schemas.microsoft.com/office/drawing/2014/main" id="{DFCA65B0-C2CB-48CA-87A9-E54A02EF0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5" y="1260"/>
                <a:ext cx="285" cy="30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88" name="Rectangle 136">
                <a:extLst>
                  <a:ext uri="{FF2B5EF4-FFF2-40B4-BE49-F238E27FC236}">
                    <a16:creationId xmlns:a16="http://schemas.microsoft.com/office/drawing/2014/main" id="{A4CA23E3-C439-4738-9082-6CFAC8A0A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260"/>
                <a:ext cx="286" cy="30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89" name="Rectangle 137">
                <a:extLst>
                  <a:ext uri="{FF2B5EF4-FFF2-40B4-BE49-F238E27FC236}">
                    <a16:creationId xmlns:a16="http://schemas.microsoft.com/office/drawing/2014/main" id="{31CAE46A-6598-45AD-8017-01BB2036B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4" y="1260"/>
                <a:ext cx="285" cy="30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90" name="Line 138">
                <a:extLst>
                  <a:ext uri="{FF2B5EF4-FFF2-40B4-BE49-F238E27FC236}">
                    <a16:creationId xmlns:a16="http://schemas.microsoft.com/office/drawing/2014/main" id="{68DD3D84-0433-4AA6-990F-DC3B3ECD6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4" y="12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" name="Line 139">
                <a:extLst>
                  <a:ext uri="{FF2B5EF4-FFF2-40B4-BE49-F238E27FC236}">
                    <a16:creationId xmlns:a16="http://schemas.microsoft.com/office/drawing/2014/main" id="{DF5E492F-DE89-4734-A4AB-819DD07B0E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4" y="1560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" name="Line 140">
                <a:extLst>
                  <a:ext uri="{FF2B5EF4-FFF2-40B4-BE49-F238E27FC236}">
                    <a16:creationId xmlns:a16="http://schemas.microsoft.com/office/drawing/2014/main" id="{746C976D-8FE9-43B7-BDB6-342F8D638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4" y="186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" name="Line 141">
                <a:extLst>
                  <a:ext uri="{FF2B5EF4-FFF2-40B4-BE49-F238E27FC236}">
                    <a16:creationId xmlns:a16="http://schemas.microsoft.com/office/drawing/2014/main" id="{4CF4F148-A4AE-4823-8757-88343842DA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4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4" name="Line 142">
                <a:extLst>
                  <a:ext uri="{FF2B5EF4-FFF2-40B4-BE49-F238E27FC236}">
                    <a16:creationId xmlns:a16="http://schemas.microsoft.com/office/drawing/2014/main" id="{1E173CA8-EAD2-4BDA-AF71-D3FB3DCE85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9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5" name="Line 143">
                <a:extLst>
                  <a:ext uri="{FF2B5EF4-FFF2-40B4-BE49-F238E27FC236}">
                    <a16:creationId xmlns:a16="http://schemas.microsoft.com/office/drawing/2014/main" id="{D5EDD361-39DD-47F2-BBA7-15271D543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5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6" name="Line 144">
                <a:extLst>
                  <a:ext uri="{FF2B5EF4-FFF2-40B4-BE49-F238E27FC236}">
                    <a16:creationId xmlns:a16="http://schemas.microsoft.com/office/drawing/2014/main" id="{A4E9B3D2-A260-4F9B-A8F8-90A866215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0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" name="Line 145">
                <a:extLst>
                  <a:ext uri="{FF2B5EF4-FFF2-40B4-BE49-F238E27FC236}">
                    <a16:creationId xmlns:a16="http://schemas.microsoft.com/office/drawing/2014/main" id="{FE5FC589-6C7F-46DD-98D4-3D7035B86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5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2" name="Line 146">
              <a:extLst>
                <a:ext uri="{FF2B5EF4-FFF2-40B4-BE49-F238E27FC236}">
                  <a16:creationId xmlns:a16="http://schemas.microsoft.com/office/drawing/2014/main" id="{317BB9AF-6BFA-4057-A686-AAA2264C88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19" y="909"/>
              <a:ext cx="345" cy="3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 Box 147">
                  <a:extLst>
                    <a:ext uri="{FF2B5EF4-FFF2-40B4-BE49-F238E27FC236}">
                      <a16:creationId xmlns:a16="http://schemas.microsoft.com/office/drawing/2014/main" id="{40A921F8-D081-4D76-A915-A55D81B0D6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11" y="1045"/>
                  <a:ext cx="367" cy="251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0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3" name="Text Box 147">
                  <a:extLst>
                    <a:ext uri="{FF2B5EF4-FFF2-40B4-BE49-F238E27FC236}">
                      <a16:creationId xmlns:a16="http://schemas.microsoft.com/office/drawing/2014/main" xmlns="" id="{40A921F8-D081-4D76-A915-A55D81B0D6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1" y="1045"/>
                  <a:ext cx="367" cy="251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2121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 Box 148">
                  <a:extLst>
                    <a:ext uri="{FF2B5EF4-FFF2-40B4-BE49-F238E27FC236}">
                      <a16:creationId xmlns:a16="http://schemas.microsoft.com/office/drawing/2014/main" id="{EF00973C-F116-49D0-9F97-B0082EA0F5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6" y="752"/>
                  <a:ext cx="474" cy="251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0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4" name="Text Box 148">
                  <a:extLst>
                    <a:ext uri="{FF2B5EF4-FFF2-40B4-BE49-F238E27FC236}">
                      <a16:creationId xmlns:a16="http://schemas.microsoft.com/office/drawing/2014/main" xmlns="" id="{EF00973C-F116-49D0-9F97-B0082EA0F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26" y="752"/>
                  <a:ext cx="474" cy="251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13846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 Box 149">
                  <a:extLst>
                    <a:ext uri="{FF2B5EF4-FFF2-40B4-BE49-F238E27FC236}">
                      <a16:creationId xmlns:a16="http://schemas.microsoft.com/office/drawing/2014/main" id="{E7C39FCC-5ADD-4629-8067-3C2A2643C0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87" y="908"/>
                  <a:ext cx="474" cy="25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0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5" name="Text Box 149">
                  <a:extLst>
                    <a:ext uri="{FF2B5EF4-FFF2-40B4-BE49-F238E27FC236}">
                      <a16:creationId xmlns:a16="http://schemas.microsoft.com/office/drawing/2014/main" xmlns="" id="{E7C39FCC-5ADD-4629-8067-3C2A2643C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87" y="908"/>
                  <a:ext cx="474" cy="25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13846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Text Box 150">
              <a:extLst>
                <a:ext uri="{FF2B5EF4-FFF2-40B4-BE49-F238E27FC236}">
                  <a16:creationId xmlns:a16="http://schemas.microsoft.com/office/drawing/2014/main" id="{93212ECA-85AD-4CC0-8491-7CCE6E53A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1" y="1048"/>
              <a:ext cx="36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77" name="Text Box 151">
              <a:extLst>
                <a:ext uri="{FF2B5EF4-FFF2-40B4-BE49-F238E27FC236}">
                  <a16:creationId xmlns:a16="http://schemas.microsoft.com/office/drawing/2014/main" id="{85C5D155-F134-4595-88B1-299350AF6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5" y="1048"/>
              <a:ext cx="36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78" name="Text Box 152">
              <a:extLst>
                <a:ext uri="{FF2B5EF4-FFF2-40B4-BE49-F238E27FC236}">
                  <a16:creationId xmlns:a16="http://schemas.microsoft.com/office/drawing/2014/main" id="{1223CA6B-403E-41F3-B57D-8F5AF0AE6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9" y="1048"/>
              <a:ext cx="36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79" name="Text Box 153">
              <a:extLst>
                <a:ext uri="{FF2B5EF4-FFF2-40B4-BE49-F238E27FC236}">
                  <a16:creationId xmlns:a16="http://schemas.microsoft.com/office/drawing/2014/main" id="{F27BA40B-DACB-4BA1-8AD4-BD2E91DBD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1" y="1048"/>
              <a:ext cx="36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80" name="Text Box 154">
              <a:extLst>
                <a:ext uri="{FF2B5EF4-FFF2-40B4-BE49-F238E27FC236}">
                  <a16:creationId xmlns:a16="http://schemas.microsoft.com/office/drawing/2014/main" id="{5FA4736A-EEF5-4AF4-AF29-2DA7AACCF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291"/>
              <a:ext cx="240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81" name="Text Box 155">
              <a:extLst>
                <a:ext uri="{FF2B5EF4-FFF2-40B4-BE49-F238E27FC236}">
                  <a16:creationId xmlns:a16="http://schemas.microsoft.com/office/drawing/2014/main" id="{38001518-DA01-4E25-9B3F-A2484643C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5" y="1590"/>
              <a:ext cx="239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99" name="Group 72">
            <a:extLst>
              <a:ext uri="{FF2B5EF4-FFF2-40B4-BE49-F238E27FC236}">
                <a16:creationId xmlns:a16="http://schemas.microsoft.com/office/drawing/2014/main" id="{DD1C1ACA-3DE6-4792-ADB9-F5E1DF795B6F}"/>
              </a:ext>
            </a:extLst>
          </p:cNvPr>
          <p:cNvGrpSpPr>
            <a:grpSpLocks/>
          </p:cNvGrpSpPr>
          <p:nvPr/>
        </p:nvGrpSpPr>
        <p:grpSpPr bwMode="auto">
          <a:xfrm>
            <a:off x="5789617" y="1619668"/>
            <a:ext cx="2660652" cy="1738312"/>
            <a:chOff x="3496" y="766"/>
            <a:chExt cx="1676" cy="1095"/>
          </a:xfrm>
        </p:grpSpPr>
        <p:grpSp>
          <p:nvGrpSpPr>
            <p:cNvPr id="100" name="Group 73">
              <a:extLst>
                <a:ext uri="{FF2B5EF4-FFF2-40B4-BE49-F238E27FC236}">
                  <a16:creationId xmlns:a16="http://schemas.microsoft.com/office/drawing/2014/main" id="{3B5E8CFB-70D6-4260-9665-94F0979C15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4" y="1260"/>
              <a:ext cx="1141" cy="601"/>
              <a:chOff x="3964" y="1260"/>
              <a:chExt cx="1141" cy="601"/>
            </a:xfrm>
          </p:grpSpPr>
          <p:sp>
            <p:nvSpPr>
              <p:cNvPr id="111" name="Rectangle 74">
                <a:extLst>
                  <a:ext uri="{FF2B5EF4-FFF2-40B4-BE49-F238E27FC236}">
                    <a16:creationId xmlns:a16="http://schemas.microsoft.com/office/drawing/2014/main" id="{4F228F8A-6A53-4A0D-9158-81DA21949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0" y="1560"/>
                <a:ext cx="285" cy="30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  <a:sym typeface="Symbol" pitchFamily="18" charset="2"/>
                  </a:rPr>
                  <a:t></a:t>
                </a:r>
              </a:p>
            </p:txBody>
          </p:sp>
          <p:sp>
            <p:nvSpPr>
              <p:cNvPr id="112" name="Rectangle 75">
                <a:extLst>
                  <a:ext uri="{FF2B5EF4-FFF2-40B4-BE49-F238E27FC236}">
                    <a16:creationId xmlns:a16="http://schemas.microsoft.com/office/drawing/2014/main" id="{8305FB31-A5C9-4BEF-9886-629710E21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5" y="1560"/>
                <a:ext cx="285" cy="30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  <a:sym typeface="Symbol" pitchFamily="18" charset="2"/>
                  </a:rPr>
                  <a:t></a:t>
                </a:r>
              </a:p>
            </p:txBody>
          </p:sp>
          <p:sp>
            <p:nvSpPr>
              <p:cNvPr id="113" name="Rectangle 76">
                <a:extLst>
                  <a:ext uri="{FF2B5EF4-FFF2-40B4-BE49-F238E27FC236}">
                    <a16:creationId xmlns:a16="http://schemas.microsoft.com/office/drawing/2014/main" id="{8DE3686A-720E-4513-9411-645D251FCA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560"/>
                <a:ext cx="286" cy="30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  <a:sym typeface="Symbol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14" name="Rectangle 77">
                <a:extLst>
                  <a:ext uri="{FF2B5EF4-FFF2-40B4-BE49-F238E27FC236}">
                    <a16:creationId xmlns:a16="http://schemas.microsoft.com/office/drawing/2014/main" id="{446B1E1F-E264-4A52-ACC7-594F25772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4" y="1560"/>
                <a:ext cx="285" cy="30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15" name="Rectangle 78">
                <a:extLst>
                  <a:ext uri="{FF2B5EF4-FFF2-40B4-BE49-F238E27FC236}">
                    <a16:creationId xmlns:a16="http://schemas.microsoft.com/office/drawing/2014/main" id="{95C1D142-1EA7-47F6-8521-AA525D4D8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0" y="1260"/>
                <a:ext cx="285" cy="30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16" name="Rectangle 79">
                <a:extLst>
                  <a:ext uri="{FF2B5EF4-FFF2-40B4-BE49-F238E27FC236}">
                    <a16:creationId xmlns:a16="http://schemas.microsoft.com/office/drawing/2014/main" id="{76148B72-F35E-4E9B-9A26-42CE7DAAB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5" y="1260"/>
                <a:ext cx="285" cy="30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17" name="Rectangle 80">
                <a:extLst>
                  <a:ext uri="{FF2B5EF4-FFF2-40B4-BE49-F238E27FC236}">
                    <a16:creationId xmlns:a16="http://schemas.microsoft.com/office/drawing/2014/main" id="{ED3472F7-BFF7-4731-BA86-1B7786122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260"/>
                <a:ext cx="286" cy="30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18" name="Rectangle 81">
                <a:extLst>
                  <a:ext uri="{FF2B5EF4-FFF2-40B4-BE49-F238E27FC236}">
                    <a16:creationId xmlns:a16="http://schemas.microsoft.com/office/drawing/2014/main" id="{D9E09526-9189-4D65-A542-E9DEE418F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4" y="1260"/>
                <a:ext cx="285" cy="30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19" name="Line 82">
                <a:extLst>
                  <a:ext uri="{FF2B5EF4-FFF2-40B4-BE49-F238E27FC236}">
                    <a16:creationId xmlns:a16="http://schemas.microsoft.com/office/drawing/2014/main" id="{F1318DD2-9399-4D80-B44D-454B29BCA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4" y="12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0" name="Line 83">
                <a:extLst>
                  <a:ext uri="{FF2B5EF4-FFF2-40B4-BE49-F238E27FC236}">
                    <a16:creationId xmlns:a16="http://schemas.microsoft.com/office/drawing/2014/main" id="{81FFA0FD-E068-4578-841C-20B9E738EC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4" y="1560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" name="Line 84">
                <a:extLst>
                  <a:ext uri="{FF2B5EF4-FFF2-40B4-BE49-F238E27FC236}">
                    <a16:creationId xmlns:a16="http://schemas.microsoft.com/office/drawing/2014/main" id="{DBD81F7F-1548-4BB7-A4C0-98B899A4E9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4" y="186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" name="Line 85">
                <a:extLst>
                  <a:ext uri="{FF2B5EF4-FFF2-40B4-BE49-F238E27FC236}">
                    <a16:creationId xmlns:a16="http://schemas.microsoft.com/office/drawing/2014/main" id="{C98E5EE5-768D-4FC0-95D0-153A5EAF25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4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" name="Line 86">
                <a:extLst>
                  <a:ext uri="{FF2B5EF4-FFF2-40B4-BE49-F238E27FC236}">
                    <a16:creationId xmlns:a16="http://schemas.microsoft.com/office/drawing/2014/main" id="{2BE650C2-30F0-4E3B-9C45-7F26B27C7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9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Line 87">
                <a:extLst>
                  <a:ext uri="{FF2B5EF4-FFF2-40B4-BE49-F238E27FC236}">
                    <a16:creationId xmlns:a16="http://schemas.microsoft.com/office/drawing/2014/main" id="{5A9E5D25-13AF-45BD-B85D-BEF6219895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5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5" name="Line 88">
                <a:extLst>
                  <a:ext uri="{FF2B5EF4-FFF2-40B4-BE49-F238E27FC236}">
                    <a16:creationId xmlns:a16="http://schemas.microsoft.com/office/drawing/2014/main" id="{7276ADF8-FEE5-4194-B7D9-5F710227A9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0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" name="Line 89">
                <a:extLst>
                  <a:ext uri="{FF2B5EF4-FFF2-40B4-BE49-F238E27FC236}">
                    <a16:creationId xmlns:a16="http://schemas.microsoft.com/office/drawing/2014/main" id="{34BFF589-9E36-4017-B903-172DB352A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5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1" name="Line 90">
              <a:extLst>
                <a:ext uri="{FF2B5EF4-FFF2-40B4-BE49-F238E27FC236}">
                  <a16:creationId xmlns:a16="http://schemas.microsoft.com/office/drawing/2014/main" id="{F2215ECB-B080-4B3B-BCDC-CBC0655AB9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19" y="909"/>
              <a:ext cx="345" cy="3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 Box 91">
                  <a:extLst>
                    <a:ext uri="{FF2B5EF4-FFF2-40B4-BE49-F238E27FC236}">
                      <a16:creationId xmlns:a16="http://schemas.microsoft.com/office/drawing/2014/main" id="{D7285AAC-CEB9-4884-B31F-649414B3CC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96" y="1030"/>
                  <a:ext cx="367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0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2" name="Text Box 91">
                  <a:extLst>
                    <a:ext uri="{FF2B5EF4-FFF2-40B4-BE49-F238E27FC236}">
                      <a16:creationId xmlns:a16="http://schemas.microsoft.com/office/drawing/2014/main" xmlns="" id="{D7285AAC-CEB9-4884-B31F-649414B3CC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96" y="1030"/>
                  <a:ext cx="367" cy="25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12121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 Box 92">
                  <a:extLst>
                    <a:ext uri="{FF2B5EF4-FFF2-40B4-BE49-F238E27FC236}">
                      <a16:creationId xmlns:a16="http://schemas.microsoft.com/office/drawing/2014/main" id="{03EE3645-65FB-4DE9-A5AF-918757A738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3" y="766"/>
                  <a:ext cx="474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0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3" name="Text Box 92">
                  <a:extLst>
                    <a:ext uri="{FF2B5EF4-FFF2-40B4-BE49-F238E27FC236}">
                      <a16:creationId xmlns:a16="http://schemas.microsoft.com/office/drawing/2014/main" xmlns="" id="{03EE3645-65FB-4DE9-A5AF-918757A73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43" y="766"/>
                  <a:ext cx="474" cy="250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13846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 Box 93">
                  <a:extLst>
                    <a:ext uri="{FF2B5EF4-FFF2-40B4-BE49-F238E27FC236}">
                      <a16:creationId xmlns:a16="http://schemas.microsoft.com/office/drawing/2014/main" id="{3F3DFF24-E0D6-4B4B-9BFD-D8E6B1E415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5" y="913"/>
                  <a:ext cx="474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0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4" name="Text Box 93">
                  <a:extLst>
                    <a:ext uri="{FF2B5EF4-FFF2-40B4-BE49-F238E27FC236}">
                      <a16:creationId xmlns:a16="http://schemas.microsoft.com/office/drawing/2014/main" xmlns="" id="{3F3DFF24-E0D6-4B4B-9BFD-D8E6B1E415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95" y="913"/>
                  <a:ext cx="474" cy="250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b="-13846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Text Box 94">
              <a:extLst>
                <a:ext uri="{FF2B5EF4-FFF2-40B4-BE49-F238E27FC236}">
                  <a16:creationId xmlns:a16="http://schemas.microsoft.com/office/drawing/2014/main" id="{ACD0F237-8A0F-484E-B505-00FB31356B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1" y="1048"/>
              <a:ext cx="36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106" name="Text Box 95">
              <a:extLst>
                <a:ext uri="{FF2B5EF4-FFF2-40B4-BE49-F238E27FC236}">
                  <a16:creationId xmlns:a16="http://schemas.microsoft.com/office/drawing/2014/main" id="{8BE9566A-4904-4B9B-A1A4-AD0E27AE9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5" y="1048"/>
              <a:ext cx="36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107" name="Text Box 96">
              <a:extLst>
                <a:ext uri="{FF2B5EF4-FFF2-40B4-BE49-F238E27FC236}">
                  <a16:creationId xmlns:a16="http://schemas.microsoft.com/office/drawing/2014/main" id="{B4A63AA1-B192-46EE-B831-AB5B7580C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9" y="1048"/>
              <a:ext cx="36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108" name="Text Box 97">
              <a:extLst>
                <a:ext uri="{FF2B5EF4-FFF2-40B4-BE49-F238E27FC236}">
                  <a16:creationId xmlns:a16="http://schemas.microsoft.com/office/drawing/2014/main" id="{09D3E160-4231-4520-8A49-A7E29DF0A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1" y="1048"/>
              <a:ext cx="36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109" name="Text Box 98">
              <a:extLst>
                <a:ext uri="{FF2B5EF4-FFF2-40B4-BE49-F238E27FC236}">
                  <a16:creationId xmlns:a16="http://schemas.microsoft.com/office/drawing/2014/main" id="{30C64C17-A7CB-4485-8E3A-19D2958BB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291"/>
              <a:ext cx="155" cy="250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10" name="Text Box 99">
              <a:extLst>
                <a:ext uri="{FF2B5EF4-FFF2-40B4-BE49-F238E27FC236}">
                  <a16:creationId xmlns:a16="http://schemas.microsoft.com/office/drawing/2014/main" id="{DDDB9288-CAE3-4913-9ED4-B10AF6CD1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5" y="1590"/>
              <a:ext cx="161" cy="250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131" name="Group 100">
            <a:extLst>
              <a:ext uri="{FF2B5EF4-FFF2-40B4-BE49-F238E27FC236}">
                <a16:creationId xmlns:a16="http://schemas.microsoft.com/office/drawing/2014/main" id="{516CB6E1-1D36-4BBF-8D95-7FE50281A1CC}"/>
              </a:ext>
            </a:extLst>
          </p:cNvPr>
          <p:cNvGrpSpPr>
            <a:grpSpLocks/>
          </p:cNvGrpSpPr>
          <p:nvPr/>
        </p:nvGrpSpPr>
        <p:grpSpPr bwMode="auto">
          <a:xfrm>
            <a:off x="5767416" y="4061620"/>
            <a:ext cx="2660652" cy="1738313"/>
            <a:chOff x="3496" y="766"/>
            <a:chExt cx="1676" cy="1095"/>
          </a:xfrm>
        </p:grpSpPr>
        <p:grpSp>
          <p:nvGrpSpPr>
            <p:cNvPr id="132" name="Group 101">
              <a:extLst>
                <a:ext uri="{FF2B5EF4-FFF2-40B4-BE49-F238E27FC236}">
                  <a16:creationId xmlns:a16="http://schemas.microsoft.com/office/drawing/2014/main" id="{B3FD19ED-5623-48A9-B642-07BF98700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4" y="1260"/>
              <a:ext cx="1141" cy="601"/>
              <a:chOff x="3964" y="1260"/>
              <a:chExt cx="1141" cy="601"/>
            </a:xfrm>
          </p:grpSpPr>
          <p:sp>
            <p:nvSpPr>
              <p:cNvPr id="143" name="Rectangle 102">
                <a:extLst>
                  <a:ext uri="{FF2B5EF4-FFF2-40B4-BE49-F238E27FC236}">
                    <a16:creationId xmlns:a16="http://schemas.microsoft.com/office/drawing/2014/main" id="{5BFB9394-5615-4586-A69C-F63EB5FC7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0" y="1560"/>
                <a:ext cx="285" cy="30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  <a:sym typeface="Symbol" pitchFamily="18" charset="2"/>
                  </a:rPr>
                  <a:t></a:t>
                </a:r>
              </a:p>
            </p:txBody>
          </p:sp>
          <p:sp>
            <p:nvSpPr>
              <p:cNvPr id="144" name="Rectangle 103">
                <a:extLst>
                  <a:ext uri="{FF2B5EF4-FFF2-40B4-BE49-F238E27FC236}">
                    <a16:creationId xmlns:a16="http://schemas.microsoft.com/office/drawing/2014/main" id="{15AA7934-0D32-4D2A-8FC0-86B45B72B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5" y="1560"/>
                <a:ext cx="285" cy="30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  <a:sym typeface="Symbol" pitchFamily="18" charset="2"/>
                  </a:rPr>
                  <a:t></a:t>
                </a:r>
              </a:p>
            </p:txBody>
          </p:sp>
          <p:sp>
            <p:nvSpPr>
              <p:cNvPr id="145" name="Rectangle 104">
                <a:extLst>
                  <a:ext uri="{FF2B5EF4-FFF2-40B4-BE49-F238E27FC236}">
                    <a16:creationId xmlns:a16="http://schemas.microsoft.com/office/drawing/2014/main" id="{23C72B22-FBEA-4744-835B-E165BFA1D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560"/>
                <a:ext cx="286" cy="30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  <a:sym typeface="Symbol" pitchFamily="18" charset="2"/>
                  </a:rPr>
                  <a:t></a:t>
                </a:r>
                <a:endPara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6" name="Rectangle 105">
                <a:extLst>
                  <a:ext uri="{FF2B5EF4-FFF2-40B4-BE49-F238E27FC236}">
                    <a16:creationId xmlns:a16="http://schemas.microsoft.com/office/drawing/2014/main" id="{E5FC6AC1-9D66-484E-A6F8-F05F34B265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4" y="1560"/>
                <a:ext cx="285" cy="301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47" name="Rectangle 106">
                <a:extLst>
                  <a:ext uri="{FF2B5EF4-FFF2-40B4-BE49-F238E27FC236}">
                    <a16:creationId xmlns:a16="http://schemas.microsoft.com/office/drawing/2014/main" id="{1EEA6008-BF7F-41BB-A5F1-4855CDA8EF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0" y="1260"/>
                <a:ext cx="285" cy="30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48" name="Rectangle 107">
                <a:extLst>
                  <a:ext uri="{FF2B5EF4-FFF2-40B4-BE49-F238E27FC236}">
                    <a16:creationId xmlns:a16="http://schemas.microsoft.com/office/drawing/2014/main" id="{59108549-64EC-4378-B820-70F5658EE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5" y="1260"/>
                <a:ext cx="285" cy="30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49" name="Rectangle 108">
                <a:extLst>
                  <a:ext uri="{FF2B5EF4-FFF2-40B4-BE49-F238E27FC236}">
                    <a16:creationId xmlns:a16="http://schemas.microsoft.com/office/drawing/2014/main" id="{3F023615-57F4-4E52-B39A-73F1EDF61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260"/>
                <a:ext cx="286" cy="30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50" name="Rectangle 109">
                <a:extLst>
                  <a:ext uri="{FF2B5EF4-FFF2-40B4-BE49-F238E27FC236}">
                    <a16:creationId xmlns:a16="http://schemas.microsoft.com/office/drawing/2014/main" id="{FCC96317-162F-4324-AD86-37875F1AD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4" y="1260"/>
                <a:ext cx="285" cy="30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1pPr>
                <a:lvl2pPr>
                  <a:spcBef>
                    <a:spcPct val="20000"/>
                  </a:spcBef>
                  <a:buChar char="–"/>
                  <a:defRPr kumimoji="1" sz="2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2pPr>
                <a:lvl3pPr>
                  <a:spcBef>
                    <a:spcPct val="20000"/>
                  </a:spcBef>
                  <a:buChar char="•"/>
                  <a:defRPr kumimoji="1" sz="2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3pPr>
                <a:lvl4pPr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4pPr>
                <a:lvl5pPr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51" name="Line 110">
                <a:extLst>
                  <a:ext uri="{FF2B5EF4-FFF2-40B4-BE49-F238E27FC236}">
                    <a16:creationId xmlns:a16="http://schemas.microsoft.com/office/drawing/2014/main" id="{ECEF0C7A-F821-47C6-A2F5-1109BC4E2E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4" y="1260"/>
                <a:ext cx="11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2" name="Line 111">
                <a:extLst>
                  <a:ext uri="{FF2B5EF4-FFF2-40B4-BE49-F238E27FC236}">
                    <a16:creationId xmlns:a16="http://schemas.microsoft.com/office/drawing/2014/main" id="{6316D25B-C4D7-46DE-97E0-1FC153E31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4" y="1560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3" name="Line 112">
                <a:extLst>
                  <a:ext uri="{FF2B5EF4-FFF2-40B4-BE49-F238E27FC236}">
                    <a16:creationId xmlns:a16="http://schemas.microsoft.com/office/drawing/2014/main" id="{2A89E359-3BA6-4267-8D8C-893C6D2FA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4" y="1861"/>
                <a:ext cx="114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4" name="Line 113">
                <a:extLst>
                  <a:ext uri="{FF2B5EF4-FFF2-40B4-BE49-F238E27FC236}">
                    <a16:creationId xmlns:a16="http://schemas.microsoft.com/office/drawing/2014/main" id="{1C6E9E80-713B-4CDD-B0DF-DF09B0EBF3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4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5" name="Line 114">
                <a:extLst>
                  <a:ext uri="{FF2B5EF4-FFF2-40B4-BE49-F238E27FC236}">
                    <a16:creationId xmlns:a16="http://schemas.microsoft.com/office/drawing/2014/main" id="{AD68CBAE-0C11-4904-BB2F-849723FB9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9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6" name="Line 115">
                <a:extLst>
                  <a:ext uri="{FF2B5EF4-FFF2-40B4-BE49-F238E27FC236}">
                    <a16:creationId xmlns:a16="http://schemas.microsoft.com/office/drawing/2014/main" id="{81092C9A-9060-4657-8F2C-77D7CB90AF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5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7" name="Line 116">
                <a:extLst>
                  <a:ext uri="{FF2B5EF4-FFF2-40B4-BE49-F238E27FC236}">
                    <a16:creationId xmlns:a16="http://schemas.microsoft.com/office/drawing/2014/main" id="{73700689-B6F5-4761-9D92-AB459F1FE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0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8" name="Line 117">
                <a:extLst>
                  <a:ext uri="{FF2B5EF4-FFF2-40B4-BE49-F238E27FC236}">
                    <a16:creationId xmlns:a16="http://schemas.microsoft.com/office/drawing/2014/main" id="{84538E63-2E9E-4C20-96F7-A4E970FFDB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5" y="1260"/>
                <a:ext cx="0" cy="6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33" name="Line 118">
              <a:extLst>
                <a:ext uri="{FF2B5EF4-FFF2-40B4-BE49-F238E27FC236}">
                  <a16:creationId xmlns:a16="http://schemas.microsoft.com/office/drawing/2014/main" id="{E63ECF34-39FC-44BF-8D0D-0203AFF680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19" y="909"/>
              <a:ext cx="345" cy="3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 Box 119">
                  <a:extLst>
                    <a:ext uri="{FF2B5EF4-FFF2-40B4-BE49-F238E27FC236}">
                      <a16:creationId xmlns:a16="http://schemas.microsoft.com/office/drawing/2014/main" id="{B262F5B1-EB57-41D0-B009-A61307A714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96" y="1025"/>
                  <a:ext cx="367" cy="251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0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4" name="Text Box 119">
                  <a:extLst>
                    <a:ext uri="{FF2B5EF4-FFF2-40B4-BE49-F238E27FC236}">
                      <a16:creationId xmlns:a16="http://schemas.microsoft.com/office/drawing/2014/main" xmlns="" id="{B262F5B1-EB57-41D0-B009-A61307A714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96" y="1025"/>
                  <a:ext cx="367" cy="251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3846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 Box 120">
                  <a:extLst>
                    <a:ext uri="{FF2B5EF4-FFF2-40B4-BE49-F238E27FC236}">
                      <a16:creationId xmlns:a16="http://schemas.microsoft.com/office/drawing/2014/main" id="{7C732368-5777-4D4C-A70D-DDD62DD45D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3" y="766"/>
                  <a:ext cx="474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0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5" name="Text Box 120">
                  <a:extLst>
                    <a:ext uri="{FF2B5EF4-FFF2-40B4-BE49-F238E27FC236}">
                      <a16:creationId xmlns:a16="http://schemas.microsoft.com/office/drawing/2014/main" xmlns="" id="{7C732368-5777-4D4C-A70D-DDD62DD45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43" y="766"/>
                  <a:ext cx="474" cy="250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b="-13846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 Box 121">
                  <a:extLst>
                    <a:ext uri="{FF2B5EF4-FFF2-40B4-BE49-F238E27FC236}">
                      <a16:creationId xmlns:a16="http://schemas.microsoft.com/office/drawing/2014/main" id="{B624C046-7A13-4B04-8BF7-DFB03AC5151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05" y="913"/>
                  <a:ext cx="474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spcBef>
                      <a:spcPct val="50000"/>
                    </a:spcBef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0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6" name="Text Box 121">
                  <a:extLst>
                    <a:ext uri="{FF2B5EF4-FFF2-40B4-BE49-F238E27FC236}">
                      <a16:creationId xmlns:a16="http://schemas.microsoft.com/office/drawing/2014/main" xmlns="" id="{B624C046-7A13-4B04-8BF7-DFB03AC515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05" y="913"/>
                  <a:ext cx="474" cy="250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b="-13846"/>
                  </a:stretch>
                </a:blipFill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Text Box 122">
              <a:extLst>
                <a:ext uri="{FF2B5EF4-FFF2-40B4-BE49-F238E27FC236}">
                  <a16:creationId xmlns:a16="http://schemas.microsoft.com/office/drawing/2014/main" id="{5F33EA21-3005-4943-8A9A-0BD431462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1" y="1048"/>
              <a:ext cx="36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138" name="Text Box 123">
              <a:extLst>
                <a:ext uri="{FF2B5EF4-FFF2-40B4-BE49-F238E27FC236}">
                  <a16:creationId xmlns:a16="http://schemas.microsoft.com/office/drawing/2014/main" id="{BD301527-F22B-452A-BF16-07C0D70E01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5" y="1048"/>
              <a:ext cx="36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139" name="Text Box 124">
              <a:extLst>
                <a:ext uri="{FF2B5EF4-FFF2-40B4-BE49-F238E27FC236}">
                  <a16:creationId xmlns:a16="http://schemas.microsoft.com/office/drawing/2014/main" id="{EACBCBCE-D645-49B2-AFA7-C35E29E93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9" y="1048"/>
              <a:ext cx="36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140" name="Text Box 125">
              <a:extLst>
                <a:ext uri="{FF2B5EF4-FFF2-40B4-BE49-F238E27FC236}">
                  <a16:creationId xmlns:a16="http://schemas.microsoft.com/office/drawing/2014/main" id="{15C0B8E3-6D28-46FD-841F-F92EA3543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1" y="1048"/>
              <a:ext cx="36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141" name="Text Box 126">
              <a:extLst>
                <a:ext uri="{FF2B5EF4-FFF2-40B4-BE49-F238E27FC236}">
                  <a16:creationId xmlns:a16="http://schemas.microsoft.com/office/drawing/2014/main" id="{268E674B-BFE2-43AB-8E58-3A18D7A4C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291"/>
              <a:ext cx="233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42" name="Text Box 127">
              <a:extLst>
                <a:ext uri="{FF2B5EF4-FFF2-40B4-BE49-F238E27FC236}">
                  <a16:creationId xmlns:a16="http://schemas.microsoft.com/office/drawing/2014/main" id="{AE6E42BB-F8BB-4E2B-A1BD-C9206C13E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5" y="1590"/>
              <a:ext cx="240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159" name="AutoShape 167">
            <a:extLst>
              <a:ext uri="{FF2B5EF4-FFF2-40B4-BE49-F238E27FC236}">
                <a16:creationId xmlns:a16="http://schemas.microsoft.com/office/drawing/2014/main" id="{4A69619C-8DF2-4A32-B5DD-0D5A8B2A7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933" y="4930325"/>
            <a:ext cx="717387" cy="768349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 Box 66">
                <a:extLst>
                  <a:ext uri="{FF2B5EF4-FFF2-40B4-BE49-F238E27FC236}">
                    <a16:creationId xmlns:a16="http://schemas.microsoft.com/office/drawing/2014/main" id="{2CB68AEF-CF03-4C25-8F41-16C3092C7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1911" y="4021056"/>
                <a:ext cx="3169783" cy="87293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𝑪</m:t>
                      </m:r>
                      <m:sSub>
                        <m:sSub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𝑷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𝟎</m:t>
                          </m:r>
                        </m:sub>
                      </m:sSub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𝑪</m:t>
                      </m:r>
                      <m:sSub>
                        <m:sSub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𝑷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𝑪𝑷</m:t>
                      </m:r>
                    </m:oMath>
                  </m:oMathPara>
                </a14:m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𝑪</m:t>
                      </m:r>
                      <m:sSub>
                        <m:sSub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𝑷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𝟎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65" name="Text Box 66">
                <a:extLst>
                  <a:ext uri="{FF2B5EF4-FFF2-40B4-BE49-F238E27FC236}">
                    <a16:creationId xmlns:a16="http://schemas.microsoft.com/office/drawing/2014/main" xmlns="" id="{2CB68AEF-CF03-4C25-8F41-16C3092C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1911" y="4021056"/>
                <a:ext cx="3169783" cy="872932"/>
              </a:xfrm>
              <a:prstGeom prst="rect">
                <a:avLst/>
              </a:prstGeom>
              <a:blipFill rotWithShape="0">
                <a:blip r:embed="rId15"/>
                <a:stretch>
                  <a:fillRect l="-577" b="-3497"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 Box 66">
                <a:extLst>
                  <a:ext uri="{FF2B5EF4-FFF2-40B4-BE49-F238E27FC236}">
                    <a16:creationId xmlns:a16="http://schemas.microsoft.com/office/drawing/2014/main" id="{2CB68AEF-CF03-4C25-8F41-16C3092C7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1179" y="6279722"/>
                <a:ext cx="2911633" cy="53687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Sup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𝑸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𝟐</m:t>
                          </m:r>
                        </m:sub>
                        <m:sup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𝒏</m:t>
                          </m:r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p>
                      </m:sSubSup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𝒏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66" name="Text Box 66">
                <a:extLst>
                  <a:ext uri="{FF2B5EF4-FFF2-40B4-BE49-F238E27FC236}">
                    <a16:creationId xmlns:a16="http://schemas.microsoft.com/office/drawing/2014/main" xmlns="" id="{2CB68AEF-CF03-4C25-8F41-16C3092C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1179" y="6279722"/>
                <a:ext cx="2911633" cy="53687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 Box 66">
                <a:extLst>
                  <a:ext uri="{FF2B5EF4-FFF2-40B4-BE49-F238E27FC236}">
                    <a16:creationId xmlns:a16="http://schemas.microsoft.com/office/drawing/2014/main" id="{2CB68AEF-CF03-4C25-8F41-16C3092C7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84771" y="3480920"/>
                <a:ext cx="3559230" cy="54508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𝟎</m:t>
                          </m:r>
                        </m:sub>
                      </m:sSub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Sup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𝑸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𝟎</m:t>
                          </m:r>
                        </m:sub>
                        <m:sup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𝒏</m:t>
                          </m:r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p>
                      </m:sSubSup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67" name="Text Box 66">
                <a:extLst>
                  <a:ext uri="{FF2B5EF4-FFF2-40B4-BE49-F238E27FC236}">
                    <a16:creationId xmlns:a16="http://schemas.microsoft.com/office/drawing/2014/main" xmlns="" id="{2CB68AEF-CF03-4C25-8F41-16C3092C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4771" y="3480920"/>
                <a:ext cx="3559230" cy="545087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 Box 66">
                <a:extLst>
                  <a:ext uri="{FF2B5EF4-FFF2-40B4-BE49-F238E27FC236}">
                    <a16:creationId xmlns:a16="http://schemas.microsoft.com/office/drawing/2014/main" id="{2CB68AEF-CF03-4C25-8F41-16C3092C7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04244" y="5905073"/>
                <a:ext cx="2505871" cy="543355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Sup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𝑸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𝒏</m:t>
                          </m:r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p>
                      </m:sSubSup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68" name="Text Box 66">
                <a:extLst>
                  <a:ext uri="{FF2B5EF4-FFF2-40B4-BE49-F238E27FC236}">
                    <a16:creationId xmlns:a16="http://schemas.microsoft.com/office/drawing/2014/main" xmlns="" id="{2CB68AEF-CF03-4C25-8F41-16C3092C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4244" y="5905073"/>
                <a:ext cx="2505871" cy="54335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36216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1"/>
      <p:bldP spid="66" grpId="0" autoUpdateAnimBg="0"/>
      <p:bldP spid="159" grpId="0" animBg="1"/>
      <p:bldP spid="165" grpId="0" autoUpdateAnimBg="0"/>
      <p:bldP spid="166" grpId="0" autoUpdateAnimBg="0"/>
      <p:bldP spid="167" grpId="0" autoUpdateAnimBg="0"/>
      <p:bldP spid="168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66">
                <a:extLst>
                  <a:ext uri="{FF2B5EF4-FFF2-40B4-BE49-F238E27FC236}">
                    <a16:creationId xmlns:a16="http://schemas.microsoft.com/office/drawing/2014/main" id="{2CB68AEF-CF03-4C25-8F41-16C3092C7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6979" y="263932"/>
                <a:ext cx="2911633" cy="53687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Sup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𝑸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𝟐</m:t>
                          </m:r>
                        </m:sub>
                        <m:sup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𝒏</m:t>
                          </m:r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p>
                      </m:sSubSup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𝒏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" name="Text Box 66">
                <a:extLst>
                  <a:ext uri="{FF2B5EF4-FFF2-40B4-BE49-F238E27FC236}">
                    <a16:creationId xmlns:a16="http://schemas.microsoft.com/office/drawing/2014/main" xmlns="" id="{2CB68AEF-CF03-4C25-8F41-16C3092C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6979" y="263932"/>
                <a:ext cx="2911633" cy="53687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66">
                <a:extLst>
                  <a:ext uri="{FF2B5EF4-FFF2-40B4-BE49-F238E27FC236}">
                    <a16:creationId xmlns:a16="http://schemas.microsoft.com/office/drawing/2014/main" id="{2CB68AEF-CF03-4C25-8F41-16C3092C7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6979" y="911968"/>
                <a:ext cx="2505871" cy="543355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Sup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𝑸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𝒏</m:t>
                          </m:r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p>
                      </m:sSubSup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" name="Text Box 66">
                <a:extLst>
                  <a:ext uri="{FF2B5EF4-FFF2-40B4-BE49-F238E27FC236}">
                    <a16:creationId xmlns:a16="http://schemas.microsoft.com/office/drawing/2014/main" xmlns="" id="{2CB68AEF-CF03-4C25-8F41-16C3092C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6979" y="911968"/>
                <a:ext cx="2505871" cy="54335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66">
                <a:extLst>
                  <a:ext uri="{FF2B5EF4-FFF2-40B4-BE49-F238E27FC236}">
                    <a16:creationId xmlns:a16="http://schemas.microsoft.com/office/drawing/2014/main" id="{2CB68AEF-CF03-4C25-8F41-16C3092C7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6979" y="1566480"/>
                <a:ext cx="3559230" cy="54508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500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𝟎</m:t>
                          </m:r>
                        </m:sub>
                      </m:sSub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Sup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𝑸</m:t>
                          </m:r>
                        </m:e>
                        <m:sub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𝟎</m:t>
                          </m:r>
                        </m:sub>
                        <m:sup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𝒏</m:t>
                          </m:r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sup>
                      </m:sSubSup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𝒏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4" name="Text Box 66">
                <a:extLst>
                  <a:ext uri="{FF2B5EF4-FFF2-40B4-BE49-F238E27FC236}">
                    <a16:creationId xmlns:a16="http://schemas.microsoft.com/office/drawing/2014/main" xmlns="" id="{2CB68AEF-CF03-4C25-8F41-16C3092C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6979" y="1566480"/>
                <a:ext cx="3559230" cy="5450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66">
            <a:extLst>
              <a:ext uri="{FF2B5EF4-FFF2-40B4-BE49-F238E27FC236}">
                <a16:creationId xmlns:a16="http://schemas.microsoft.com/office/drawing/2014/main" id="{2CB68AEF-CF03-4C25-8F41-16C3092C7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77" y="2111567"/>
            <a:ext cx="1709738" cy="52540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电路图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448AF72B-31D7-4E00-8D93-DE4633BB1C73}"/>
              </a:ext>
            </a:extLst>
          </p:cNvPr>
          <p:cNvGrpSpPr>
            <a:grpSpLocks/>
          </p:cNvGrpSpPr>
          <p:nvPr/>
        </p:nvGrpSpPr>
        <p:grpSpPr bwMode="auto">
          <a:xfrm>
            <a:off x="906379" y="3124848"/>
            <a:ext cx="7006156" cy="2773455"/>
            <a:chOff x="854" y="2268"/>
            <a:chExt cx="3600" cy="1344"/>
          </a:xfrm>
        </p:grpSpPr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C3750E2D-0F34-4EB1-A856-7350919A9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6" y="2508"/>
              <a:ext cx="432" cy="62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Rectangle 16">
              <a:extLst>
                <a:ext uri="{FF2B5EF4-FFF2-40B4-BE49-F238E27FC236}">
                  <a16:creationId xmlns:a16="http://schemas.microsoft.com/office/drawing/2014/main" id="{043182C0-3C99-4AD1-B6FD-92BE52940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2508"/>
              <a:ext cx="432" cy="62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Rectangle 17">
              <a:extLst>
                <a:ext uri="{FF2B5EF4-FFF2-40B4-BE49-F238E27FC236}">
                  <a16:creationId xmlns:a16="http://schemas.microsoft.com/office/drawing/2014/main" id="{45AF8D08-A3EF-4322-AFC2-9B793999D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508"/>
              <a:ext cx="432" cy="62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Line 18">
              <a:extLst>
                <a:ext uri="{FF2B5EF4-FFF2-40B4-BE49-F238E27FC236}">
                  <a16:creationId xmlns:a16="http://schemas.microsoft.com/office/drawing/2014/main" id="{CE92CAE8-3407-4712-BEA0-1C6CF14CEE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8" y="2604"/>
              <a:ext cx="2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Line 19">
              <a:extLst>
                <a:ext uri="{FF2B5EF4-FFF2-40B4-BE49-F238E27FC236}">
                  <a16:creationId xmlns:a16="http://schemas.microsoft.com/office/drawing/2014/main" id="{76B63451-FB3D-4238-99CD-AA8118EC9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" y="2844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20">
              <a:extLst>
                <a:ext uri="{FF2B5EF4-FFF2-40B4-BE49-F238E27FC236}">
                  <a16:creationId xmlns:a16="http://schemas.microsoft.com/office/drawing/2014/main" id="{A9C64341-A43A-49CC-9F8B-29ED86E93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0" y="2844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21">
              <a:extLst>
                <a:ext uri="{FF2B5EF4-FFF2-40B4-BE49-F238E27FC236}">
                  <a16:creationId xmlns:a16="http://schemas.microsoft.com/office/drawing/2014/main" id="{8A72A4F4-DA1A-46C6-8582-ADA772054B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0" y="2844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22">
              <a:extLst>
                <a:ext uri="{FF2B5EF4-FFF2-40B4-BE49-F238E27FC236}">
                  <a16:creationId xmlns:a16="http://schemas.microsoft.com/office/drawing/2014/main" id="{971BEE28-09A5-4DB7-B57D-DFA2C73F6A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8" y="2604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23">
              <a:extLst>
                <a:ext uri="{FF2B5EF4-FFF2-40B4-BE49-F238E27FC236}">
                  <a16:creationId xmlns:a16="http://schemas.microsoft.com/office/drawing/2014/main" id="{DFD28A3E-BE69-4DCE-B8E5-BCA89B7D1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0" y="2604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24">
              <a:extLst>
                <a:ext uri="{FF2B5EF4-FFF2-40B4-BE49-F238E27FC236}">
                  <a16:creationId xmlns:a16="http://schemas.microsoft.com/office/drawing/2014/main" id="{E3F16BD8-E9FA-4762-895D-BFC6C6AC5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6" y="2604"/>
              <a:ext cx="52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25">
              <a:extLst>
                <a:ext uri="{FF2B5EF4-FFF2-40B4-BE49-F238E27FC236}">
                  <a16:creationId xmlns:a16="http://schemas.microsoft.com/office/drawing/2014/main" id="{90601912-6E0C-41FB-BD49-4B3C3CD6D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6" y="2604"/>
              <a:ext cx="1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26">
              <a:extLst>
                <a:ext uri="{FF2B5EF4-FFF2-40B4-BE49-F238E27FC236}">
                  <a16:creationId xmlns:a16="http://schemas.microsoft.com/office/drawing/2014/main" id="{932DF343-940C-4ABD-9D6D-B0963DFAED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1" y="3036"/>
              <a:ext cx="38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395EED83-5CF5-4FE3-84E7-B3CA0753F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4" y="3036"/>
              <a:ext cx="2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28">
              <a:extLst>
                <a:ext uri="{FF2B5EF4-FFF2-40B4-BE49-F238E27FC236}">
                  <a16:creationId xmlns:a16="http://schemas.microsoft.com/office/drawing/2014/main" id="{32D49FB1-A39A-48EE-ADAC-56950C1906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4" y="3324"/>
              <a:ext cx="24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29">
              <a:extLst>
                <a:ext uri="{FF2B5EF4-FFF2-40B4-BE49-F238E27FC236}">
                  <a16:creationId xmlns:a16="http://schemas.microsoft.com/office/drawing/2014/main" id="{9A8D7576-05C6-4EA1-9FD3-5398A3D68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" y="2844"/>
              <a:ext cx="0" cy="43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30">
              <a:extLst>
                <a:ext uri="{FF2B5EF4-FFF2-40B4-BE49-F238E27FC236}">
                  <a16:creationId xmlns:a16="http://schemas.microsoft.com/office/drawing/2014/main" id="{87B581A5-B31C-473D-9EEF-755B7DA6B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0" y="2844"/>
              <a:ext cx="0" cy="48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31">
              <a:extLst>
                <a:ext uri="{FF2B5EF4-FFF2-40B4-BE49-F238E27FC236}">
                  <a16:creationId xmlns:a16="http://schemas.microsoft.com/office/drawing/2014/main" id="{4EE65615-296B-4860-AAB2-8157F15C5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2" y="2268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32">
              <a:extLst>
                <a:ext uri="{FF2B5EF4-FFF2-40B4-BE49-F238E27FC236}">
                  <a16:creationId xmlns:a16="http://schemas.microsoft.com/office/drawing/2014/main" id="{36640819-FF87-47A3-AE84-1FD80F3D47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0" y="2364"/>
              <a:ext cx="0" cy="2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33">
              <a:extLst>
                <a:ext uri="{FF2B5EF4-FFF2-40B4-BE49-F238E27FC236}">
                  <a16:creationId xmlns:a16="http://schemas.microsoft.com/office/drawing/2014/main" id="{0F91C28C-4187-4DDC-81F2-F4953DE95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6" y="2364"/>
              <a:ext cx="0" cy="6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34">
              <a:extLst>
                <a:ext uri="{FF2B5EF4-FFF2-40B4-BE49-F238E27FC236}">
                  <a16:creationId xmlns:a16="http://schemas.microsoft.com/office/drawing/2014/main" id="{2F2AEC5E-25CB-4E16-9D6E-D56B207B5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0" y="2364"/>
              <a:ext cx="8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35">
              <a:extLst>
                <a:ext uri="{FF2B5EF4-FFF2-40B4-BE49-F238E27FC236}">
                  <a16:creationId xmlns:a16="http://schemas.microsoft.com/office/drawing/2014/main" id="{8BE1C9C0-5D0D-4D18-BAC9-375E113D5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" y="3036"/>
              <a:ext cx="1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36">
              <a:extLst>
                <a:ext uri="{FF2B5EF4-FFF2-40B4-BE49-F238E27FC236}">
                  <a16:creationId xmlns:a16="http://schemas.microsoft.com/office/drawing/2014/main" id="{51D55EDD-A71B-4D4C-AFE8-7C7A7E13D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2" y="2268"/>
              <a:ext cx="124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37">
              <a:extLst>
                <a:ext uri="{FF2B5EF4-FFF2-40B4-BE49-F238E27FC236}">
                  <a16:creationId xmlns:a16="http://schemas.microsoft.com/office/drawing/2014/main" id="{40FDC5E1-126A-4328-B145-76F8691A1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0" y="2268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38">
              <a:extLst>
                <a:ext uri="{FF2B5EF4-FFF2-40B4-BE49-F238E27FC236}">
                  <a16:creationId xmlns:a16="http://schemas.microsoft.com/office/drawing/2014/main" id="{079E54D5-C95A-4FF6-92F1-354BF6653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0" y="2844"/>
              <a:ext cx="0" cy="6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39">
              <a:extLst>
                <a:ext uri="{FF2B5EF4-FFF2-40B4-BE49-F238E27FC236}">
                  <a16:creationId xmlns:a16="http://schemas.microsoft.com/office/drawing/2014/main" id="{F6A07CE3-5B6D-4B5F-B3E9-E6A57B75D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0" y="2556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40">
              <a:extLst>
                <a:ext uri="{FF2B5EF4-FFF2-40B4-BE49-F238E27FC236}">
                  <a16:creationId xmlns:a16="http://schemas.microsoft.com/office/drawing/2014/main" id="{7C54C367-669A-4054-8695-4C61B30F9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4" y="3036"/>
              <a:ext cx="0" cy="5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Line 41">
              <a:extLst>
                <a:ext uri="{FF2B5EF4-FFF2-40B4-BE49-F238E27FC236}">
                  <a16:creationId xmlns:a16="http://schemas.microsoft.com/office/drawing/2014/main" id="{4E1F70DA-0D39-400F-B85A-C7C6C6110F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8" y="3468"/>
              <a:ext cx="115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Line 42">
              <a:extLst>
                <a:ext uri="{FF2B5EF4-FFF2-40B4-BE49-F238E27FC236}">
                  <a16:creationId xmlns:a16="http://schemas.microsoft.com/office/drawing/2014/main" id="{3A023D41-14D3-4EB0-9E58-C034DAD804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4" y="3612"/>
              <a:ext cx="31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43">
              <a:extLst>
                <a:ext uri="{FF2B5EF4-FFF2-40B4-BE49-F238E27FC236}">
                  <a16:creationId xmlns:a16="http://schemas.microsoft.com/office/drawing/2014/main" id="{4C064BCE-9140-48D5-861D-3A2D281F5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8" y="2604"/>
              <a:ext cx="0" cy="8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Line 44">
              <a:extLst>
                <a:ext uri="{FF2B5EF4-FFF2-40B4-BE49-F238E27FC236}">
                  <a16:creationId xmlns:a16="http://schemas.microsoft.com/office/drawing/2014/main" id="{5993F282-B406-4E89-A4B9-A282BFF933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4" y="2556"/>
              <a:ext cx="0" cy="10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Line 45">
              <a:extLst>
                <a:ext uri="{FF2B5EF4-FFF2-40B4-BE49-F238E27FC236}">
                  <a16:creationId xmlns:a16="http://schemas.microsoft.com/office/drawing/2014/main" id="{7DE4FF3A-9707-41BB-8E71-90A7BB0D8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4" y="2556"/>
              <a:ext cx="4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Oval 46">
              <a:extLst>
                <a:ext uri="{FF2B5EF4-FFF2-40B4-BE49-F238E27FC236}">
                  <a16:creationId xmlns:a16="http://schemas.microsoft.com/office/drawing/2014/main" id="{EF2A0C03-270A-4440-A6A9-EB3C4D50B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" y="3006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Oval 47">
              <a:extLst>
                <a:ext uri="{FF2B5EF4-FFF2-40B4-BE49-F238E27FC236}">
                  <a16:creationId xmlns:a16="http://schemas.microsoft.com/office/drawing/2014/main" id="{55CBBE07-5533-4997-82D2-7DB75498B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" y="3006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Oval 48">
              <a:extLst>
                <a:ext uri="{FF2B5EF4-FFF2-40B4-BE49-F238E27FC236}">
                  <a16:creationId xmlns:a16="http://schemas.microsoft.com/office/drawing/2014/main" id="{14E1B219-7013-4990-82F0-F8E18A6AE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9" y="3011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Oval 49">
              <a:extLst>
                <a:ext uri="{FF2B5EF4-FFF2-40B4-BE49-F238E27FC236}">
                  <a16:creationId xmlns:a16="http://schemas.microsoft.com/office/drawing/2014/main" id="{2FD074C4-0C67-4B0C-8420-03B70EB0C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7" y="3291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Oval 50">
              <a:extLst>
                <a:ext uri="{FF2B5EF4-FFF2-40B4-BE49-F238E27FC236}">
                  <a16:creationId xmlns:a16="http://schemas.microsoft.com/office/drawing/2014/main" id="{F31E0FED-4042-48C8-B9E9-DDA389A0B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7" y="3007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Rectangle 51">
              <a:extLst>
                <a:ext uri="{FF2B5EF4-FFF2-40B4-BE49-F238E27FC236}">
                  <a16:creationId xmlns:a16="http://schemas.microsoft.com/office/drawing/2014/main" id="{74B8B922-AB6E-4E2C-B05F-5EA412D82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3067"/>
              <a:ext cx="271" cy="194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</a:p>
          </p:txBody>
        </p:sp>
        <p:sp>
          <p:nvSpPr>
            <p:cNvPr id="44" name="Rectangle 52">
              <a:extLst>
                <a:ext uri="{FF2B5EF4-FFF2-40B4-BE49-F238E27FC236}">
                  <a16:creationId xmlns:a16="http://schemas.microsoft.com/office/drawing/2014/main" id="{41280B3F-AD62-44EC-AD56-C575F8324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4" y="2510"/>
              <a:ext cx="234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5" name="Rectangle 53">
              <a:extLst>
                <a:ext uri="{FF2B5EF4-FFF2-40B4-BE49-F238E27FC236}">
                  <a16:creationId xmlns:a16="http://schemas.microsoft.com/office/drawing/2014/main" id="{106CE8C6-B2B9-4683-A64D-5956AC696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491"/>
              <a:ext cx="234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6" name="Rectangle 54">
              <a:extLst>
                <a:ext uri="{FF2B5EF4-FFF2-40B4-BE49-F238E27FC236}">
                  <a16:creationId xmlns:a16="http://schemas.microsoft.com/office/drawing/2014/main" id="{DCE2B1B8-8235-4875-9DC8-26DC8878B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6" y="2491"/>
              <a:ext cx="234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47" name="Rectangle 55">
              <a:extLst>
                <a:ext uri="{FF2B5EF4-FFF2-40B4-BE49-F238E27FC236}">
                  <a16:creationId xmlns:a16="http://schemas.microsoft.com/office/drawing/2014/main" id="{42CAA7A3-57D8-41DB-9E35-A25EE48D7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0" y="2556"/>
              <a:ext cx="329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8" name="Rectangle 56">
              <a:extLst>
                <a:ext uri="{FF2B5EF4-FFF2-40B4-BE49-F238E27FC236}">
                  <a16:creationId xmlns:a16="http://schemas.microsoft.com/office/drawing/2014/main" id="{74902402-1748-4071-8EC8-B925F06D0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8" y="2556"/>
              <a:ext cx="329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9" name="Rectangle 57">
              <a:extLst>
                <a:ext uri="{FF2B5EF4-FFF2-40B4-BE49-F238E27FC236}">
                  <a16:creationId xmlns:a16="http://schemas.microsoft.com/office/drawing/2014/main" id="{5F8D935F-75E0-441C-9F0A-75C4CB584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8" y="2587"/>
              <a:ext cx="241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50" name="Rectangle 58">
              <a:extLst>
                <a:ext uri="{FF2B5EF4-FFF2-40B4-BE49-F238E27FC236}">
                  <a16:creationId xmlns:a16="http://schemas.microsoft.com/office/drawing/2014/main" id="{EF1E731A-37F7-4EB3-B464-EA0B656E6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0" y="3043"/>
              <a:ext cx="241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51" name="Line 59">
              <a:extLst>
                <a:ext uri="{FF2B5EF4-FFF2-40B4-BE49-F238E27FC236}">
                  <a16:creationId xmlns:a16="http://schemas.microsoft.com/office/drawing/2014/main" id="{6F5FB6F7-CC23-41B9-9BC3-A8F5747B6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" y="3084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Rectangle 60">
              <a:extLst>
                <a:ext uri="{FF2B5EF4-FFF2-40B4-BE49-F238E27FC236}">
                  <a16:creationId xmlns:a16="http://schemas.microsoft.com/office/drawing/2014/main" id="{AFEC0BDA-90ED-48BF-9DD5-87682E726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8" y="3043"/>
              <a:ext cx="241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3" name="Line 61">
              <a:extLst>
                <a:ext uri="{FF2B5EF4-FFF2-40B4-BE49-F238E27FC236}">
                  <a16:creationId xmlns:a16="http://schemas.microsoft.com/office/drawing/2014/main" id="{62C7EE37-6075-43F8-8A11-705D0EE8AD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4" y="3084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Rectangle 62">
              <a:extLst>
                <a:ext uri="{FF2B5EF4-FFF2-40B4-BE49-F238E27FC236}">
                  <a16:creationId xmlns:a16="http://schemas.microsoft.com/office/drawing/2014/main" id="{5CEE0FE3-B622-447E-A8FA-2E0D25FED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8" y="3060"/>
              <a:ext cx="241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55" name="Line 63">
              <a:extLst>
                <a:ext uri="{FF2B5EF4-FFF2-40B4-BE49-F238E27FC236}">
                  <a16:creationId xmlns:a16="http://schemas.microsoft.com/office/drawing/2014/main" id="{9D520309-CE25-4828-A68F-9E3078969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" y="3101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6" name="Group 64">
              <a:extLst>
                <a:ext uri="{FF2B5EF4-FFF2-40B4-BE49-F238E27FC236}">
                  <a16:creationId xmlns:a16="http://schemas.microsoft.com/office/drawing/2014/main" id="{6A24DB7B-1D6B-40E1-BF75-FDE110F668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6" y="2796"/>
              <a:ext cx="96" cy="96"/>
              <a:chOff x="1920" y="1920"/>
              <a:chExt cx="96" cy="96"/>
            </a:xfrm>
          </p:grpSpPr>
          <p:sp>
            <p:nvSpPr>
              <p:cNvPr id="66" name="Line 65">
                <a:extLst>
                  <a:ext uri="{FF2B5EF4-FFF2-40B4-BE49-F238E27FC236}">
                    <a16:creationId xmlns:a16="http://schemas.microsoft.com/office/drawing/2014/main" id="{F953B66A-AA7A-4C50-8046-EF3C29914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920"/>
                <a:ext cx="9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Line 66">
                <a:extLst>
                  <a:ext uri="{FF2B5EF4-FFF2-40B4-BE49-F238E27FC236}">
                    <a16:creationId xmlns:a16="http://schemas.microsoft.com/office/drawing/2014/main" id="{EAE5971F-75C6-4D42-AA07-07D98E1821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0" y="1968"/>
                <a:ext cx="9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7" name="Group 67">
              <a:extLst>
                <a:ext uri="{FF2B5EF4-FFF2-40B4-BE49-F238E27FC236}">
                  <a16:creationId xmlns:a16="http://schemas.microsoft.com/office/drawing/2014/main" id="{9F309336-5C2A-42A3-9BB1-3BF0BE64C0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4" y="2796"/>
              <a:ext cx="96" cy="96"/>
              <a:chOff x="1920" y="1920"/>
              <a:chExt cx="96" cy="96"/>
            </a:xfrm>
          </p:grpSpPr>
          <p:sp>
            <p:nvSpPr>
              <p:cNvPr id="64" name="Line 68">
                <a:extLst>
                  <a:ext uri="{FF2B5EF4-FFF2-40B4-BE49-F238E27FC236}">
                    <a16:creationId xmlns:a16="http://schemas.microsoft.com/office/drawing/2014/main" id="{7EB2C487-3E3D-4C12-A323-5C5914A8E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920"/>
                <a:ext cx="9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Line 69">
                <a:extLst>
                  <a:ext uri="{FF2B5EF4-FFF2-40B4-BE49-F238E27FC236}">
                    <a16:creationId xmlns:a16="http://schemas.microsoft.com/office/drawing/2014/main" id="{A16ED8E4-A0CB-4F11-90CC-E2863A695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0" y="1968"/>
                <a:ext cx="9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8" name="Group 70">
              <a:extLst>
                <a:ext uri="{FF2B5EF4-FFF2-40B4-BE49-F238E27FC236}">
                  <a16:creationId xmlns:a16="http://schemas.microsoft.com/office/drawing/2014/main" id="{DC111D88-10D1-4EDB-8312-0196F49F0A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4" y="2796"/>
              <a:ext cx="96" cy="96"/>
              <a:chOff x="1920" y="1920"/>
              <a:chExt cx="96" cy="96"/>
            </a:xfrm>
          </p:grpSpPr>
          <p:sp>
            <p:nvSpPr>
              <p:cNvPr id="62" name="Line 71">
                <a:extLst>
                  <a:ext uri="{FF2B5EF4-FFF2-40B4-BE49-F238E27FC236}">
                    <a16:creationId xmlns:a16="http://schemas.microsoft.com/office/drawing/2014/main" id="{086BCB77-50A5-453C-8251-A85191188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920"/>
                <a:ext cx="9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Line 72">
                <a:extLst>
                  <a:ext uri="{FF2B5EF4-FFF2-40B4-BE49-F238E27FC236}">
                    <a16:creationId xmlns:a16="http://schemas.microsoft.com/office/drawing/2014/main" id="{05AE6D27-125E-4BA7-924D-33B8C91B8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0" y="1968"/>
                <a:ext cx="9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9" name="Rectangle 73">
              <a:extLst>
                <a:ext uri="{FF2B5EF4-FFF2-40B4-BE49-F238E27FC236}">
                  <a16:creationId xmlns:a16="http://schemas.microsoft.com/office/drawing/2014/main" id="{2A4AC2D5-F369-4A9D-8852-06EFC28B1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" y="2700"/>
              <a:ext cx="436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0" name="Rectangle 74">
              <a:extLst>
                <a:ext uri="{FF2B5EF4-FFF2-40B4-BE49-F238E27FC236}">
                  <a16:creationId xmlns:a16="http://schemas.microsoft.com/office/drawing/2014/main" id="{75F467AC-9DB9-4397-BD0B-797A5B12D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4" y="2700"/>
              <a:ext cx="315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1" name="Rectangle 75">
              <a:extLst>
                <a:ext uri="{FF2B5EF4-FFF2-40B4-BE49-F238E27FC236}">
                  <a16:creationId xmlns:a16="http://schemas.microsoft.com/office/drawing/2014/main" id="{7EE1B965-6C18-4242-9BD7-1C3385B31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2" y="2700"/>
              <a:ext cx="315" cy="19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273578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7516" y="2515032"/>
            <a:ext cx="7043278" cy="695360"/>
          </a:xfrm>
        </p:spPr>
        <p:txBody>
          <a:bodyPr/>
          <a:lstStyle/>
          <a:p>
            <a:pPr algn="ctr"/>
            <a:r>
              <a:rPr lang="en-US" altLang="zh-CN" dirty="0"/>
              <a:t>THE END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0857"/>
      </p:ext>
    </p:extLst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定义 1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l">
          <a:spcBef>
            <a:spcPct val="50000"/>
          </a:spcBef>
          <a:defRPr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>
        <a:spAutoFit/>
      </a:bodyPr>
      <a:lstStyle>
        <a:defPPr algn="l" eaLnBrk="1" hangingPunct="1">
          <a:spcBef>
            <a:spcPct val="50000"/>
          </a:spcBef>
          <a:buClrTx/>
          <a:buSzTx/>
          <a:buFontTx/>
          <a:buNone/>
          <a:defRPr sz="2800">
            <a:latin typeface="Times New Roman" panose="02020603050405020304" pitchFamily="18" charset="0"/>
          </a:defRPr>
        </a:defPPr>
      </a:lstStyle>
    </a:tx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yf-模板-修正.potx" id="{3538C428-B49C-473F-AB27-13FA343A1EE5}" vid="{18793B77-7923-4AB2-B48D-2BD469ABE479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myf-模板-修正</Template>
  <TotalTime>6013</TotalTime>
  <Words>3892</Words>
  <Application>Microsoft Office PowerPoint</Application>
  <PresentationFormat>全屏显示(4:3)</PresentationFormat>
  <Paragraphs>1472</Paragraphs>
  <Slides>48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8" baseType="lpstr">
      <vt:lpstr>黑体</vt:lpstr>
      <vt:lpstr>宋体</vt:lpstr>
      <vt:lpstr>Arial</vt:lpstr>
      <vt:lpstr>Calibri</vt:lpstr>
      <vt:lpstr>Cambria Math</vt:lpstr>
      <vt:lpstr>Georgia</vt:lpstr>
      <vt:lpstr>Tahoma</vt:lpstr>
      <vt:lpstr>Times New Roman</vt:lpstr>
      <vt:lpstr>Wingdings</vt:lpstr>
      <vt:lpstr>Blends</vt:lpstr>
      <vt:lpstr>第七部分：时序逻辑电路</vt:lpstr>
      <vt:lpstr>§7.1 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§7.2 时序逻辑电路分析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§7.3 时序逻辑电路的设计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数据校验码</dc:title>
  <dc:creator>马 耀飞</dc:creator>
  <cp:lastModifiedBy>Dong Xu</cp:lastModifiedBy>
  <cp:revision>305</cp:revision>
  <dcterms:created xsi:type="dcterms:W3CDTF">2018-11-12T01:10:37Z</dcterms:created>
  <dcterms:modified xsi:type="dcterms:W3CDTF">2019-11-27T02:28:47Z</dcterms:modified>
</cp:coreProperties>
</file>