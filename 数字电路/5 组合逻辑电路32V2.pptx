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62" r:id="rId1"/>
    <p:sldMasterId id="2147483786" r:id="rId2"/>
    <p:sldMasterId id="2147483801" r:id="rId3"/>
  </p:sldMasterIdLst>
  <p:notesMasterIdLst>
    <p:notesMasterId r:id="rId118"/>
  </p:notesMasterIdLst>
  <p:sldIdLst>
    <p:sldId id="381" r:id="rId4"/>
    <p:sldId id="462" r:id="rId5"/>
    <p:sldId id="463" r:id="rId6"/>
    <p:sldId id="464" r:id="rId7"/>
    <p:sldId id="465" r:id="rId8"/>
    <p:sldId id="466" r:id="rId9"/>
    <p:sldId id="467" r:id="rId10"/>
    <p:sldId id="468" r:id="rId11"/>
    <p:sldId id="469" r:id="rId12"/>
    <p:sldId id="470" r:id="rId13"/>
    <p:sldId id="471" r:id="rId14"/>
    <p:sldId id="472" r:id="rId15"/>
    <p:sldId id="473" r:id="rId16"/>
    <p:sldId id="606" r:id="rId17"/>
    <p:sldId id="607" r:id="rId18"/>
    <p:sldId id="608" r:id="rId19"/>
    <p:sldId id="609" r:id="rId20"/>
    <p:sldId id="610" r:id="rId21"/>
    <p:sldId id="611" r:id="rId22"/>
    <p:sldId id="612" r:id="rId23"/>
    <p:sldId id="613" r:id="rId24"/>
    <p:sldId id="614" r:id="rId25"/>
    <p:sldId id="615" r:id="rId26"/>
    <p:sldId id="616" r:id="rId27"/>
    <p:sldId id="617" r:id="rId28"/>
    <p:sldId id="618" r:id="rId29"/>
    <p:sldId id="619" r:id="rId30"/>
    <p:sldId id="620" r:id="rId31"/>
    <p:sldId id="621" r:id="rId32"/>
    <p:sldId id="622" r:id="rId33"/>
    <p:sldId id="623" r:id="rId34"/>
    <p:sldId id="624" r:id="rId35"/>
    <p:sldId id="625" r:id="rId36"/>
    <p:sldId id="626" r:id="rId37"/>
    <p:sldId id="627" r:id="rId38"/>
    <p:sldId id="628" r:id="rId39"/>
    <p:sldId id="629" r:id="rId40"/>
    <p:sldId id="630" r:id="rId41"/>
    <p:sldId id="631" r:id="rId42"/>
    <p:sldId id="632" r:id="rId43"/>
    <p:sldId id="633" r:id="rId44"/>
    <p:sldId id="634" r:id="rId45"/>
    <p:sldId id="635" r:id="rId46"/>
    <p:sldId id="655" r:id="rId47"/>
    <p:sldId id="656" r:id="rId48"/>
    <p:sldId id="657" r:id="rId49"/>
    <p:sldId id="658" r:id="rId50"/>
    <p:sldId id="659" r:id="rId51"/>
    <p:sldId id="660" r:id="rId52"/>
    <p:sldId id="661" r:id="rId53"/>
    <p:sldId id="662" r:id="rId54"/>
    <p:sldId id="663" r:id="rId55"/>
    <p:sldId id="665" r:id="rId56"/>
    <p:sldId id="536" r:id="rId57"/>
    <p:sldId id="540" r:id="rId58"/>
    <p:sldId id="537" r:id="rId59"/>
    <p:sldId id="538" r:id="rId60"/>
    <p:sldId id="539" r:id="rId61"/>
    <p:sldId id="541" r:id="rId62"/>
    <p:sldId id="542" r:id="rId63"/>
    <p:sldId id="543" r:id="rId64"/>
    <p:sldId id="544" r:id="rId65"/>
    <p:sldId id="545" r:id="rId66"/>
    <p:sldId id="546" r:id="rId67"/>
    <p:sldId id="547" r:id="rId68"/>
    <p:sldId id="548" r:id="rId69"/>
    <p:sldId id="549" r:id="rId70"/>
    <p:sldId id="550" r:id="rId71"/>
    <p:sldId id="475" r:id="rId72"/>
    <p:sldId id="476" r:id="rId73"/>
    <p:sldId id="477" r:id="rId74"/>
    <p:sldId id="478" r:id="rId75"/>
    <p:sldId id="479" r:id="rId76"/>
    <p:sldId id="480" r:id="rId77"/>
    <p:sldId id="481" r:id="rId78"/>
    <p:sldId id="482" r:id="rId79"/>
    <p:sldId id="483" r:id="rId80"/>
    <p:sldId id="568" r:id="rId81"/>
    <p:sldId id="569" r:id="rId82"/>
    <p:sldId id="570" r:id="rId83"/>
    <p:sldId id="571" r:id="rId84"/>
    <p:sldId id="572" r:id="rId85"/>
    <p:sldId id="573" r:id="rId86"/>
    <p:sldId id="574" r:id="rId87"/>
    <p:sldId id="575" r:id="rId88"/>
    <p:sldId id="576" r:id="rId89"/>
    <p:sldId id="577" r:id="rId90"/>
    <p:sldId id="526" r:id="rId91"/>
    <p:sldId id="527" r:id="rId92"/>
    <p:sldId id="291" r:id="rId93"/>
    <p:sldId id="305" r:id="rId94"/>
    <p:sldId id="528" r:id="rId95"/>
    <p:sldId id="529" r:id="rId96"/>
    <p:sldId id="530" r:id="rId97"/>
    <p:sldId id="531" r:id="rId98"/>
    <p:sldId id="532" r:id="rId99"/>
    <p:sldId id="533" r:id="rId100"/>
    <p:sldId id="534" r:id="rId101"/>
    <p:sldId id="535" r:id="rId102"/>
    <p:sldId id="551" r:id="rId103"/>
    <p:sldId id="552" r:id="rId104"/>
    <p:sldId id="553" r:id="rId105"/>
    <p:sldId id="554" r:id="rId106"/>
    <p:sldId id="555" r:id="rId107"/>
    <p:sldId id="557" r:id="rId108"/>
    <p:sldId id="558" r:id="rId109"/>
    <p:sldId id="559" r:id="rId110"/>
    <p:sldId id="562" r:id="rId111"/>
    <p:sldId id="563" r:id="rId112"/>
    <p:sldId id="564" r:id="rId113"/>
    <p:sldId id="565" r:id="rId114"/>
    <p:sldId id="566" r:id="rId115"/>
    <p:sldId id="567" r:id="rId116"/>
    <p:sldId id="461" r:id="rId117"/>
  </p:sldIdLst>
  <p:sldSz cx="9144000" cy="6858000" type="screen4x3"/>
  <p:notesSz cx="6858000" cy="9144000"/>
  <p:defaultTextStyle>
    <a:defPPr>
      <a:defRPr lang="zh-CN"/>
    </a:defPPr>
    <a:lvl1pPr algn="l" rtl="0" eaLnBrk="0" fontAlgn="base" hangingPunct="0">
      <a:spcBef>
        <a:spcPct val="0"/>
      </a:spcBef>
      <a:spcAft>
        <a:spcPct val="0"/>
      </a:spcAft>
      <a:defRPr kumimoji="1" sz="2800" b="1" kern="1200">
        <a:solidFill>
          <a:schemeClr val="bg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sz="2800" b="1" kern="1200">
        <a:solidFill>
          <a:schemeClr val="bg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sz="2800" b="1" kern="1200">
        <a:solidFill>
          <a:schemeClr val="bg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sz="2800" b="1" kern="1200">
        <a:solidFill>
          <a:schemeClr val="bg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sz="2800" b="1" kern="1200">
        <a:solidFill>
          <a:schemeClr val="bg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umimoji="1" sz="2800" b="1" kern="1200">
        <a:solidFill>
          <a:schemeClr val="bg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umimoji="1" sz="2800" b="1" kern="1200">
        <a:solidFill>
          <a:schemeClr val="bg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umimoji="1" sz="2800" b="1" kern="1200">
        <a:solidFill>
          <a:schemeClr val="bg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umimoji="1" sz="2800" b="1" kern="1200">
        <a:solidFill>
          <a:schemeClr val="bg1"/>
        </a:solidFill>
        <a:latin typeface="Tahoma" panose="020B060403050404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1F08F8"/>
    <a:srgbClr val="0070C0"/>
    <a:srgbClr val="9090F4"/>
    <a:srgbClr val="65A9D9"/>
    <a:srgbClr val="FFFFFF"/>
    <a:srgbClr val="FF33CC"/>
    <a:srgbClr val="FFFF00"/>
    <a:srgbClr val="F6F000"/>
    <a:srgbClr val="CC9900"/>
    <a:srgbClr val="FFFF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63" autoAdjust="0"/>
    <p:restoredTop sz="89307" autoAdjust="0"/>
  </p:normalViewPr>
  <p:slideViewPr>
    <p:cSldViewPr snapToGrid="0">
      <p:cViewPr varScale="1">
        <p:scale>
          <a:sx n="76" d="100"/>
          <a:sy n="76" d="100"/>
        </p:scale>
        <p:origin x="1670" y="67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  <p:sldLst>
      <p:sld r:id="rId1" collapse="1"/>
      <p:sld r:id="rId2" collapse="1"/>
    </p:sldLst>
  </p:outlin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84" Type="http://schemas.openxmlformats.org/officeDocument/2006/relationships/slide" Target="slides/slide81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6" Type="http://schemas.openxmlformats.org/officeDocument/2006/relationships/slide" Target="slides/slide13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13" Type="http://schemas.openxmlformats.org/officeDocument/2006/relationships/slide" Target="slides/slide110.xml"/><Relationship Id="rId118" Type="http://schemas.openxmlformats.org/officeDocument/2006/relationships/notesMaster" Target="notesMasters/notesMaster1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slide" Target="slides/slide64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16" Type="http://schemas.openxmlformats.org/officeDocument/2006/relationships/slide" Target="slides/slide113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11" Type="http://schemas.openxmlformats.org/officeDocument/2006/relationships/slide" Target="slides/slide10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14" Type="http://schemas.openxmlformats.org/officeDocument/2006/relationships/slide" Target="slides/slide111.xml"/><Relationship Id="rId119" Type="http://schemas.openxmlformats.org/officeDocument/2006/relationships/presProps" Target="presProps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tableStyles" Target="tableStyle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viewProps" Target="viewProps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/Relationships>
</file>

<file path=ppt/_rels/viewProps.xml.rels><?xml version="1.0" encoding="UTF-8" standalone="yes"?>
<Relationships xmlns="http://schemas.openxmlformats.org/package/2006/relationships"><Relationship Id="rId2" Type="http://schemas.openxmlformats.org/officeDocument/2006/relationships/slide" Target="slides/slide91.xml"/><Relationship Id="rId1" Type="http://schemas.openxmlformats.org/officeDocument/2006/relationships/slide" Target="slides/slide90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.png"/></Relationships>
</file>

<file path=ppt/drawings/_rels/vmlDrawing3.v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image" Target="../media/image8.png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10.png"/></Relationships>
</file>

<file path=ppt/drawings/_rels/vmlDrawing5.v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image" Target="../media/image11.png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13.png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.png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5.png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.png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png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1.png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7.png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8.png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png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30.png"/></Relationships>
</file>

<file path=ppt/drawings/_rels/vmlDrawing16.vml.rels><?xml version="1.0" encoding="UTF-8" standalone="yes"?>
<Relationships xmlns="http://schemas.openxmlformats.org/package/2006/relationships"><Relationship Id="rId8" Type="http://schemas.openxmlformats.org/officeDocument/2006/relationships/image" Target="../media/image38.emf"/><Relationship Id="rId3" Type="http://schemas.openxmlformats.org/officeDocument/2006/relationships/image" Target="../media/image33.emf"/><Relationship Id="rId7" Type="http://schemas.openxmlformats.org/officeDocument/2006/relationships/image" Target="../media/image37.emf"/><Relationship Id="rId2" Type="http://schemas.openxmlformats.org/officeDocument/2006/relationships/image" Target="../media/image32.emf"/><Relationship Id="rId1" Type="http://schemas.openxmlformats.org/officeDocument/2006/relationships/image" Target="../media/image31.emf"/><Relationship Id="rId6" Type="http://schemas.openxmlformats.org/officeDocument/2006/relationships/image" Target="../media/image36.emf"/><Relationship Id="rId5" Type="http://schemas.openxmlformats.org/officeDocument/2006/relationships/image" Target="../media/image35.emf"/><Relationship Id="rId4" Type="http://schemas.openxmlformats.org/officeDocument/2006/relationships/image" Target="../media/image34.e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39.wmf"/></Relationships>
</file>

<file path=ppt/drawings/_rels/vmlDrawing18.vml.rels><?xml version="1.0" encoding="UTF-8" standalone="yes"?>
<Relationships xmlns="http://schemas.openxmlformats.org/package/2006/relationships"><Relationship Id="rId3" Type="http://schemas.openxmlformats.org/officeDocument/2006/relationships/image" Target="../media/image51.wmf"/><Relationship Id="rId2" Type="http://schemas.openxmlformats.org/officeDocument/2006/relationships/image" Target="../media/image50.wmf"/><Relationship Id="rId1" Type="http://schemas.openxmlformats.org/officeDocument/2006/relationships/image" Target="../media/image49.emf"/><Relationship Id="rId6" Type="http://schemas.openxmlformats.org/officeDocument/2006/relationships/image" Target="../media/image54.wmf"/><Relationship Id="rId5" Type="http://schemas.openxmlformats.org/officeDocument/2006/relationships/image" Target="../media/image53.wmf"/><Relationship Id="rId4" Type="http://schemas.openxmlformats.org/officeDocument/2006/relationships/image" Target="../media/image52.w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56.emf"/></Relationships>
</file>

<file path=ppt/drawings/_rels/vmlDrawing20.v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image" Target="../media/image62.png"/><Relationship Id="rId4" Type="http://schemas.openxmlformats.org/officeDocument/2006/relationships/image" Target="../media/image65.png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>
            <a:extLst>
              <a:ext uri="{FF2B5EF4-FFF2-40B4-BE49-F238E27FC236}">
                <a16:creationId xmlns:a16="http://schemas.microsoft.com/office/drawing/2014/main" id="{F3D59459-3A90-4E50-935D-8A047B3B10A4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49576579-CAA5-408C-8B0E-042381D41ADE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>
              <a:defRPr/>
            </a:pPr>
            <a:fld id="{CAF0DD12-6D0B-434E-AEAE-27A0808CBFDE}" type="datetimeFigureOut">
              <a:rPr lang="zh-CN" altLang="en-US"/>
              <a:pPr>
                <a:defRPr/>
              </a:pPr>
              <a:t>2019/10/29</a:t>
            </a:fld>
            <a:endParaRPr lang="zh-CN" altLang="en-US"/>
          </a:p>
        </p:txBody>
      </p:sp>
      <p:sp>
        <p:nvSpPr>
          <p:cNvPr id="4" name="幻灯片图像占位符 3">
            <a:extLst>
              <a:ext uri="{FF2B5EF4-FFF2-40B4-BE49-F238E27FC236}">
                <a16:creationId xmlns:a16="http://schemas.microsoft.com/office/drawing/2014/main" id="{B228F404-B07E-4F48-B153-584E72C0D1F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zh-CN" altLang="en-US" noProof="0"/>
          </a:p>
        </p:txBody>
      </p:sp>
      <p:sp>
        <p:nvSpPr>
          <p:cNvPr id="5" name="备注占位符 4">
            <a:extLst>
              <a:ext uri="{FF2B5EF4-FFF2-40B4-BE49-F238E27FC236}">
                <a16:creationId xmlns:a16="http://schemas.microsoft.com/office/drawing/2014/main" id="{0201B93C-7BC2-434C-968A-AAA6D646C62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noProof="0"/>
              <a:t>单击此处编辑母版文本样式</a:t>
            </a:r>
          </a:p>
          <a:p>
            <a:pPr lvl="1"/>
            <a:r>
              <a:rPr lang="zh-CN" altLang="en-US" noProof="0"/>
              <a:t>第二级</a:t>
            </a:r>
          </a:p>
          <a:p>
            <a:pPr lvl="2"/>
            <a:r>
              <a:rPr lang="zh-CN" altLang="en-US" noProof="0"/>
              <a:t>第三级</a:t>
            </a:r>
          </a:p>
          <a:p>
            <a:pPr lvl="3"/>
            <a:r>
              <a:rPr lang="zh-CN" altLang="en-US" noProof="0"/>
              <a:t>第四级</a:t>
            </a:r>
          </a:p>
          <a:p>
            <a:pPr lvl="4"/>
            <a:r>
              <a:rPr lang="zh-CN" altLang="en-US" noProof="0"/>
              <a:t>第五级</a:t>
            </a: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596A6D66-E3AC-4DFF-9499-3E7591069F6D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1B73A8B5-1BE7-4E34-8BB4-5D8175BB7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>
              <a:defRPr/>
            </a:pPr>
            <a:fld id="{0B33CE97-CE35-493D-9476-D12D3F712BC5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86517622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幻灯片图像占位符 1">
            <a:extLst>
              <a:ext uri="{FF2B5EF4-FFF2-40B4-BE49-F238E27FC236}">
                <a16:creationId xmlns:a16="http://schemas.microsoft.com/office/drawing/2014/main" id="{2A7CA4F0-66F0-4645-9734-470D9BA4428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13667" name="备注占位符 2">
            <a:extLst>
              <a:ext uri="{FF2B5EF4-FFF2-40B4-BE49-F238E27FC236}">
                <a16:creationId xmlns:a16="http://schemas.microsoft.com/office/drawing/2014/main" id="{6ADBE609-48F9-4CF9-B73C-A1BED83D1C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r>
              <a:rPr lang="zh-CN" altLang="en-US"/>
              <a:t>画出卡诺图化简</a:t>
            </a:r>
          </a:p>
        </p:txBody>
      </p:sp>
      <p:sp>
        <p:nvSpPr>
          <p:cNvPr id="113668" name="灯片编号占位符 3">
            <a:extLst>
              <a:ext uri="{FF2B5EF4-FFF2-40B4-BE49-F238E27FC236}">
                <a16:creationId xmlns:a16="http://schemas.microsoft.com/office/drawing/2014/main" id="{9278FB3C-FEEF-4263-A40F-F9CC572EC4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9B4EBF7-DEA7-413D-B8A0-5EE6D1195B80}" type="slidenum">
              <a:rPr kumimoji="1" lang="en-US" altLang="zh-CN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1" lang="en-US" altLang="zh-CN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999059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幻灯片图像占位符 1">
            <a:extLst>
              <a:ext uri="{FF2B5EF4-FFF2-40B4-BE49-F238E27FC236}">
                <a16:creationId xmlns:a16="http://schemas.microsoft.com/office/drawing/2014/main" id="{AF655E88-B804-4CD7-9FC1-E8D39CF63BF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14691" name="备注占位符 2">
            <a:extLst>
              <a:ext uri="{FF2B5EF4-FFF2-40B4-BE49-F238E27FC236}">
                <a16:creationId xmlns:a16="http://schemas.microsoft.com/office/drawing/2014/main" id="{7730D78C-5874-4167-83C8-57975D555BF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endParaRPr lang="zh-CN" altLang="en-US"/>
          </a:p>
        </p:txBody>
      </p:sp>
      <p:sp>
        <p:nvSpPr>
          <p:cNvPr id="114692" name="灯片编号占位符 3">
            <a:extLst>
              <a:ext uri="{FF2B5EF4-FFF2-40B4-BE49-F238E27FC236}">
                <a16:creationId xmlns:a16="http://schemas.microsoft.com/office/drawing/2014/main" id="{78F21C89-CC7A-441E-AE6D-E8C2DBA401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CEFCFB7-EFDD-4EFB-AC5F-3FE9A805A36E}" type="slidenum">
              <a:rPr kumimoji="1" lang="en-US" altLang="zh-CN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1" lang="en-US" altLang="zh-CN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924574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用异或门实现？</a:t>
            </a:r>
            <a:endParaRPr lang="en-US" altLang="zh-CN" dirty="0"/>
          </a:p>
          <a:p>
            <a:r>
              <a:rPr lang="zh-CN" altLang="en-US" dirty="0"/>
              <a:t>功能：楼道灯控制；一位全加器的和，一位全减器的差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3060076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2179626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变量译码器：可能不是</a:t>
            </a:r>
            <a:r>
              <a:rPr lang="en-US" altLang="zh-CN" dirty="0"/>
              <a:t>2n</a:t>
            </a:r>
            <a:r>
              <a:rPr lang="zh-CN" altLang="en-US" dirty="0"/>
              <a:t>次方出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271885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24568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A B </a:t>
            </a:r>
            <a:r>
              <a:rPr lang="zh-CN" altLang="en-US" dirty="0"/>
              <a:t>变化，各个输出</a:t>
            </a:r>
            <a:r>
              <a:rPr lang="en-US" altLang="zh-CN" dirty="0"/>
              <a:t>Y</a:t>
            </a:r>
            <a:r>
              <a:rPr lang="zh-CN" altLang="en-US" dirty="0"/>
              <a:t>的延时情况分析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013577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幻灯片图像占位符 1">
            <a:extLst>
              <a:ext uri="{FF2B5EF4-FFF2-40B4-BE49-F238E27FC236}">
                <a16:creationId xmlns:a16="http://schemas.microsoft.com/office/drawing/2014/main" id="{DB9FFE7C-23E5-410E-8666-E3A9D9FE444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17763" name="备注占位符 2">
            <a:extLst>
              <a:ext uri="{FF2B5EF4-FFF2-40B4-BE49-F238E27FC236}">
                <a16:creationId xmlns:a16="http://schemas.microsoft.com/office/drawing/2014/main" id="{5E9E5D27-68BD-42BB-9F5E-22D9B37E3E8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r>
              <a:rPr lang="zh-CN" altLang="en-US" sz="2400" dirty="0">
                <a:solidFill>
                  <a:srgbClr val="FF0000"/>
                </a:solidFill>
              </a:rPr>
              <a:t>输出是最小项的反！！！</a:t>
            </a:r>
            <a:endParaRPr lang="en-US" altLang="zh-CN" sz="2400">
              <a:solidFill>
                <a:srgbClr val="FF0000"/>
              </a:solidFill>
            </a:endParaRPr>
          </a:p>
          <a:p>
            <a:r>
              <a:rPr lang="zh-CN" altLang="en-US"/>
              <a:t>使</a:t>
            </a:r>
            <a:r>
              <a:rPr lang="zh-CN" altLang="en-US" dirty="0"/>
              <a:t>能无效时，输出全为</a:t>
            </a:r>
            <a:r>
              <a:rPr lang="en-US" altLang="zh-CN" dirty="0"/>
              <a:t>1.</a:t>
            </a:r>
            <a:endParaRPr lang="zh-CN" altLang="en-US" dirty="0"/>
          </a:p>
        </p:txBody>
      </p:sp>
      <p:sp>
        <p:nvSpPr>
          <p:cNvPr id="117764" name="灯片编号占位符 3">
            <a:extLst>
              <a:ext uri="{FF2B5EF4-FFF2-40B4-BE49-F238E27FC236}">
                <a16:creationId xmlns:a16="http://schemas.microsoft.com/office/drawing/2014/main" id="{71C0B5B6-CACD-4EDC-81D4-A2C057C05A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38DB823-ED6F-4CC4-BD3B-4C81549AF17E}" type="slidenum">
              <a:rPr kumimoji="1" lang="en-US" altLang="zh-CN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en-US" altLang="zh-CN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531746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幻灯片图像占位符 1">
            <a:extLst>
              <a:ext uri="{FF2B5EF4-FFF2-40B4-BE49-F238E27FC236}">
                <a16:creationId xmlns:a16="http://schemas.microsoft.com/office/drawing/2014/main" id="{A46DA910-A744-4132-B801-9ACBDD99DA4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18787" name="备注占位符 2">
            <a:extLst>
              <a:ext uri="{FF2B5EF4-FFF2-40B4-BE49-F238E27FC236}">
                <a16:creationId xmlns:a16="http://schemas.microsoft.com/office/drawing/2014/main" id="{F8B8D702-52D8-46AA-8E6F-6BDE0DA511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r>
              <a:rPr lang="en-US" altLang="zh-CN" dirty="0"/>
              <a:t>Y1=A</a:t>
            </a:r>
            <a:r>
              <a:rPr lang="zh-CN" altLang="en-US" dirty="0"/>
              <a:t>‘</a:t>
            </a:r>
            <a:r>
              <a:rPr lang="en-US" altLang="zh-CN" dirty="0"/>
              <a:t>B</a:t>
            </a:r>
            <a:r>
              <a:rPr lang="zh-CN" altLang="en-US" dirty="0"/>
              <a:t>；</a:t>
            </a:r>
            <a:r>
              <a:rPr lang="en-US" altLang="zh-CN" dirty="0"/>
              <a:t>Y0=A</a:t>
            </a:r>
            <a:r>
              <a:rPr lang="zh-CN" altLang="en-US" dirty="0"/>
              <a:t>’</a:t>
            </a:r>
            <a:r>
              <a:rPr lang="en-US" altLang="zh-CN" dirty="0"/>
              <a:t>B</a:t>
            </a:r>
            <a:r>
              <a:rPr lang="zh-CN" altLang="en-US" dirty="0"/>
              <a:t>‘；</a:t>
            </a:r>
            <a:r>
              <a:rPr lang="en-US" altLang="zh-CN" dirty="0"/>
              <a:t>Y3=AB</a:t>
            </a:r>
          </a:p>
          <a:p>
            <a:r>
              <a:rPr lang="zh-CN" altLang="en-US" dirty="0"/>
              <a:t>输入有</a:t>
            </a:r>
            <a:r>
              <a:rPr lang="en-US" altLang="zh-CN" dirty="0"/>
              <a:t>0</a:t>
            </a:r>
            <a:r>
              <a:rPr lang="zh-CN" altLang="en-US" dirty="0"/>
              <a:t>，全</a:t>
            </a:r>
            <a:r>
              <a:rPr lang="en-US" altLang="zh-CN" dirty="0"/>
              <a:t>1</a:t>
            </a:r>
            <a:r>
              <a:rPr lang="zh-CN" altLang="en-US" dirty="0"/>
              <a:t>，会影响与非门的输出</a:t>
            </a:r>
            <a:endParaRPr lang="en-US" altLang="zh-CN" dirty="0"/>
          </a:p>
        </p:txBody>
      </p:sp>
      <p:sp>
        <p:nvSpPr>
          <p:cNvPr id="118788" name="灯片编号占位符 3">
            <a:extLst>
              <a:ext uri="{FF2B5EF4-FFF2-40B4-BE49-F238E27FC236}">
                <a16:creationId xmlns:a16="http://schemas.microsoft.com/office/drawing/2014/main" id="{755AB40D-28F5-4147-939B-01FC9016C94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48D4C29-A0A9-49D4-AD1C-F3B4479D10E6}" type="slidenum">
              <a:rPr kumimoji="1" lang="en-US" altLang="zh-CN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1" lang="en-US" altLang="zh-CN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24341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幻灯片图像占位符 1">
            <a:extLst>
              <a:ext uri="{FF2B5EF4-FFF2-40B4-BE49-F238E27FC236}">
                <a16:creationId xmlns:a16="http://schemas.microsoft.com/office/drawing/2014/main" id="{E27CB1BC-430A-44A4-A607-927D58E931B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19811" name="备注占位符 2">
            <a:extLst>
              <a:ext uri="{FF2B5EF4-FFF2-40B4-BE49-F238E27FC236}">
                <a16:creationId xmlns:a16="http://schemas.microsoft.com/office/drawing/2014/main" id="{8EFC2E47-895E-4D3A-BC90-B70BF4D43F1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r>
              <a:rPr lang="en-US" altLang="zh-CN"/>
              <a:t>E</a:t>
            </a:r>
            <a:r>
              <a:rPr lang="zh-CN" altLang="en-US"/>
              <a:t>的延时</a:t>
            </a:r>
            <a:r>
              <a:rPr lang="en-US" altLang="zh-CN"/>
              <a:t>2</a:t>
            </a:r>
            <a:r>
              <a:rPr lang="zh-CN" altLang="en-US"/>
              <a:t>级，</a:t>
            </a:r>
            <a:r>
              <a:rPr lang="en-US" altLang="zh-CN"/>
              <a:t>Y</a:t>
            </a:r>
            <a:r>
              <a:rPr lang="zh-CN" altLang="en-US"/>
              <a:t>的延时最快</a:t>
            </a:r>
            <a:r>
              <a:rPr lang="en-US" altLang="zh-CN"/>
              <a:t>2</a:t>
            </a:r>
            <a:r>
              <a:rPr lang="zh-CN" altLang="en-US"/>
              <a:t>级，可以和</a:t>
            </a:r>
            <a:r>
              <a:rPr lang="en-US" altLang="zh-CN"/>
              <a:t>A</a:t>
            </a:r>
            <a:r>
              <a:rPr lang="zh-CN" altLang="en-US"/>
              <a:t>的变化同时来。</a:t>
            </a:r>
            <a:endParaRPr lang="en-US" altLang="zh-CN"/>
          </a:p>
          <a:p>
            <a:r>
              <a:rPr lang="zh-CN" altLang="en-US"/>
              <a:t>保持时间：：</a:t>
            </a:r>
            <a:r>
              <a:rPr lang="en-US" altLang="zh-CN"/>
              <a:t>Y</a:t>
            </a:r>
            <a:r>
              <a:rPr lang="zh-CN" altLang="en-US"/>
              <a:t>可能</a:t>
            </a:r>
            <a:r>
              <a:rPr lang="en-US" altLang="zh-CN"/>
              <a:t>3</a:t>
            </a:r>
            <a:r>
              <a:rPr lang="zh-CN" altLang="en-US"/>
              <a:t>级，所以</a:t>
            </a:r>
            <a:r>
              <a:rPr lang="en-US" altLang="zh-CN"/>
              <a:t>ThE</a:t>
            </a:r>
            <a:r>
              <a:rPr lang="zh-CN" altLang="en-US"/>
              <a:t>大于</a:t>
            </a:r>
            <a:r>
              <a:rPr lang="en-US" altLang="zh-CN"/>
              <a:t>1</a:t>
            </a:r>
            <a:r>
              <a:rPr lang="zh-CN" altLang="en-US"/>
              <a:t>级门级延时。</a:t>
            </a:r>
            <a:endParaRPr lang="en-US" altLang="zh-CN"/>
          </a:p>
          <a:p>
            <a:endParaRPr lang="zh-CN" altLang="en-US"/>
          </a:p>
        </p:txBody>
      </p:sp>
      <p:sp>
        <p:nvSpPr>
          <p:cNvPr id="119812" name="灯片编号占位符 3">
            <a:extLst>
              <a:ext uri="{FF2B5EF4-FFF2-40B4-BE49-F238E27FC236}">
                <a16:creationId xmlns:a16="http://schemas.microsoft.com/office/drawing/2014/main" id="{449FA887-68B9-4B21-B28D-00E67FB1BB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09618B1-EA34-41DF-90E8-7C285C0A1CED}" type="slidenum">
              <a:rPr kumimoji="1" lang="en-US" altLang="zh-CN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1" lang="en-US" altLang="zh-CN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776199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幻灯片图像占位符 1">
            <a:extLst>
              <a:ext uri="{FF2B5EF4-FFF2-40B4-BE49-F238E27FC236}">
                <a16:creationId xmlns:a16="http://schemas.microsoft.com/office/drawing/2014/main" id="{404ED26A-2C2E-4499-9E55-43D0872F79D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0835" name="备注占位符 2">
            <a:extLst>
              <a:ext uri="{FF2B5EF4-FFF2-40B4-BE49-F238E27FC236}">
                <a16:creationId xmlns:a16="http://schemas.microsoft.com/office/drawing/2014/main" id="{866090CF-5600-412D-A058-0A4D21C4BBC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r>
              <a:rPr lang="en-US" altLang="zh-CN" dirty="0"/>
              <a:t>Distributor</a:t>
            </a:r>
          </a:p>
          <a:p>
            <a:r>
              <a:rPr lang="zh-CN" altLang="en-US" dirty="0"/>
              <a:t>添加结构化的内容</a:t>
            </a:r>
          </a:p>
        </p:txBody>
      </p:sp>
      <p:sp>
        <p:nvSpPr>
          <p:cNvPr id="120836" name="灯片编号占位符 3">
            <a:extLst>
              <a:ext uri="{FF2B5EF4-FFF2-40B4-BE49-F238E27FC236}">
                <a16:creationId xmlns:a16="http://schemas.microsoft.com/office/drawing/2014/main" id="{9F16AFBC-ACA5-468E-812E-CAC420227A1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3F21F37-121C-4B91-8B2A-77F840552750}" type="slidenum">
              <a:rPr kumimoji="1" lang="en-US" altLang="zh-CN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1" lang="en-US" altLang="zh-CN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28757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存储器的结构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35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6675325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回顾：译码器的输出是最小项的反。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36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0685634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总结：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37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468578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删除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38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345763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39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3611287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译码器电路图</a:t>
            </a:r>
            <a:endParaRPr lang="en-US" altLang="zh-CN" dirty="0"/>
          </a:p>
          <a:p>
            <a:r>
              <a:rPr lang="zh-CN" altLang="en-US" dirty="0"/>
              <a:t>集成的分电路图</a:t>
            </a:r>
            <a:endParaRPr lang="en-US" altLang="zh-CN" dirty="0"/>
          </a:p>
          <a:p>
            <a:r>
              <a:rPr lang="zh-CN" altLang="en-US" dirty="0"/>
              <a:t>区分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40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6293458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数码管显示的编码：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45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1145419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幻灯片图像占位符 1">
            <a:extLst>
              <a:ext uri="{FF2B5EF4-FFF2-40B4-BE49-F238E27FC236}">
                <a16:creationId xmlns:a16="http://schemas.microsoft.com/office/drawing/2014/main" id="{C45B26AA-EDDB-49A8-97EE-784D7644440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1859" name="备注占位符 2">
            <a:extLst>
              <a:ext uri="{FF2B5EF4-FFF2-40B4-BE49-F238E27FC236}">
                <a16:creationId xmlns:a16="http://schemas.microsoft.com/office/drawing/2014/main" id="{20935C85-FD36-46E7-8182-A8D4B73CEC8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r>
              <a:rPr lang="en-US" altLang="zh-CN" dirty="0"/>
              <a:t>74LS47 features active-low outputs designed for driving incandescent indicators directly.</a:t>
            </a:r>
          </a:p>
          <a:p>
            <a:r>
              <a:rPr lang="en-US" altLang="zh-CN" dirty="0"/>
              <a:t>48 </a:t>
            </a:r>
            <a:r>
              <a:rPr lang="zh-CN" altLang="en-US" dirty="0"/>
              <a:t>高有效</a:t>
            </a:r>
            <a:endParaRPr lang="en-US" altLang="zh-CN" dirty="0"/>
          </a:p>
          <a:p>
            <a:r>
              <a:rPr lang="en-US" altLang="zh-CN" dirty="0"/>
              <a:t>49 OC</a:t>
            </a:r>
            <a:r>
              <a:rPr lang="zh-CN" altLang="en-US" dirty="0"/>
              <a:t>输出</a:t>
            </a:r>
            <a:endParaRPr lang="en-US" altLang="zh-CN" dirty="0"/>
          </a:p>
          <a:p>
            <a:endParaRPr lang="en-US" altLang="zh-CN" dirty="0"/>
          </a:p>
          <a:p>
            <a:r>
              <a:rPr lang="zh-CN" altLang="en-US" dirty="0"/>
              <a:t>都是</a:t>
            </a:r>
            <a:r>
              <a:rPr lang="en-US" altLang="zh-CN" dirty="0"/>
              <a:t>OC</a:t>
            </a:r>
            <a:r>
              <a:rPr lang="zh-CN" altLang="en-US" dirty="0"/>
              <a:t>，内部是否上拉？</a:t>
            </a:r>
          </a:p>
        </p:txBody>
      </p:sp>
      <p:sp>
        <p:nvSpPr>
          <p:cNvPr id="121860" name="灯片编号占位符 3">
            <a:extLst>
              <a:ext uri="{FF2B5EF4-FFF2-40B4-BE49-F238E27FC236}">
                <a16:creationId xmlns:a16="http://schemas.microsoft.com/office/drawing/2014/main" id="{13B9A44B-0759-425F-A10C-FA0AF86BD73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6163CF7-A7A5-458F-BE08-36CF39B2DA0C}" type="slidenum">
              <a:rPr kumimoji="1" lang="en-US" altLang="zh-CN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1" lang="en-US" altLang="zh-CN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244775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真值表的讲解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52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7242670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与或门实现数据选择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54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1451259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59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1517119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真值表：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60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478972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64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790964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用真值表解释，当</a:t>
            </a:r>
            <a:r>
              <a:rPr lang="en-US" altLang="zh-CN" dirty="0"/>
              <a:t>ABC</a:t>
            </a:r>
            <a:r>
              <a:rPr lang="zh-CN" altLang="en-US" dirty="0"/>
              <a:t>取对应最小项时，</a:t>
            </a:r>
            <a:r>
              <a:rPr lang="en-US" altLang="zh-CN" dirty="0"/>
              <a:t>Y</a:t>
            </a:r>
            <a:r>
              <a:rPr lang="zh-CN" altLang="en-US" dirty="0"/>
              <a:t>取值为</a:t>
            </a:r>
            <a:r>
              <a:rPr lang="en-US" altLang="zh-CN" dirty="0"/>
              <a:t>1</a:t>
            </a:r>
            <a:r>
              <a:rPr lang="zh-CN" altLang="en-US" dirty="0"/>
              <a:t>，或者</a:t>
            </a:r>
            <a:r>
              <a:rPr lang="en-US" altLang="zh-CN" dirty="0"/>
              <a:t>0</a:t>
            </a:r>
            <a:r>
              <a:rPr lang="zh-CN" altLang="en-US" dirty="0"/>
              <a:t>；对应的</a:t>
            </a:r>
            <a:r>
              <a:rPr lang="en-US" altLang="zh-CN" dirty="0"/>
              <a:t>Di</a:t>
            </a:r>
            <a:r>
              <a:rPr lang="zh-CN" altLang="en-US" dirty="0"/>
              <a:t>接</a:t>
            </a:r>
            <a:r>
              <a:rPr lang="en-US" altLang="zh-CN" dirty="0"/>
              <a:t>1 </a:t>
            </a:r>
            <a:r>
              <a:rPr lang="zh-CN" altLang="en-US" dirty="0"/>
              <a:t>或者</a:t>
            </a:r>
            <a:r>
              <a:rPr lang="en-US" altLang="zh-CN" dirty="0"/>
              <a:t>0.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65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608471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代数法</a:t>
            </a:r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66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9131074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DCB</a:t>
            </a:r>
            <a:r>
              <a:rPr lang="zh-CN" altLang="en-US" dirty="0"/>
              <a:t>的</a:t>
            </a:r>
            <a:r>
              <a:rPr lang="en-US" altLang="zh-CN" dirty="0"/>
              <a:t>8</a:t>
            </a:r>
            <a:r>
              <a:rPr lang="zh-CN" altLang="en-US" dirty="0"/>
              <a:t>种取值组合对应着</a:t>
            </a:r>
            <a:r>
              <a:rPr lang="en-US" altLang="zh-CN" dirty="0"/>
              <a:t>8</a:t>
            </a:r>
            <a:r>
              <a:rPr lang="zh-CN" altLang="en-US" dirty="0"/>
              <a:t>个圈，每个圈包含两个最小项。看可以确定这一项对应的数据输入为</a:t>
            </a:r>
            <a:r>
              <a:rPr lang="en-US" altLang="zh-CN" dirty="0"/>
              <a:t>0</a:t>
            </a:r>
            <a:r>
              <a:rPr lang="zh-CN" altLang="en-US" dirty="0"/>
              <a:t>，</a:t>
            </a:r>
            <a:r>
              <a:rPr lang="en-US" altLang="zh-CN" dirty="0"/>
              <a:t>1</a:t>
            </a:r>
            <a:r>
              <a:rPr lang="zh-CN" altLang="en-US" dirty="0"/>
              <a:t>，变量？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67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9154842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幻灯片图像占位符 1">
            <a:extLst>
              <a:ext uri="{FF2B5EF4-FFF2-40B4-BE49-F238E27FC236}">
                <a16:creationId xmlns:a16="http://schemas.microsoft.com/office/drawing/2014/main" id="{781B0FBD-824F-42A7-BF8F-93662075840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15715" name="备注占位符 2">
            <a:extLst>
              <a:ext uri="{FF2B5EF4-FFF2-40B4-BE49-F238E27FC236}">
                <a16:creationId xmlns:a16="http://schemas.microsoft.com/office/drawing/2014/main" id="{3EF30E51-F3F7-4B0E-9057-D7E7821E489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r>
              <a:rPr lang="en-US" altLang="zh-CN"/>
              <a:t>Ci=Gi+Pi*C(i-1)</a:t>
            </a:r>
            <a:endParaRPr lang="zh-CN" altLang="en-US"/>
          </a:p>
        </p:txBody>
      </p:sp>
      <p:sp>
        <p:nvSpPr>
          <p:cNvPr id="115716" name="灯片编号占位符 3">
            <a:extLst>
              <a:ext uri="{FF2B5EF4-FFF2-40B4-BE49-F238E27FC236}">
                <a16:creationId xmlns:a16="http://schemas.microsoft.com/office/drawing/2014/main" id="{7794399D-072F-4D32-8278-B6E798D653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1E6B34C-AE81-4796-B53F-6D469562DE09}" type="slidenum">
              <a:rPr kumimoji="1" lang="en-US" altLang="zh-CN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1" lang="en-US" altLang="zh-CN" sz="1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889647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一位二进制乘法运算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78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026548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93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8707227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使能控制，输出为三态门，用与门控制</a:t>
            </a:r>
            <a:r>
              <a:rPr lang="en-US" altLang="zh-CN" dirty="0"/>
              <a:t>A2—A0</a:t>
            </a:r>
            <a:r>
              <a:rPr lang="zh-CN" altLang="en-US" dirty="0"/>
              <a:t>输出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98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812635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相切：</a:t>
            </a:r>
            <a:r>
              <a:rPr kumimoji="1" lang="zh-CN" altLang="en-US" dirty="0"/>
              <a:t>原理：作出函数卡诺图，并画出和函数表达式中各“与”项对应的卡诺圈。若卡诺圈之间存在“相切”关系，即两卡诺圈之间存在不被同一卡诺圈包含的相邻最小项，则该电路可能产生险象。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B33CE97-CE35-493D-9476-D12D3F712BC5}" type="slidenum">
              <a:rPr lang="zh-CN" altLang="en-US" smtClean="0"/>
              <a:pPr>
                <a:defRPr/>
              </a:pPr>
              <a:t>111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7510353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B3C6845-1F48-44F9-8BC2-6156A0F18E0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98A611F-13AE-48C5-9ADB-3FF4CF71C3F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94886FB-DCFF-4367-ACD7-F3555921EA8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7C6B972-157A-4C10-9CD1-BA8A3F80001D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12451193"/>
      </p:ext>
    </p:extLst>
  </p:cSld>
  <p:clrMapOvr>
    <a:masterClrMapping/>
  </p:clrMapOvr>
  <p:transition>
    <p:zoom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5ACC5C-3EB0-47AE-9FCC-0B6FB81B54D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26E41D5-85B1-44D0-860F-EFCC468219F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E2DBF41-485C-4112-A314-B7314DBB03B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D805278-61F9-48C3-8FC3-3A17AD9DE618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745365627"/>
      </p:ext>
    </p:extLst>
  </p:cSld>
  <p:clrMapOvr>
    <a:masterClrMapping/>
  </p:clrMapOvr>
  <p:transition>
    <p:zoom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D290493-4BD6-43AF-82C2-5525C0DD4A0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F79CC56D-80AD-4CE8-8339-6C4C383D96B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8BB9251C-B4EB-43AF-8456-7750AFD6DB5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8FD384-32F8-44E9-8169-93E7B597293F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898958154"/>
      </p:ext>
    </p:extLst>
  </p:cSld>
  <p:clrMapOvr>
    <a:masterClrMapping/>
  </p:clrMapOvr>
  <p:transition>
    <p:zoom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539B26D-8C26-49B5-8DF6-40CE505B411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6C611D9-429D-4E5F-B109-400469FADEB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085A808-2B16-4BAC-9EEA-5FE7793EAF5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E576729-C9B5-4B34-98AF-708B3BBA26F1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4710065"/>
      </p:ext>
    </p:extLst>
  </p:cSld>
  <p:clrMapOvr>
    <a:masterClrMapping/>
  </p:clrMapOvr>
  <p:transition>
    <p:zoom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E163110E-7104-4EE5-83A3-2AA34ADA0E3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6244C2E0-94D4-4191-9858-22DF36B3231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55E97FF4-AC0E-4716-B290-CEA8E2E5560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9046FE2-46C7-43C3-9FB0-079D3084B2B3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3448571"/>
      </p:ext>
    </p:extLst>
  </p:cSld>
  <p:clrMapOvr>
    <a:masterClrMapping/>
  </p:clrMapOvr>
  <p:transition>
    <p:zoom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62F0CE6A-8931-45F0-9373-453160F348F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D8A76B3A-7082-4F14-9B9F-B3CECD53D63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C1E8ED04-C63B-408E-96D1-75A85B89141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9B74CBB-5BE3-4FC8-AE54-6E725B5C38CB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82656753"/>
      </p:ext>
    </p:extLst>
  </p:cSld>
  <p:clrMapOvr>
    <a:masterClrMapping/>
  </p:clrMapOvr>
  <p:transition>
    <p:zoom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421FD432-508C-462D-BB80-1132DA8CC48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CDC292D4-EEAA-4E4D-8BB1-F840948F23B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91650611-718A-4F82-9BF6-C332793C6AB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93C158C-DA34-4541-A3C6-DC8C90AF7B0A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675314776"/>
      </p:ext>
    </p:extLst>
  </p:cSld>
  <p:clrMapOvr>
    <a:masterClrMapping/>
  </p:clrMapOvr>
  <p:transition>
    <p:zoom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0C97989-0C15-4FDD-90F3-B8A765F4FC7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0FC095B-CB0B-4012-86DB-770CA8DB844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B25127B-8E62-42A1-BB63-5F9B6BE0AD5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E67D7E1-75FC-4B18-9DBE-99D7C8C13927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448289699"/>
      </p:ext>
    </p:extLst>
  </p:cSld>
  <p:clrMapOvr>
    <a:masterClrMapping/>
  </p:clrMapOvr>
  <p:transition>
    <p:zoom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7CFE034-D9D7-4D10-8854-E7C9F2E0AC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6D972F-15A1-4770-9BB8-43568C30E11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BF4DF77-EBA4-4E68-BFF9-72B7D9A1CEB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74D0CE-8F13-4F51-9BDF-61918DB36FC3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38504189"/>
      </p:ext>
    </p:extLst>
  </p:cSld>
  <p:clrMapOvr>
    <a:masterClrMapping/>
  </p:clrMapOvr>
  <p:transition>
    <p:zoom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26F2427-AB9D-4E70-B882-806D87A023B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3B23413-FB1A-4D94-B168-FA82DD7FC7E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57C07EC-38B8-4B37-B66A-368D8E0E013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AD2C078-0ACF-4B6A-8B64-28DE4764655B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722287489"/>
      </p:ext>
    </p:extLst>
  </p:cSld>
  <p:clrMapOvr>
    <a:masterClrMapping/>
  </p:clrMapOvr>
  <p:transition>
    <p:zoom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2DE1AA6-B06F-40C9-B143-AFF41E53B33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E304209-4766-422E-BD88-A6229F0219D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9168004-BEF3-4E88-B73A-CD2C68FBED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5DF004F-A1D3-4A32-B9CF-A5A7D5704DBD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915095571"/>
      </p:ext>
    </p:extLst>
  </p:cSld>
  <p:clrMapOvr>
    <a:masterClrMapping/>
  </p:clrMapOvr>
  <p:transition>
    <p:zoom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2"/>
          <p:cNvSpPr>
            <a:spLocks noGrp="1" noRot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172035" name="Rectangle 3"/>
          <p:cNvSpPr>
            <a:spLocks noGrp="1" noRot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282CF79-F753-4467-AF1A-DF930BEB7C4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57F2813-2BD2-4170-ACE3-1C88706F875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75E765B-6410-4F86-8C0B-2BCD8AEC099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CD96B4D-F4E7-4AD9-9981-D7302C179A66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345264629"/>
      </p:ext>
    </p:extLst>
  </p:cSld>
  <p:clrMapOvr>
    <a:masterClrMapping/>
  </p:clrMapOvr>
  <p:transition spd="slow">
    <p:randomBar dir="vert"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D48BB8E-E79D-4538-BF66-DC113B5D190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A4F9A36B-D3F6-4F19-9419-847A26EEC7C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3F87CB7-61A1-4CCC-8FAF-D24B754AE33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CEBEE09-DBE1-4870-B7C7-72BD92E6C9F5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49306873"/>
      </p:ext>
    </p:extLst>
  </p:cSld>
  <p:clrMapOvr>
    <a:masterClrMapping/>
  </p:clrMapOvr>
  <p:transition spd="slow">
    <p:randomBar dir="vert"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D36F040-6E39-404A-9C0E-041B2BEC5F8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19B6DBD-6AEB-4D32-A1D4-07DEA642C51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625A4B4-B213-4CBA-8DC4-BCF9CEFC95A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89FA122-A79A-459B-BD1D-CB08A6E5B166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44696211"/>
      </p:ext>
    </p:extLst>
  </p:cSld>
  <p:clrMapOvr>
    <a:masterClrMapping/>
  </p:clrMapOvr>
  <p:transition spd="slow">
    <p:randomBar dir="vert"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01625" y="1905000"/>
            <a:ext cx="4194175" cy="41941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05000"/>
            <a:ext cx="4194175" cy="41941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00608E9-D63A-4780-85BD-9295C1D8735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531F4C5-A276-444E-A1BC-CEB29CE3F8C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8BECE50-D78A-4FAC-91CB-27CB19C0239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C3B3CE1-7340-45B9-ADB7-21EF159B7622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77680258"/>
      </p:ext>
    </p:extLst>
  </p:cSld>
  <p:clrMapOvr>
    <a:masterClrMapping/>
  </p:clrMapOvr>
  <p:transition spd="slow">
    <p:randomBar dir="vert"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42F2DAEE-3F65-4B7A-8740-FF29F0A29DF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0B17E36E-9FAB-4CC1-8270-98E02755038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F5DE8842-4594-4371-AE42-865059B89E9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30F9BF6-73B1-4D99-AB7D-345482D63333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85941374"/>
      </p:ext>
    </p:extLst>
  </p:cSld>
  <p:clrMapOvr>
    <a:masterClrMapping/>
  </p:clrMapOvr>
  <p:transition spd="slow">
    <p:randomBar dir="vert"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BCEA1EE7-C204-4F1B-874E-0EEF30BCE55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8CC4F99B-2F25-4A4F-975F-B6BEB34CA0B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5F73E7AC-E44F-4434-898C-24163C0F57F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5BF361D-DFFD-4EA6-A1B7-248693051417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591851648"/>
      </p:ext>
    </p:extLst>
  </p:cSld>
  <p:clrMapOvr>
    <a:masterClrMapping/>
  </p:clrMapOvr>
  <p:transition spd="slow">
    <p:randomBar dir="vert"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723FA6B5-B6A8-4E51-8B5D-3FAF1241D62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5A490260-0F37-49E8-BDB2-BB5814C4855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726449DD-26EB-4F65-9A75-9298373351D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C4031DD-C4B5-424D-82A8-20EC7E59E2AB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88382154"/>
      </p:ext>
    </p:extLst>
  </p:cSld>
  <p:clrMapOvr>
    <a:masterClrMapping/>
  </p:clrMapOvr>
  <p:transition spd="slow">
    <p:randomBar dir="vert"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CF87AA0-3953-4364-8542-AC4EC572607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2753EB8-FB45-4796-B7D7-9C9DD901868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5E8041C-3529-412C-AF50-CB9D2DB8CFB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FFAC648-832E-4EE1-B774-2F3909E4C809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08519370"/>
      </p:ext>
    </p:extLst>
  </p:cSld>
  <p:clrMapOvr>
    <a:masterClrMapping/>
  </p:clrMapOvr>
  <p:transition spd="slow">
    <p:randomBar dir="vert"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314C0B4-1893-411A-A56F-F4060CBFD03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13A4A4B-E981-4BE9-9DC5-EB7DE835538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16BB26D-E8AE-4929-8334-6A2BB12FAE4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1F7E71A-292D-430F-9F12-0A3803554BB4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357686055"/>
      </p:ext>
    </p:extLst>
  </p:cSld>
  <p:clrMapOvr>
    <a:masterClrMapping/>
  </p:clrMapOvr>
  <p:transition spd="slow">
    <p:randomBar dir="vert"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A924F81-53AD-417E-B140-05AD205C8FB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E92ED80-CFF4-4CC8-8CD1-508D005C40E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46A8B65-7AE0-45DA-9121-5AA5147BF8E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D4D05F-18EB-4870-8611-CA97D37CF987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142340346"/>
      </p:ext>
    </p:extLst>
  </p:cSld>
  <p:clrMapOvr>
    <a:masterClrMapping/>
  </p:clrMapOvr>
  <p:transition spd="slow">
    <p:randomBar dir="vert"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07188" y="609600"/>
            <a:ext cx="2135187" cy="548957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01625" y="609600"/>
            <a:ext cx="6253163" cy="548957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823C01F-0ADE-4D38-ADD6-FA0337E749F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59153A7-07B9-4C5F-8E20-38AE148EF58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094EDBD-95C3-42F2-A752-36D505279B7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5808F5D-97AE-414B-9662-80AA6CE71CFA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095331980"/>
      </p:ext>
    </p:extLst>
  </p:cSld>
  <p:clrMapOvr>
    <a:masterClrMapping/>
  </p:clrMapOvr>
  <p:transition spd="slow">
    <p:randomBar dir="vert"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301625" y="609600"/>
            <a:ext cx="8540750" cy="5489575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4D8B2E19-2A02-4126-A61F-17CB2D2F531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795BB7F3-9C29-487C-9CD9-9E3B9089F33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14A4DFD-52B4-4D77-9F75-73C85BE2255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3EA9E54-D7F8-42B2-B05B-39B868631320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979529000"/>
      </p:ext>
    </p:extLst>
  </p:cSld>
  <p:clrMapOvr>
    <a:masterClrMapping/>
  </p:clrMapOvr>
  <p:transition spd="slow">
    <p:randomBar dir="vert"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301625" y="609600"/>
            <a:ext cx="8540750" cy="1143000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sz="half" idx="1"/>
          </p:nvPr>
        </p:nvSpPr>
        <p:spPr>
          <a:xfrm>
            <a:off x="301625" y="1905000"/>
            <a:ext cx="4194175" cy="4194175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05000"/>
            <a:ext cx="4194175" cy="4194175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12D1B31-FAD5-479B-B39B-2A7D27E8E16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4215728-95BF-47C8-93C3-9B42A729284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F847E77-EB58-44A7-B4A3-5DC9E78559F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2C7781F-5604-4395-A618-6D1E35AAE339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19456666"/>
      </p:ext>
    </p:extLst>
  </p:cSld>
  <p:clrMapOvr>
    <a:masterClrMapping/>
  </p:clrMapOvr>
  <p:transition spd="slow">
    <p:randomBar dir="vert"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标题和表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301625" y="609600"/>
            <a:ext cx="8540750" cy="1143000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表格占位符 2"/>
          <p:cNvSpPr>
            <a:spLocks noGrp="1"/>
          </p:cNvSpPr>
          <p:nvPr>
            <p:ph type="tbl" idx="1"/>
          </p:nvPr>
        </p:nvSpPr>
        <p:spPr>
          <a:xfrm>
            <a:off x="301625" y="1905000"/>
            <a:ext cx="8540750" cy="4194175"/>
          </a:xfrm>
        </p:spPr>
        <p:txBody>
          <a:bodyPr/>
          <a:lstStyle/>
          <a:p>
            <a:pPr lvl="0"/>
            <a:endParaRPr lang="zh-CN" altLang="en-US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67633B1-73DD-45C4-8C59-DF48C27A3DF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CCE949A4-A88B-42A3-8AB1-47BFA8EAE5A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73276AF-1834-4D1E-8C93-3F19FAFAE27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A5125D6-BDB8-4CE5-B85C-18F81B4ABD0C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996069183"/>
      </p:ext>
    </p:extLst>
  </p:cSld>
  <p:clrMapOvr>
    <a:masterClrMapping/>
  </p:clrMapOvr>
  <p:transition spd="slow">
    <p:randomBar dir="vert"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1">
            <a:extLst>
              <a:ext uri="{FF2B5EF4-FFF2-40B4-BE49-F238E27FC236}">
                <a16:creationId xmlns:a16="http://schemas.microsoft.com/office/drawing/2014/main" id="{E64B3B62-5DCE-4A42-A0FB-B7FAF0548068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33045" y="3174576"/>
            <a:ext cx="8446717" cy="45719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hangingPunct="1">
              <a:defRPr/>
            </a:pPr>
            <a:endParaRPr lang="zh-CN" alt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6396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858715" y="2466906"/>
            <a:ext cx="7426569" cy="69536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zh-CN" altLang="en-US" noProof="0"/>
              <a:t>单击此处编辑母版标题样式</a:t>
            </a:r>
            <a:endParaRPr lang="zh-CN" altLang="en-US" noProof="0" dirty="0"/>
          </a:p>
        </p:txBody>
      </p:sp>
      <p:sp>
        <p:nvSpPr>
          <p:cNvPr id="16397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219994" y="3445937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 b="1"/>
            </a:lvl1pPr>
          </a:lstStyle>
          <a:p>
            <a:pPr lvl="0"/>
            <a:r>
              <a:rPr lang="zh-CN" altLang="en-US" noProof="0"/>
              <a:t>单击此处编辑母版副标题样式</a:t>
            </a:r>
            <a:endParaRPr lang="zh-CN" altLang="en-US" noProof="0" dirty="0"/>
          </a:p>
        </p:txBody>
      </p:sp>
      <p:sp>
        <p:nvSpPr>
          <p:cNvPr id="20" name="Rectangle 8">
            <a:extLst>
              <a:ext uri="{FF2B5EF4-FFF2-40B4-BE49-F238E27FC236}">
                <a16:creationId xmlns:a16="http://schemas.microsoft.com/office/drawing/2014/main" id="{DD6750F8-FE5B-4AAF-AB86-B6AAAC40B492}"/>
              </a:ext>
            </a:extLst>
          </p:cNvPr>
          <p:cNvSpPr>
            <a:spLocks noChangeArrowheads="1"/>
          </p:cNvSpPr>
          <p:nvPr/>
        </p:nvSpPr>
        <p:spPr bwMode="gray">
          <a:xfrm>
            <a:off x="189640" y="937607"/>
            <a:ext cx="3571387" cy="45719"/>
          </a:xfrm>
          <a:prstGeom prst="rect">
            <a:avLst/>
          </a:prstGeom>
          <a:gradFill rotWithShape="0">
            <a:gsLst>
              <a:gs pos="87000">
                <a:schemeClr val="bg2"/>
              </a:gs>
              <a:gs pos="0">
                <a:schemeClr val="bg1"/>
              </a:gs>
            </a:gsLst>
            <a:lin ang="0" scaled="1"/>
          </a:gradFill>
          <a:ln>
            <a:noFill/>
          </a:ln>
          <a:effectLst/>
        </p:spPr>
        <p:txBody>
          <a:bodyPr wrap="none" anchor="ctr"/>
          <a:lstStyle>
            <a:lvl1pPr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sz="2400" b="1">
              <a:solidFill>
                <a:schemeClr val="tx1"/>
              </a:solidFill>
            </a:endParaRPr>
          </a:p>
        </p:txBody>
      </p:sp>
      <p:pic>
        <p:nvPicPr>
          <p:cNvPr id="2050" name="Picture 2" descr="https://timgsa.baidu.com/timg?image&amp;quality=80&amp;size=b9999_10000&amp;sec=1513061652214&amp;di=0dbe8ba562ebf8b0aac6fc468b7851b5&amp;imgtype=0&amp;src=http%3A%2F%2Fphotocdn.sohu.com%2F20160130%2Fmp57336747_1454147583329_1_th.png">
            <a:extLst>
              <a:ext uri="{FF2B5EF4-FFF2-40B4-BE49-F238E27FC236}">
                <a16:creationId xmlns:a16="http://schemas.microsoft.com/office/drawing/2014/main" id="{2DA67216-37D7-4C69-A2CE-B9CD4F7AB62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92" b="35641"/>
          <a:stretch/>
        </p:blipFill>
        <p:spPr bwMode="auto">
          <a:xfrm>
            <a:off x="372005" y="275048"/>
            <a:ext cx="3389022" cy="6778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62779983"/>
      </p:ext>
    </p:extLst>
  </p:cSld>
  <p:clrMapOvr>
    <a:masterClrMapping/>
  </p:clrMapOvr>
  <p:transition>
    <p:blinds dir="vert"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277161" y="309671"/>
            <a:ext cx="6954715" cy="588136"/>
          </a:xfrm>
        </p:spPr>
        <p:txBody>
          <a:bodyPr/>
          <a:lstStyle>
            <a:lvl1pPr>
              <a:defRPr b="1"/>
            </a:lvl1pPr>
          </a:lstStyle>
          <a:p>
            <a:r>
              <a:rPr lang="zh-CN" altLang="en-US"/>
              <a:t>单击此处编辑母版标题样式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16523" y="984738"/>
            <a:ext cx="8563708" cy="537502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="1"/>
            </a:lvl1pPr>
            <a:lvl2pPr marL="457200" indent="0">
              <a:buNone/>
              <a:defRPr b="1"/>
            </a:lvl2pPr>
            <a:lvl3pPr marL="914400" indent="0">
              <a:buNone/>
              <a:defRPr b="1"/>
            </a:lvl3pPr>
            <a:lvl4pPr marL="1371600" indent="0">
              <a:buNone/>
              <a:defRPr b="1"/>
            </a:lvl4pPr>
            <a:lvl5pPr marL="1828800" indent="0">
              <a:buNone/>
              <a:defRPr b="1"/>
            </a:lvl5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zh-CN" altLang="en-US" dirty="0"/>
          </a:p>
        </p:txBody>
      </p:sp>
      <p:sp>
        <p:nvSpPr>
          <p:cNvPr id="5" name="Rectangle 12">
            <a:extLst>
              <a:ext uri="{FF2B5EF4-FFF2-40B4-BE49-F238E27FC236}">
                <a16:creationId xmlns:a16="http://schemas.microsoft.com/office/drawing/2014/main" id="{BC01E0D4-4280-4C64-8793-7E6B1B7F27F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 b="1"/>
            </a:lvl1pPr>
          </a:lstStyle>
          <a:p>
            <a:pPr>
              <a:defRPr/>
            </a:pPr>
            <a:fld id="{A7DD890E-49E3-4193-9EBA-C33C8E126E14}" type="datetime3">
              <a:rPr lang="zh-CN" altLang="en-US" smtClean="0"/>
              <a:pPr>
                <a:defRPr/>
              </a:pPr>
              <a:t>2019年10月29日星期二</a:t>
            </a:fld>
            <a:endParaRPr lang="en-US" altLang="zh-CN" dirty="0"/>
          </a:p>
        </p:txBody>
      </p:sp>
      <p:sp>
        <p:nvSpPr>
          <p:cNvPr id="6" name="Rectangle 13">
            <a:extLst>
              <a:ext uri="{FF2B5EF4-FFF2-40B4-BE49-F238E27FC236}">
                <a16:creationId xmlns:a16="http://schemas.microsoft.com/office/drawing/2014/main" id="{E3273F16-BE22-4912-8CC3-17915B73E13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222737" y="6478561"/>
            <a:ext cx="902677" cy="338407"/>
          </a:xfrm>
          <a:prstGeom prst="rect">
            <a:avLst/>
          </a:prstGeom>
          <a:ln/>
        </p:spPr>
        <p:txBody>
          <a:bodyPr/>
          <a:lstStyle>
            <a:lvl1pPr>
              <a:defRPr sz="1800" b="1">
                <a:solidFill>
                  <a:srgbClr val="1F08F8"/>
                </a:solidFill>
              </a:defRPr>
            </a:lvl1pPr>
          </a:lstStyle>
          <a:p>
            <a:pPr>
              <a:defRPr/>
            </a:pPr>
            <a:fld id="{315B291C-51FB-4C18-A138-CCB3C24CD792}" type="slidenum">
              <a:rPr lang="en-US" altLang="zh-CN" smtClean="0"/>
              <a:pPr>
                <a:defRPr/>
              </a:pPr>
              <a:t>‹#›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3570182434"/>
      </p:ext>
    </p:extLst>
  </p:cSld>
  <p:clrMapOvr>
    <a:masterClrMapping/>
  </p:clrMapOvr>
  <p:transition>
    <p:blinds dir="vert"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11">
            <a:extLst>
              <a:ext uri="{FF2B5EF4-FFF2-40B4-BE49-F238E27FC236}">
                <a16:creationId xmlns:a16="http://schemas.microsoft.com/office/drawing/2014/main" id="{12F6F2E6-03C8-4A9F-B35A-01BD986C3518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63770" y="6459605"/>
            <a:ext cx="518747" cy="3384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kumimoji="0" sz="1400" b="1" smtClean="0">
                <a:solidFill>
                  <a:schemeClr val="tx1"/>
                </a:solidFill>
                <a:effectLst/>
              </a:defRPr>
            </a:lvl1pPr>
          </a:lstStyle>
          <a:p>
            <a:pPr>
              <a:defRPr/>
            </a:pPr>
            <a:r>
              <a:rPr lang="en-US" altLang="zh-CN"/>
              <a:t>‹#›</a:t>
            </a:r>
            <a:endParaRPr lang="en-US" altLang="zh-CN" dirty="0"/>
          </a:p>
        </p:txBody>
      </p:sp>
      <p:pic>
        <p:nvPicPr>
          <p:cNvPr id="12" name="Picture 4" descr="https://timgsa.baidu.com/timg?image&amp;quality=80&amp;size=b9999_10000&amp;sec=1513060306437&amp;di=30658f392e20939a542ddf602e2badff&amp;imgtype=0&amp;src=http%3A%2F%2Fphotocdn.sohu.com%2F20160130%2Fmp57336747_1454147583329_1_th.png">
            <a:extLst>
              <a:ext uri="{FF2B5EF4-FFF2-40B4-BE49-F238E27FC236}">
                <a16:creationId xmlns:a16="http://schemas.microsoft.com/office/drawing/2014/main" id="{AFC2CF9D-AB67-4B63-9B45-B7CE43C6A68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077" t="40974" b="38513"/>
          <a:stretch/>
        </p:blipFill>
        <p:spPr bwMode="auto">
          <a:xfrm>
            <a:off x="7640514" y="95243"/>
            <a:ext cx="1415562" cy="2831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07818561"/>
      </p:ext>
    </p:extLst>
  </p:cSld>
  <p:clrMapOvr>
    <a:masterClrMapping/>
  </p:clrMapOvr>
  <p:transition>
    <p:blinds dir="vert"/>
  </p:transition>
  <p:hf hdr="0" ftr="0" dt="0"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9788" y="1455006"/>
            <a:ext cx="3810000" cy="4114800"/>
          </a:xfrm>
          <a:prstGeom prst="rect">
            <a:avLst/>
          </a:prstGeom>
        </p:spPr>
        <p:txBody>
          <a:bodyPr/>
          <a:lstStyle>
            <a:lvl1pPr>
              <a:defRPr b="1"/>
            </a:lvl1pPr>
            <a:lvl2pPr>
              <a:defRPr b="1"/>
            </a:lvl2pPr>
            <a:lvl3pPr>
              <a:defRPr b="1"/>
            </a:lvl3pPr>
            <a:lvl4pPr>
              <a:defRPr b="1"/>
            </a:lvl4pPr>
            <a:lvl5pPr>
              <a:defRPr b="1"/>
            </a:lvl5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740642" y="1432904"/>
            <a:ext cx="3810000" cy="4114800"/>
          </a:xfrm>
          <a:prstGeom prst="rect">
            <a:avLst/>
          </a:prstGeom>
        </p:spPr>
        <p:txBody>
          <a:bodyPr/>
          <a:lstStyle>
            <a:lvl1pPr>
              <a:defRPr b="1"/>
            </a:lvl1pPr>
            <a:lvl2pPr>
              <a:defRPr b="1"/>
            </a:lvl2pPr>
            <a:lvl3pPr>
              <a:defRPr b="1"/>
            </a:lvl3pPr>
            <a:lvl4pPr>
              <a:defRPr b="1"/>
            </a:lvl4pPr>
            <a:lvl5pPr>
              <a:defRPr b="1"/>
            </a:lvl5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11">
            <a:extLst>
              <a:ext uri="{FF2B5EF4-FFF2-40B4-BE49-F238E27FC236}">
                <a16:creationId xmlns:a16="http://schemas.microsoft.com/office/drawing/2014/main" id="{5AD8B827-6413-4C25-8DA1-80CBDD262CD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 b="1"/>
            </a:lvl1pPr>
          </a:lstStyle>
          <a:p>
            <a:pPr>
              <a:defRPr/>
            </a:pPr>
            <a:r>
              <a:rPr lang="en-US" altLang="zh-CN"/>
              <a:t>‹#›</a:t>
            </a:r>
            <a:endParaRPr lang="en-US" altLang="zh-CN" dirty="0"/>
          </a:p>
        </p:txBody>
      </p:sp>
      <p:sp>
        <p:nvSpPr>
          <p:cNvPr id="6" name="Rectangle 12">
            <a:extLst>
              <a:ext uri="{FF2B5EF4-FFF2-40B4-BE49-F238E27FC236}">
                <a16:creationId xmlns:a16="http://schemas.microsoft.com/office/drawing/2014/main" id="{870B3030-B043-4F47-9B26-F954C994600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 b="1"/>
            </a:lvl1pPr>
          </a:lstStyle>
          <a:p>
            <a:pPr>
              <a:defRPr/>
            </a:pPr>
            <a:endParaRPr lang="en-US" altLang="zh-CN" dirty="0"/>
          </a:p>
        </p:txBody>
      </p:sp>
      <p:sp>
        <p:nvSpPr>
          <p:cNvPr id="7" name="Rectangle 13">
            <a:extLst>
              <a:ext uri="{FF2B5EF4-FFF2-40B4-BE49-F238E27FC236}">
                <a16:creationId xmlns:a16="http://schemas.microsoft.com/office/drawing/2014/main" id="{BA423450-2CBE-4B62-AE41-DD58522F516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16968" y="6359768"/>
            <a:ext cx="1905000" cy="457200"/>
          </a:xfrm>
          <a:prstGeom prst="rect">
            <a:avLst/>
          </a:prstGeom>
          <a:ln/>
        </p:spPr>
        <p:txBody>
          <a:bodyPr/>
          <a:lstStyle>
            <a:lvl1pPr>
              <a:defRPr b="1"/>
            </a:lvl1pPr>
          </a:lstStyle>
          <a:p>
            <a:pPr>
              <a:defRPr/>
            </a:pPr>
            <a:fld id="{F4C1C56C-149B-47FD-93E1-25EA40A550F8}" type="slidenum">
              <a:rPr lang="en-US" altLang="zh-CN" smtClean="0"/>
              <a:pPr>
                <a:defRPr/>
              </a:pPr>
              <a:t>‹#›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509269650"/>
      </p:ext>
    </p:extLst>
  </p:cSld>
  <p:clrMapOvr>
    <a:masterClrMapping/>
  </p:clrMapOvr>
  <p:transition>
    <p:blinds dir="vert"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306104" y="265475"/>
            <a:ext cx="6961256" cy="823912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533523" y="1276719"/>
            <a:ext cx="386873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33523" y="2100631"/>
            <a:ext cx="386873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532435" y="1276719"/>
            <a:ext cx="38877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532435" y="2100631"/>
            <a:ext cx="38877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Rectangle 11">
            <a:extLst>
              <a:ext uri="{FF2B5EF4-FFF2-40B4-BE49-F238E27FC236}">
                <a16:creationId xmlns:a16="http://schemas.microsoft.com/office/drawing/2014/main" id="{6E1F2607-B43C-46D6-B2B2-7FD0BB3715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‹#›</a:t>
            </a:r>
          </a:p>
        </p:txBody>
      </p:sp>
      <p:sp>
        <p:nvSpPr>
          <p:cNvPr id="8" name="Rectangle 12">
            <a:extLst>
              <a:ext uri="{FF2B5EF4-FFF2-40B4-BE49-F238E27FC236}">
                <a16:creationId xmlns:a16="http://schemas.microsoft.com/office/drawing/2014/main" id="{D4067993-EC72-4429-BEFF-EBBFBC8EC60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13">
            <a:extLst>
              <a:ext uri="{FF2B5EF4-FFF2-40B4-BE49-F238E27FC236}">
                <a16:creationId xmlns:a16="http://schemas.microsoft.com/office/drawing/2014/main" id="{A47310DB-F0C8-4363-B0B3-A32B28E6604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16968" y="6359768"/>
            <a:ext cx="1905000" cy="4572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F513AF2-E6BE-46BF-BE60-AE5395E88CAD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42390269"/>
      </p:ext>
    </p:extLst>
  </p:cSld>
  <p:clrMapOvr>
    <a:masterClrMapping/>
  </p:clrMapOvr>
  <p:transition>
    <p:blinds dir="vert"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30238" y="1125414"/>
            <a:ext cx="2949575" cy="931985"/>
          </a:xfrm>
        </p:spPr>
        <p:txBody>
          <a:bodyPr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887788" y="1283677"/>
            <a:ext cx="4629150" cy="457737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Rectangle 11">
            <a:extLst>
              <a:ext uri="{FF2B5EF4-FFF2-40B4-BE49-F238E27FC236}">
                <a16:creationId xmlns:a16="http://schemas.microsoft.com/office/drawing/2014/main" id="{A4267126-A643-4066-8088-A43B3042210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‹#›</a:t>
            </a:r>
          </a:p>
        </p:txBody>
      </p:sp>
      <p:sp>
        <p:nvSpPr>
          <p:cNvPr id="6" name="Rectangle 12">
            <a:extLst>
              <a:ext uri="{FF2B5EF4-FFF2-40B4-BE49-F238E27FC236}">
                <a16:creationId xmlns:a16="http://schemas.microsoft.com/office/drawing/2014/main" id="{B88BCFC2-534C-41E8-811C-18B0F5FAF91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13">
            <a:extLst>
              <a:ext uri="{FF2B5EF4-FFF2-40B4-BE49-F238E27FC236}">
                <a16:creationId xmlns:a16="http://schemas.microsoft.com/office/drawing/2014/main" id="{DEAC1D16-6221-440A-B52D-08EEFAE6C80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16968" y="6359768"/>
            <a:ext cx="1905000" cy="4572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5B9687-43AD-48E3-B967-34003FFE165D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  <p:sp>
        <p:nvSpPr>
          <p:cNvPr id="8" name="标题 1">
            <a:extLst>
              <a:ext uri="{FF2B5EF4-FFF2-40B4-BE49-F238E27FC236}">
                <a16:creationId xmlns:a16="http://schemas.microsoft.com/office/drawing/2014/main" id="{9B1102C7-0F18-4D91-A4A7-17569BAF03D1}"/>
              </a:ext>
            </a:extLst>
          </p:cNvPr>
          <p:cNvSpPr txBox="1">
            <a:spLocks/>
          </p:cNvSpPr>
          <p:nvPr/>
        </p:nvSpPr>
        <p:spPr bwMode="auto">
          <a:xfrm>
            <a:off x="1306104" y="265475"/>
            <a:ext cx="6961256" cy="823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b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2745934515"/>
      </p:ext>
    </p:extLst>
  </p:cSld>
  <p:clrMapOvr>
    <a:masterClrMapping/>
  </p:clrMapOvr>
  <p:transition>
    <p:blinds dir="vert"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zh-CN" altLang="en-US" noProof="0"/>
              <a:t>单击图标添加图片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Rectangle 11">
            <a:extLst>
              <a:ext uri="{FF2B5EF4-FFF2-40B4-BE49-F238E27FC236}">
                <a16:creationId xmlns:a16="http://schemas.microsoft.com/office/drawing/2014/main" id="{2A6C1A6F-CA45-4ED4-8D74-4DB3EA4119B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‹#›</a:t>
            </a:r>
          </a:p>
        </p:txBody>
      </p:sp>
      <p:sp>
        <p:nvSpPr>
          <p:cNvPr id="6" name="Rectangle 12">
            <a:extLst>
              <a:ext uri="{FF2B5EF4-FFF2-40B4-BE49-F238E27FC236}">
                <a16:creationId xmlns:a16="http://schemas.microsoft.com/office/drawing/2014/main" id="{FE8E0055-8C08-48AE-A614-0621C3AAAC8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13">
            <a:extLst>
              <a:ext uri="{FF2B5EF4-FFF2-40B4-BE49-F238E27FC236}">
                <a16:creationId xmlns:a16="http://schemas.microsoft.com/office/drawing/2014/main" id="{D7AB1BBF-1B54-4936-89F0-D7134E96DF2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16968" y="6359768"/>
            <a:ext cx="1905000" cy="4572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F3AD361-67D9-49AA-9A53-38CF28EEA583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78587408"/>
      </p:ext>
    </p:extLst>
  </p:cSld>
  <p:clrMapOvr>
    <a:masterClrMapping/>
  </p:clrMapOvr>
  <p:transition>
    <p:blinds dir="vert"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00100" y="1661550"/>
            <a:ext cx="7772400" cy="46630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11">
            <a:extLst>
              <a:ext uri="{FF2B5EF4-FFF2-40B4-BE49-F238E27FC236}">
                <a16:creationId xmlns:a16="http://schemas.microsoft.com/office/drawing/2014/main" id="{B503D8EB-F24A-4CC2-A452-D605652469B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‹#›</a:t>
            </a:r>
          </a:p>
        </p:txBody>
      </p:sp>
      <p:sp>
        <p:nvSpPr>
          <p:cNvPr id="5" name="Rectangle 12">
            <a:extLst>
              <a:ext uri="{FF2B5EF4-FFF2-40B4-BE49-F238E27FC236}">
                <a16:creationId xmlns:a16="http://schemas.microsoft.com/office/drawing/2014/main" id="{4055C235-C6C7-4F8E-BEA1-B254A0E7B01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13">
            <a:extLst>
              <a:ext uri="{FF2B5EF4-FFF2-40B4-BE49-F238E27FC236}">
                <a16:creationId xmlns:a16="http://schemas.microsoft.com/office/drawing/2014/main" id="{0E7095AB-979D-4545-9D7B-BDA09C0C721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16968" y="6359768"/>
            <a:ext cx="1905000" cy="4572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C643A4-3E26-45D1-96DF-2F67516788A1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238865115"/>
      </p:ext>
    </p:extLst>
  </p:cSld>
  <p:clrMapOvr>
    <a:masterClrMapping/>
  </p:clrMapOvr>
  <p:transition>
    <p:blinds dir="vert"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617538"/>
            <a:ext cx="1951038" cy="551497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617538"/>
            <a:ext cx="5700712" cy="551497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11">
            <a:extLst>
              <a:ext uri="{FF2B5EF4-FFF2-40B4-BE49-F238E27FC236}">
                <a16:creationId xmlns:a16="http://schemas.microsoft.com/office/drawing/2014/main" id="{B34D4DC8-598E-4C1C-8C7D-D0DB2351736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CN"/>
              <a:t>‹#›</a:t>
            </a:r>
          </a:p>
        </p:txBody>
      </p:sp>
      <p:sp>
        <p:nvSpPr>
          <p:cNvPr id="5" name="Rectangle 12">
            <a:extLst>
              <a:ext uri="{FF2B5EF4-FFF2-40B4-BE49-F238E27FC236}">
                <a16:creationId xmlns:a16="http://schemas.microsoft.com/office/drawing/2014/main" id="{6E49145F-D98D-4B52-A0C3-CC0F1041CCD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13">
            <a:extLst>
              <a:ext uri="{FF2B5EF4-FFF2-40B4-BE49-F238E27FC236}">
                <a16:creationId xmlns:a16="http://schemas.microsoft.com/office/drawing/2014/main" id="{B5EB162E-2B07-43A3-969A-1620367E155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16968" y="6359768"/>
            <a:ext cx="1905000" cy="4572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D5FF35C-FDA9-4B3C-A051-F6FCDC8E36DB}" type="slidenum">
              <a:rPr lang="en-US" altLang="zh-CN" smtClean="0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3318573"/>
      </p:ext>
    </p:extLst>
  </p:cSld>
  <p:clrMapOvr>
    <a:masterClrMapping/>
  </p:clrMapOvr>
  <p:transition>
    <p:blinds dir="vert"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>
  <p:cSld name="标题和四项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5DC5AFB-A4D8-4187-AC13-53B9F4C07779}"/>
              </a:ext>
            </a:extLst>
          </p:cNvPr>
          <p:cNvSpPr>
            <a:spLocks noGrp="1"/>
          </p:cNvSpPr>
          <p:nvPr>
            <p:ph type="title" sz="quarter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91D5D4E7-841C-4F92-B70E-A6C0994465DA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457200" y="1600200"/>
            <a:ext cx="4038600" cy="21859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646F61BB-7B68-4971-82A7-09947BB8BC32}"/>
              </a:ext>
            </a:extLst>
          </p:cNvPr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内容占位符 4">
            <a:extLst>
              <a:ext uri="{FF2B5EF4-FFF2-40B4-BE49-F238E27FC236}">
                <a16:creationId xmlns:a16="http://schemas.microsoft.com/office/drawing/2014/main" id="{5F88FDCA-A1A3-42CC-ACA4-4FE96B431CE1}"/>
              </a:ext>
            </a:extLst>
          </p:cNvPr>
          <p:cNvSpPr>
            <a:spLocks noGrp="1"/>
          </p:cNvSpPr>
          <p:nvPr>
            <p:ph sz="quarter" idx="3"/>
          </p:nvPr>
        </p:nvSpPr>
        <p:spPr>
          <a:xfrm>
            <a:off x="457200" y="3938588"/>
            <a:ext cx="4038600" cy="2187575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70F5AFB1-3427-4BFB-8856-9F92D11A4C2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A81CB935-0FB3-45CF-AF5D-139FD78E6D6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r>
              <a:rPr lang="en-US" altLang="zh-CN"/>
              <a:t>‹#›</a:t>
            </a:r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7528FF9D-2805-4C01-86F1-AEA486055B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59A5E3C1-2B9A-4BD2-9E84-046241B4C2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BF34FA4C-538F-471F-9402-5654A99CCAF4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9625913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8.xml"/><Relationship Id="rId7" Type="http://schemas.openxmlformats.org/officeDocument/2006/relationships/slideLayout" Target="../slideLayouts/slideLayout32.xml"/><Relationship Id="rId12" Type="http://schemas.openxmlformats.org/officeDocument/2006/relationships/image" Target="../media/image1.jpeg"/><Relationship Id="rId2" Type="http://schemas.openxmlformats.org/officeDocument/2006/relationships/slideLayout" Target="../slideLayouts/slideLayout27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35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FA128AFC-BEF4-4A92-BF88-5FBE6484D2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3F0E32FB-5A28-41DE-A864-349DE22298A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3754AC7D-5F83-40E0-99B6-10F09126DF8F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b="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1E3C114C-1258-4375-8448-EE3F70711930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b="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E24FB1C1-B2A9-48FF-A36E-DDDFBA54F96C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0">
                <a:solidFill>
                  <a:schemeClr val="tx1"/>
                </a:solidFill>
              </a:defRPr>
            </a:lvl1pPr>
          </a:lstStyle>
          <a:p>
            <a:fld id="{71DF61C9-BBB7-42B5-A731-022D35D89F47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8692678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3" r:id="rId1"/>
    <p:sldLayoutId id="2147483764" r:id="rId2"/>
    <p:sldLayoutId id="2147483765" r:id="rId3"/>
    <p:sldLayoutId id="2147483766" r:id="rId4"/>
    <p:sldLayoutId id="2147483767" r:id="rId5"/>
    <p:sldLayoutId id="2147483768" r:id="rId6"/>
    <p:sldLayoutId id="2147483769" r:id="rId7"/>
    <p:sldLayoutId id="2147483770" r:id="rId8"/>
    <p:sldLayoutId id="2147483771" r:id="rId9"/>
    <p:sldLayoutId id="2147483772" r:id="rId10"/>
    <p:sldLayoutId id="2147483773" r:id="rId11"/>
  </p:sldLayoutIdLst>
  <p:transition>
    <p:zoom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B3A3BB5C-893D-45E3-8587-F448C7C9CAA5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609600"/>
            <a:ext cx="85407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5363" name="Rectangle 3">
            <a:extLst>
              <a:ext uri="{FF2B5EF4-FFF2-40B4-BE49-F238E27FC236}">
                <a16:creationId xmlns:a16="http://schemas.microsoft.com/office/drawing/2014/main" id="{6CDA76A1-C674-4B6C-BB00-5D4EB902FD55}"/>
              </a:ext>
            </a:extLst>
          </p:cNvPr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905000"/>
            <a:ext cx="8540750" cy="419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171012" name="Rectangle 4">
            <a:extLst>
              <a:ext uri="{FF2B5EF4-FFF2-40B4-BE49-F238E27FC236}">
                <a16:creationId xmlns:a16="http://schemas.microsoft.com/office/drawing/2014/main" id="{690888DB-75AF-48A4-B766-E167C102F002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71013" name="Rectangle 5">
            <a:extLst>
              <a:ext uri="{FF2B5EF4-FFF2-40B4-BE49-F238E27FC236}">
                <a16:creationId xmlns:a16="http://schemas.microsoft.com/office/drawing/2014/main" id="{AFCFEDD5-ECBC-4185-8802-8B7EF10F90FD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71014" name="Rectangle 6">
            <a:extLst>
              <a:ext uri="{FF2B5EF4-FFF2-40B4-BE49-F238E27FC236}">
                <a16:creationId xmlns:a16="http://schemas.microsoft.com/office/drawing/2014/main" id="{4939B222-DFFB-4E42-90BF-3B4462C37651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fld id="{EC654566-A394-442A-BB99-2A1BA7305967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9459457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7" r:id="rId1"/>
    <p:sldLayoutId id="2147483788" r:id="rId2"/>
    <p:sldLayoutId id="2147483789" r:id="rId3"/>
    <p:sldLayoutId id="2147483790" r:id="rId4"/>
    <p:sldLayoutId id="2147483791" r:id="rId5"/>
    <p:sldLayoutId id="2147483792" r:id="rId6"/>
    <p:sldLayoutId id="2147483793" r:id="rId7"/>
    <p:sldLayoutId id="2147483794" r:id="rId8"/>
    <p:sldLayoutId id="2147483795" r:id="rId9"/>
    <p:sldLayoutId id="2147483796" r:id="rId10"/>
    <p:sldLayoutId id="2147483797" r:id="rId11"/>
    <p:sldLayoutId id="2147483798" r:id="rId12"/>
    <p:sldLayoutId id="2147483799" r:id="rId13"/>
    <p:sldLayoutId id="2147483800" r:id="rId14"/>
  </p:sldLayoutIdLst>
  <p:transition spd="slow">
    <p:randomBar dir="vert"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75000"/>
        <a:buFont typeface="Wingdings" panose="05000000000000000000" pitchFamily="2" charset="2"/>
        <a:buChar char="v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5000"/>
        <a:buFont typeface="Wingdings" panose="05000000000000000000" pitchFamily="2" charset="2"/>
        <a:buChar char="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5000"/>
        <a:buFont typeface="Wingdings" panose="05000000000000000000" pitchFamily="2" charset="2"/>
        <a:buChar char="v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90000"/>
        <a:buFont typeface="Wingdings" panose="05000000000000000000" pitchFamily="2" charset="2"/>
        <a:buChar char="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5000"/>
        <a:buFont typeface="Wingdings" panose="05000000000000000000" pitchFamily="2" charset="2"/>
        <a:buChar char="v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5000"/>
        <a:buFont typeface="Wingdings" pitchFamily="2" charset="2"/>
        <a:buChar char="v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5000"/>
        <a:buFont typeface="Wingdings" pitchFamily="2" charset="2"/>
        <a:buChar char="v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5000"/>
        <a:buFont typeface="Wingdings" pitchFamily="2" charset="2"/>
        <a:buChar char="v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5000"/>
        <a:buFont typeface="Wingdings" pitchFamily="2" charset="2"/>
        <a:buChar char="v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" name="Rectangle 9">
            <a:extLst>
              <a:ext uri="{FF2B5EF4-FFF2-40B4-BE49-F238E27FC236}">
                <a16:creationId xmlns:a16="http://schemas.microsoft.com/office/drawing/2014/main" id="{33707532-3883-41BD-9420-919E4556FE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1324769" y="320113"/>
            <a:ext cx="7305992" cy="5753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dirty="0"/>
              <a:t>单击此处编辑母版标题样式</a:t>
            </a:r>
          </a:p>
        </p:txBody>
      </p:sp>
      <p:sp>
        <p:nvSpPr>
          <p:cNvPr id="15371" name="Rectangle 11">
            <a:extLst>
              <a:ext uri="{FF2B5EF4-FFF2-40B4-BE49-F238E27FC236}">
                <a16:creationId xmlns:a16="http://schemas.microsoft.com/office/drawing/2014/main" id="{B2AD3E2D-3A3D-4B5E-9FF0-A1F7C6A7EB9F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63770" y="6459605"/>
            <a:ext cx="518747" cy="3384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kumimoji="0" sz="1400" b="1" smtClean="0">
                <a:solidFill>
                  <a:schemeClr val="tx1"/>
                </a:solidFill>
                <a:effectLst/>
              </a:defRPr>
            </a:lvl1pPr>
          </a:lstStyle>
          <a:p>
            <a:pPr>
              <a:defRPr/>
            </a:pPr>
            <a:r>
              <a:rPr lang="en-US" altLang="zh-CN"/>
              <a:t>‹#›</a:t>
            </a:r>
            <a:endParaRPr lang="en-US" altLang="zh-CN" dirty="0"/>
          </a:p>
        </p:txBody>
      </p:sp>
      <p:sp>
        <p:nvSpPr>
          <p:cNvPr id="15372" name="Rectangle 12">
            <a:extLst>
              <a:ext uri="{FF2B5EF4-FFF2-40B4-BE49-F238E27FC236}">
                <a16:creationId xmlns:a16="http://schemas.microsoft.com/office/drawing/2014/main" id="{251BD657-367E-42D1-AD22-5D841EBD793A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069748" y="6465656"/>
            <a:ext cx="2895600" cy="3384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eaLnBrk="1" hangingPunct="1">
              <a:defRPr kumimoji="0" sz="1400" b="1" smtClean="0">
                <a:solidFill>
                  <a:schemeClr val="tx1"/>
                </a:solidFill>
                <a:effectLst/>
              </a:defRPr>
            </a:lvl1pPr>
          </a:lstStyle>
          <a:p>
            <a:pPr>
              <a:defRPr/>
            </a:pPr>
            <a:fld id="{B99CB850-45A1-4C06-90B9-AFD35F604E04}" type="datetime3">
              <a:rPr lang="zh-CN" altLang="en-US" smtClean="0"/>
              <a:pPr>
                <a:defRPr/>
              </a:pPr>
              <a:t>2019年10月29日星期二</a:t>
            </a:fld>
            <a:endParaRPr lang="en-US" altLang="zh-CN" dirty="0"/>
          </a:p>
        </p:txBody>
      </p:sp>
      <p:sp>
        <p:nvSpPr>
          <p:cNvPr id="15" name="Rectangle 8">
            <a:extLst>
              <a:ext uri="{FF2B5EF4-FFF2-40B4-BE49-F238E27FC236}">
                <a16:creationId xmlns:a16="http://schemas.microsoft.com/office/drawing/2014/main" id="{97F5FEE0-C94D-4C86-98BD-A08461FDF141}"/>
              </a:ext>
            </a:extLst>
          </p:cNvPr>
          <p:cNvSpPr>
            <a:spLocks noChangeArrowheads="1"/>
          </p:cNvSpPr>
          <p:nvPr/>
        </p:nvSpPr>
        <p:spPr bwMode="gray">
          <a:xfrm>
            <a:off x="602818" y="6380642"/>
            <a:ext cx="8226425" cy="31750"/>
          </a:xfrm>
          <a:prstGeom prst="rect">
            <a:avLst/>
          </a:prstGeom>
          <a:gradFill rotWithShape="0">
            <a:gsLst>
              <a:gs pos="87000">
                <a:schemeClr val="bg2"/>
              </a:gs>
              <a:gs pos="0">
                <a:schemeClr val="bg1"/>
              </a:gs>
            </a:gsLst>
            <a:lin ang="0" scaled="1"/>
          </a:gradFill>
          <a:ln>
            <a:noFill/>
          </a:ln>
          <a:effectLst/>
        </p:spPr>
        <p:txBody>
          <a:bodyPr wrap="none" anchor="ctr"/>
          <a:lstStyle>
            <a:lvl1pPr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sz="2400" b="1">
              <a:solidFill>
                <a:schemeClr val="tx1"/>
              </a:solidFill>
            </a:endParaRPr>
          </a:p>
        </p:txBody>
      </p:sp>
      <p:pic>
        <p:nvPicPr>
          <p:cNvPr id="2050" name="Picture 2" descr="https://timgsa.baidu.com/timg?image&amp;quality=80&amp;size=b9999_10000&amp;sec=1513057428162&amp;di=37860fdf3c4871460953786bbfa26622&amp;imgtype=0&amp;src=http%3A%2F%2Fpic.baike.soso.com%2Fp%2F20111015%2F20111015115227-260268041.jpg">
            <a:extLst>
              <a:ext uri="{FF2B5EF4-FFF2-40B4-BE49-F238E27FC236}">
                <a16:creationId xmlns:a16="http://schemas.microsoft.com/office/drawing/2014/main" id="{2318C2BE-15EA-4A82-8C68-EB4236E68D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894" t="12080" r="11532" b="12880"/>
          <a:stretch/>
        </p:blipFill>
        <p:spPr bwMode="auto">
          <a:xfrm>
            <a:off x="428827" y="248004"/>
            <a:ext cx="677490" cy="6639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4" descr="https://timgsa.baidu.com/timg?image&amp;quality=80&amp;size=b9999_10000&amp;sec=1513060306437&amp;di=30658f392e20939a542ddf602e2badff&amp;imgtype=0&amp;src=http%3A%2F%2Fphotocdn.sohu.com%2F20160130%2Fmp57336747_1454147583329_1_th.png">
            <a:extLst>
              <a:ext uri="{FF2B5EF4-FFF2-40B4-BE49-F238E27FC236}">
                <a16:creationId xmlns:a16="http://schemas.microsoft.com/office/drawing/2014/main" id="{7A33D88C-FAA7-4E46-8DD1-45BB3E8CD8A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077" t="40974" b="38513"/>
          <a:stretch/>
        </p:blipFill>
        <p:spPr bwMode="auto">
          <a:xfrm>
            <a:off x="7464668" y="6446811"/>
            <a:ext cx="1415562" cy="2831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2" name="Rectangle 8">
            <a:extLst>
              <a:ext uri="{FF2B5EF4-FFF2-40B4-BE49-F238E27FC236}">
                <a16:creationId xmlns:a16="http://schemas.microsoft.com/office/drawing/2014/main" id="{B0A16393-7427-4CCB-805E-364FBB0B1A7F}"/>
              </a:ext>
            </a:extLst>
          </p:cNvPr>
          <p:cNvSpPr>
            <a:spLocks noChangeArrowheads="1"/>
          </p:cNvSpPr>
          <p:nvPr/>
        </p:nvSpPr>
        <p:spPr bwMode="gray">
          <a:xfrm>
            <a:off x="404336" y="918967"/>
            <a:ext cx="8226425" cy="31750"/>
          </a:xfrm>
          <a:prstGeom prst="rect">
            <a:avLst/>
          </a:prstGeom>
          <a:gradFill rotWithShape="0">
            <a:gsLst>
              <a:gs pos="1600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txBody>
          <a:bodyPr wrap="none" anchor="ctr"/>
          <a:lstStyle>
            <a:lvl1pPr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sz="2400" b="1">
              <a:solidFill>
                <a:schemeClr val="tx1"/>
              </a:solidFill>
            </a:endParaRPr>
          </a:p>
        </p:txBody>
      </p:sp>
      <p:sp>
        <p:nvSpPr>
          <p:cNvPr id="1031" name="Rectangle 7">
            <a:extLst>
              <a:ext uri="{FF2B5EF4-FFF2-40B4-BE49-F238E27FC236}">
                <a16:creationId xmlns:a16="http://schemas.microsoft.com/office/drawing/2014/main" id="{CE2F7D08-FD33-484E-9182-6B281FB7CB59}"/>
              </a:ext>
            </a:extLst>
          </p:cNvPr>
          <p:cNvSpPr>
            <a:spLocks noChangeArrowheads="1"/>
          </p:cNvSpPr>
          <p:nvPr/>
        </p:nvSpPr>
        <p:spPr bwMode="gray">
          <a:xfrm>
            <a:off x="1107784" y="248004"/>
            <a:ext cx="31750" cy="1052513"/>
          </a:xfrm>
          <a:prstGeom prst="rect">
            <a:avLst/>
          </a:prstGeom>
          <a:gradFill flip="none" rotWithShape="1">
            <a:gsLst>
              <a:gs pos="0">
                <a:schemeClr val="accent4">
                  <a:lumMod val="5000"/>
                  <a:lumOff val="95000"/>
                </a:schemeClr>
              </a:gs>
              <a:gs pos="74000">
                <a:schemeClr val="accent4">
                  <a:lumMod val="45000"/>
                  <a:lumOff val="55000"/>
                </a:schemeClr>
              </a:gs>
              <a:gs pos="83000">
                <a:schemeClr val="accent4">
                  <a:lumMod val="45000"/>
                  <a:lumOff val="55000"/>
                </a:schemeClr>
              </a:gs>
              <a:gs pos="100000">
                <a:schemeClr val="accent4">
                  <a:lumMod val="30000"/>
                  <a:lumOff val="70000"/>
                </a:schemeClr>
              </a:gs>
            </a:gsLst>
            <a:lin ang="16200000" scaled="1"/>
            <a:tileRect/>
          </a:gradFill>
          <a:ln>
            <a:noFill/>
          </a:ln>
          <a:effectLst/>
        </p:spPr>
        <p:txBody>
          <a:bodyPr wrap="none" anchor="ctr"/>
          <a:lstStyle>
            <a:lvl1pPr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800" b="1">
                <a:solidFill>
                  <a:schemeClr val="bg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sz="2400" b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62163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2" r:id="rId1"/>
    <p:sldLayoutId id="2147483803" r:id="rId2"/>
    <p:sldLayoutId id="2147483804" r:id="rId3"/>
    <p:sldLayoutId id="2147483805" r:id="rId4"/>
    <p:sldLayoutId id="2147483806" r:id="rId5"/>
    <p:sldLayoutId id="2147483807" r:id="rId6"/>
    <p:sldLayoutId id="2147483808" r:id="rId7"/>
    <p:sldLayoutId id="2147483809" r:id="rId8"/>
    <p:sldLayoutId id="2147483810" r:id="rId9"/>
    <p:sldLayoutId id="2147483811" r:id="rId10"/>
  </p:sldLayoutIdLst>
  <p:transition>
    <p:blinds dir="vert"/>
  </p:transition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kumimoji="1" sz="4000" b="1" kern="12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kumimoji="1"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9.png"/><Relationship Id="rId5" Type="http://schemas.openxmlformats.org/officeDocument/2006/relationships/oleObject" Target="../embeddings/oleObject4.bin"/><Relationship Id="rId4" Type="http://schemas.openxmlformats.org/officeDocument/2006/relationships/image" Target="../media/image8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4.vml"/><Relationship Id="rId4" Type="http://schemas.openxmlformats.org/officeDocument/2006/relationships/image" Target="../media/image10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5.vml"/><Relationship Id="rId6" Type="http://schemas.openxmlformats.org/officeDocument/2006/relationships/image" Target="../media/image12.png"/><Relationship Id="rId5" Type="http://schemas.openxmlformats.org/officeDocument/2006/relationships/oleObject" Target="../embeddings/oleObject7.bin"/><Relationship Id="rId4" Type="http://schemas.openxmlformats.org/officeDocument/2006/relationships/image" Target="../media/image11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6.vml"/><Relationship Id="rId5" Type="http://schemas.openxmlformats.org/officeDocument/2006/relationships/image" Target="../media/image13.png"/><Relationship Id="rId4" Type="http://schemas.openxmlformats.org/officeDocument/2006/relationships/oleObject" Target="../embeddings/oleObject8.bin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7.vml"/><Relationship Id="rId5" Type="http://schemas.openxmlformats.org/officeDocument/2006/relationships/image" Target="../media/image14.png"/><Relationship Id="rId4" Type="http://schemas.openxmlformats.org/officeDocument/2006/relationships/oleObject" Target="../embeddings/oleObject9.bin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15.png"/><Relationship Id="rId4" Type="http://schemas.openxmlformats.org/officeDocument/2006/relationships/oleObject" Target="../embeddings/oleObject10.bin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9.vml"/><Relationship Id="rId4" Type="http://schemas.openxmlformats.org/officeDocument/2006/relationships/image" Target="../media/image14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0.vml"/><Relationship Id="rId4" Type="http://schemas.openxmlformats.org/officeDocument/2006/relationships/image" Target="../media/image16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1.vml"/><Relationship Id="rId5" Type="http://schemas.openxmlformats.org/officeDocument/2006/relationships/image" Target="../media/image21.png"/><Relationship Id="rId4" Type="http://schemas.openxmlformats.org/officeDocument/2006/relationships/oleObject" Target="../embeddings/oleObject13.bin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2.vml"/><Relationship Id="rId5" Type="http://schemas.openxmlformats.org/officeDocument/2006/relationships/image" Target="../media/image27.png"/><Relationship Id="rId4" Type="http://schemas.openxmlformats.org/officeDocument/2006/relationships/oleObject" Target="../embeddings/oleObject14.bin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3.vml"/><Relationship Id="rId4" Type="http://schemas.openxmlformats.org/officeDocument/2006/relationships/image" Target="../media/image28.png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4.vml"/><Relationship Id="rId4" Type="http://schemas.openxmlformats.org/officeDocument/2006/relationships/image" Target="../media/image29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5.vml"/><Relationship Id="rId4" Type="http://schemas.openxmlformats.org/officeDocument/2006/relationships/image" Target="../media/image30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3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emf"/><Relationship Id="rId13" Type="http://schemas.openxmlformats.org/officeDocument/2006/relationships/oleObject" Target="../embeddings/oleObject23.bin"/><Relationship Id="rId18" Type="http://schemas.openxmlformats.org/officeDocument/2006/relationships/image" Target="../media/image38.emf"/><Relationship Id="rId3" Type="http://schemas.openxmlformats.org/officeDocument/2006/relationships/oleObject" Target="../embeddings/oleObject18.bin"/><Relationship Id="rId7" Type="http://schemas.openxmlformats.org/officeDocument/2006/relationships/oleObject" Target="../embeddings/oleObject20.bin"/><Relationship Id="rId12" Type="http://schemas.openxmlformats.org/officeDocument/2006/relationships/image" Target="../media/image35.emf"/><Relationship Id="rId17" Type="http://schemas.openxmlformats.org/officeDocument/2006/relationships/oleObject" Target="../embeddings/oleObject25.bin"/><Relationship Id="rId2" Type="http://schemas.openxmlformats.org/officeDocument/2006/relationships/slideLayout" Target="../slideLayouts/slideLayout23.xml"/><Relationship Id="rId16" Type="http://schemas.openxmlformats.org/officeDocument/2006/relationships/image" Target="../media/image37.emf"/><Relationship Id="rId1" Type="http://schemas.openxmlformats.org/officeDocument/2006/relationships/vmlDrawing" Target="../drawings/vmlDrawing16.vml"/><Relationship Id="rId6" Type="http://schemas.openxmlformats.org/officeDocument/2006/relationships/image" Target="../media/image32.emf"/><Relationship Id="rId11" Type="http://schemas.openxmlformats.org/officeDocument/2006/relationships/oleObject" Target="../embeddings/oleObject22.bin"/><Relationship Id="rId5" Type="http://schemas.openxmlformats.org/officeDocument/2006/relationships/oleObject" Target="../embeddings/oleObject19.bin"/><Relationship Id="rId15" Type="http://schemas.openxmlformats.org/officeDocument/2006/relationships/oleObject" Target="../embeddings/oleObject24.bin"/><Relationship Id="rId10" Type="http://schemas.openxmlformats.org/officeDocument/2006/relationships/image" Target="../media/image34.emf"/><Relationship Id="rId4" Type="http://schemas.openxmlformats.org/officeDocument/2006/relationships/image" Target="../media/image31.emf"/><Relationship Id="rId9" Type="http://schemas.openxmlformats.org/officeDocument/2006/relationships/oleObject" Target="../embeddings/oleObject21.bin"/><Relationship Id="rId14" Type="http://schemas.openxmlformats.org/officeDocument/2006/relationships/image" Target="../media/image36.emf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6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7.vml"/><Relationship Id="rId5" Type="http://schemas.openxmlformats.org/officeDocument/2006/relationships/image" Target="../media/image40.png"/><Relationship Id="rId4" Type="http://schemas.openxmlformats.org/officeDocument/2006/relationships/image" Target="../media/image39.wmf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5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emf"/><Relationship Id="rId3" Type="http://schemas.openxmlformats.org/officeDocument/2006/relationships/image" Target="../media/image42.emf"/><Relationship Id="rId7" Type="http://schemas.openxmlformats.org/officeDocument/2006/relationships/image" Target="../media/image46.emf"/><Relationship Id="rId2" Type="http://schemas.openxmlformats.org/officeDocument/2006/relationships/image" Target="../media/image41.emf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45.emf"/><Relationship Id="rId5" Type="http://schemas.openxmlformats.org/officeDocument/2006/relationships/image" Target="../media/image44.emf"/><Relationship Id="rId4" Type="http://schemas.openxmlformats.org/officeDocument/2006/relationships/image" Target="../media/image43.emf"/><Relationship Id="rId9" Type="http://schemas.openxmlformats.org/officeDocument/2006/relationships/image" Target="../media/image48.emf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wmf"/><Relationship Id="rId13" Type="http://schemas.openxmlformats.org/officeDocument/2006/relationships/oleObject" Target="../embeddings/oleObject32.bin"/><Relationship Id="rId18" Type="http://schemas.openxmlformats.org/officeDocument/2006/relationships/image" Target="../media/image54.wmf"/><Relationship Id="rId3" Type="http://schemas.openxmlformats.org/officeDocument/2006/relationships/oleObject" Target="../embeddings/oleObject27.bin"/><Relationship Id="rId21" Type="http://schemas.openxmlformats.org/officeDocument/2006/relationships/oleObject" Target="../embeddings/oleObject39.bin"/><Relationship Id="rId7" Type="http://schemas.openxmlformats.org/officeDocument/2006/relationships/oleObject" Target="../embeddings/oleObject29.bin"/><Relationship Id="rId12" Type="http://schemas.openxmlformats.org/officeDocument/2006/relationships/image" Target="../media/image53.wmf"/><Relationship Id="rId17" Type="http://schemas.openxmlformats.org/officeDocument/2006/relationships/oleObject" Target="../embeddings/oleObject36.bin"/><Relationship Id="rId2" Type="http://schemas.openxmlformats.org/officeDocument/2006/relationships/slideLayout" Target="../slideLayouts/slideLayout13.xml"/><Relationship Id="rId16" Type="http://schemas.openxmlformats.org/officeDocument/2006/relationships/oleObject" Target="../embeddings/oleObject35.bin"/><Relationship Id="rId20" Type="http://schemas.openxmlformats.org/officeDocument/2006/relationships/oleObject" Target="../embeddings/oleObject38.bin"/><Relationship Id="rId1" Type="http://schemas.openxmlformats.org/officeDocument/2006/relationships/vmlDrawing" Target="../drawings/vmlDrawing18.vml"/><Relationship Id="rId6" Type="http://schemas.openxmlformats.org/officeDocument/2006/relationships/image" Target="../media/image50.wmf"/><Relationship Id="rId11" Type="http://schemas.openxmlformats.org/officeDocument/2006/relationships/oleObject" Target="../embeddings/oleObject31.bin"/><Relationship Id="rId5" Type="http://schemas.openxmlformats.org/officeDocument/2006/relationships/oleObject" Target="../embeddings/oleObject28.bin"/><Relationship Id="rId15" Type="http://schemas.openxmlformats.org/officeDocument/2006/relationships/oleObject" Target="../embeddings/oleObject34.bin"/><Relationship Id="rId23" Type="http://schemas.openxmlformats.org/officeDocument/2006/relationships/oleObject" Target="../embeddings/oleObject41.bin"/><Relationship Id="rId10" Type="http://schemas.openxmlformats.org/officeDocument/2006/relationships/image" Target="../media/image52.wmf"/><Relationship Id="rId19" Type="http://schemas.openxmlformats.org/officeDocument/2006/relationships/oleObject" Target="../embeddings/oleObject37.bin"/><Relationship Id="rId4" Type="http://schemas.openxmlformats.org/officeDocument/2006/relationships/image" Target="../media/image49.emf"/><Relationship Id="rId9" Type="http://schemas.openxmlformats.org/officeDocument/2006/relationships/oleObject" Target="../embeddings/oleObject30.bin"/><Relationship Id="rId14" Type="http://schemas.openxmlformats.org/officeDocument/2006/relationships/oleObject" Target="../embeddings/oleObject33.bin"/><Relationship Id="rId22" Type="http://schemas.openxmlformats.org/officeDocument/2006/relationships/oleObject" Target="../embeddings/oleObject40.bin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2.bin"/><Relationship Id="rId2" Type="http://schemas.openxmlformats.org/officeDocument/2006/relationships/slideLayout" Target="../slideLayouts/slideLayout27.xml"/><Relationship Id="rId1" Type="http://schemas.openxmlformats.org/officeDocument/2006/relationships/vmlDrawing" Target="../drawings/vmlDrawing19.vml"/><Relationship Id="rId4" Type="http://schemas.openxmlformats.org/officeDocument/2006/relationships/image" Target="../media/image56.emf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.png"/><Relationship Id="rId4" Type="http://schemas.openxmlformats.org/officeDocument/2006/relationships/image" Target="../media/image59.png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oleObject" Target="../embeddings/oleObject43.bin"/><Relationship Id="rId7" Type="http://schemas.openxmlformats.org/officeDocument/2006/relationships/oleObject" Target="../embeddings/oleObject45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0.vml"/><Relationship Id="rId6" Type="http://schemas.openxmlformats.org/officeDocument/2006/relationships/image" Target="../media/image63.png"/><Relationship Id="rId5" Type="http://schemas.openxmlformats.org/officeDocument/2006/relationships/oleObject" Target="../embeddings/oleObject44.bin"/><Relationship Id="rId10" Type="http://schemas.openxmlformats.org/officeDocument/2006/relationships/image" Target="../media/image65.png"/><Relationship Id="rId4" Type="http://schemas.openxmlformats.org/officeDocument/2006/relationships/image" Target="../media/image62.png"/><Relationship Id="rId9" Type="http://schemas.openxmlformats.org/officeDocument/2006/relationships/oleObject" Target="../embeddings/oleObject46.bin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>
            <a:extLst>
              <a:ext uri="{FF2B5EF4-FFF2-40B4-BE49-F238E27FC236}">
                <a16:creationId xmlns:a16="http://schemas.microsoft.com/office/drawing/2014/main" id="{2E9A2F44-287A-4D16-B1EF-F79BB4E7947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704637" y="2342216"/>
            <a:ext cx="5916157" cy="695360"/>
          </a:xfrm>
        </p:spPr>
        <p:txBody>
          <a:bodyPr/>
          <a:lstStyle/>
          <a:p>
            <a:r>
              <a:rPr lang="zh-CN" altLang="en-US" dirty="0"/>
              <a:t>第五部分  组合逻辑电路</a:t>
            </a:r>
          </a:p>
        </p:txBody>
      </p:sp>
      <p:sp>
        <p:nvSpPr>
          <p:cNvPr id="5" name="副标题 4">
            <a:extLst>
              <a:ext uri="{FF2B5EF4-FFF2-40B4-BE49-F238E27FC236}">
                <a16:creationId xmlns:a16="http://schemas.microsoft.com/office/drawing/2014/main" id="{172E532A-91D6-4E0F-83FA-B4C2FAF57F5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19994" y="3445937"/>
            <a:ext cx="6400800" cy="3017208"/>
          </a:xfrm>
        </p:spPr>
        <p:txBody>
          <a:bodyPr/>
          <a:lstStyle/>
          <a:p>
            <a:r>
              <a:rPr lang="zh-CN" altLang="en-US" dirty="0"/>
              <a:t>概念</a:t>
            </a:r>
            <a:endParaRPr lang="en-US" altLang="zh-CN" dirty="0"/>
          </a:p>
          <a:p>
            <a:r>
              <a:rPr lang="zh-CN" altLang="en-US" dirty="0"/>
              <a:t>组合逻辑电路分析</a:t>
            </a:r>
            <a:endParaRPr lang="en-US" altLang="zh-CN" dirty="0"/>
          </a:p>
          <a:p>
            <a:r>
              <a:rPr lang="zh-CN" altLang="en-US" dirty="0"/>
              <a:t>组合逻辑电路综合（设计）</a:t>
            </a:r>
            <a:endParaRPr lang="en-US" altLang="zh-CN" dirty="0"/>
          </a:p>
          <a:p>
            <a:r>
              <a:rPr lang="zh-CN" altLang="en-US" dirty="0"/>
              <a:t>典型集成组合逻辑电路</a:t>
            </a: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3453375705"/>
      </p:ext>
    </p:extLst>
  </p:cSld>
  <p:clrMapOvr>
    <a:masterClrMapping/>
  </p:clrMapOvr>
  <p:transition>
    <p:blinds dir="vert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5C48450D-39B8-4781-91A3-DCF9BE62C5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457200"/>
            <a:ext cx="4114800" cy="609600"/>
          </a:xfrm>
        </p:spPr>
        <p:txBody>
          <a:bodyPr/>
          <a:lstStyle/>
          <a:p>
            <a:pPr algn="l" eaLnBrk="1" hangingPunct="1"/>
            <a:r>
              <a:rPr lang="zh-CN" altLang="en-US" sz="3200" b="1" dirty="0">
                <a:solidFill>
                  <a:srgbClr val="1F08F8"/>
                </a:solidFill>
                <a:latin typeface="楷体_GB2312" pitchFamily="49" charset="-122"/>
                <a:ea typeface="楷体_GB2312" pitchFamily="49" charset="-122"/>
              </a:rPr>
              <a:t>组合逻辑电路的定义</a:t>
            </a:r>
          </a:p>
        </p:txBody>
      </p:sp>
      <p:sp>
        <p:nvSpPr>
          <p:cNvPr id="4100" name="Text Box 4">
            <a:extLst>
              <a:ext uri="{FF2B5EF4-FFF2-40B4-BE49-F238E27FC236}">
                <a16:creationId xmlns:a16="http://schemas.microsoft.com/office/drawing/2014/main" id="{E326C493-7B13-49A2-9E3C-43EB312F94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1524000"/>
            <a:ext cx="7315200" cy="1160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逻辑电路按其功能分为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       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组合逻辑电路和时序逻辑电路</a:t>
            </a:r>
          </a:p>
        </p:txBody>
      </p:sp>
      <p:sp>
        <p:nvSpPr>
          <p:cNvPr id="4101" name="Text Box 5">
            <a:extLst>
              <a:ext uri="{FF2B5EF4-FFF2-40B4-BE49-F238E27FC236}">
                <a16:creationId xmlns:a16="http://schemas.microsoft.com/office/drawing/2014/main" id="{EBB4841B-D40D-4822-8F54-56283057E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3048000"/>
            <a:ext cx="8153400" cy="1031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CC99"/>
              </a:buClr>
              <a:buSzPct val="70000"/>
              <a:buFont typeface="Monotype Sorts" pitchFamily="2" charset="2"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黑体" panose="02010609060101010101" pitchFamily="49" charset="-122"/>
                <a:ea typeface="宋体" panose="02010600030101010101" pitchFamily="2" charset="-122"/>
                <a:cs typeface="+mn-cs"/>
              </a:rPr>
              <a:t>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黑体" panose="02010609060101010101" pitchFamily="49" charset="-122"/>
                <a:ea typeface="宋体" panose="02010600030101010101" pitchFamily="2" charset="-122"/>
                <a:cs typeface="+mn-cs"/>
              </a:rPr>
              <a:t>电路任一时刻的输出状态只决定于该时刻各</a:t>
            </a:r>
          </a:p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CC99"/>
              </a:buClr>
              <a:buSzPct val="70000"/>
              <a:buFont typeface="Monotype Sorts" pitchFamily="2" charset="2"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黑体" panose="02010609060101010101" pitchFamily="49" charset="-122"/>
                <a:ea typeface="宋体" panose="02010600030101010101" pitchFamily="2" charset="-122"/>
                <a:cs typeface="+mn-cs"/>
              </a:rPr>
              <a:t>输入状态的组合，而与电路的原状态无关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02" name="Text Box 6">
            <a:extLst>
              <a:ext uri="{FF2B5EF4-FFF2-40B4-BE49-F238E27FC236}">
                <a16:creationId xmlns:a16="http://schemas.microsoft.com/office/drawing/2014/main" id="{BADD0757-653C-43AB-9A7E-A76B373D48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4572000"/>
            <a:ext cx="8229600" cy="1031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CC99"/>
              </a:buClr>
              <a:buSzPct val="70000"/>
              <a:buFont typeface="Monotype Sorts" pitchFamily="2" charset="2"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组合电路就是由门电路组合而成，电路中没有</a:t>
            </a:r>
          </a:p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CC99"/>
              </a:buClr>
              <a:buSzPct val="70000"/>
              <a:buFont typeface="Monotype Sorts" pitchFamily="2" charset="2"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记忆单元，没有反馈通路。</a:t>
            </a: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5527920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8" grpId="0" autoUpdateAnimBg="0"/>
      <p:bldP spid="4100" grpId="0" autoUpdateAnimBg="0"/>
      <p:bldP spid="4101" grpId="0" autoUpdateAnimBg="0"/>
      <p:bldP spid="4102" grpId="0" autoUpdateAnimBg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BED2AD77-BC52-4514-BEB1-CC94EF46EB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152400"/>
            <a:ext cx="2895600" cy="457200"/>
          </a:xfrm>
          <a:ln>
            <a:solidFill>
              <a:schemeClr val="bg1"/>
            </a:solidFill>
          </a:ln>
        </p:spPr>
        <p:txBody>
          <a:bodyPr/>
          <a:lstStyle/>
          <a:p>
            <a:pPr algn="l" eaLnBrk="1" hangingPunct="1"/>
            <a:r>
              <a:rPr lang="zh-CN" altLang="en-US" sz="2800" b="1">
                <a:solidFill>
                  <a:schemeClr val="tx1"/>
                </a:solidFill>
                <a:latin typeface="宋体" panose="02010600030101010101" pitchFamily="2" charset="-122"/>
              </a:rPr>
              <a:t>组合逻辑电路</a:t>
            </a:r>
          </a:p>
        </p:txBody>
      </p:sp>
      <p:grpSp>
        <p:nvGrpSpPr>
          <p:cNvPr id="5144" name="Group 24">
            <a:extLst>
              <a:ext uri="{FF2B5EF4-FFF2-40B4-BE49-F238E27FC236}">
                <a16:creationId xmlns:a16="http://schemas.microsoft.com/office/drawing/2014/main" id="{98DBAAC0-A827-4C5E-8C2E-4A6A287C6267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685800"/>
            <a:ext cx="3563938" cy="2057400"/>
            <a:chOff x="1008" y="1200"/>
            <a:chExt cx="2245" cy="1296"/>
          </a:xfrm>
        </p:grpSpPr>
        <p:sp>
          <p:nvSpPr>
            <p:cNvPr id="6165" name="Rectangle 5">
              <a:extLst>
                <a:ext uri="{FF2B5EF4-FFF2-40B4-BE49-F238E27FC236}">
                  <a16:creationId xmlns:a16="http://schemas.microsoft.com/office/drawing/2014/main" id="{84E7E1F7-8827-4C20-996B-6E004FC31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344"/>
              <a:ext cx="768" cy="110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组合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逻辑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电路</a:t>
              </a:r>
            </a:p>
          </p:txBody>
        </p:sp>
        <p:sp>
          <p:nvSpPr>
            <p:cNvPr id="6166" name="Line 6">
              <a:extLst>
                <a:ext uri="{FF2B5EF4-FFF2-40B4-BE49-F238E27FC236}">
                  <a16:creationId xmlns:a16="http://schemas.microsoft.com/office/drawing/2014/main" id="{1DDBAD5B-6CF0-40C7-BAF2-872E71892C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1440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67" name="Line 7">
              <a:extLst>
                <a:ext uri="{FF2B5EF4-FFF2-40B4-BE49-F238E27FC236}">
                  <a16:creationId xmlns:a16="http://schemas.microsoft.com/office/drawing/2014/main" id="{22CD798D-DC0D-4091-8ABA-2A6C1A4E1F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1632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68" name="Line 8">
              <a:extLst>
                <a:ext uri="{FF2B5EF4-FFF2-40B4-BE49-F238E27FC236}">
                  <a16:creationId xmlns:a16="http://schemas.microsoft.com/office/drawing/2014/main" id="{1989D089-261E-4EC8-8F56-3C2343706F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182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69" name="Line 9">
              <a:extLst>
                <a:ext uri="{FF2B5EF4-FFF2-40B4-BE49-F238E27FC236}">
                  <a16:creationId xmlns:a16="http://schemas.microsoft.com/office/drawing/2014/main" id="{674484DE-1EB3-499B-BCCB-4F5E881CA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1968"/>
              <a:ext cx="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70" name="Line 10">
              <a:extLst>
                <a:ext uri="{FF2B5EF4-FFF2-40B4-BE49-F238E27FC236}">
                  <a16:creationId xmlns:a16="http://schemas.microsoft.com/office/drawing/2014/main" id="{E7A670DE-3A3E-48A3-882E-3CCF6B4C49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352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71" name="Line 11">
              <a:extLst>
                <a:ext uri="{FF2B5EF4-FFF2-40B4-BE49-F238E27FC236}">
                  <a16:creationId xmlns:a16="http://schemas.microsoft.com/office/drawing/2014/main" id="{084A3A06-C98C-4C03-8078-A9DFDC803D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1440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72" name="Line 12">
              <a:extLst>
                <a:ext uri="{FF2B5EF4-FFF2-40B4-BE49-F238E27FC236}">
                  <a16:creationId xmlns:a16="http://schemas.microsoft.com/office/drawing/2014/main" id="{0E7E3B39-49E2-474B-9D65-460FCB4481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1632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73" name="Line 13">
              <a:extLst>
                <a:ext uri="{FF2B5EF4-FFF2-40B4-BE49-F238E27FC236}">
                  <a16:creationId xmlns:a16="http://schemas.microsoft.com/office/drawing/2014/main" id="{C89B45D1-511B-41C0-8AA0-0E126A545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182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74" name="Line 14">
              <a:extLst>
                <a:ext uri="{FF2B5EF4-FFF2-40B4-BE49-F238E27FC236}">
                  <a16:creationId xmlns:a16="http://schemas.microsoft.com/office/drawing/2014/main" id="{2561D4DB-E0F5-4F0B-A49C-5A1844D70A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1968"/>
              <a:ext cx="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75" name="Line 15">
              <a:extLst>
                <a:ext uri="{FF2B5EF4-FFF2-40B4-BE49-F238E27FC236}">
                  <a16:creationId xmlns:a16="http://schemas.microsoft.com/office/drawing/2014/main" id="{39D9391B-1AE1-488F-8987-899A3BCF1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2352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76" name="Text Box 16">
              <a:extLst>
                <a:ext uri="{FF2B5EF4-FFF2-40B4-BE49-F238E27FC236}">
                  <a16:creationId xmlns:a16="http://schemas.microsoft.com/office/drawing/2014/main" id="{87E30003-B5D2-44A2-B2D4-CACA6C0B3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4" y="1200"/>
              <a:ext cx="336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6177" name="Rectangle 17">
              <a:extLst>
                <a:ext uri="{FF2B5EF4-FFF2-40B4-BE49-F238E27FC236}">
                  <a16:creationId xmlns:a16="http://schemas.microsoft.com/office/drawing/2014/main" id="{DB52E04A-EB0E-4799-BC61-437F5CF62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1392"/>
              <a:ext cx="31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6178" name="Rectangle 18">
              <a:extLst>
                <a:ext uri="{FF2B5EF4-FFF2-40B4-BE49-F238E27FC236}">
                  <a16:creationId xmlns:a16="http://schemas.microsoft.com/office/drawing/2014/main" id="{FBF9D485-416B-4B42-85C3-AE7D2F444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1632"/>
              <a:ext cx="31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6179" name="Rectangle 19">
              <a:extLst>
                <a:ext uri="{FF2B5EF4-FFF2-40B4-BE49-F238E27FC236}">
                  <a16:creationId xmlns:a16="http://schemas.microsoft.com/office/drawing/2014/main" id="{B14316FB-8C30-4979-9662-E9F356B47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2160"/>
              <a:ext cx="433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n-1</a:t>
              </a:r>
            </a:p>
          </p:txBody>
        </p:sp>
        <p:sp>
          <p:nvSpPr>
            <p:cNvPr id="6180" name="Rectangle 20">
              <a:extLst>
                <a:ext uri="{FF2B5EF4-FFF2-40B4-BE49-F238E27FC236}">
                  <a16:creationId xmlns:a16="http://schemas.microsoft.com/office/drawing/2014/main" id="{EEF10174-6346-4AB0-8364-A7C7D26AE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200"/>
              <a:ext cx="31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6181" name="Rectangle 21">
              <a:extLst>
                <a:ext uri="{FF2B5EF4-FFF2-40B4-BE49-F238E27FC236}">
                  <a16:creationId xmlns:a16="http://schemas.microsoft.com/office/drawing/2014/main" id="{938CE7A5-68B9-4062-B79C-9F65BAAB8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440"/>
              <a:ext cx="31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6182" name="Rectangle 22">
              <a:extLst>
                <a:ext uri="{FF2B5EF4-FFF2-40B4-BE49-F238E27FC236}">
                  <a16:creationId xmlns:a16="http://schemas.microsoft.com/office/drawing/2014/main" id="{5835955F-D194-4BBC-AD2D-A3721354D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680"/>
              <a:ext cx="31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6183" name="Rectangle 23">
              <a:extLst>
                <a:ext uri="{FF2B5EF4-FFF2-40B4-BE49-F238E27FC236}">
                  <a16:creationId xmlns:a16="http://schemas.microsoft.com/office/drawing/2014/main" id="{1B8E92E8-773E-49A5-B805-88F774021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08"/>
              <a:ext cx="46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m-1</a:t>
              </a:r>
            </a:p>
          </p:txBody>
        </p:sp>
      </p:grpSp>
      <p:sp>
        <p:nvSpPr>
          <p:cNvPr id="5145" name="Text Box 25">
            <a:extLst>
              <a:ext uri="{FF2B5EF4-FFF2-40B4-BE49-F238E27FC236}">
                <a16:creationId xmlns:a16="http://schemas.microsoft.com/office/drawing/2014/main" id="{2E88522F-A23F-4097-8568-D2BCE731E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685800"/>
            <a:ext cx="541020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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n-1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——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输入变量</a:t>
            </a:r>
          </a:p>
        </p:txBody>
      </p:sp>
      <p:sp>
        <p:nvSpPr>
          <p:cNvPr id="5146" name="Rectangle 26">
            <a:extLst>
              <a:ext uri="{FF2B5EF4-FFF2-40B4-BE49-F238E27FC236}">
                <a16:creationId xmlns:a16="http://schemas.microsoft.com/office/drawing/2014/main" id="{7500B8E9-42EA-4E68-A90C-764B2A28F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1447800"/>
            <a:ext cx="5026025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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m-1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——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输出变量</a:t>
            </a:r>
          </a:p>
        </p:txBody>
      </p:sp>
      <p:sp>
        <p:nvSpPr>
          <p:cNvPr id="5147" name="Text Box 27">
            <a:extLst>
              <a:ext uri="{FF2B5EF4-FFF2-40B4-BE49-F238E27FC236}">
                <a16:creationId xmlns:a16="http://schemas.microsoft.com/office/drawing/2014/main" id="{1D2FBDCD-1E11-4B0E-9D9F-14B340AC07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3581400"/>
            <a:ext cx="480060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f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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n-1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</a:t>
            </a:r>
          </a:p>
        </p:txBody>
      </p:sp>
      <p:sp>
        <p:nvSpPr>
          <p:cNvPr id="5148" name="Rectangle 28">
            <a:extLst>
              <a:ext uri="{FF2B5EF4-FFF2-40B4-BE49-F238E27FC236}">
                <a16:creationId xmlns:a16="http://schemas.microsoft.com/office/drawing/2014/main" id="{33146947-F6F9-4F9E-98B1-A12F97D73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4343400"/>
            <a:ext cx="4116388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</a:t>
            </a:r>
            <a:r>
              <a:rPr kumimoji="1" lang="en-US" altLang="zh-CN" sz="2800" b="1" i="1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f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(X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30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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n-1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</a:t>
            </a:r>
          </a:p>
        </p:txBody>
      </p:sp>
      <p:sp>
        <p:nvSpPr>
          <p:cNvPr id="5149" name="Rectangle 29">
            <a:extLst>
              <a:ext uri="{FF2B5EF4-FFF2-40B4-BE49-F238E27FC236}">
                <a16:creationId xmlns:a16="http://schemas.microsoft.com/office/drawing/2014/main" id="{92240C8E-557D-4BE5-B8EC-107387B8C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5029200"/>
            <a:ext cx="4116388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f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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n-1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</a:t>
            </a:r>
          </a:p>
        </p:txBody>
      </p:sp>
      <p:sp>
        <p:nvSpPr>
          <p:cNvPr id="5151" name="Rectangle 31">
            <a:extLst>
              <a:ext uri="{FF2B5EF4-FFF2-40B4-BE49-F238E27FC236}">
                <a16:creationId xmlns:a16="http://schemas.microsoft.com/office/drawing/2014/main" id="{EF4749A7-B7CA-4550-BB93-666992C55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6034088"/>
            <a:ext cx="4876800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m-1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f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m-1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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n-1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</a:t>
            </a:r>
          </a:p>
        </p:txBody>
      </p:sp>
      <p:sp>
        <p:nvSpPr>
          <p:cNvPr id="5152" name="Text Box 32">
            <a:extLst>
              <a:ext uri="{FF2B5EF4-FFF2-40B4-BE49-F238E27FC236}">
                <a16:creationId xmlns:a16="http://schemas.microsoft.com/office/drawing/2014/main" id="{7F2E3982-D3C7-412B-9DCE-EC7BCEEB9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2133600"/>
            <a:ext cx="5029200" cy="1031875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CC99"/>
              </a:buClr>
              <a:buSzPct val="70000"/>
              <a:buFont typeface="Monotype Sorts" pitchFamily="2" charset="2"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每一个输出变量是全部或部分</a:t>
            </a:r>
          </a:p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CC99"/>
              </a:buClr>
              <a:buSzPct val="70000"/>
              <a:buFont typeface="Monotype Sorts" pitchFamily="2" charset="2"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输入变量的函数：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1F08F8"/>
              </a:solidFill>
              <a:effectLst/>
              <a:uLnTx/>
              <a:uFillTx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5161" name="Group 41">
            <a:extLst>
              <a:ext uri="{FF2B5EF4-FFF2-40B4-BE49-F238E27FC236}">
                <a16:creationId xmlns:a16="http://schemas.microsoft.com/office/drawing/2014/main" id="{A9996138-6BAB-42B7-BDAF-6236FA328BEA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3429000"/>
            <a:ext cx="4495800" cy="2971800"/>
            <a:chOff x="2928" y="2352"/>
            <a:chExt cx="2832" cy="1872"/>
          </a:xfrm>
        </p:grpSpPr>
        <p:sp>
          <p:nvSpPr>
            <p:cNvPr id="6156" name="Line 30">
              <a:extLst>
                <a:ext uri="{FF2B5EF4-FFF2-40B4-BE49-F238E27FC236}">
                  <a16:creationId xmlns:a16="http://schemas.microsoft.com/office/drawing/2014/main" id="{35FC7F63-AD64-467B-A04D-3123B61F96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8" y="3744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57" name="Line 33">
              <a:extLst>
                <a:ext uri="{FF2B5EF4-FFF2-40B4-BE49-F238E27FC236}">
                  <a16:creationId xmlns:a16="http://schemas.microsoft.com/office/drawing/2014/main" id="{07238D58-D388-46BD-9D80-CAAA7F67E3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2688"/>
              <a:ext cx="25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58" name="Line 34">
              <a:extLst>
                <a:ext uri="{FF2B5EF4-FFF2-40B4-BE49-F238E27FC236}">
                  <a16:creationId xmlns:a16="http://schemas.microsoft.com/office/drawing/2014/main" id="{EAC22509-D8C0-4C00-95D8-AEA71EC05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0" y="2448"/>
              <a:ext cx="0" cy="17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59" name="Text Box 35">
              <a:extLst>
                <a:ext uri="{FF2B5EF4-FFF2-40B4-BE49-F238E27FC236}">
                  <a16:creationId xmlns:a16="http://schemas.microsoft.com/office/drawing/2014/main" id="{453C988A-4007-429F-9899-9219DDDC8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4" y="2352"/>
              <a:ext cx="48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60" name="Text Box 36">
              <a:extLst>
                <a:ext uri="{FF2B5EF4-FFF2-40B4-BE49-F238E27FC236}">
                  <a16:creationId xmlns:a16="http://schemas.microsoft.com/office/drawing/2014/main" id="{77C238A2-2F06-4605-934C-631A1EF3BF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4" y="2352"/>
              <a:ext cx="48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61" name="Text Box 37">
              <a:extLst>
                <a:ext uri="{FF2B5EF4-FFF2-40B4-BE49-F238E27FC236}">
                  <a16:creationId xmlns:a16="http://schemas.microsoft.com/office/drawing/2014/main" id="{34F74D45-31EE-4366-B0CA-13DE6C9C56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8" y="2352"/>
              <a:ext cx="62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n-1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62" name="Text Box 38">
              <a:extLst>
                <a:ext uri="{FF2B5EF4-FFF2-40B4-BE49-F238E27FC236}">
                  <a16:creationId xmlns:a16="http://schemas.microsoft.com/office/drawing/2014/main" id="{8CB52AE0-246C-4A8F-B4FC-E3763621B1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0" y="2352"/>
              <a:ext cx="48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63" name="Text Box 39">
              <a:extLst>
                <a:ext uri="{FF2B5EF4-FFF2-40B4-BE49-F238E27FC236}">
                  <a16:creationId xmlns:a16="http://schemas.microsoft.com/office/drawing/2014/main" id="{1BA279BB-2F8A-422F-84E6-41FD7D9AAB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0" y="2352"/>
              <a:ext cx="48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64" name="Text Box 40">
              <a:extLst>
                <a:ext uri="{FF2B5EF4-FFF2-40B4-BE49-F238E27FC236}">
                  <a16:creationId xmlns:a16="http://schemas.microsoft.com/office/drawing/2014/main" id="{3F940577-A6FC-4E34-B694-529E37FC17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6" y="2352"/>
              <a:ext cx="62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n-1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519704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5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5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5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2" grpId="0" animBg="1" autoUpdateAnimBg="0"/>
      <p:bldP spid="5145" grpId="0" autoUpdateAnimBg="0"/>
      <p:bldP spid="5146" grpId="0" autoUpdateAnimBg="0"/>
      <p:bldP spid="5147" grpId="0" autoUpdateAnimBg="0"/>
      <p:bldP spid="5148" grpId="0" autoUpdateAnimBg="0"/>
      <p:bldP spid="5149" grpId="0" autoUpdateAnimBg="0"/>
      <p:bldP spid="5151" grpId="0" autoUpdateAnimBg="0"/>
      <p:bldP spid="5152" grpId="0" animBg="1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46E545A-18DB-4A5D-B812-9D8AFAD675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304800"/>
            <a:ext cx="5616575" cy="5334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1F08F8"/>
                </a:solidFill>
              </a:rPr>
              <a:t>§3—2    </a:t>
            </a:r>
            <a:r>
              <a:rPr lang="zh-CN" altLang="en-US" sz="2800" b="1" dirty="0">
                <a:solidFill>
                  <a:srgbClr val="1F08F8"/>
                </a:solidFill>
              </a:rPr>
              <a:t>组合数字电路的分析</a:t>
            </a:r>
          </a:p>
        </p:txBody>
      </p:sp>
      <p:graphicFrame>
        <p:nvGraphicFramePr>
          <p:cNvPr id="6148" name="Object 4">
            <a:extLst>
              <a:ext uri="{FF2B5EF4-FFF2-40B4-BE49-F238E27FC236}">
                <a16:creationId xmlns:a16="http://schemas.microsoft.com/office/drawing/2014/main" id="{94F85299-EE0B-41AC-AC9B-3D9CAA7BB632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47406508"/>
              </p:ext>
            </p:extLst>
          </p:nvPr>
        </p:nvGraphicFramePr>
        <p:xfrm>
          <a:off x="254000" y="1282700"/>
          <a:ext cx="8610600" cy="1752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2" name="BMP 图象" r:id="rId3" imgW="4285714" imgH="619211" progId="Paint.Picture">
                  <p:embed/>
                </p:oleObj>
              </mc:Choice>
              <mc:Fallback>
                <p:oleObj name="BMP 图象" r:id="rId3" imgW="4285714" imgH="619211" progId="Paint.Picture">
                  <p:embed/>
                  <p:pic>
                    <p:nvPicPr>
                      <p:cNvPr id="6148" name="Object 4">
                        <a:extLst>
                          <a:ext uri="{FF2B5EF4-FFF2-40B4-BE49-F238E27FC236}">
                            <a16:creationId xmlns:a16="http://schemas.microsoft.com/office/drawing/2014/main" id="{94F85299-EE0B-41AC-AC9B-3D9CAA7BB63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4000" y="1282700"/>
                        <a:ext cx="8610600" cy="1752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149" name="Text Box 5">
            <a:extLst>
              <a:ext uri="{FF2B5EF4-FFF2-40B4-BE49-F238E27FC236}">
                <a16:creationId xmlns:a16="http://schemas.microsoft.com/office/drawing/2014/main" id="{01187572-179D-4CC0-98A4-41343709E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505200"/>
            <a:ext cx="8763000" cy="2657475"/>
          </a:xfrm>
          <a:prstGeom prst="rect">
            <a:avLst/>
          </a:prstGeom>
          <a:noFill/>
          <a:ln w="28575" cap="sq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）根据给定逻辑图写出输出逻辑函数表达式 ； </a:t>
            </a:r>
          </a:p>
          <a:p>
            <a:pPr marL="0" marR="0" lvl="0" indent="0" algn="l" defTabSz="9144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）对逻辑函数表达式化简，写出最简与或表达式；</a:t>
            </a:r>
          </a:p>
          <a:p>
            <a:pPr marL="0" marR="0" lvl="0" indent="0" algn="l" defTabSz="9144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）根据最简表达式列出真值表；</a:t>
            </a:r>
          </a:p>
          <a:p>
            <a:pPr marL="0" marR="0" lvl="0" indent="0" algn="l" defTabSz="9144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）由真值表说明给定电路的逻辑功能。</a:t>
            </a:r>
          </a:p>
        </p:txBody>
      </p:sp>
    </p:spTree>
    <p:extLst>
      <p:ext uri="{BB962C8B-B14F-4D97-AF65-F5344CB8AC3E}">
        <p14:creationId xmlns:p14="http://schemas.microsoft.com/office/powerpoint/2010/main" val="355620364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3" dur="500"/>
                                        <p:tgtEl>
                                          <p:spTgt spid="6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6" grpId="0" autoUpdateAnimBg="0"/>
      <p:bldP spid="6149" grpId="0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B1879AEE-3750-4FAA-B404-0D9DBEFEB1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52400" y="287338"/>
            <a:ext cx="1535113" cy="5334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1】</a:t>
            </a:r>
          </a:p>
        </p:txBody>
      </p:sp>
      <p:grpSp>
        <p:nvGrpSpPr>
          <p:cNvPr id="7216" name="Group 48">
            <a:extLst>
              <a:ext uri="{FF2B5EF4-FFF2-40B4-BE49-F238E27FC236}">
                <a16:creationId xmlns:a16="http://schemas.microsoft.com/office/drawing/2014/main" id="{B0C6EE2B-6F47-454F-92A7-DA91BF1B85B7}"/>
              </a:ext>
            </a:extLst>
          </p:cNvPr>
          <p:cNvGrpSpPr>
            <a:grpSpLocks/>
          </p:cNvGrpSpPr>
          <p:nvPr/>
        </p:nvGrpSpPr>
        <p:grpSpPr bwMode="auto">
          <a:xfrm>
            <a:off x="2312988" y="3890963"/>
            <a:ext cx="609600" cy="457200"/>
            <a:chOff x="3445" y="2914"/>
            <a:chExt cx="384" cy="288"/>
          </a:xfrm>
        </p:grpSpPr>
        <p:sp>
          <p:nvSpPr>
            <p:cNvPr id="8287" name="Text Box 46">
              <a:extLst>
                <a:ext uri="{FF2B5EF4-FFF2-40B4-BE49-F238E27FC236}">
                  <a16:creationId xmlns:a16="http://schemas.microsoft.com/office/drawing/2014/main" id="{4015DF3E-F976-4A03-9E6A-03F81041A9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5" y="2914"/>
              <a:ext cx="3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AB</a:t>
              </a:r>
            </a:p>
          </p:txBody>
        </p:sp>
        <p:sp>
          <p:nvSpPr>
            <p:cNvPr id="8288" name="Line 47">
              <a:extLst>
                <a:ext uri="{FF2B5EF4-FFF2-40B4-BE49-F238E27FC236}">
                  <a16:creationId xmlns:a16="http://schemas.microsoft.com/office/drawing/2014/main" id="{C066A5A2-CDAD-4CE4-BE25-B7EEE15F98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2" y="2948"/>
              <a:ext cx="22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223" name="Group 55">
            <a:extLst>
              <a:ext uri="{FF2B5EF4-FFF2-40B4-BE49-F238E27FC236}">
                <a16:creationId xmlns:a16="http://schemas.microsoft.com/office/drawing/2014/main" id="{037D98C7-0717-4335-9268-66AA2DBE865E}"/>
              </a:ext>
            </a:extLst>
          </p:cNvPr>
          <p:cNvGrpSpPr>
            <a:grpSpLocks/>
          </p:cNvGrpSpPr>
          <p:nvPr/>
        </p:nvGrpSpPr>
        <p:grpSpPr bwMode="auto">
          <a:xfrm>
            <a:off x="2814638" y="2708275"/>
            <a:ext cx="1022350" cy="476250"/>
            <a:chOff x="2722" y="1954"/>
            <a:chExt cx="644" cy="300"/>
          </a:xfrm>
        </p:grpSpPr>
        <p:grpSp>
          <p:nvGrpSpPr>
            <p:cNvPr id="8282" name="Group 49">
              <a:extLst>
                <a:ext uri="{FF2B5EF4-FFF2-40B4-BE49-F238E27FC236}">
                  <a16:creationId xmlns:a16="http://schemas.microsoft.com/office/drawing/2014/main" id="{45538D6F-0220-4887-AE88-FCD50FD915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1966"/>
              <a:ext cx="384" cy="288"/>
              <a:chOff x="3445" y="2914"/>
              <a:chExt cx="384" cy="288"/>
            </a:xfrm>
          </p:grpSpPr>
          <p:sp>
            <p:nvSpPr>
              <p:cNvPr id="8285" name="Text Box 50">
                <a:extLst>
                  <a:ext uri="{FF2B5EF4-FFF2-40B4-BE49-F238E27FC236}">
                    <a16:creationId xmlns:a16="http://schemas.microsoft.com/office/drawing/2014/main" id="{B726F561-DA9A-4208-88CD-B09095555D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45" y="2914"/>
                <a:ext cx="38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AB</a:t>
                </a:r>
              </a:p>
            </p:txBody>
          </p:sp>
          <p:sp>
            <p:nvSpPr>
              <p:cNvPr id="8286" name="Line 51">
                <a:extLst>
                  <a:ext uri="{FF2B5EF4-FFF2-40B4-BE49-F238E27FC236}">
                    <a16:creationId xmlns:a16="http://schemas.microsoft.com/office/drawing/2014/main" id="{8047BA25-4FAC-4159-8758-D2474B7B8E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12" y="2948"/>
                <a:ext cx="22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283" name="Text Box 53">
              <a:extLst>
                <a:ext uri="{FF2B5EF4-FFF2-40B4-BE49-F238E27FC236}">
                  <a16:creationId xmlns:a16="http://schemas.microsoft.com/office/drawing/2014/main" id="{14FB43EB-611B-41E5-9E9D-A5DA6450F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3" y="1954"/>
              <a:ext cx="373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8284" name="Line 54">
              <a:extLst>
                <a:ext uri="{FF2B5EF4-FFF2-40B4-BE49-F238E27FC236}">
                  <a16:creationId xmlns:a16="http://schemas.microsoft.com/office/drawing/2014/main" id="{5DB7E7B1-3793-4005-956B-9D05806906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0" y="1954"/>
              <a:ext cx="37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224" name="Group 56">
            <a:extLst>
              <a:ext uri="{FF2B5EF4-FFF2-40B4-BE49-F238E27FC236}">
                <a16:creationId xmlns:a16="http://schemas.microsoft.com/office/drawing/2014/main" id="{4A2DB941-0D5E-4450-8CBA-371309DAEF51}"/>
              </a:ext>
            </a:extLst>
          </p:cNvPr>
          <p:cNvGrpSpPr>
            <a:grpSpLocks/>
          </p:cNvGrpSpPr>
          <p:nvPr/>
        </p:nvGrpSpPr>
        <p:grpSpPr bwMode="auto">
          <a:xfrm>
            <a:off x="771525" y="2635250"/>
            <a:ext cx="1022350" cy="476250"/>
            <a:chOff x="2722" y="1954"/>
            <a:chExt cx="644" cy="300"/>
          </a:xfrm>
        </p:grpSpPr>
        <p:grpSp>
          <p:nvGrpSpPr>
            <p:cNvPr id="8277" name="Group 57">
              <a:extLst>
                <a:ext uri="{FF2B5EF4-FFF2-40B4-BE49-F238E27FC236}">
                  <a16:creationId xmlns:a16="http://schemas.microsoft.com/office/drawing/2014/main" id="{A626EE27-AC62-488B-A7F7-430C4648A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1966"/>
              <a:ext cx="384" cy="288"/>
              <a:chOff x="3445" y="2914"/>
              <a:chExt cx="384" cy="288"/>
            </a:xfrm>
          </p:grpSpPr>
          <p:sp>
            <p:nvSpPr>
              <p:cNvPr id="8280" name="Text Box 58">
                <a:extLst>
                  <a:ext uri="{FF2B5EF4-FFF2-40B4-BE49-F238E27FC236}">
                    <a16:creationId xmlns:a16="http://schemas.microsoft.com/office/drawing/2014/main" id="{77DCD0AC-F936-4FD5-98AA-F2314448F9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45" y="2914"/>
                <a:ext cx="38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AB</a:t>
                </a:r>
              </a:p>
            </p:txBody>
          </p:sp>
          <p:sp>
            <p:nvSpPr>
              <p:cNvPr id="8281" name="Line 59">
                <a:extLst>
                  <a:ext uri="{FF2B5EF4-FFF2-40B4-BE49-F238E27FC236}">
                    <a16:creationId xmlns:a16="http://schemas.microsoft.com/office/drawing/2014/main" id="{B32D8AA8-BF59-4CCB-A17B-6C2D16F217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12" y="2948"/>
                <a:ext cx="22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278" name="Text Box 60">
              <a:extLst>
                <a:ext uri="{FF2B5EF4-FFF2-40B4-BE49-F238E27FC236}">
                  <a16:creationId xmlns:a16="http://schemas.microsoft.com/office/drawing/2014/main" id="{7AC14902-1B0D-4844-A3AC-A3E691E2BC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3" y="1954"/>
              <a:ext cx="373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8279" name="Line 61">
              <a:extLst>
                <a:ext uri="{FF2B5EF4-FFF2-40B4-BE49-F238E27FC236}">
                  <a16:creationId xmlns:a16="http://schemas.microsoft.com/office/drawing/2014/main" id="{C26DE8B6-9DDB-435F-8784-647EAB8232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0" y="1954"/>
              <a:ext cx="37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236" name="Group 68">
            <a:extLst>
              <a:ext uri="{FF2B5EF4-FFF2-40B4-BE49-F238E27FC236}">
                <a16:creationId xmlns:a16="http://schemas.microsoft.com/office/drawing/2014/main" id="{8E8E509F-F750-48A4-8EFA-B5E7854F7CCD}"/>
              </a:ext>
            </a:extLst>
          </p:cNvPr>
          <p:cNvGrpSpPr>
            <a:grpSpLocks/>
          </p:cNvGrpSpPr>
          <p:nvPr/>
        </p:nvGrpSpPr>
        <p:grpSpPr bwMode="auto">
          <a:xfrm>
            <a:off x="3387725" y="1011238"/>
            <a:ext cx="2384425" cy="590550"/>
            <a:chOff x="2699" y="926"/>
            <a:chExt cx="1502" cy="372"/>
          </a:xfrm>
        </p:grpSpPr>
        <p:sp>
          <p:nvSpPr>
            <p:cNvPr id="8271" name="Text Box 62">
              <a:extLst>
                <a:ext uri="{FF2B5EF4-FFF2-40B4-BE49-F238E27FC236}">
                  <a16:creationId xmlns:a16="http://schemas.microsoft.com/office/drawing/2014/main" id="{DEDF73F0-C501-41BF-A4B6-4230F2BB43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9" y="971"/>
              <a:ext cx="1502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=ABAABB</a:t>
              </a:r>
            </a:p>
          </p:txBody>
        </p:sp>
        <p:sp>
          <p:nvSpPr>
            <p:cNvPr id="8272" name="Line 63">
              <a:extLst>
                <a:ext uri="{FF2B5EF4-FFF2-40B4-BE49-F238E27FC236}">
                  <a16:creationId xmlns:a16="http://schemas.microsoft.com/office/drawing/2014/main" id="{F36654B0-6129-4E24-AC01-96BFBADA10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1" y="1016"/>
              <a:ext cx="24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273" name="Line 64">
              <a:extLst>
                <a:ext uri="{FF2B5EF4-FFF2-40B4-BE49-F238E27FC236}">
                  <a16:creationId xmlns:a16="http://schemas.microsoft.com/office/drawing/2014/main" id="{0E862BF6-0B58-4BA9-A22E-0C5B01DCF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0" y="971"/>
              <a:ext cx="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274" name="Line 65">
              <a:extLst>
                <a:ext uri="{FF2B5EF4-FFF2-40B4-BE49-F238E27FC236}">
                  <a16:creationId xmlns:a16="http://schemas.microsoft.com/office/drawing/2014/main" id="{673425AC-4B00-4775-81E9-BBF7E30472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5" y="1028"/>
              <a:ext cx="23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275" name="Line 66">
              <a:extLst>
                <a:ext uri="{FF2B5EF4-FFF2-40B4-BE49-F238E27FC236}">
                  <a16:creationId xmlns:a16="http://schemas.microsoft.com/office/drawing/2014/main" id="{FE209CA4-D1D6-4C6E-B9B3-A97162D381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5" y="982"/>
              <a:ext cx="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276" name="Line 67">
              <a:extLst>
                <a:ext uri="{FF2B5EF4-FFF2-40B4-BE49-F238E27FC236}">
                  <a16:creationId xmlns:a16="http://schemas.microsoft.com/office/drawing/2014/main" id="{18E873F5-A785-4E11-A0D0-8AFBB8BE97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0" y="926"/>
              <a:ext cx="8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240" name="Group 72">
            <a:extLst>
              <a:ext uri="{FF2B5EF4-FFF2-40B4-BE49-F238E27FC236}">
                <a16:creationId xmlns:a16="http://schemas.microsoft.com/office/drawing/2014/main" id="{6D6B3284-B986-40C0-9A02-94FA0337FF16}"/>
              </a:ext>
            </a:extLst>
          </p:cNvPr>
          <p:cNvGrpSpPr>
            <a:grpSpLocks/>
          </p:cNvGrpSpPr>
          <p:nvPr/>
        </p:nvGrpSpPr>
        <p:grpSpPr bwMode="auto">
          <a:xfrm>
            <a:off x="5467350" y="1084263"/>
            <a:ext cx="2224088" cy="519112"/>
            <a:chOff x="2801" y="2168"/>
            <a:chExt cx="1401" cy="327"/>
          </a:xfrm>
        </p:grpSpPr>
        <p:sp>
          <p:nvSpPr>
            <p:cNvPr id="8268" name="Text Box 69">
              <a:extLst>
                <a:ext uri="{FF2B5EF4-FFF2-40B4-BE49-F238E27FC236}">
                  <a16:creationId xmlns:a16="http://schemas.microsoft.com/office/drawing/2014/main" id="{380AB475-D41D-4D40-BF89-E01F9D8F6D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1" y="2168"/>
              <a:ext cx="1401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=ABA+ABB</a:t>
              </a:r>
            </a:p>
          </p:txBody>
        </p:sp>
        <p:sp>
          <p:nvSpPr>
            <p:cNvPr id="8269" name="Line 70">
              <a:extLst>
                <a:ext uri="{FF2B5EF4-FFF2-40B4-BE49-F238E27FC236}">
                  <a16:creationId xmlns:a16="http://schemas.microsoft.com/office/drawing/2014/main" id="{E0084037-A4F1-47C0-A6B6-0DDD1DF7D0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7" y="2225"/>
              <a:ext cx="24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270" name="Line 71">
              <a:extLst>
                <a:ext uri="{FF2B5EF4-FFF2-40B4-BE49-F238E27FC236}">
                  <a16:creationId xmlns:a16="http://schemas.microsoft.com/office/drawing/2014/main" id="{777C56FE-AE32-443A-9F45-EF137B8CD5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225"/>
              <a:ext cx="2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244" name="Group 76">
            <a:extLst>
              <a:ext uri="{FF2B5EF4-FFF2-40B4-BE49-F238E27FC236}">
                <a16:creationId xmlns:a16="http://schemas.microsoft.com/office/drawing/2014/main" id="{9966FE0F-FA84-40A4-BBCA-DFC9CBFCB8F9}"/>
              </a:ext>
            </a:extLst>
          </p:cNvPr>
          <p:cNvGrpSpPr>
            <a:grpSpLocks/>
          </p:cNvGrpSpPr>
          <p:nvPr/>
        </p:nvGrpSpPr>
        <p:grpSpPr bwMode="auto">
          <a:xfrm>
            <a:off x="7353300" y="1082675"/>
            <a:ext cx="1703388" cy="519113"/>
            <a:chOff x="2767" y="2598"/>
            <a:chExt cx="1073" cy="327"/>
          </a:xfrm>
        </p:grpSpPr>
        <p:sp>
          <p:nvSpPr>
            <p:cNvPr id="8265" name="Text Box 73">
              <a:extLst>
                <a:ext uri="{FF2B5EF4-FFF2-40B4-BE49-F238E27FC236}">
                  <a16:creationId xmlns:a16="http://schemas.microsoft.com/office/drawing/2014/main" id="{6E3B864D-FA7B-4F77-A628-22B38E7B94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7" y="2598"/>
              <a:ext cx="1073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=AB+AB</a:t>
              </a:r>
            </a:p>
          </p:txBody>
        </p:sp>
        <p:sp>
          <p:nvSpPr>
            <p:cNvPr id="8266" name="Line 74">
              <a:extLst>
                <a:ext uri="{FF2B5EF4-FFF2-40B4-BE49-F238E27FC236}">
                  <a16:creationId xmlns:a16="http://schemas.microsoft.com/office/drawing/2014/main" id="{64C95E81-9768-4232-B331-16690DCA10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5" y="2643"/>
              <a:ext cx="1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267" name="Line 75">
              <a:extLst>
                <a:ext uri="{FF2B5EF4-FFF2-40B4-BE49-F238E27FC236}">
                  <a16:creationId xmlns:a16="http://schemas.microsoft.com/office/drawing/2014/main" id="{14833A9D-4DC1-4A76-8FDD-E7F0690916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0" y="2654"/>
              <a:ext cx="1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7245" name="Text Box 77">
            <a:extLst>
              <a:ext uri="{FF2B5EF4-FFF2-40B4-BE49-F238E27FC236}">
                <a16:creationId xmlns:a16="http://schemas.microsoft.com/office/drawing/2014/main" id="{5DF572F4-F7EF-458F-B7B6-154D3FEE6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1700" y="1708150"/>
            <a:ext cx="1541463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=AB</a:t>
            </a:r>
          </a:p>
        </p:txBody>
      </p:sp>
      <p:graphicFrame>
        <p:nvGraphicFramePr>
          <p:cNvPr id="7290" name="Group 122">
            <a:extLst>
              <a:ext uri="{FF2B5EF4-FFF2-40B4-BE49-F238E27FC236}">
                <a16:creationId xmlns:a16="http://schemas.microsoft.com/office/drawing/2014/main" id="{02B02CDE-63C4-4D88-B9A5-E4FB9895A9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5616328"/>
              </p:ext>
            </p:extLst>
          </p:nvPr>
        </p:nvGraphicFramePr>
        <p:xfrm>
          <a:off x="5218113" y="2455863"/>
          <a:ext cx="2438400" cy="2590800"/>
        </p:xfrm>
        <a:graphic>
          <a:graphicData uri="http://schemas.openxmlformats.org/drawingml/2006/table">
            <a:tbl>
              <a:tblPr/>
              <a:tblGrid>
                <a:gridCol w="12207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7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A    B</a:t>
                      </a:r>
                    </a:p>
                  </a:txBody>
                  <a:tcPr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Y</a:t>
                      </a:r>
                      <a:r>
                        <a:rPr kumimoji="1" lang="en-US" altLang="zh-CN" sz="2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 Y</a:t>
                      </a:r>
                      <a:r>
                        <a:rPr kumimoji="1" lang="en-US" altLang="zh-CN" sz="2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horzOverflow="overflow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0    0</a:t>
                      </a:r>
                    </a:p>
                  </a:txBody>
                  <a:tcPr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0    0</a:t>
                      </a:r>
                    </a:p>
                  </a:txBody>
                  <a:tcPr horzOverflow="overflow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0    1</a:t>
                      </a:r>
                    </a:p>
                  </a:txBody>
                  <a:tcPr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1    0</a:t>
                      </a:r>
                    </a:p>
                  </a:txBody>
                  <a:tcPr horzOverflow="overflow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1    0</a:t>
                      </a:r>
                    </a:p>
                  </a:txBody>
                  <a:tcPr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1    0</a:t>
                      </a:r>
                    </a:p>
                  </a:txBody>
                  <a:tcPr horzOverflow="overflow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1    1</a:t>
                      </a:r>
                    </a:p>
                  </a:txBody>
                  <a:tcPr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4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0    1</a:t>
                      </a:r>
                    </a:p>
                  </a:txBody>
                  <a:tcPr horzOverflow="overflow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291" name="Text Box 123">
            <a:extLst>
              <a:ext uri="{FF2B5EF4-FFF2-40B4-BE49-F238E27FC236}">
                <a16:creationId xmlns:a16="http://schemas.microsoft.com/office/drawing/2014/main" id="{FC07CCF2-EBC8-420D-9E83-34CB68FA3C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9313" y="5324475"/>
            <a:ext cx="5207000" cy="1160463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逻辑功能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：一位二进制加法。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: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本位和；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：进位位。</a:t>
            </a:r>
          </a:p>
        </p:txBody>
      </p:sp>
      <p:sp>
        <p:nvSpPr>
          <p:cNvPr id="7292" name="Text Box 124">
            <a:extLst>
              <a:ext uri="{FF2B5EF4-FFF2-40B4-BE49-F238E27FC236}">
                <a16:creationId xmlns:a16="http://schemas.microsoft.com/office/drawing/2014/main" id="{936ADCCB-885A-4331-A8F9-E12A04137C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1750" y="250825"/>
            <a:ext cx="7423150" cy="519113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组合电路如图所示，分析该电路的逻辑功能。</a:t>
            </a:r>
          </a:p>
        </p:txBody>
      </p:sp>
      <p:grpSp>
        <p:nvGrpSpPr>
          <p:cNvPr id="7295" name="Group 127">
            <a:extLst>
              <a:ext uri="{FF2B5EF4-FFF2-40B4-BE49-F238E27FC236}">
                <a16:creationId xmlns:a16="http://schemas.microsoft.com/office/drawing/2014/main" id="{3D9AE387-B477-41DE-AEAF-329B94DF1A6E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1181100"/>
            <a:ext cx="2884488" cy="4859338"/>
            <a:chOff x="120" y="744"/>
            <a:chExt cx="1817" cy="3061"/>
          </a:xfrm>
        </p:grpSpPr>
        <p:grpSp>
          <p:nvGrpSpPr>
            <p:cNvPr id="8225" name="Group 128">
              <a:extLst>
                <a:ext uri="{FF2B5EF4-FFF2-40B4-BE49-F238E27FC236}">
                  <a16:creationId xmlns:a16="http://schemas.microsoft.com/office/drawing/2014/main" id="{C5688BD6-26E2-4639-BDD3-7256359E43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1" y="744"/>
              <a:ext cx="1796" cy="3061"/>
              <a:chOff x="242" y="846"/>
              <a:chExt cx="1796" cy="3061"/>
            </a:xfrm>
          </p:grpSpPr>
          <p:grpSp>
            <p:nvGrpSpPr>
              <p:cNvPr id="8231" name="Group 129">
                <a:extLst>
                  <a:ext uri="{FF2B5EF4-FFF2-40B4-BE49-F238E27FC236}">
                    <a16:creationId xmlns:a16="http://schemas.microsoft.com/office/drawing/2014/main" id="{B8331E21-FCFA-4B6E-B0CD-066B5842E5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5" y="2688"/>
                <a:ext cx="383" cy="336"/>
                <a:chOff x="1248" y="2352"/>
                <a:chExt cx="383" cy="336"/>
              </a:xfrm>
            </p:grpSpPr>
            <p:sp>
              <p:nvSpPr>
                <p:cNvPr id="8263" name="Rectangle 130">
                  <a:extLst>
                    <a:ext uri="{FF2B5EF4-FFF2-40B4-BE49-F238E27FC236}">
                      <a16:creationId xmlns:a16="http://schemas.microsoft.com/office/drawing/2014/main" id="{D3969795-4DB4-481A-980A-28B2EF83CB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48" y="2448"/>
                  <a:ext cx="383" cy="240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264" name="Oval 131">
                  <a:extLst>
                    <a:ext uri="{FF2B5EF4-FFF2-40B4-BE49-F238E27FC236}">
                      <a16:creationId xmlns:a16="http://schemas.microsoft.com/office/drawing/2014/main" id="{F799866E-E927-401F-B1DC-3826C43F8A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2" y="2352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8232" name="Line 132">
                <a:extLst>
                  <a:ext uri="{FF2B5EF4-FFF2-40B4-BE49-F238E27FC236}">
                    <a16:creationId xmlns:a16="http://schemas.microsoft.com/office/drawing/2014/main" id="{11EAC18C-9FE0-4C58-B85F-4E6332DBE0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1" y="3024"/>
                <a:ext cx="0" cy="57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33" name="Line 133">
                <a:extLst>
                  <a:ext uri="{FF2B5EF4-FFF2-40B4-BE49-F238E27FC236}">
                    <a16:creationId xmlns:a16="http://schemas.microsoft.com/office/drawing/2014/main" id="{F286A953-C318-4E3F-B6A2-BE9ECE883A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0" y="3025"/>
                <a:ext cx="0" cy="57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8234" name="Group 134">
                <a:extLst>
                  <a:ext uri="{FF2B5EF4-FFF2-40B4-BE49-F238E27FC236}">
                    <a16:creationId xmlns:a16="http://schemas.microsoft.com/office/drawing/2014/main" id="{58156196-BE34-43CC-90AC-CC567CE3AA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5" y="2090"/>
                <a:ext cx="383" cy="336"/>
                <a:chOff x="1248" y="2352"/>
                <a:chExt cx="383" cy="336"/>
              </a:xfrm>
            </p:grpSpPr>
            <p:sp>
              <p:nvSpPr>
                <p:cNvPr id="8261" name="Rectangle 135">
                  <a:extLst>
                    <a:ext uri="{FF2B5EF4-FFF2-40B4-BE49-F238E27FC236}">
                      <a16:creationId xmlns:a16="http://schemas.microsoft.com/office/drawing/2014/main" id="{EC5470C7-ADB8-4A1D-9DA0-A6C48B1DEF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48" y="2448"/>
                  <a:ext cx="383" cy="240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262" name="Oval 136">
                  <a:extLst>
                    <a:ext uri="{FF2B5EF4-FFF2-40B4-BE49-F238E27FC236}">
                      <a16:creationId xmlns:a16="http://schemas.microsoft.com/office/drawing/2014/main" id="{7782A7EA-B399-4DA6-9F7E-8DDB5882A1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2" y="2352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235" name="Group 137">
                <a:extLst>
                  <a:ext uri="{FF2B5EF4-FFF2-40B4-BE49-F238E27FC236}">
                    <a16:creationId xmlns:a16="http://schemas.microsoft.com/office/drawing/2014/main" id="{2C24849D-5FEC-4012-ABF1-A42ADB154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6" y="2090"/>
                <a:ext cx="383" cy="336"/>
                <a:chOff x="1248" y="2352"/>
                <a:chExt cx="383" cy="336"/>
              </a:xfrm>
            </p:grpSpPr>
            <p:sp>
              <p:nvSpPr>
                <p:cNvPr id="8259" name="Rectangle 138">
                  <a:extLst>
                    <a:ext uri="{FF2B5EF4-FFF2-40B4-BE49-F238E27FC236}">
                      <a16:creationId xmlns:a16="http://schemas.microsoft.com/office/drawing/2014/main" id="{8BF965D5-543F-4383-B1D0-1D89DE8088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48" y="2448"/>
                  <a:ext cx="383" cy="240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260" name="Oval 139">
                  <a:extLst>
                    <a:ext uri="{FF2B5EF4-FFF2-40B4-BE49-F238E27FC236}">
                      <a16:creationId xmlns:a16="http://schemas.microsoft.com/office/drawing/2014/main" id="{EBB0136C-CF35-4C2E-8096-B9E31B99D6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2" y="2352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8236" name="Freeform 140">
                <a:extLst>
                  <a:ext uri="{FF2B5EF4-FFF2-40B4-BE49-F238E27FC236}">
                    <a16:creationId xmlns:a16="http://schemas.microsoft.com/office/drawing/2014/main" id="{B35A2F0B-D866-473C-BD3C-233A0D24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428"/>
                <a:ext cx="587" cy="113"/>
              </a:xfrm>
              <a:custGeom>
                <a:avLst/>
                <a:gdLst>
                  <a:gd name="T0" fmla="*/ 0 w 587"/>
                  <a:gd name="T1" fmla="*/ 0 h 113"/>
                  <a:gd name="T2" fmla="*/ 0 w 587"/>
                  <a:gd name="T3" fmla="*/ 113 h 113"/>
                  <a:gd name="T4" fmla="*/ 587 w 587"/>
                  <a:gd name="T5" fmla="*/ 113 h 113"/>
                  <a:gd name="T6" fmla="*/ 587 w 587"/>
                  <a:gd name="T7" fmla="*/ 0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7" h="113">
                    <a:moveTo>
                      <a:pt x="0" y="0"/>
                    </a:moveTo>
                    <a:lnTo>
                      <a:pt x="0" y="113"/>
                    </a:lnTo>
                    <a:lnTo>
                      <a:pt x="587" y="113"/>
                    </a:lnTo>
                    <a:lnTo>
                      <a:pt x="58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37" name="Line 141">
                <a:extLst>
                  <a:ext uri="{FF2B5EF4-FFF2-40B4-BE49-F238E27FC236}">
                    <a16:creationId xmlns:a16="http://schemas.microsoft.com/office/drawing/2014/main" id="{99E2B8CA-58F6-4328-A0B7-0057EC704E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55" y="2541"/>
                <a:ext cx="0" cy="14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38" name="Freeform 142">
                <a:extLst>
                  <a:ext uri="{FF2B5EF4-FFF2-40B4-BE49-F238E27FC236}">
                    <a16:creationId xmlns:a16="http://schemas.microsoft.com/office/drawing/2014/main" id="{159926F5-D2E4-4104-9A2F-F93CBB10A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428"/>
                <a:ext cx="429" cy="847"/>
              </a:xfrm>
              <a:custGeom>
                <a:avLst/>
                <a:gdLst>
                  <a:gd name="T0" fmla="*/ 429 w 429"/>
                  <a:gd name="T1" fmla="*/ 0 h 847"/>
                  <a:gd name="T2" fmla="*/ 429 w 429"/>
                  <a:gd name="T3" fmla="*/ 847 h 847"/>
                  <a:gd name="T4" fmla="*/ 0 w 429"/>
                  <a:gd name="T5" fmla="*/ 847 h 8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9" h="847">
                    <a:moveTo>
                      <a:pt x="429" y="0"/>
                    </a:moveTo>
                    <a:lnTo>
                      <a:pt x="429" y="847"/>
                    </a:lnTo>
                    <a:lnTo>
                      <a:pt x="0" y="8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39" name="Freeform 143">
                <a:extLst>
                  <a:ext uri="{FF2B5EF4-FFF2-40B4-BE49-F238E27FC236}">
                    <a16:creationId xmlns:a16="http://schemas.microsoft.com/office/drawing/2014/main" id="{CE21CD3D-B085-4B9A-A14C-5C4EEEE00A0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939" y="2440"/>
                <a:ext cx="429" cy="847"/>
              </a:xfrm>
              <a:custGeom>
                <a:avLst/>
                <a:gdLst>
                  <a:gd name="T0" fmla="*/ 429 w 429"/>
                  <a:gd name="T1" fmla="*/ 0 h 847"/>
                  <a:gd name="T2" fmla="*/ 429 w 429"/>
                  <a:gd name="T3" fmla="*/ 847 h 847"/>
                  <a:gd name="T4" fmla="*/ 0 w 429"/>
                  <a:gd name="T5" fmla="*/ 847 h 8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9" h="847">
                    <a:moveTo>
                      <a:pt x="429" y="0"/>
                    </a:moveTo>
                    <a:lnTo>
                      <a:pt x="429" y="847"/>
                    </a:lnTo>
                    <a:lnTo>
                      <a:pt x="0" y="8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8240" name="Group 144">
                <a:extLst>
                  <a:ext uri="{FF2B5EF4-FFF2-40B4-BE49-F238E27FC236}">
                    <a16:creationId xmlns:a16="http://schemas.microsoft.com/office/drawing/2014/main" id="{8D62A974-2FE7-4AC3-8E88-6919AF1459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48" y="1446"/>
                <a:ext cx="383" cy="336"/>
                <a:chOff x="1248" y="2352"/>
                <a:chExt cx="383" cy="336"/>
              </a:xfrm>
            </p:grpSpPr>
            <p:sp>
              <p:nvSpPr>
                <p:cNvPr id="8257" name="Rectangle 145">
                  <a:extLst>
                    <a:ext uri="{FF2B5EF4-FFF2-40B4-BE49-F238E27FC236}">
                      <a16:creationId xmlns:a16="http://schemas.microsoft.com/office/drawing/2014/main" id="{5BAE59EA-B31E-4993-8E66-7976832D62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48" y="2448"/>
                  <a:ext cx="383" cy="240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258" name="Oval 146">
                  <a:extLst>
                    <a:ext uri="{FF2B5EF4-FFF2-40B4-BE49-F238E27FC236}">
                      <a16:creationId xmlns:a16="http://schemas.microsoft.com/office/drawing/2014/main" id="{0837F0B3-A779-4EFE-97F4-05CF2ABACE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2" y="2352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8241" name="Freeform 147">
                <a:extLst>
                  <a:ext uri="{FF2B5EF4-FFF2-40B4-BE49-F238E27FC236}">
                    <a16:creationId xmlns:a16="http://schemas.microsoft.com/office/drawing/2014/main" id="{6AF0EAF7-65DF-4929-AAA6-D3F705D9F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784"/>
                <a:ext cx="339" cy="317"/>
              </a:xfrm>
              <a:custGeom>
                <a:avLst/>
                <a:gdLst>
                  <a:gd name="T0" fmla="*/ 0 w 339"/>
                  <a:gd name="T1" fmla="*/ 0 h 317"/>
                  <a:gd name="T2" fmla="*/ 0 w 339"/>
                  <a:gd name="T3" fmla="*/ 125 h 317"/>
                  <a:gd name="T4" fmla="*/ 339 w 339"/>
                  <a:gd name="T5" fmla="*/ 125 h 317"/>
                  <a:gd name="T6" fmla="*/ 339 w 339"/>
                  <a:gd name="T7" fmla="*/ 317 h 3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9" h="317">
                    <a:moveTo>
                      <a:pt x="0" y="0"/>
                    </a:moveTo>
                    <a:lnTo>
                      <a:pt x="0" y="125"/>
                    </a:lnTo>
                    <a:lnTo>
                      <a:pt x="339" y="125"/>
                    </a:lnTo>
                    <a:lnTo>
                      <a:pt x="339" y="31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42" name="Freeform 148">
                <a:extLst>
                  <a:ext uri="{FF2B5EF4-FFF2-40B4-BE49-F238E27FC236}">
                    <a16:creationId xmlns:a16="http://schemas.microsoft.com/office/drawing/2014/main" id="{C1006F58-64D5-4A49-AFB1-B1103FE30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784"/>
                <a:ext cx="294" cy="305"/>
              </a:xfrm>
              <a:custGeom>
                <a:avLst/>
                <a:gdLst>
                  <a:gd name="T0" fmla="*/ 294 w 294"/>
                  <a:gd name="T1" fmla="*/ 0 h 305"/>
                  <a:gd name="T2" fmla="*/ 294 w 294"/>
                  <a:gd name="T3" fmla="*/ 125 h 305"/>
                  <a:gd name="T4" fmla="*/ 0 w 294"/>
                  <a:gd name="T5" fmla="*/ 125 h 305"/>
                  <a:gd name="T6" fmla="*/ 0 w 294"/>
                  <a:gd name="T7" fmla="*/ 305 h 3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4" h="305">
                    <a:moveTo>
                      <a:pt x="294" y="0"/>
                    </a:moveTo>
                    <a:lnTo>
                      <a:pt x="294" y="125"/>
                    </a:lnTo>
                    <a:lnTo>
                      <a:pt x="0" y="125"/>
                    </a:lnTo>
                    <a:lnTo>
                      <a:pt x="0" y="30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43" name="Line 149">
                <a:extLst>
                  <a:ext uri="{FF2B5EF4-FFF2-40B4-BE49-F238E27FC236}">
                    <a16:creationId xmlns:a16="http://schemas.microsoft.com/office/drawing/2014/main" id="{71E3FBA6-8684-48FA-ACA8-27A901007C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4" y="1141"/>
                <a:ext cx="0" cy="30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8244" name="Group 150">
                <a:extLst>
                  <a:ext uri="{FF2B5EF4-FFF2-40B4-BE49-F238E27FC236}">
                    <a16:creationId xmlns:a16="http://schemas.microsoft.com/office/drawing/2014/main" id="{34634D77-50C9-498D-9D71-FACA5AF1F4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2" y="2066"/>
                <a:ext cx="383" cy="336"/>
                <a:chOff x="1248" y="2352"/>
                <a:chExt cx="383" cy="336"/>
              </a:xfrm>
            </p:grpSpPr>
            <p:sp>
              <p:nvSpPr>
                <p:cNvPr id="8255" name="Rectangle 151">
                  <a:extLst>
                    <a:ext uri="{FF2B5EF4-FFF2-40B4-BE49-F238E27FC236}">
                      <a16:creationId xmlns:a16="http://schemas.microsoft.com/office/drawing/2014/main" id="{6A6011F6-F059-4113-8A1C-DF6C09D6F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48" y="2448"/>
                  <a:ext cx="383" cy="240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256" name="Oval 152">
                  <a:extLst>
                    <a:ext uri="{FF2B5EF4-FFF2-40B4-BE49-F238E27FC236}">
                      <a16:creationId xmlns:a16="http://schemas.microsoft.com/office/drawing/2014/main" id="{C552CA37-5015-4E87-AFB5-851E6841AF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2" y="2352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8245" name="Freeform 153">
                <a:extLst>
                  <a:ext uri="{FF2B5EF4-FFF2-40B4-BE49-F238E27FC236}">
                    <a16:creationId xmlns:a16="http://schemas.microsoft.com/office/drawing/2014/main" id="{FEEB8C89-1292-4078-94D6-92216B7F4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2406"/>
                <a:ext cx="734" cy="135"/>
              </a:xfrm>
              <a:custGeom>
                <a:avLst/>
                <a:gdLst>
                  <a:gd name="T0" fmla="*/ 734 w 734"/>
                  <a:gd name="T1" fmla="*/ 135 h 135"/>
                  <a:gd name="T2" fmla="*/ 0 w 734"/>
                  <a:gd name="T3" fmla="*/ 135 h 135"/>
                  <a:gd name="T4" fmla="*/ 0 w 734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4" h="135">
                    <a:moveTo>
                      <a:pt x="734" y="135"/>
                    </a:moveTo>
                    <a:lnTo>
                      <a:pt x="0" y="135"/>
                    </a:ln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46" name="Line 154">
                <a:extLst>
                  <a:ext uri="{FF2B5EF4-FFF2-40B4-BE49-F238E27FC236}">
                    <a16:creationId xmlns:a16="http://schemas.microsoft.com/office/drawing/2014/main" id="{933410E6-8029-41EE-9A76-EC8CA59060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9" y="1717"/>
                <a:ext cx="0" cy="33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47" name="Oval 155">
                <a:extLst>
                  <a:ext uri="{FF2B5EF4-FFF2-40B4-BE49-F238E27FC236}">
                    <a16:creationId xmlns:a16="http://schemas.microsoft.com/office/drawing/2014/main" id="{61503DA7-6867-45D2-9BF7-89E95F0AA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3253"/>
                <a:ext cx="67" cy="67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48" name="Oval 156">
                <a:extLst>
                  <a:ext uri="{FF2B5EF4-FFF2-40B4-BE49-F238E27FC236}">
                    <a16:creationId xmlns:a16="http://schemas.microsoft.com/office/drawing/2014/main" id="{0162D938-4055-48E8-B7B0-9A8D0D61E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3253"/>
                <a:ext cx="67" cy="67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49" name="Oval 157">
                <a:extLst>
                  <a:ext uri="{FF2B5EF4-FFF2-40B4-BE49-F238E27FC236}">
                    <a16:creationId xmlns:a16="http://schemas.microsoft.com/office/drawing/2014/main" id="{049EEEE6-56A0-4A87-9803-B9EAC5AE3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508"/>
                <a:ext cx="67" cy="67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50" name="Oval 158">
                <a:extLst>
                  <a:ext uri="{FF2B5EF4-FFF2-40B4-BE49-F238E27FC236}">
                    <a16:creationId xmlns:a16="http://schemas.microsoft.com/office/drawing/2014/main" id="{F69FBED6-115B-401C-9610-B715F286D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519"/>
                <a:ext cx="67" cy="67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51" name="Text Box 159">
                <a:extLst>
                  <a:ext uri="{FF2B5EF4-FFF2-40B4-BE49-F238E27FC236}">
                    <a16:creationId xmlns:a16="http://schemas.microsoft.com/office/drawing/2014/main" id="{4CED96F0-943F-45EE-82E2-F9FCD667BA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64" y="3558"/>
                <a:ext cx="46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8252" name="Text Box 160">
                <a:extLst>
                  <a:ext uri="{FF2B5EF4-FFF2-40B4-BE49-F238E27FC236}">
                    <a16:creationId xmlns:a16="http://schemas.microsoft.com/office/drawing/2014/main" id="{D25811CD-4B26-4AE1-9BAD-88F7CC0D4C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0" y="3580"/>
                <a:ext cx="361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8253" name="Text Box 161">
                <a:extLst>
                  <a:ext uri="{FF2B5EF4-FFF2-40B4-BE49-F238E27FC236}">
                    <a16:creationId xmlns:a16="http://schemas.microsoft.com/office/drawing/2014/main" id="{1DBC095F-89AC-4C4F-956D-698595EB1E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87" y="846"/>
                <a:ext cx="361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endPara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254" name="Text Box 162">
                <a:extLst>
                  <a:ext uri="{FF2B5EF4-FFF2-40B4-BE49-F238E27FC236}">
                    <a16:creationId xmlns:a16="http://schemas.microsoft.com/office/drawing/2014/main" id="{C2D26A49-382F-446B-82DB-055FC44E22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" y="1400"/>
                <a:ext cx="36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226" name="Text Box 163">
              <a:extLst>
                <a:ext uri="{FF2B5EF4-FFF2-40B4-BE49-F238E27FC236}">
                  <a16:creationId xmlns:a16="http://schemas.microsoft.com/office/drawing/2014/main" id="{8DCB2094-F732-4FBB-A943-6EB19DBD24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" y="2055"/>
              <a:ext cx="358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227" name="Text Box 164">
              <a:extLst>
                <a:ext uri="{FF2B5EF4-FFF2-40B4-BE49-F238E27FC236}">
                  <a16:creationId xmlns:a16="http://schemas.microsoft.com/office/drawing/2014/main" id="{A5E842E4-67FB-4576-BAAB-D48761A3D9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2" y="1413"/>
              <a:ext cx="358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228" name="Text Box 165">
              <a:extLst>
                <a:ext uri="{FF2B5EF4-FFF2-40B4-BE49-F238E27FC236}">
                  <a16:creationId xmlns:a16="http://schemas.microsoft.com/office/drawing/2014/main" id="{DF049CE4-67D9-4F38-A5B2-85EA903A44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3" y="2076"/>
              <a:ext cx="358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229" name="Text Box 166">
              <a:extLst>
                <a:ext uri="{FF2B5EF4-FFF2-40B4-BE49-F238E27FC236}">
                  <a16:creationId xmlns:a16="http://schemas.microsoft.com/office/drawing/2014/main" id="{F995908D-7749-4BD8-88B3-0BDC9FEFCE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" y="2054"/>
              <a:ext cx="358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230" name="Text Box 167">
              <a:extLst>
                <a:ext uri="{FF2B5EF4-FFF2-40B4-BE49-F238E27FC236}">
                  <a16:creationId xmlns:a16="http://schemas.microsoft.com/office/drawing/2014/main" id="{1FBFF408-C7AE-4591-B53B-5DDB5A9C74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1" y="2663"/>
              <a:ext cx="358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8629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7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7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4" dur="500"/>
                                        <p:tgtEl>
                                          <p:spTgt spid="7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9" dur="500"/>
                                        <p:tgtEl>
                                          <p:spTgt spid="7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4" dur="500"/>
                                        <p:tgtEl>
                                          <p:spTgt spid="7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7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7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7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7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7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7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70" grpId="0" autoUpdateAnimBg="0"/>
      <p:bldP spid="7245" grpId="0" animBg="1" autoUpdateAnimBg="0"/>
      <p:bldP spid="7291" grpId="0"/>
      <p:bldP spid="7292" grpId="0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55AB34AA-E69B-4471-AA41-0CBDE3C476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5925" y="131763"/>
            <a:ext cx="1639888" cy="5334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2】</a:t>
            </a:r>
          </a:p>
        </p:txBody>
      </p:sp>
      <p:sp>
        <p:nvSpPr>
          <p:cNvPr id="8275" name="Text Box 83">
            <a:extLst>
              <a:ext uri="{FF2B5EF4-FFF2-40B4-BE49-F238E27FC236}">
                <a16:creationId xmlns:a16="http://schemas.microsoft.com/office/drawing/2014/main" id="{7DFC42AC-306C-407A-B8D5-5F89A1A8E7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9288" y="96838"/>
            <a:ext cx="5262562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分析下面组合电路的逻辑功能。</a:t>
            </a:r>
          </a:p>
        </p:txBody>
      </p:sp>
      <p:grpSp>
        <p:nvGrpSpPr>
          <p:cNvPr id="8312" name="Group 120">
            <a:extLst>
              <a:ext uri="{FF2B5EF4-FFF2-40B4-BE49-F238E27FC236}">
                <a16:creationId xmlns:a16="http://schemas.microsoft.com/office/drawing/2014/main" id="{9C3EDC8C-37E1-4731-AEDF-654C1E2B7C10}"/>
              </a:ext>
            </a:extLst>
          </p:cNvPr>
          <p:cNvGrpSpPr>
            <a:grpSpLocks/>
          </p:cNvGrpSpPr>
          <p:nvPr/>
        </p:nvGrpSpPr>
        <p:grpSpPr bwMode="auto">
          <a:xfrm>
            <a:off x="1271588" y="5219700"/>
            <a:ext cx="6061075" cy="642938"/>
            <a:chOff x="801" y="3288"/>
            <a:chExt cx="3818" cy="405"/>
          </a:xfrm>
        </p:grpSpPr>
        <p:sp>
          <p:nvSpPr>
            <p:cNvPr id="9309" name="Text Box 84">
              <a:extLst>
                <a:ext uri="{FF2B5EF4-FFF2-40B4-BE49-F238E27FC236}">
                  <a16:creationId xmlns:a16="http://schemas.microsoft.com/office/drawing/2014/main" id="{DA32BEDB-7EB1-406A-AE08-D6B672E646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" y="3366"/>
              <a:ext cx="3818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310" name="Line 85">
              <a:extLst>
                <a:ext uri="{FF2B5EF4-FFF2-40B4-BE49-F238E27FC236}">
                  <a16:creationId xmlns:a16="http://schemas.microsoft.com/office/drawing/2014/main" id="{ECA76989-2608-4633-8CBF-71CAC779D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0" y="3378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1" name="Line 86">
              <a:extLst>
                <a:ext uri="{FF2B5EF4-FFF2-40B4-BE49-F238E27FC236}">
                  <a16:creationId xmlns:a16="http://schemas.microsoft.com/office/drawing/2014/main" id="{4AD1EBC1-B9E2-4506-B29C-6A81B3B00D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6" y="3379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2" name="Line 87">
              <a:extLst>
                <a:ext uri="{FF2B5EF4-FFF2-40B4-BE49-F238E27FC236}">
                  <a16:creationId xmlns:a16="http://schemas.microsoft.com/office/drawing/2014/main" id="{78512747-3F4F-402C-80C4-5F4DFEDD4E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3" y="3379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3" name="Line 88">
              <a:extLst>
                <a:ext uri="{FF2B5EF4-FFF2-40B4-BE49-F238E27FC236}">
                  <a16:creationId xmlns:a16="http://schemas.microsoft.com/office/drawing/2014/main" id="{444EB86A-AAC2-4BEA-A0C4-0CB390E96C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379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4" name="Line 89">
              <a:extLst>
                <a:ext uri="{FF2B5EF4-FFF2-40B4-BE49-F238E27FC236}">
                  <a16:creationId xmlns:a16="http://schemas.microsoft.com/office/drawing/2014/main" id="{43E11AB4-FC1E-45D3-850D-7EF0D7F8B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9" y="3333"/>
              <a:ext cx="76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5" name="Line 90">
              <a:extLst>
                <a:ext uri="{FF2B5EF4-FFF2-40B4-BE49-F238E27FC236}">
                  <a16:creationId xmlns:a16="http://schemas.microsoft.com/office/drawing/2014/main" id="{73BBE6C0-960B-45AA-B056-C53D44BE0F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6" y="3333"/>
              <a:ext cx="76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6" name="Line 91">
              <a:extLst>
                <a:ext uri="{FF2B5EF4-FFF2-40B4-BE49-F238E27FC236}">
                  <a16:creationId xmlns:a16="http://schemas.microsoft.com/office/drawing/2014/main" id="{7B89728E-CF45-46C1-ABB3-4DD0AC1800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2" y="3333"/>
              <a:ext cx="76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7" name="Line 92">
              <a:extLst>
                <a:ext uri="{FF2B5EF4-FFF2-40B4-BE49-F238E27FC236}">
                  <a16:creationId xmlns:a16="http://schemas.microsoft.com/office/drawing/2014/main" id="{62C720E1-3BBE-46F5-845E-A80E904E9B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7" y="3333"/>
              <a:ext cx="76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8" name="Line 93">
              <a:extLst>
                <a:ext uri="{FF2B5EF4-FFF2-40B4-BE49-F238E27FC236}">
                  <a16:creationId xmlns:a16="http://schemas.microsoft.com/office/drawing/2014/main" id="{8A18AF72-F1C2-4B58-A186-DCA6EBB314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9" y="3288"/>
              <a:ext cx="328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19" name="Line 95">
              <a:extLst>
                <a:ext uri="{FF2B5EF4-FFF2-40B4-BE49-F238E27FC236}">
                  <a16:creationId xmlns:a16="http://schemas.microsoft.com/office/drawing/2014/main" id="{2467CEE6-6030-4A87-81A3-2FD956BAD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0" y="3378"/>
              <a:ext cx="1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0" name="Line 96">
              <a:extLst>
                <a:ext uri="{FF2B5EF4-FFF2-40B4-BE49-F238E27FC236}">
                  <a16:creationId xmlns:a16="http://schemas.microsoft.com/office/drawing/2014/main" id="{D3329503-9F20-4FE7-9D2A-37D45FCCCC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5" y="3378"/>
              <a:ext cx="1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1" name="Line 97">
              <a:extLst>
                <a:ext uri="{FF2B5EF4-FFF2-40B4-BE49-F238E27FC236}">
                  <a16:creationId xmlns:a16="http://schemas.microsoft.com/office/drawing/2014/main" id="{EE6AE620-FFD2-4E33-8321-25EEC8628B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9" y="3377"/>
              <a:ext cx="1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2" name="Line 98">
              <a:extLst>
                <a:ext uri="{FF2B5EF4-FFF2-40B4-BE49-F238E27FC236}">
                  <a16:creationId xmlns:a16="http://schemas.microsoft.com/office/drawing/2014/main" id="{0FC3172E-F5A6-493F-B8A9-A99AF82FA2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3" y="3377"/>
              <a:ext cx="1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" name="Line 114">
              <a:extLst>
                <a:ext uri="{FF2B5EF4-FFF2-40B4-BE49-F238E27FC236}">
                  <a16:creationId xmlns:a16="http://schemas.microsoft.com/office/drawing/2014/main" id="{B888B086-87E4-4B42-B6C9-0D81D0DA71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0" y="3411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4" name="Line 115">
              <a:extLst>
                <a:ext uri="{FF2B5EF4-FFF2-40B4-BE49-F238E27FC236}">
                  <a16:creationId xmlns:a16="http://schemas.microsoft.com/office/drawing/2014/main" id="{18435BCB-B101-496D-ABED-D5BC17C3F3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6" y="3423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5" name="Line 118">
              <a:extLst>
                <a:ext uri="{FF2B5EF4-FFF2-40B4-BE49-F238E27FC236}">
                  <a16:creationId xmlns:a16="http://schemas.microsoft.com/office/drawing/2014/main" id="{DCECAF41-674E-4193-AFFB-52E368352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4" y="3424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6" name="Line 119">
              <a:extLst>
                <a:ext uri="{FF2B5EF4-FFF2-40B4-BE49-F238E27FC236}">
                  <a16:creationId xmlns:a16="http://schemas.microsoft.com/office/drawing/2014/main" id="{8F441A42-DD72-4238-8533-64D684C75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424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317" name="Group 125">
            <a:extLst>
              <a:ext uri="{FF2B5EF4-FFF2-40B4-BE49-F238E27FC236}">
                <a16:creationId xmlns:a16="http://schemas.microsoft.com/office/drawing/2014/main" id="{F232E922-EDCA-4938-AF6F-D06AA9842786}"/>
              </a:ext>
            </a:extLst>
          </p:cNvPr>
          <p:cNvGrpSpPr>
            <a:grpSpLocks/>
          </p:cNvGrpSpPr>
          <p:nvPr/>
        </p:nvGrpSpPr>
        <p:grpSpPr bwMode="auto">
          <a:xfrm>
            <a:off x="1290638" y="6034088"/>
            <a:ext cx="6992937" cy="519112"/>
            <a:chOff x="813" y="3801"/>
            <a:chExt cx="4405" cy="327"/>
          </a:xfrm>
        </p:grpSpPr>
        <p:sp>
          <p:nvSpPr>
            <p:cNvPr id="9296" name="Text Box 101">
              <a:extLst>
                <a:ext uri="{FF2B5EF4-FFF2-40B4-BE49-F238E27FC236}">
                  <a16:creationId xmlns:a16="http://schemas.microsoft.com/office/drawing/2014/main" id="{B351D3CD-B0BF-4602-9254-2E558C61D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3" y="3801"/>
              <a:ext cx="4405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297" name="Line 103">
              <a:extLst>
                <a:ext uri="{FF2B5EF4-FFF2-40B4-BE49-F238E27FC236}">
                  <a16:creationId xmlns:a16="http://schemas.microsoft.com/office/drawing/2014/main" id="{D5469A7B-0C4B-4738-85C9-D36833CE63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2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98" name="Line 104">
              <a:extLst>
                <a:ext uri="{FF2B5EF4-FFF2-40B4-BE49-F238E27FC236}">
                  <a16:creationId xmlns:a16="http://schemas.microsoft.com/office/drawing/2014/main" id="{49AF38F4-56D1-4605-9DA5-BE70521973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99" name="Line 105">
              <a:extLst>
                <a:ext uri="{FF2B5EF4-FFF2-40B4-BE49-F238E27FC236}">
                  <a16:creationId xmlns:a16="http://schemas.microsoft.com/office/drawing/2014/main" id="{BBCC1904-EC2E-4186-BC87-A999C3DA97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7" y="3873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0" name="Line 106">
              <a:extLst>
                <a:ext uri="{FF2B5EF4-FFF2-40B4-BE49-F238E27FC236}">
                  <a16:creationId xmlns:a16="http://schemas.microsoft.com/office/drawing/2014/main" id="{296120B7-CD30-49D8-8DFA-FD5DE0B99D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3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1" name="Line 107">
              <a:extLst>
                <a:ext uri="{FF2B5EF4-FFF2-40B4-BE49-F238E27FC236}">
                  <a16:creationId xmlns:a16="http://schemas.microsoft.com/office/drawing/2014/main" id="{233C574A-4AEE-418A-B4F7-494C60930F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1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2" name="Line 108">
              <a:extLst>
                <a:ext uri="{FF2B5EF4-FFF2-40B4-BE49-F238E27FC236}">
                  <a16:creationId xmlns:a16="http://schemas.microsoft.com/office/drawing/2014/main" id="{E298B25B-6660-43CF-BD60-CC11BBEC5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3" name="Line 109">
              <a:extLst>
                <a:ext uri="{FF2B5EF4-FFF2-40B4-BE49-F238E27FC236}">
                  <a16:creationId xmlns:a16="http://schemas.microsoft.com/office/drawing/2014/main" id="{798C3BAC-8F80-4757-9A5A-64C726C0A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3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4" name="Line 110">
              <a:extLst>
                <a:ext uri="{FF2B5EF4-FFF2-40B4-BE49-F238E27FC236}">
                  <a16:creationId xmlns:a16="http://schemas.microsoft.com/office/drawing/2014/main" id="{FC96DC70-5731-4521-A3E0-50337E54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7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5" name="Line 121">
              <a:extLst>
                <a:ext uri="{FF2B5EF4-FFF2-40B4-BE49-F238E27FC236}">
                  <a16:creationId xmlns:a16="http://schemas.microsoft.com/office/drawing/2014/main" id="{9F930945-FCFE-46DF-9F27-6023A5E680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2" y="3829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6" name="Line 122">
              <a:extLst>
                <a:ext uri="{FF2B5EF4-FFF2-40B4-BE49-F238E27FC236}">
                  <a16:creationId xmlns:a16="http://schemas.microsoft.com/office/drawing/2014/main" id="{89CC831A-0EA1-433F-B3B4-B341B64157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829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7" name="Line 123">
              <a:extLst>
                <a:ext uri="{FF2B5EF4-FFF2-40B4-BE49-F238E27FC236}">
                  <a16:creationId xmlns:a16="http://schemas.microsoft.com/office/drawing/2014/main" id="{C7899E26-5A50-45E8-BBE5-BEBF0A6C55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3" y="3829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08" name="Line 124">
              <a:extLst>
                <a:ext uri="{FF2B5EF4-FFF2-40B4-BE49-F238E27FC236}">
                  <a16:creationId xmlns:a16="http://schemas.microsoft.com/office/drawing/2014/main" id="{C55F0BF2-1698-4B96-AB7D-FEF792FD86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" y="3829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8318" name="Group 126">
            <a:extLst>
              <a:ext uri="{FF2B5EF4-FFF2-40B4-BE49-F238E27FC236}">
                <a16:creationId xmlns:a16="http://schemas.microsoft.com/office/drawing/2014/main" id="{50DB7B9F-BC2D-4C17-89EA-C7B17C52A57F}"/>
              </a:ext>
            </a:extLst>
          </p:cNvPr>
          <p:cNvGrpSpPr>
            <a:grpSpLocks/>
          </p:cNvGrpSpPr>
          <p:nvPr/>
        </p:nvGrpSpPr>
        <p:grpSpPr bwMode="auto">
          <a:xfrm>
            <a:off x="2119313" y="639763"/>
            <a:ext cx="5324475" cy="4360862"/>
            <a:chOff x="961" y="1349"/>
            <a:chExt cx="3354" cy="2747"/>
          </a:xfrm>
        </p:grpSpPr>
        <p:grpSp>
          <p:nvGrpSpPr>
            <p:cNvPr id="9223" name="Group 127">
              <a:extLst>
                <a:ext uri="{FF2B5EF4-FFF2-40B4-BE49-F238E27FC236}">
                  <a16:creationId xmlns:a16="http://schemas.microsoft.com/office/drawing/2014/main" id="{046E2C5F-6C73-472B-9531-DD3D7A9668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1" y="1349"/>
              <a:ext cx="3354" cy="2747"/>
              <a:chOff x="136" y="938"/>
              <a:chExt cx="3354" cy="2747"/>
            </a:xfrm>
          </p:grpSpPr>
          <p:grpSp>
            <p:nvGrpSpPr>
              <p:cNvPr id="9232" name="Group 128">
                <a:extLst>
                  <a:ext uri="{FF2B5EF4-FFF2-40B4-BE49-F238E27FC236}">
                    <a16:creationId xmlns:a16="http://schemas.microsoft.com/office/drawing/2014/main" id="{20FA3C91-78F0-453C-BC59-18E3BEACCA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1051"/>
                <a:ext cx="328" cy="406"/>
                <a:chOff x="1175" y="1141"/>
                <a:chExt cx="328" cy="406"/>
              </a:xfrm>
            </p:grpSpPr>
            <p:sp>
              <p:nvSpPr>
                <p:cNvPr id="9294" name="Rectangle 129">
                  <a:extLst>
                    <a:ext uri="{FF2B5EF4-FFF2-40B4-BE49-F238E27FC236}">
                      <a16:creationId xmlns:a16="http://schemas.microsoft.com/office/drawing/2014/main" id="{94975D19-CF31-4818-B4F8-14B128ECBB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295" name="Oval 130">
                  <a:extLst>
                    <a:ext uri="{FF2B5EF4-FFF2-40B4-BE49-F238E27FC236}">
                      <a16:creationId xmlns:a16="http://schemas.microsoft.com/office/drawing/2014/main" id="{A07AA26C-D81B-4F27-9E89-433C6E8F53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9233" name="Group 131">
                <a:extLst>
                  <a:ext uri="{FF2B5EF4-FFF2-40B4-BE49-F238E27FC236}">
                    <a16:creationId xmlns:a16="http://schemas.microsoft.com/office/drawing/2014/main" id="{8D42A307-587F-49EE-AC65-3B0EB4154A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1548"/>
                <a:ext cx="328" cy="406"/>
                <a:chOff x="1175" y="1141"/>
                <a:chExt cx="328" cy="406"/>
              </a:xfrm>
            </p:grpSpPr>
            <p:sp>
              <p:nvSpPr>
                <p:cNvPr id="9292" name="Rectangle 132">
                  <a:extLst>
                    <a:ext uri="{FF2B5EF4-FFF2-40B4-BE49-F238E27FC236}">
                      <a16:creationId xmlns:a16="http://schemas.microsoft.com/office/drawing/2014/main" id="{02A057A5-2FCA-47DD-BBA6-8EA931ACA7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293" name="Oval 133">
                  <a:extLst>
                    <a:ext uri="{FF2B5EF4-FFF2-40B4-BE49-F238E27FC236}">
                      <a16:creationId xmlns:a16="http://schemas.microsoft.com/office/drawing/2014/main" id="{AA8DFFD4-06E5-495C-B987-638E1BA27D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9234" name="Group 134">
                <a:extLst>
                  <a:ext uri="{FF2B5EF4-FFF2-40B4-BE49-F238E27FC236}">
                    <a16:creationId xmlns:a16="http://schemas.microsoft.com/office/drawing/2014/main" id="{AA158049-F8DE-40A4-8260-0CBCDD9746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2044"/>
                <a:ext cx="328" cy="406"/>
                <a:chOff x="1175" y="1141"/>
                <a:chExt cx="328" cy="406"/>
              </a:xfrm>
            </p:grpSpPr>
            <p:sp>
              <p:nvSpPr>
                <p:cNvPr id="9290" name="Rectangle 135">
                  <a:extLst>
                    <a:ext uri="{FF2B5EF4-FFF2-40B4-BE49-F238E27FC236}">
                      <a16:creationId xmlns:a16="http://schemas.microsoft.com/office/drawing/2014/main" id="{79D30387-D54A-4EE8-8E07-4216F1AD2C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291" name="Oval 136">
                  <a:extLst>
                    <a:ext uri="{FF2B5EF4-FFF2-40B4-BE49-F238E27FC236}">
                      <a16:creationId xmlns:a16="http://schemas.microsoft.com/office/drawing/2014/main" id="{D3DD48E4-88D0-4183-8781-0A8FA9D44B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9235" name="Group 137">
                <a:extLst>
                  <a:ext uri="{FF2B5EF4-FFF2-40B4-BE49-F238E27FC236}">
                    <a16:creationId xmlns:a16="http://schemas.microsoft.com/office/drawing/2014/main" id="{90AD2B6F-A09C-4E5C-9EB9-AC58F475CB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2543"/>
                <a:ext cx="328" cy="406"/>
                <a:chOff x="1175" y="1141"/>
                <a:chExt cx="328" cy="406"/>
              </a:xfrm>
            </p:grpSpPr>
            <p:sp>
              <p:nvSpPr>
                <p:cNvPr id="9288" name="Rectangle 138">
                  <a:extLst>
                    <a:ext uri="{FF2B5EF4-FFF2-40B4-BE49-F238E27FC236}">
                      <a16:creationId xmlns:a16="http://schemas.microsoft.com/office/drawing/2014/main" id="{F1EC05A2-0346-489D-BD92-B81DD19263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289" name="Oval 139">
                  <a:extLst>
                    <a:ext uri="{FF2B5EF4-FFF2-40B4-BE49-F238E27FC236}">
                      <a16:creationId xmlns:a16="http://schemas.microsoft.com/office/drawing/2014/main" id="{6CA70799-D623-4ECF-BB98-A3AED24464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9236" name="Group 140">
                <a:extLst>
                  <a:ext uri="{FF2B5EF4-FFF2-40B4-BE49-F238E27FC236}">
                    <a16:creationId xmlns:a16="http://schemas.microsoft.com/office/drawing/2014/main" id="{7C00F3FB-D309-4613-AA4E-F73249660B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2" y="1785"/>
                <a:ext cx="328" cy="406"/>
                <a:chOff x="1175" y="1141"/>
                <a:chExt cx="328" cy="406"/>
              </a:xfrm>
            </p:grpSpPr>
            <p:sp>
              <p:nvSpPr>
                <p:cNvPr id="9286" name="Rectangle 141">
                  <a:extLst>
                    <a:ext uri="{FF2B5EF4-FFF2-40B4-BE49-F238E27FC236}">
                      <a16:creationId xmlns:a16="http://schemas.microsoft.com/office/drawing/2014/main" id="{7035A709-AF75-49B1-83E6-517F5E6CA5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287" name="Oval 142">
                  <a:extLst>
                    <a:ext uri="{FF2B5EF4-FFF2-40B4-BE49-F238E27FC236}">
                      <a16:creationId xmlns:a16="http://schemas.microsoft.com/office/drawing/2014/main" id="{5BF05FAF-926F-4588-9DC4-76C40E0B15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9237" name="Freeform 143">
                <a:extLst>
                  <a:ext uri="{FF2B5EF4-FFF2-40B4-BE49-F238E27FC236}">
                    <a16:creationId xmlns:a16="http://schemas.microsoft.com/office/drawing/2014/main" id="{BB00632F-0E25-4B31-A25C-2B08C7A31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728"/>
                <a:ext cx="452" cy="181"/>
              </a:xfrm>
              <a:custGeom>
                <a:avLst/>
                <a:gdLst>
                  <a:gd name="T0" fmla="*/ 0 w 452"/>
                  <a:gd name="T1" fmla="*/ 0 h 181"/>
                  <a:gd name="T2" fmla="*/ 113 w 452"/>
                  <a:gd name="T3" fmla="*/ 0 h 181"/>
                  <a:gd name="T4" fmla="*/ 113 w 452"/>
                  <a:gd name="T5" fmla="*/ 181 h 181"/>
                  <a:gd name="T6" fmla="*/ 452 w 452"/>
                  <a:gd name="T7" fmla="*/ 181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2" h="181">
                    <a:moveTo>
                      <a:pt x="0" y="0"/>
                    </a:moveTo>
                    <a:lnTo>
                      <a:pt x="113" y="0"/>
                    </a:lnTo>
                    <a:lnTo>
                      <a:pt x="113" y="181"/>
                    </a:lnTo>
                    <a:lnTo>
                      <a:pt x="452" y="18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38" name="Freeform 144">
                <a:extLst>
                  <a:ext uri="{FF2B5EF4-FFF2-40B4-BE49-F238E27FC236}">
                    <a16:creationId xmlns:a16="http://schemas.microsoft.com/office/drawing/2014/main" id="{C6877090-C575-41FC-9FE2-A8722EB6D29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077" y="2022"/>
                <a:ext cx="452" cy="204"/>
              </a:xfrm>
              <a:custGeom>
                <a:avLst/>
                <a:gdLst>
                  <a:gd name="T0" fmla="*/ 0 w 452"/>
                  <a:gd name="T1" fmla="*/ 0 h 181"/>
                  <a:gd name="T2" fmla="*/ 113 w 452"/>
                  <a:gd name="T3" fmla="*/ 0 h 181"/>
                  <a:gd name="T4" fmla="*/ 113 w 452"/>
                  <a:gd name="T5" fmla="*/ 371 h 181"/>
                  <a:gd name="T6" fmla="*/ 452 w 452"/>
                  <a:gd name="T7" fmla="*/ 371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2" h="181">
                    <a:moveTo>
                      <a:pt x="0" y="0"/>
                    </a:moveTo>
                    <a:lnTo>
                      <a:pt x="113" y="0"/>
                    </a:lnTo>
                    <a:lnTo>
                      <a:pt x="113" y="181"/>
                    </a:lnTo>
                    <a:lnTo>
                      <a:pt x="452" y="18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39" name="Freeform 145">
                <a:extLst>
                  <a:ext uri="{FF2B5EF4-FFF2-40B4-BE49-F238E27FC236}">
                    <a16:creationId xmlns:a16="http://schemas.microsoft.com/office/drawing/2014/main" id="{C609256D-C033-484E-96CA-F0243897E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231"/>
                <a:ext cx="463" cy="587"/>
              </a:xfrm>
              <a:custGeom>
                <a:avLst/>
                <a:gdLst>
                  <a:gd name="T0" fmla="*/ 0 w 463"/>
                  <a:gd name="T1" fmla="*/ 0 h 587"/>
                  <a:gd name="T2" fmla="*/ 271 w 463"/>
                  <a:gd name="T3" fmla="*/ 0 h 587"/>
                  <a:gd name="T4" fmla="*/ 271 w 463"/>
                  <a:gd name="T5" fmla="*/ 587 h 587"/>
                  <a:gd name="T6" fmla="*/ 463 w 463"/>
                  <a:gd name="T7" fmla="*/ 587 h 5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3" h="587">
                    <a:moveTo>
                      <a:pt x="0" y="0"/>
                    </a:moveTo>
                    <a:lnTo>
                      <a:pt x="271" y="0"/>
                    </a:lnTo>
                    <a:lnTo>
                      <a:pt x="271" y="587"/>
                    </a:lnTo>
                    <a:lnTo>
                      <a:pt x="463" y="58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0" name="Freeform 146">
                <a:extLst>
                  <a:ext uri="{FF2B5EF4-FFF2-40B4-BE49-F238E27FC236}">
                    <a16:creationId xmlns:a16="http://schemas.microsoft.com/office/drawing/2014/main" id="{3387BAE0-2BB1-4BEB-8AB7-67C7E1CC051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067" y="2124"/>
                <a:ext cx="463" cy="587"/>
              </a:xfrm>
              <a:custGeom>
                <a:avLst/>
                <a:gdLst>
                  <a:gd name="T0" fmla="*/ 0 w 463"/>
                  <a:gd name="T1" fmla="*/ 0 h 587"/>
                  <a:gd name="T2" fmla="*/ 271 w 463"/>
                  <a:gd name="T3" fmla="*/ 0 h 587"/>
                  <a:gd name="T4" fmla="*/ 271 w 463"/>
                  <a:gd name="T5" fmla="*/ 587 h 587"/>
                  <a:gd name="T6" fmla="*/ 463 w 463"/>
                  <a:gd name="T7" fmla="*/ 587 h 5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3" h="587">
                    <a:moveTo>
                      <a:pt x="0" y="0"/>
                    </a:moveTo>
                    <a:lnTo>
                      <a:pt x="271" y="0"/>
                    </a:lnTo>
                    <a:lnTo>
                      <a:pt x="271" y="587"/>
                    </a:lnTo>
                    <a:lnTo>
                      <a:pt x="463" y="58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1" name="Line 147">
                <a:extLst>
                  <a:ext uri="{FF2B5EF4-FFF2-40B4-BE49-F238E27FC236}">
                    <a16:creationId xmlns:a16="http://schemas.microsoft.com/office/drawing/2014/main" id="{8148AA86-3EE8-43CF-AD86-EF5FFACAB0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9" y="1976"/>
                <a:ext cx="25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2" name="Rectangle 148">
                <a:extLst>
                  <a:ext uri="{FF2B5EF4-FFF2-40B4-BE49-F238E27FC236}">
                    <a16:creationId xmlns:a16="http://schemas.microsoft.com/office/drawing/2014/main" id="{B8D97D95-CE61-4484-B5F2-EE4263BE9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1004"/>
                <a:ext cx="155" cy="27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3" name="Freeform 149">
                <a:extLst>
                  <a:ext uri="{FF2B5EF4-FFF2-40B4-BE49-F238E27FC236}">
                    <a16:creationId xmlns:a16="http://schemas.microsoft.com/office/drawing/2014/main" id="{9B199A73-59CC-435C-A408-D820F11FC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128"/>
                <a:ext cx="824" cy="1467"/>
              </a:xfrm>
              <a:custGeom>
                <a:avLst/>
                <a:gdLst>
                  <a:gd name="T0" fmla="*/ 0 w 824"/>
                  <a:gd name="T1" fmla="*/ 0 h 1524"/>
                  <a:gd name="T2" fmla="*/ 689 w 824"/>
                  <a:gd name="T3" fmla="*/ 0 h 1524"/>
                  <a:gd name="T4" fmla="*/ 689 w 824"/>
                  <a:gd name="T5" fmla="*/ 1212 h 1524"/>
                  <a:gd name="T6" fmla="*/ 824 w 824"/>
                  <a:gd name="T7" fmla="*/ 1212 h 15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4" h="1524">
                    <a:moveTo>
                      <a:pt x="0" y="0"/>
                    </a:moveTo>
                    <a:lnTo>
                      <a:pt x="689" y="0"/>
                    </a:lnTo>
                    <a:lnTo>
                      <a:pt x="689" y="1524"/>
                    </a:lnTo>
                    <a:lnTo>
                      <a:pt x="824" y="15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4" name="Line 150">
                <a:extLst>
                  <a:ext uri="{FF2B5EF4-FFF2-40B4-BE49-F238E27FC236}">
                    <a16:creationId xmlns:a16="http://schemas.microsoft.com/office/drawing/2014/main" id="{2B118C22-8996-4702-86A8-8DBBBFB25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4" y="1129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5" name="Line 151">
                <a:extLst>
                  <a:ext uri="{FF2B5EF4-FFF2-40B4-BE49-F238E27FC236}">
                    <a16:creationId xmlns:a16="http://schemas.microsoft.com/office/drawing/2014/main" id="{8A091393-FD29-429D-A242-1EF131366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04" y="1615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6" name="Line 152">
                <a:extLst>
                  <a:ext uri="{FF2B5EF4-FFF2-40B4-BE49-F238E27FC236}">
                    <a16:creationId xmlns:a16="http://schemas.microsoft.com/office/drawing/2014/main" id="{60F002D1-A015-475F-AB96-08C17E651A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4" y="2112"/>
                <a:ext cx="1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7" name="Line 153">
                <a:extLst>
                  <a:ext uri="{FF2B5EF4-FFF2-40B4-BE49-F238E27FC236}">
                    <a16:creationId xmlns:a16="http://schemas.microsoft.com/office/drawing/2014/main" id="{AB6141BB-45EC-4BEA-BB21-2AB44D8009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5" y="1118"/>
                <a:ext cx="28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8" name="Rectangle 154">
                <a:extLst>
                  <a:ext uri="{FF2B5EF4-FFF2-40B4-BE49-F238E27FC236}">
                    <a16:creationId xmlns:a16="http://schemas.microsoft.com/office/drawing/2014/main" id="{A65A28FB-641B-4A63-830E-AEF103016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996"/>
                <a:ext cx="155" cy="27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49" name="Rectangle 155">
                <a:extLst>
                  <a:ext uri="{FF2B5EF4-FFF2-40B4-BE49-F238E27FC236}">
                    <a16:creationId xmlns:a16="http://schemas.microsoft.com/office/drawing/2014/main" id="{FFA77987-5DB9-4934-9451-FC332099A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3414"/>
                <a:ext cx="155" cy="27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0" name="Line 156">
                <a:extLst>
                  <a:ext uri="{FF2B5EF4-FFF2-40B4-BE49-F238E27FC236}">
                    <a16:creationId xmlns:a16="http://schemas.microsoft.com/office/drawing/2014/main" id="{F86555D9-5B78-4AE7-BA5A-3D1ED6D7E7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3" y="3122"/>
                <a:ext cx="35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1" name="Line 157">
                <a:extLst>
                  <a:ext uri="{FF2B5EF4-FFF2-40B4-BE49-F238E27FC236}">
                    <a16:creationId xmlns:a16="http://schemas.microsoft.com/office/drawing/2014/main" id="{11845887-62A9-4E71-9DCD-B84AD76DC5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4" y="3540"/>
                <a:ext cx="33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2" name="Freeform 158">
                <a:extLst>
                  <a:ext uri="{FF2B5EF4-FFF2-40B4-BE49-F238E27FC236}">
                    <a16:creationId xmlns:a16="http://schemas.microsoft.com/office/drawing/2014/main" id="{4496D8B2-8426-4E13-84A8-2EBBE378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796"/>
                <a:ext cx="689" cy="1739"/>
              </a:xfrm>
              <a:custGeom>
                <a:avLst/>
                <a:gdLst>
                  <a:gd name="T0" fmla="*/ 0 w 689"/>
                  <a:gd name="T1" fmla="*/ 1269 h 1852"/>
                  <a:gd name="T2" fmla="*/ 396 w 689"/>
                  <a:gd name="T3" fmla="*/ 1269 h 1852"/>
                  <a:gd name="T4" fmla="*/ 396 w 689"/>
                  <a:gd name="T5" fmla="*/ 0 h 1852"/>
                  <a:gd name="T6" fmla="*/ 689 w 689"/>
                  <a:gd name="T7" fmla="*/ 0 h 18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9" h="1852">
                    <a:moveTo>
                      <a:pt x="0" y="1852"/>
                    </a:moveTo>
                    <a:lnTo>
                      <a:pt x="396" y="1852"/>
                    </a:lnTo>
                    <a:lnTo>
                      <a:pt x="396" y="0"/>
                    </a:lnTo>
                    <a:lnTo>
                      <a:pt x="6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3" name="Line 159">
                <a:extLst>
                  <a:ext uri="{FF2B5EF4-FFF2-40B4-BE49-F238E27FC236}">
                    <a16:creationId xmlns:a16="http://schemas.microsoft.com/office/drawing/2014/main" id="{240C505E-F487-4BD1-AC8F-14517335E1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6" y="2781"/>
                <a:ext cx="28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4" name="Freeform 160">
                <a:extLst>
                  <a:ext uri="{FF2B5EF4-FFF2-40B4-BE49-F238E27FC236}">
                    <a16:creationId xmlns:a16="http://schemas.microsoft.com/office/drawing/2014/main" id="{215957EC-9787-4B7A-8FCC-988C1E7D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10"/>
                <a:ext cx="1073" cy="2225"/>
              </a:xfrm>
              <a:custGeom>
                <a:avLst/>
                <a:gdLst>
                  <a:gd name="T0" fmla="*/ 0 w 1073"/>
                  <a:gd name="T1" fmla="*/ 2225 h 2225"/>
                  <a:gd name="T2" fmla="*/ 0 w 1073"/>
                  <a:gd name="T3" fmla="*/ 2022 h 2225"/>
                  <a:gd name="T4" fmla="*/ 689 w 1073"/>
                  <a:gd name="T5" fmla="*/ 2022 h 2225"/>
                  <a:gd name="T6" fmla="*/ 689 w 1073"/>
                  <a:gd name="T7" fmla="*/ 0 h 2225"/>
                  <a:gd name="T8" fmla="*/ 1073 w 1073"/>
                  <a:gd name="T9" fmla="*/ 0 h 2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3" h="2225">
                    <a:moveTo>
                      <a:pt x="0" y="2225"/>
                    </a:moveTo>
                    <a:lnTo>
                      <a:pt x="0" y="2022"/>
                    </a:lnTo>
                    <a:lnTo>
                      <a:pt x="689" y="2022"/>
                    </a:lnTo>
                    <a:lnTo>
                      <a:pt x="689" y="0"/>
                    </a:lnTo>
                    <a:lnTo>
                      <a:pt x="107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5" name="Line 161">
                <a:extLst>
                  <a:ext uri="{FF2B5EF4-FFF2-40B4-BE49-F238E27FC236}">
                    <a16:creationId xmlns:a16="http://schemas.microsoft.com/office/drawing/2014/main" id="{26EF1842-BB36-4D28-9CED-57764FC0F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0" y="2857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6" name="Line 162">
                <a:extLst>
                  <a:ext uri="{FF2B5EF4-FFF2-40B4-BE49-F238E27FC236}">
                    <a16:creationId xmlns:a16="http://schemas.microsoft.com/office/drawing/2014/main" id="{433A8183-4F24-46B8-B03E-14180F1BC5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1" y="2371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7" name="Line 163">
                <a:extLst>
                  <a:ext uri="{FF2B5EF4-FFF2-40B4-BE49-F238E27FC236}">
                    <a16:creationId xmlns:a16="http://schemas.microsoft.com/office/drawing/2014/main" id="{E69063A6-1583-459F-854A-1E1F9B2224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1" y="1886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8" name="Line 164">
                <a:extLst>
                  <a:ext uri="{FF2B5EF4-FFF2-40B4-BE49-F238E27FC236}">
                    <a16:creationId xmlns:a16="http://schemas.microsoft.com/office/drawing/2014/main" id="{92B83AC6-51AD-45FB-8E03-7503EB3876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0" y="1389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59" name="Line 165">
                <a:extLst>
                  <a:ext uri="{FF2B5EF4-FFF2-40B4-BE49-F238E27FC236}">
                    <a16:creationId xmlns:a16="http://schemas.microsoft.com/office/drawing/2014/main" id="{C34205D9-A247-41F9-8922-5CDDFE6E8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4" y="2281"/>
                <a:ext cx="39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0" name="Freeform 166">
                <a:extLst>
                  <a:ext uri="{FF2B5EF4-FFF2-40B4-BE49-F238E27FC236}">
                    <a16:creationId xmlns:a16="http://schemas.microsoft.com/office/drawing/2014/main" id="{FF8A8E8C-5E13-4D5E-9C14-C5A2331BF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192"/>
                <a:ext cx="678" cy="925"/>
              </a:xfrm>
              <a:custGeom>
                <a:avLst/>
                <a:gdLst>
                  <a:gd name="T0" fmla="*/ 0 w 678"/>
                  <a:gd name="T1" fmla="*/ 107 h 1423"/>
                  <a:gd name="T2" fmla="*/ 215 w 678"/>
                  <a:gd name="T3" fmla="*/ 107 h 1423"/>
                  <a:gd name="T4" fmla="*/ 215 w 678"/>
                  <a:gd name="T5" fmla="*/ 0 h 1423"/>
                  <a:gd name="T6" fmla="*/ 678 w 678"/>
                  <a:gd name="T7" fmla="*/ 0 h 1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8" h="1423">
                    <a:moveTo>
                      <a:pt x="0" y="1423"/>
                    </a:moveTo>
                    <a:lnTo>
                      <a:pt x="215" y="1423"/>
                    </a:lnTo>
                    <a:lnTo>
                      <a:pt x="215" y="0"/>
                    </a:lnTo>
                    <a:lnTo>
                      <a:pt x="678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1" name="Line 167">
                <a:extLst>
                  <a:ext uri="{FF2B5EF4-FFF2-40B4-BE49-F238E27FC236}">
                    <a16:creationId xmlns:a16="http://schemas.microsoft.com/office/drawing/2014/main" id="{7207F0A8-4A2F-4150-8C6A-A43882906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4" y="2687"/>
                <a:ext cx="48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2" name="Freeform 168">
                <a:extLst>
                  <a:ext uri="{FF2B5EF4-FFF2-40B4-BE49-F238E27FC236}">
                    <a16:creationId xmlns:a16="http://schemas.microsoft.com/office/drawing/2014/main" id="{D8588403-02E3-4874-BCE0-87E68A388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220"/>
                <a:ext cx="1061" cy="1897"/>
              </a:xfrm>
              <a:custGeom>
                <a:avLst/>
                <a:gdLst>
                  <a:gd name="T0" fmla="*/ 0 w 1061"/>
                  <a:gd name="T1" fmla="*/ 1897 h 1897"/>
                  <a:gd name="T2" fmla="*/ 0 w 1061"/>
                  <a:gd name="T3" fmla="*/ 1705 h 1897"/>
                  <a:gd name="T4" fmla="*/ 485 w 1061"/>
                  <a:gd name="T5" fmla="*/ 1705 h 1897"/>
                  <a:gd name="T6" fmla="*/ 485 w 1061"/>
                  <a:gd name="T7" fmla="*/ 0 h 1897"/>
                  <a:gd name="T8" fmla="*/ 1061 w 1061"/>
                  <a:gd name="T9" fmla="*/ 0 h 18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1" h="1897">
                    <a:moveTo>
                      <a:pt x="0" y="1897"/>
                    </a:moveTo>
                    <a:lnTo>
                      <a:pt x="0" y="1705"/>
                    </a:lnTo>
                    <a:lnTo>
                      <a:pt x="485" y="1705"/>
                    </a:lnTo>
                    <a:lnTo>
                      <a:pt x="485" y="0"/>
                    </a:lnTo>
                    <a:lnTo>
                      <a:pt x="1061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3" name="Line 169">
                <a:extLst>
                  <a:ext uri="{FF2B5EF4-FFF2-40B4-BE49-F238E27FC236}">
                    <a16:creationId xmlns:a16="http://schemas.microsoft.com/office/drawing/2014/main" id="{38799288-1DF3-4DA1-B4BF-2B07737B31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51" y="1705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4" name="Oval 170">
                <a:extLst>
                  <a:ext uri="{FF2B5EF4-FFF2-40B4-BE49-F238E27FC236}">
                    <a16:creationId xmlns:a16="http://schemas.microsoft.com/office/drawing/2014/main" id="{23E78A06-9F3A-497C-9AD9-DF1099D89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3501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5" name="Oval 171">
                <a:extLst>
                  <a:ext uri="{FF2B5EF4-FFF2-40B4-BE49-F238E27FC236}">
                    <a16:creationId xmlns:a16="http://schemas.microsoft.com/office/drawing/2014/main" id="{B96190C4-7550-477C-816A-8C1670B0E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3072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6" name="Oval 172">
                <a:extLst>
                  <a:ext uri="{FF2B5EF4-FFF2-40B4-BE49-F238E27FC236}">
                    <a16:creationId xmlns:a16="http://schemas.microsoft.com/office/drawing/2014/main" id="{EFA91A54-9962-40DE-B2AF-0112D1E87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660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7" name="Oval 173">
                <a:extLst>
                  <a:ext uri="{FF2B5EF4-FFF2-40B4-BE49-F238E27FC236}">
                    <a16:creationId xmlns:a16="http://schemas.microsoft.com/office/drawing/2014/main" id="{FF9FA060-1B00-4BE0-ADA1-E94BCC915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654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8" name="Oval 174">
                <a:extLst>
                  <a:ext uri="{FF2B5EF4-FFF2-40B4-BE49-F238E27FC236}">
                    <a16:creationId xmlns:a16="http://schemas.microsoft.com/office/drawing/2014/main" id="{E0E5E471-2F29-4562-9EE4-B80F34699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236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69" name="Oval 175">
                <a:extLst>
                  <a:ext uri="{FF2B5EF4-FFF2-40B4-BE49-F238E27FC236}">
                    <a16:creationId xmlns:a16="http://schemas.microsoft.com/office/drawing/2014/main" id="{D37636F5-8C1E-4624-B1DC-B1B94D002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2733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70" name="Oval 176">
                <a:extLst>
                  <a:ext uri="{FF2B5EF4-FFF2-40B4-BE49-F238E27FC236}">
                    <a16:creationId xmlns:a16="http://schemas.microsoft.com/office/drawing/2014/main" id="{C6AAF7EA-7340-48A3-8A4C-7124DF75A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66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71" name="Oval 177">
                <a:extLst>
                  <a:ext uri="{FF2B5EF4-FFF2-40B4-BE49-F238E27FC236}">
                    <a16:creationId xmlns:a16="http://schemas.microsoft.com/office/drawing/2014/main" id="{351BC8DB-04A2-4A66-B529-43A9A96FC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547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72" name="Oval 178">
                <a:extLst>
                  <a:ext uri="{FF2B5EF4-FFF2-40B4-BE49-F238E27FC236}">
                    <a16:creationId xmlns:a16="http://schemas.microsoft.com/office/drawing/2014/main" id="{BC00E2D4-79DA-49AA-B514-2A103D451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1084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73" name="Oval 179">
                <a:extLst>
                  <a:ext uri="{FF2B5EF4-FFF2-40B4-BE49-F238E27FC236}">
                    <a16:creationId xmlns:a16="http://schemas.microsoft.com/office/drawing/2014/main" id="{5A791AE1-F183-4FB0-8A91-E5268B9E8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1" y="3488"/>
                <a:ext cx="82" cy="8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74" name="Oval 180">
                <a:extLst>
                  <a:ext uri="{FF2B5EF4-FFF2-40B4-BE49-F238E27FC236}">
                    <a16:creationId xmlns:a16="http://schemas.microsoft.com/office/drawing/2014/main" id="{D2BF7E90-026D-416A-9121-21FA72167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3" y="3081"/>
                <a:ext cx="82" cy="8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75" name="Oval 181">
                <a:extLst>
                  <a:ext uri="{FF2B5EF4-FFF2-40B4-BE49-F238E27FC236}">
                    <a16:creationId xmlns:a16="http://schemas.microsoft.com/office/drawing/2014/main" id="{D42F211C-D909-45EE-83E1-853C3529A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1082"/>
                <a:ext cx="82" cy="8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76" name="Text Box 182">
                <a:extLst>
                  <a:ext uri="{FF2B5EF4-FFF2-40B4-BE49-F238E27FC236}">
                    <a16:creationId xmlns:a16="http://schemas.microsoft.com/office/drawing/2014/main" id="{5935EAB6-1535-47E9-B6A9-765EFE3275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5" y="1830"/>
                <a:ext cx="385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</a:p>
            </p:txBody>
          </p:sp>
          <p:sp>
            <p:nvSpPr>
              <p:cNvPr id="9277" name="Text Box 183">
                <a:extLst>
                  <a:ext uri="{FF2B5EF4-FFF2-40B4-BE49-F238E27FC236}">
                    <a16:creationId xmlns:a16="http://schemas.microsoft.com/office/drawing/2014/main" id="{387A7BF1-5C80-4184-89EA-B6047A8EBD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" y="1209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grpSp>
            <p:nvGrpSpPr>
              <p:cNvPr id="9278" name="Group 184">
                <a:extLst>
                  <a:ext uri="{FF2B5EF4-FFF2-40B4-BE49-F238E27FC236}">
                    <a16:creationId xmlns:a16="http://schemas.microsoft.com/office/drawing/2014/main" id="{E8113D56-C182-4212-8C62-19B4DF8509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8" y="938"/>
                <a:ext cx="385" cy="327"/>
                <a:chOff x="3805" y="3197"/>
                <a:chExt cx="385" cy="327"/>
              </a:xfrm>
            </p:grpSpPr>
            <p:sp>
              <p:nvSpPr>
                <p:cNvPr id="9284" name="Text Box 185">
                  <a:extLst>
                    <a:ext uri="{FF2B5EF4-FFF2-40B4-BE49-F238E27FC236}">
                      <a16:creationId xmlns:a16="http://schemas.microsoft.com/office/drawing/2014/main" id="{05F9E476-8820-4709-86FB-694A7AC345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05" y="3197"/>
                  <a:ext cx="385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S</a:t>
                  </a:r>
                </a:p>
              </p:txBody>
            </p:sp>
            <p:sp>
              <p:nvSpPr>
                <p:cNvPr id="9285" name="Line 186">
                  <a:extLst>
                    <a:ext uri="{FF2B5EF4-FFF2-40B4-BE49-F238E27FC236}">
                      <a16:creationId xmlns:a16="http://schemas.microsoft.com/office/drawing/2014/main" id="{31692716-2724-4485-BA83-E529BA6820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63" y="3241"/>
                  <a:ext cx="124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9279" name="Text Box 187">
                <a:extLst>
                  <a:ext uri="{FF2B5EF4-FFF2-40B4-BE49-F238E27FC236}">
                    <a16:creationId xmlns:a16="http://schemas.microsoft.com/office/drawing/2014/main" id="{6441CE73-5013-4244-AE54-6B512F5290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6" y="1683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9280" name="Text Box 188">
                <a:extLst>
                  <a:ext uri="{FF2B5EF4-FFF2-40B4-BE49-F238E27FC236}">
                    <a16:creationId xmlns:a16="http://schemas.microsoft.com/office/drawing/2014/main" id="{F99E2F54-209B-422A-8F87-B5EE543856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6" y="2180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281" name="Text Box 189">
                <a:extLst>
                  <a:ext uri="{FF2B5EF4-FFF2-40B4-BE49-F238E27FC236}">
                    <a16:creationId xmlns:a16="http://schemas.microsoft.com/office/drawing/2014/main" id="{3B3C34A3-AD5E-43CB-8F7E-D736FB286F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7" y="2677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282" name="Text Box 190">
                <a:extLst>
                  <a:ext uri="{FF2B5EF4-FFF2-40B4-BE49-F238E27FC236}">
                    <a16:creationId xmlns:a16="http://schemas.microsoft.com/office/drawing/2014/main" id="{AEA1316A-8629-4275-9574-F51B6EE324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6" y="3332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283" name="Text Box 191">
                <a:extLst>
                  <a:ext uri="{FF2B5EF4-FFF2-40B4-BE49-F238E27FC236}">
                    <a16:creationId xmlns:a16="http://schemas.microsoft.com/office/drawing/2014/main" id="{A567B42E-FF6B-4717-A730-A577F522B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" y="2959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9224" name="Text Box 192">
              <a:extLst>
                <a:ext uri="{FF2B5EF4-FFF2-40B4-BE49-F238E27FC236}">
                  <a16:creationId xmlns:a16="http://schemas.microsoft.com/office/drawing/2014/main" id="{6BE6ACF4-627D-4795-8617-E95DB67F7F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2" y="1457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9225" name="Text Box 193">
              <a:extLst>
                <a:ext uri="{FF2B5EF4-FFF2-40B4-BE49-F238E27FC236}">
                  <a16:creationId xmlns:a16="http://schemas.microsoft.com/office/drawing/2014/main" id="{883FC9F9-71C7-45D0-9ECF-10BE027362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2" y="1935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9226" name="Text Box 194">
              <a:extLst>
                <a:ext uri="{FF2B5EF4-FFF2-40B4-BE49-F238E27FC236}">
                  <a16:creationId xmlns:a16="http://schemas.microsoft.com/office/drawing/2014/main" id="{266FFF96-30D7-4906-96B0-8B7BBB8D58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2" y="2435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9227" name="Text Box 195">
              <a:extLst>
                <a:ext uri="{FF2B5EF4-FFF2-40B4-BE49-F238E27FC236}">
                  <a16:creationId xmlns:a16="http://schemas.microsoft.com/office/drawing/2014/main" id="{E2E30133-169A-4C4F-B2FE-62DE424DC8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1" y="2956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9228" name="Text Box 196">
              <a:extLst>
                <a:ext uri="{FF2B5EF4-FFF2-40B4-BE49-F238E27FC236}">
                  <a16:creationId xmlns:a16="http://schemas.microsoft.com/office/drawing/2014/main" id="{FF27FD57-DCB7-4DA5-8951-0C03A3C95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6" y="2163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9229" name="Text Box 197">
              <a:extLst>
                <a:ext uri="{FF2B5EF4-FFF2-40B4-BE49-F238E27FC236}">
                  <a16:creationId xmlns:a16="http://schemas.microsoft.com/office/drawing/2014/main" id="{0AAD19C7-AEDF-4D78-B3FE-ECDBF7D7B6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6" y="1392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230" name="Text Box 198">
              <a:extLst>
                <a:ext uri="{FF2B5EF4-FFF2-40B4-BE49-F238E27FC236}">
                  <a16:creationId xmlns:a16="http://schemas.microsoft.com/office/drawing/2014/main" id="{1C8D5FCF-F9B2-41A1-95C8-6C9D58EA9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9" y="3381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231" name="Text Box 199">
              <a:extLst>
                <a:ext uri="{FF2B5EF4-FFF2-40B4-BE49-F238E27FC236}">
                  <a16:creationId xmlns:a16="http://schemas.microsoft.com/office/drawing/2014/main" id="{6E5FD869-E239-47E4-953B-196937FD15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9" y="3805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6250971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8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6" presetID="4" presetClass="entr" presetSubtype="32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8" dur="500"/>
                                        <p:tgtEl>
                                          <p:spTgt spid="8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8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4" grpId="0" autoUpdateAnimBg="0"/>
      <p:bldP spid="8275" grpId="0" animBg="1" autoUpdateAnimBg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F0CAA766-0CAF-498E-A817-1B1BFB210C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2100" y="182563"/>
            <a:ext cx="1639888" cy="496887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FF0000"/>
                </a:solidFill>
                <a:latin typeface="Arial" panose="020B0604020202020204" pitchFamily="34" charset="0"/>
              </a:rPr>
              <a:t>逻辑功能</a:t>
            </a:r>
          </a:p>
        </p:txBody>
      </p:sp>
      <p:grpSp>
        <p:nvGrpSpPr>
          <p:cNvPr id="9345" name="Group 129">
            <a:extLst>
              <a:ext uri="{FF2B5EF4-FFF2-40B4-BE49-F238E27FC236}">
                <a16:creationId xmlns:a16="http://schemas.microsoft.com/office/drawing/2014/main" id="{2F0AAC9A-1D01-45EF-8ECE-D5C3D9A7F03E}"/>
              </a:ext>
            </a:extLst>
          </p:cNvPr>
          <p:cNvGrpSpPr>
            <a:grpSpLocks/>
          </p:cNvGrpSpPr>
          <p:nvPr/>
        </p:nvGrpSpPr>
        <p:grpSpPr bwMode="auto">
          <a:xfrm>
            <a:off x="6042025" y="1128713"/>
            <a:ext cx="2239963" cy="3117850"/>
            <a:chOff x="3874" y="689"/>
            <a:chExt cx="1411" cy="1964"/>
          </a:xfrm>
        </p:grpSpPr>
        <p:sp>
          <p:nvSpPr>
            <p:cNvPr id="10338" name="Rectangle 122">
              <a:extLst>
                <a:ext uri="{FF2B5EF4-FFF2-40B4-BE49-F238E27FC236}">
                  <a16:creationId xmlns:a16="http://schemas.microsoft.com/office/drawing/2014/main" id="{214F5F05-CF1A-491C-A77F-F2489FAAB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2327"/>
              <a:ext cx="40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10339" name="Rectangle 120">
              <a:extLst>
                <a:ext uri="{FF2B5EF4-FFF2-40B4-BE49-F238E27FC236}">
                  <a16:creationId xmlns:a16="http://schemas.microsoft.com/office/drawing/2014/main" id="{11BAFA72-7C8D-4954-A71A-05AE39B57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327"/>
              <a:ext cx="610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1   1</a:t>
              </a:r>
            </a:p>
          </p:txBody>
        </p:sp>
        <p:sp>
          <p:nvSpPr>
            <p:cNvPr id="10340" name="Rectangle 118">
              <a:extLst>
                <a:ext uri="{FF2B5EF4-FFF2-40B4-BE49-F238E27FC236}">
                  <a16:creationId xmlns:a16="http://schemas.microsoft.com/office/drawing/2014/main" id="{1FE3FAD1-E485-4865-B5B3-CB6B3B463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327"/>
              <a:ext cx="39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41" name="Rectangle 100">
              <a:extLst>
                <a:ext uri="{FF2B5EF4-FFF2-40B4-BE49-F238E27FC236}">
                  <a16:creationId xmlns:a16="http://schemas.microsoft.com/office/drawing/2014/main" id="{5F3D6409-7CB9-4B0B-B917-5433C6548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2001"/>
              <a:ext cx="40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10342" name="Rectangle 98">
              <a:extLst>
                <a:ext uri="{FF2B5EF4-FFF2-40B4-BE49-F238E27FC236}">
                  <a16:creationId xmlns:a16="http://schemas.microsoft.com/office/drawing/2014/main" id="{A7F64AF6-4FB3-4790-B4CC-9B4EC7012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001"/>
              <a:ext cx="610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1   0</a:t>
              </a:r>
            </a:p>
          </p:txBody>
        </p:sp>
        <p:sp>
          <p:nvSpPr>
            <p:cNvPr id="10343" name="Rectangle 96">
              <a:extLst>
                <a:ext uri="{FF2B5EF4-FFF2-40B4-BE49-F238E27FC236}">
                  <a16:creationId xmlns:a16="http://schemas.microsoft.com/office/drawing/2014/main" id="{C33666E9-80B4-4DD0-8DFA-63441DF81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001"/>
              <a:ext cx="39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44" name="Rectangle 92">
              <a:extLst>
                <a:ext uri="{FF2B5EF4-FFF2-40B4-BE49-F238E27FC236}">
                  <a16:creationId xmlns:a16="http://schemas.microsoft.com/office/drawing/2014/main" id="{A677BB2D-623C-4ECE-8225-ADD89A913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1675"/>
              <a:ext cx="40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345" name="Rectangle 90">
              <a:extLst>
                <a:ext uri="{FF2B5EF4-FFF2-40B4-BE49-F238E27FC236}">
                  <a16:creationId xmlns:a16="http://schemas.microsoft.com/office/drawing/2014/main" id="{E14D38FE-16EE-40B2-8B77-E869D2CBB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1675"/>
              <a:ext cx="610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</a:t>
              </a:r>
            </a:p>
          </p:txBody>
        </p:sp>
        <p:sp>
          <p:nvSpPr>
            <p:cNvPr id="10346" name="Rectangle 88">
              <a:extLst>
                <a:ext uri="{FF2B5EF4-FFF2-40B4-BE49-F238E27FC236}">
                  <a16:creationId xmlns:a16="http://schemas.microsoft.com/office/drawing/2014/main" id="{DC475E3D-4915-4BAB-8639-EA617ABBE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1675"/>
              <a:ext cx="39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47" name="Rectangle 82">
              <a:extLst>
                <a:ext uri="{FF2B5EF4-FFF2-40B4-BE49-F238E27FC236}">
                  <a16:creationId xmlns:a16="http://schemas.microsoft.com/office/drawing/2014/main" id="{559064C4-6B70-498F-98E4-39DEF02A2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1015"/>
              <a:ext cx="407" cy="330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48" name="Rectangle 80">
              <a:extLst>
                <a:ext uri="{FF2B5EF4-FFF2-40B4-BE49-F238E27FC236}">
                  <a16:creationId xmlns:a16="http://schemas.microsoft.com/office/drawing/2014/main" id="{AA87EE25-A987-4BA2-8F3B-F44B8E475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1015"/>
              <a:ext cx="610" cy="330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   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9" name="Rectangle 78">
              <a:extLst>
                <a:ext uri="{FF2B5EF4-FFF2-40B4-BE49-F238E27FC236}">
                  <a16:creationId xmlns:a16="http://schemas.microsoft.com/office/drawing/2014/main" id="{5E4EEDDB-94FE-4D8B-BBD7-EBD317D39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1015"/>
              <a:ext cx="394" cy="330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350" name="Rectangle 20">
              <a:extLst>
                <a:ext uri="{FF2B5EF4-FFF2-40B4-BE49-F238E27FC236}">
                  <a16:creationId xmlns:a16="http://schemas.microsoft.com/office/drawing/2014/main" id="{8AB00C6C-7803-4D79-8403-811F16A6A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1345"/>
              <a:ext cx="407" cy="330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51" name="Rectangle 19">
              <a:extLst>
                <a:ext uri="{FF2B5EF4-FFF2-40B4-BE49-F238E27FC236}">
                  <a16:creationId xmlns:a16="http://schemas.microsoft.com/office/drawing/2014/main" id="{97C60663-0944-40F2-9373-078AD5CE9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1345"/>
              <a:ext cx="610" cy="330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</a:t>
              </a:r>
            </a:p>
          </p:txBody>
        </p:sp>
        <p:sp>
          <p:nvSpPr>
            <p:cNvPr id="10352" name="Rectangle 18">
              <a:extLst>
                <a:ext uri="{FF2B5EF4-FFF2-40B4-BE49-F238E27FC236}">
                  <a16:creationId xmlns:a16="http://schemas.microsoft.com/office/drawing/2014/main" id="{4853B06F-8F6A-4389-933E-BDCAEC247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1345"/>
              <a:ext cx="394" cy="330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53" name="Rectangle 17">
              <a:extLst>
                <a:ext uri="{FF2B5EF4-FFF2-40B4-BE49-F238E27FC236}">
                  <a16:creationId xmlns:a16="http://schemas.microsoft.com/office/drawing/2014/main" id="{B92E6D5A-AB90-4F59-980C-7E863F314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689"/>
              <a:ext cx="40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  <p:sp>
          <p:nvSpPr>
            <p:cNvPr id="10354" name="Rectangle 16">
              <a:extLst>
                <a:ext uri="{FF2B5EF4-FFF2-40B4-BE49-F238E27FC236}">
                  <a16:creationId xmlns:a16="http://schemas.microsoft.com/office/drawing/2014/main" id="{3AE90878-6D38-41AF-9E0C-433CD7AB3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689"/>
              <a:ext cx="610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55" name="Rectangle 15">
              <a:extLst>
                <a:ext uri="{FF2B5EF4-FFF2-40B4-BE49-F238E27FC236}">
                  <a16:creationId xmlns:a16="http://schemas.microsoft.com/office/drawing/2014/main" id="{C6B42736-496C-4DC9-976B-C1654F9F5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689"/>
              <a:ext cx="39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</a:p>
          </p:txBody>
        </p:sp>
        <p:sp>
          <p:nvSpPr>
            <p:cNvPr id="10356" name="Line 31">
              <a:extLst>
                <a:ext uri="{FF2B5EF4-FFF2-40B4-BE49-F238E27FC236}">
                  <a16:creationId xmlns:a16="http://schemas.microsoft.com/office/drawing/2014/main" id="{B2D16A68-1871-4255-9591-5CB015F62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1015"/>
              <a:ext cx="141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7" name="Line 32">
              <a:extLst>
                <a:ext uri="{FF2B5EF4-FFF2-40B4-BE49-F238E27FC236}">
                  <a16:creationId xmlns:a16="http://schemas.microsoft.com/office/drawing/2014/main" id="{F3C809CF-A31B-4126-ABE4-B29D8CC887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1675"/>
              <a:ext cx="141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8" name="Line 37">
              <a:extLst>
                <a:ext uri="{FF2B5EF4-FFF2-40B4-BE49-F238E27FC236}">
                  <a16:creationId xmlns:a16="http://schemas.microsoft.com/office/drawing/2014/main" id="{A9E7B2F0-F99C-44F9-855B-C5CE4D43A5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8" y="689"/>
              <a:ext cx="0" cy="1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9" name="Line 38">
              <a:extLst>
                <a:ext uri="{FF2B5EF4-FFF2-40B4-BE49-F238E27FC236}">
                  <a16:creationId xmlns:a16="http://schemas.microsoft.com/office/drawing/2014/main" id="{F7F790E3-92E9-4EBE-9AAC-1F3D3D3F2C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8" y="689"/>
              <a:ext cx="0" cy="1964"/>
            </a:xfrm>
            <a:prstGeom prst="line">
              <a:avLst/>
            </a:prstGeom>
            <a:noFill/>
            <a:ln w="38100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60" name="Line 30">
              <a:extLst>
                <a:ext uri="{FF2B5EF4-FFF2-40B4-BE49-F238E27FC236}">
                  <a16:creationId xmlns:a16="http://schemas.microsoft.com/office/drawing/2014/main" id="{F222A1B0-1132-4E1F-BB30-A2EC36F65A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689"/>
              <a:ext cx="1411" cy="0"/>
            </a:xfrm>
            <a:prstGeom prst="line">
              <a:avLst/>
            </a:prstGeom>
            <a:noFill/>
            <a:ln w="38100" cap="sq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61" name="Line 36">
              <a:extLst>
                <a:ext uri="{FF2B5EF4-FFF2-40B4-BE49-F238E27FC236}">
                  <a16:creationId xmlns:a16="http://schemas.microsoft.com/office/drawing/2014/main" id="{0C29B24A-FF70-4798-ABE0-BC9C14ADE0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689"/>
              <a:ext cx="0" cy="1964"/>
            </a:xfrm>
            <a:prstGeom prst="line">
              <a:avLst/>
            </a:prstGeom>
            <a:noFill/>
            <a:ln w="38100" cap="sq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62" name="Line 39">
              <a:extLst>
                <a:ext uri="{FF2B5EF4-FFF2-40B4-BE49-F238E27FC236}">
                  <a16:creationId xmlns:a16="http://schemas.microsoft.com/office/drawing/2014/main" id="{95E56D93-79DD-4065-B490-A7E9B8F40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5" y="689"/>
              <a:ext cx="0" cy="1964"/>
            </a:xfrm>
            <a:prstGeom prst="line">
              <a:avLst/>
            </a:prstGeom>
            <a:noFill/>
            <a:ln w="38100" cap="sq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63" name="Line 35">
              <a:extLst>
                <a:ext uri="{FF2B5EF4-FFF2-40B4-BE49-F238E27FC236}">
                  <a16:creationId xmlns:a16="http://schemas.microsoft.com/office/drawing/2014/main" id="{E74CE9F5-7C75-4690-8B3A-383D32B90D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2653"/>
              <a:ext cx="1411" cy="0"/>
            </a:xfrm>
            <a:prstGeom prst="line">
              <a:avLst/>
            </a:prstGeom>
            <a:noFill/>
            <a:ln w="38100" cap="sq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64" name="Line 79">
              <a:extLst>
                <a:ext uri="{FF2B5EF4-FFF2-40B4-BE49-F238E27FC236}">
                  <a16:creationId xmlns:a16="http://schemas.microsoft.com/office/drawing/2014/main" id="{02EAA0FB-B2DF-4608-9C36-D0F4D0604E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1345"/>
              <a:ext cx="141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65" name="Line 89">
              <a:extLst>
                <a:ext uri="{FF2B5EF4-FFF2-40B4-BE49-F238E27FC236}">
                  <a16:creationId xmlns:a16="http://schemas.microsoft.com/office/drawing/2014/main" id="{A92E090C-7FBE-4C07-95F1-03621F563E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2001"/>
              <a:ext cx="141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66" name="Line 97">
              <a:extLst>
                <a:ext uri="{FF2B5EF4-FFF2-40B4-BE49-F238E27FC236}">
                  <a16:creationId xmlns:a16="http://schemas.microsoft.com/office/drawing/2014/main" id="{608774CA-BB39-4778-924F-9107248879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2327"/>
              <a:ext cx="141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67" name="Line 73">
              <a:extLst>
                <a:ext uri="{FF2B5EF4-FFF2-40B4-BE49-F238E27FC236}">
                  <a16:creationId xmlns:a16="http://schemas.microsoft.com/office/drawing/2014/main" id="{A19AD884-F9D4-46F2-98B9-47A7BD0C7C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746"/>
              <a:ext cx="12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9411" name="Text Box 195">
            <a:extLst>
              <a:ext uri="{FF2B5EF4-FFF2-40B4-BE49-F238E27FC236}">
                <a16:creationId xmlns:a16="http://schemas.microsoft.com/office/drawing/2014/main" id="{27BC1AE1-DDA5-4A58-824F-9357478B9C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1988" y="4429125"/>
            <a:ext cx="3063875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四选一数据选择器</a:t>
            </a:r>
          </a:p>
        </p:txBody>
      </p:sp>
      <p:sp>
        <p:nvSpPr>
          <p:cNvPr id="9412" name="Text Box 196">
            <a:extLst>
              <a:ext uri="{FF2B5EF4-FFF2-40B4-BE49-F238E27FC236}">
                <a16:creationId xmlns:a16="http://schemas.microsoft.com/office/drawing/2014/main" id="{BA423120-C90D-4FAB-B18F-8AB01D9F83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188" y="5451475"/>
            <a:ext cx="3836987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: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选择控制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地址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</a:p>
        </p:txBody>
      </p:sp>
      <p:sp>
        <p:nvSpPr>
          <p:cNvPr id="9414" name="Text Box 198">
            <a:extLst>
              <a:ext uri="{FF2B5EF4-FFF2-40B4-BE49-F238E27FC236}">
                <a16:creationId xmlns:a16="http://schemas.microsoft.com/office/drawing/2014/main" id="{192FBEB3-7929-4FD9-B358-768A69BEDE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675" y="6096000"/>
            <a:ext cx="3675063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D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D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D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D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: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数据输入</a:t>
            </a:r>
          </a:p>
        </p:txBody>
      </p:sp>
      <p:grpSp>
        <p:nvGrpSpPr>
          <p:cNvPr id="9418" name="Group 202">
            <a:extLst>
              <a:ext uri="{FF2B5EF4-FFF2-40B4-BE49-F238E27FC236}">
                <a16:creationId xmlns:a16="http://schemas.microsoft.com/office/drawing/2014/main" id="{B39D3119-8779-4E95-9AFA-9762C6B2C0C1}"/>
              </a:ext>
            </a:extLst>
          </p:cNvPr>
          <p:cNvGrpSpPr>
            <a:grpSpLocks/>
          </p:cNvGrpSpPr>
          <p:nvPr/>
        </p:nvGrpSpPr>
        <p:grpSpPr bwMode="auto">
          <a:xfrm>
            <a:off x="2151063" y="301625"/>
            <a:ext cx="6992937" cy="519113"/>
            <a:chOff x="813" y="3801"/>
            <a:chExt cx="4405" cy="327"/>
          </a:xfrm>
        </p:grpSpPr>
        <p:sp>
          <p:nvSpPr>
            <p:cNvPr id="10325" name="Text Box 203">
              <a:extLst>
                <a:ext uri="{FF2B5EF4-FFF2-40B4-BE49-F238E27FC236}">
                  <a16:creationId xmlns:a16="http://schemas.microsoft.com/office/drawing/2014/main" id="{13C44D78-C9B8-4BEE-83F4-CF7DB42FB9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3" y="3801"/>
              <a:ext cx="4405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+SA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26" name="Line 204">
              <a:extLst>
                <a:ext uri="{FF2B5EF4-FFF2-40B4-BE49-F238E27FC236}">
                  <a16:creationId xmlns:a16="http://schemas.microsoft.com/office/drawing/2014/main" id="{D8870AD7-AFA5-4204-86FA-674D4C0929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2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27" name="Line 205">
              <a:extLst>
                <a:ext uri="{FF2B5EF4-FFF2-40B4-BE49-F238E27FC236}">
                  <a16:creationId xmlns:a16="http://schemas.microsoft.com/office/drawing/2014/main" id="{D7BBF589-4105-4BBD-96E7-FC493A36B8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28" name="Line 206">
              <a:extLst>
                <a:ext uri="{FF2B5EF4-FFF2-40B4-BE49-F238E27FC236}">
                  <a16:creationId xmlns:a16="http://schemas.microsoft.com/office/drawing/2014/main" id="{9E5BE8D6-76AE-46B2-9421-1CE8ED7873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7" y="3873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29" name="Line 207">
              <a:extLst>
                <a:ext uri="{FF2B5EF4-FFF2-40B4-BE49-F238E27FC236}">
                  <a16:creationId xmlns:a16="http://schemas.microsoft.com/office/drawing/2014/main" id="{3BBDEB08-EB3A-4940-AE80-B205F03BA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3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30" name="Line 208">
              <a:extLst>
                <a:ext uri="{FF2B5EF4-FFF2-40B4-BE49-F238E27FC236}">
                  <a16:creationId xmlns:a16="http://schemas.microsoft.com/office/drawing/2014/main" id="{8A3C4C37-2BF8-4C80-9AA3-E9FCBC6442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1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31" name="Line 209">
              <a:extLst>
                <a:ext uri="{FF2B5EF4-FFF2-40B4-BE49-F238E27FC236}">
                  <a16:creationId xmlns:a16="http://schemas.microsoft.com/office/drawing/2014/main" id="{DC7B2154-3D34-4ED7-8ABF-840CB6ADE1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32" name="Line 210">
              <a:extLst>
                <a:ext uri="{FF2B5EF4-FFF2-40B4-BE49-F238E27FC236}">
                  <a16:creationId xmlns:a16="http://schemas.microsoft.com/office/drawing/2014/main" id="{747D2756-3275-48A0-BDB9-F15FC20744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3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33" name="Line 211">
              <a:extLst>
                <a:ext uri="{FF2B5EF4-FFF2-40B4-BE49-F238E27FC236}">
                  <a16:creationId xmlns:a16="http://schemas.microsoft.com/office/drawing/2014/main" id="{A7E01892-CC8A-4DEF-A41F-D7F4FC0824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7" y="3862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34" name="Line 212">
              <a:extLst>
                <a:ext uri="{FF2B5EF4-FFF2-40B4-BE49-F238E27FC236}">
                  <a16:creationId xmlns:a16="http://schemas.microsoft.com/office/drawing/2014/main" id="{BEF3D096-81BC-4304-BECB-86D7322C08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2" y="3829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35" name="Line 213">
              <a:extLst>
                <a:ext uri="{FF2B5EF4-FFF2-40B4-BE49-F238E27FC236}">
                  <a16:creationId xmlns:a16="http://schemas.microsoft.com/office/drawing/2014/main" id="{FBAA4F1B-DB45-45DB-BB54-55E30760FF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3829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36" name="Line 214">
              <a:extLst>
                <a:ext uri="{FF2B5EF4-FFF2-40B4-BE49-F238E27FC236}">
                  <a16:creationId xmlns:a16="http://schemas.microsoft.com/office/drawing/2014/main" id="{466F1CC6-6F3F-441C-8988-DA1C4EFF60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3" y="3829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37" name="Line 215">
              <a:extLst>
                <a:ext uri="{FF2B5EF4-FFF2-40B4-BE49-F238E27FC236}">
                  <a16:creationId xmlns:a16="http://schemas.microsoft.com/office/drawing/2014/main" id="{8CC0B410-92A2-455B-8B34-3F8E1678C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" y="3829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9433" name="Group 217">
            <a:extLst>
              <a:ext uri="{FF2B5EF4-FFF2-40B4-BE49-F238E27FC236}">
                <a16:creationId xmlns:a16="http://schemas.microsoft.com/office/drawing/2014/main" id="{3B7D2B0F-342D-4B7C-AB3E-305FB8B7FAC4}"/>
              </a:ext>
            </a:extLst>
          </p:cNvPr>
          <p:cNvGrpSpPr>
            <a:grpSpLocks/>
          </p:cNvGrpSpPr>
          <p:nvPr/>
        </p:nvGrpSpPr>
        <p:grpSpPr bwMode="auto">
          <a:xfrm>
            <a:off x="4392613" y="5449888"/>
            <a:ext cx="4460875" cy="989012"/>
            <a:chOff x="2767" y="3433"/>
            <a:chExt cx="2810" cy="623"/>
          </a:xfrm>
        </p:grpSpPr>
        <p:sp>
          <p:nvSpPr>
            <p:cNvPr id="10323" name="Text Box 199">
              <a:extLst>
                <a:ext uri="{FF2B5EF4-FFF2-40B4-BE49-F238E27FC236}">
                  <a16:creationId xmlns:a16="http://schemas.microsoft.com/office/drawing/2014/main" id="{930B20F5-8BCA-4854-BD85-FCFD7DFD04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7" y="3433"/>
              <a:ext cx="2810" cy="623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S: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使能端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选通端、片选端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  <a:p>
              <a:pPr marL="0" marR="0" lvl="0" indent="0" algn="l" defTabSz="914400" rtl="0" eaLnBrk="1" fontAlgn="base" latinLnBrk="0" hangingPunct="1">
                <a:lnSpc>
                  <a:spcPct val="6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低电平有效</a:t>
              </a:r>
            </a:p>
          </p:txBody>
        </p:sp>
        <p:sp>
          <p:nvSpPr>
            <p:cNvPr id="10324" name="Line 216">
              <a:extLst>
                <a:ext uri="{FF2B5EF4-FFF2-40B4-BE49-F238E27FC236}">
                  <a16:creationId xmlns:a16="http://schemas.microsoft.com/office/drawing/2014/main" id="{51DDA844-E3FE-40C5-B345-F7E496A660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5" y="3500"/>
              <a:ext cx="1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9434" name="Group 218">
            <a:extLst>
              <a:ext uri="{FF2B5EF4-FFF2-40B4-BE49-F238E27FC236}">
                <a16:creationId xmlns:a16="http://schemas.microsoft.com/office/drawing/2014/main" id="{6596DE0E-F875-4F9C-9254-472DB99E320F}"/>
              </a:ext>
            </a:extLst>
          </p:cNvPr>
          <p:cNvGrpSpPr>
            <a:grpSpLocks/>
          </p:cNvGrpSpPr>
          <p:nvPr/>
        </p:nvGrpSpPr>
        <p:grpSpPr bwMode="auto">
          <a:xfrm>
            <a:off x="387350" y="949325"/>
            <a:ext cx="5324475" cy="4360863"/>
            <a:chOff x="961" y="1349"/>
            <a:chExt cx="3354" cy="2747"/>
          </a:xfrm>
        </p:grpSpPr>
        <p:grpSp>
          <p:nvGrpSpPr>
            <p:cNvPr id="10250" name="Group 219">
              <a:extLst>
                <a:ext uri="{FF2B5EF4-FFF2-40B4-BE49-F238E27FC236}">
                  <a16:creationId xmlns:a16="http://schemas.microsoft.com/office/drawing/2014/main" id="{BAC37722-9DE7-4DC6-B4EF-40FE12916B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1" y="1349"/>
              <a:ext cx="3354" cy="2747"/>
              <a:chOff x="136" y="938"/>
              <a:chExt cx="3354" cy="2747"/>
            </a:xfrm>
          </p:grpSpPr>
          <p:grpSp>
            <p:nvGrpSpPr>
              <p:cNvPr id="10259" name="Group 220">
                <a:extLst>
                  <a:ext uri="{FF2B5EF4-FFF2-40B4-BE49-F238E27FC236}">
                    <a16:creationId xmlns:a16="http://schemas.microsoft.com/office/drawing/2014/main" id="{C1AC39FB-5619-4425-BCF2-7C529EFD9D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1051"/>
                <a:ext cx="328" cy="406"/>
                <a:chOff x="1175" y="1141"/>
                <a:chExt cx="328" cy="406"/>
              </a:xfrm>
            </p:grpSpPr>
            <p:sp>
              <p:nvSpPr>
                <p:cNvPr id="10321" name="Rectangle 221">
                  <a:extLst>
                    <a:ext uri="{FF2B5EF4-FFF2-40B4-BE49-F238E27FC236}">
                      <a16:creationId xmlns:a16="http://schemas.microsoft.com/office/drawing/2014/main" id="{F81B861D-5E7B-45B5-B33D-D124B2F65A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22" name="Oval 222">
                  <a:extLst>
                    <a:ext uri="{FF2B5EF4-FFF2-40B4-BE49-F238E27FC236}">
                      <a16:creationId xmlns:a16="http://schemas.microsoft.com/office/drawing/2014/main" id="{F8EB4EAA-0ECF-4FB1-90C4-1B7EA6D49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0260" name="Group 223">
                <a:extLst>
                  <a:ext uri="{FF2B5EF4-FFF2-40B4-BE49-F238E27FC236}">
                    <a16:creationId xmlns:a16="http://schemas.microsoft.com/office/drawing/2014/main" id="{02F7531B-414E-4D04-97E9-3141E82AED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1548"/>
                <a:ext cx="328" cy="406"/>
                <a:chOff x="1175" y="1141"/>
                <a:chExt cx="328" cy="406"/>
              </a:xfrm>
            </p:grpSpPr>
            <p:sp>
              <p:nvSpPr>
                <p:cNvPr id="10319" name="Rectangle 224">
                  <a:extLst>
                    <a:ext uri="{FF2B5EF4-FFF2-40B4-BE49-F238E27FC236}">
                      <a16:creationId xmlns:a16="http://schemas.microsoft.com/office/drawing/2014/main" id="{39C56A19-8E3A-4AB6-A73F-1FF1AAB39C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20" name="Oval 225">
                  <a:extLst>
                    <a:ext uri="{FF2B5EF4-FFF2-40B4-BE49-F238E27FC236}">
                      <a16:creationId xmlns:a16="http://schemas.microsoft.com/office/drawing/2014/main" id="{DBE91899-68AA-4AE5-BDA8-11427A1A81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0261" name="Group 226">
                <a:extLst>
                  <a:ext uri="{FF2B5EF4-FFF2-40B4-BE49-F238E27FC236}">
                    <a16:creationId xmlns:a16="http://schemas.microsoft.com/office/drawing/2014/main" id="{BC2B893A-DB84-42C0-939B-2A0DD58397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2044"/>
                <a:ext cx="328" cy="406"/>
                <a:chOff x="1175" y="1141"/>
                <a:chExt cx="328" cy="406"/>
              </a:xfrm>
            </p:grpSpPr>
            <p:sp>
              <p:nvSpPr>
                <p:cNvPr id="10317" name="Rectangle 227">
                  <a:extLst>
                    <a:ext uri="{FF2B5EF4-FFF2-40B4-BE49-F238E27FC236}">
                      <a16:creationId xmlns:a16="http://schemas.microsoft.com/office/drawing/2014/main" id="{604EAEEE-72D5-488C-8472-9F713B9096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18" name="Oval 228">
                  <a:extLst>
                    <a:ext uri="{FF2B5EF4-FFF2-40B4-BE49-F238E27FC236}">
                      <a16:creationId xmlns:a16="http://schemas.microsoft.com/office/drawing/2014/main" id="{00CDDBD3-419C-4ECA-AFBD-4E1F8CB59B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0262" name="Group 229">
                <a:extLst>
                  <a:ext uri="{FF2B5EF4-FFF2-40B4-BE49-F238E27FC236}">
                    <a16:creationId xmlns:a16="http://schemas.microsoft.com/office/drawing/2014/main" id="{1A173350-F839-4572-88A6-B298145557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2543"/>
                <a:ext cx="328" cy="406"/>
                <a:chOff x="1175" y="1141"/>
                <a:chExt cx="328" cy="406"/>
              </a:xfrm>
            </p:grpSpPr>
            <p:sp>
              <p:nvSpPr>
                <p:cNvPr id="10315" name="Rectangle 230">
                  <a:extLst>
                    <a:ext uri="{FF2B5EF4-FFF2-40B4-BE49-F238E27FC236}">
                      <a16:creationId xmlns:a16="http://schemas.microsoft.com/office/drawing/2014/main" id="{9059815C-C93F-48EE-8ACC-3D197D3331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16" name="Oval 231">
                  <a:extLst>
                    <a:ext uri="{FF2B5EF4-FFF2-40B4-BE49-F238E27FC236}">
                      <a16:creationId xmlns:a16="http://schemas.microsoft.com/office/drawing/2014/main" id="{E40580EA-7EFB-4761-B020-32B2A5B29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10263" name="Group 232">
                <a:extLst>
                  <a:ext uri="{FF2B5EF4-FFF2-40B4-BE49-F238E27FC236}">
                    <a16:creationId xmlns:a16="http://schemas.microsoft.com/office/drawing/2014/main" id="{84011475-0D18-4D84-A534-7F0199DA17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2" y="1785"/>
                <a:ext cx="328" cy="406"/>
                <a:chOff x="1175" y="1141"/>
                <a:chExt cx="328" cy="406"/>
              </a:xfrm>
            </p:grpSpPr>
            <p:sp>
              <p:nvSpPr>
                <p:cNvPr id="10313" name="Rectangle 233">
                  <a:extLst>
                    <a:ext uri="{FF2B5EF4-FFF2-40B4-BE49-F238E27FC236}">
                      <a16:creationId xmlns:a16="http://schemas.microsoft.com/office/drawing/2014/main" id="{448CFC84-EA4C-4E42-ACDD-05B569AEF0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0314" name="Oval 234">
                  <a:extLst>
                    <a:ext uri="{FF2B5EF4-FFF2-40B4-BE49-F238E27FC236}">
                      <a16:creationId xmlns:a16="http://schemas.microsoft.com/office/drawing/2014/main" id="{6FEA054D-0E4F-486D-A8AC-144C8CB504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10264" name="Freeform 235">
                <a:extLst>
                  <a:ext uri="{FF2B5EF4-FFF2-40B4-BE49-F238E27FC236}">
                    <a16:creationId xmlns:a16="http://schemas.microsoft.com/office/drawing/2014/main" id="{AA8B75EB-6C90-4F7C-9097-6611E8C48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728"/>
                <a:ext cx="452" cy="181"/>
              </a:xfrm>
              <a:custGeom>
                <a:avLst/>
                <a:gdLst>
                  <a:gd name="T0" fmla="*/ 0 w 452"/>
                  <a:gd name="T1" fmla="*/ 0 h 181"/>
                  <a:gd name="T2" fmla="*/ 113 w 452"/>
                  <a:gd name="T3" fmla="*/ 0 h 181"/>
                  <a:gd name="T4" fmla="*/ 113 w 452"/>
                  <a:gd name="T5" fmla="*/ 181 h 181"/>
                  <a:gd name="T6" fmla="*/ 452 w 452"/>
                  <a:gd name="T7" fmla="*/ 181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2" h="181">
                    <a:moveTo>
                      <a:pt x="0" y="0"/>
                    </a:moveTo>
                    <a:lnTo>
                      <a:pt x="113" y="0"/>
                    </a:lnTo>
                    <a:lnTo>
                      <a:pt x="113" y="181"/>
                    </a:lnTo>
                    <a:lnTo>
                      <a:pt x="452" y="18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65" name="Freeform 236">
                <a:extLst>
                  <a:ext uri="{FF2B5EF4-FFF2-40B4-BE49-F238E27FC236}">
                    <a16:creationId xmlns:a16="http://schemas.microsoft.com/office/drawing/2014/main" id="{85F30706-C751-4E3A-8FA6-E85F433A0E4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077" y="2022"/>
                <a:ext cx="452" cy="204"/>
              </a:xfrm>
              <a:custGeom>
                <a:avLst/>
                <a:gdLst>
                  <a:gd name="T0" fmla="*/ 0 w 452"/>
                  <a:gd name="T1" fmla="*/ 0 h 181"/>
                  <a:gd name="T2" fmla="*/ 113 w 452"/>
                  <a:gd name="T3" fmla="*/ 0 h 181"/>
                  <a:gd name="T4" fmla="*/ 113 w 452"/>
                  <a:gd name="T5" fmla="*/ 371 h 181"/>
                  <a:gd name="T6" fmla="*/ 452 w 452"/>
                  <a:gd name="T7" fmla="*/ 371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2" h="181">
                    <a:moveTo>
                      <a:pt x="0" y="0"/>
                    </a:moveTo>
                    <a:lnTo>
                      <a:pt x="113" y="0"/>
                    </a:lnTo>
                    <a:lnTo>
                      <a:pt x="113" y="181"/>
                    </a:lnTo>
                    <a:lnTo>
                      <a:pt x="452" y="18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66" name="Freeform 237">
                <a:extLst>
                  <a:ext uri="{FF2B5EF4-FFF2-40B4-BE49-F238E27FC236}">
                    <a16:creationId xmlns:a16="http://schemas.microsoft.com/office/drawing/2014/main" id="{BB907D24-7808-4D9F-9CC6-2263018C9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231"/>
                <a:ext cx="463" cy="587"/>
              </a:xfrm>
              <a:custGeom>
                <a:avLst/>
                <a:gdLst>
                  <a:gd name="T0" fmla="*/ 0 w 463"/>
                  <a:gd name="T1" fmla="*/ 0 h 587"/>
                  <a:gd name="T2" fmla="*/ 271 w 463"/>
                  <a:gd name="T3" fmla="*/ 0 h 587"/>
                  <a:gd name="T4" fmla="*/ 271 w 463"/>
                  <a:gd name="T5" fmla="*/ 587 h 587"/>
                  <a:gd name="T6" fmla="*/ 463 w 463"/>
                  <a:gd name="T7" fmla="*/ 587 h 5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3" h="587">
                    <a:moveTo>
                      <a:pt x="0" y="0"/>
                    </a:moveTo>
                    <a:lnTo>
                      <a:pt x="271" y="0"/>
                    </a:lnTo>
                    <a:lnTo>
                      <a:pt x="271" y="587"/>
                    </a:lnTo>
                    <a:lnTo>
                      <a:pt x="463" y="58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67" name="Freeform 238">
                <a:extLst>
                  <a:ext uri="{FF2B5EF4-FFF2-40B4-BE49-F238E27FC236}">
                    <a16:creationId xmlns:a16="http://schemas.microsoft.com/office/drawing/2014/main" id="{E172A6DB-0298-4928-945D-EADAD2D9577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067" y="2124"/>
                <a:ext cx="463" cy="587"/>
              </a:xfrm>
              <a:custGeom>
                <a:avLst/>
                <a:gdLst>
                  <a:gd name="T0" fmla="*/ 0 w 463"/>
                  <a:gd name="T1" fmla="*/ 0 h 587"/>
                  <a:gd name="T2" fmla="*/ 271 w 463"/>
                  <a:gd name="T3" fmla="*/ 0 h 587"/>
                  <a:gd name="T4" fmla="*/ 271 w 463"/>
                  <a:gd name="T5" fmla="*/ 587 h 587"/>
                  <a:gd name="T6" fmla="*/ 463 w 463"/>
                  <a:gd name="T7" fmla="*/ 587 h 5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3" h="587">
                    <a:moveTo>
                      <a:pt x="0" y="0"/>
                    </a:moveTo>
                    <a:lnTo>
                      <a:pt x="271" y="0"/>
                    </a:lnTo>
                    <a:lnTo>
                      <a:pt x="271" y="587"/>
                    </a:lnTo>
                    <a:lnTo>
                      <a:pt x="463" y="58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68" name="Line 239">
                <a:extLst>
                  <a:ext uri="{FF2B5EF4-FFF2-40B4-BE49-F238E27FC236}">
                    <a16:creationId xmlns:a16="http://schemas.microsoft.com/office/drawing/2014/main" id="{D1122902-7186-485B-9C6A-18A483C97B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9" y="1976"/>
                <a:ext cx="25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69" name="Rectangle 240">
                <a:extLst>
                  <a:ext uri="{FF2B5EF4-FFF2-40B4-BE49-F238E27FC236}">
                    <a16:creationId xmlns:a16="http://schemas.microsoft.com/office/drawing/2014/main" id="{E480A9AB-7286-4474-894A-1ED992369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1004"/>
                <a:ext cx="155" cy="27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0" name="Freeform 241">
                <a:extLst>
                  <a:ext uri="{FF2B5EF4-FFF2-40B4-BE49-F238E27FC236}">
                    <a16:creationId xmlns:a16="http://schemas.microsoft.com/office/drawing/2014/main" id="{DF045F00-6D28-4BCA-9185-26BB67B0A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128"/>
                <a:ext cx="824" cy="1467"/>
              </a:xfrm>
              <a:custGeom>
                <a:avLst/>
                <a:gdLst>
                  <a:gd name="T0" fmla="*/ 0 w 824"/>
                  <a:gd name="T1" fmla="*/ 0 h 1524"/>
                  <a:gd name="T2" fmla="*/ 689 w 824"/>
                  <a:gd name="T3" fmla="*/ 0 h 1524"/>
                  <a:gd name="T4" fmla="*/ 689 w 824"/>
                  <a:gd name="T5" fmla="*/ 1212 h 1524"/>
                  <a:gd name="T6" fmla="*/ 824 w 824"/>
                  <a:gd name="T7" fmla="*/ 1212 h 15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4" h="1524">
                    <a:moveTo>
                      <a:pt x="0" y="0"/>
                    </a:moveTo>
                    <a:lnTo>
                      <a:pt x="689" y="0"/>
                    </a:lnTo>
                    <a:lnTo>
                      <a:pt x="689" y="1524"/>
                    </a:lnTo>
                    <a:lnTo>
                      <a:pt x="824" y="15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1" name="Line 242">
                <a:extLst>
                  <a:ext uri="{FF2B5EF4-FFF2-40B4-BE49-F238E27FC236}">
                    <a16:creationId xmlns:a16="http://schemas.microsoft.com/office/drawing/2014/main" id="{52172666-5A79-44DD-8002-6141CEBFB8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4" y="1129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2" name="Line 243">
                <a:extLst>
                  <a:ext uri="{FF2B5EF4-FFF2-40B4-BE49-F238E27FC236}">
                    <a16:creationId xmlns:a16="http://schemas.microsoft.com/office/drawing/2014/main" id="{D948B802-D103-4AFD-9530-5018E95FE9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04" y="1615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3" name="Line 244">
                <a:extLst>
                  <a:ext uri="{FF2B5EF4-FFF2-40B4-BE49-F238E27FC236}">
                    <a16:creationId xmlns:a16="http://schemas.microsoft.com/office/drawing/2014/main" id="{DC67289A-D843-40D0-BEC4-DF3737CE36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4" y="2112"/>
                <a:ext cx="1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4" name="Line 245">
                <a:extLst>
                  <a:ext uri="{FF2B5EF4-FFF2-40B4-BE49-F238E27FC236}">
                    <a16:creationId xmlns:a16="http://schemas.microsoft.com/office/drawing/2014/main" id="{83FB8228-94D3-4AE5-8462-D5DB71DE41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5" y="1118"/>
                <a:ext cx="28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5" name="Rectangle 246">
                <a:extLst>
                  <a:ext uri="{FF2B5EF4-FFF2-40B4-BE49-F238E27FC236}">
                    <a16:creationId xmlns:a16="http://schemas.microsoft.com/office/drawing/2014/main" id="{B0898373-B802-4802-9269-6A7E1C0DF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996"/>
                <a:ext cx="155" cy="27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6" name="Rectangle 247">
                <a:extLst>
                  <a:ext uri="{FF2B5EF4-FFF2-40B4-BE49-F238E27FC236}">
                    <a16:creationId xmlns:a16="http://schemas.microsoft.com/office/drawing/2014/main" id="{ADCCA67F-1F0D-4483-A214-2374C1380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3414"/>
                <a:ext cx="155" cy="27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7" name="Line 248">
                <a:extLst>
                  <a:ext uri="{FF2B5EF4-FFF2-40B4-BE49-F238E27FC236}">
                    <a16:creationId xmlns:a16="http://schemas.microsoft.com/office/drawing/2014/main" id="{6D04B014-CDD6-47D2-9ED9-90B0B0404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3" y="3122"/>
                <a:ext cx="35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8" name="Line 249">
                <a:extLst>
                  <a:ext uri="{FF2B5EF4-FFF2-40B4-BE49-F238E27FC236}">
                    <a16:creationId xmlns:a16="http://schemas.microsoft.com/office/drawing/2014/main" id="{2A2A9755-B83B-46AA-B2B0-618B6FE41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4" y="3540"/>
                <a:ext cx="33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79" name="Freeform 250">
                <a:extLst>
                  <a:ext uri="{FF2B5EF4-FFF2-40B4-BE49-F238E27FC236}">
                    <a16:creationId xmlns:a16="http://schemas.microsoft.com/office/drawing/2014/main" id="{FC89C7F2-8A3D-4712-92D2-7D44071CA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796"/>
                <a:ext cx="689" cy="1739"/>
              </a:xfrm>
              <a:custGeom>
                <a:avLst/>
                <a:gdLst>
                  <a:gd name="T0" fmla="*/ 0 w 689"/>
                  <a:gd name="T1" fmla="*/ 1269 h 1852"/>
                  <a:gd name="T2" fmla="*/ 396 w 689"/>
                  <a:gd name="T3" fmla="*/ 1269 h 1852"/>
                  <a:gd name="T4" fmla="*/ 396 w 689"/>
                  <a:gd name="T5" fmla="*/ 0 h 1852"/>
                  <a:gd name="T6" fmla="*/ 689 w 689"/>
                  <a:gd name="T7" fmla="*/ 0 h 18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9" h="1852">
                    <a:moveTo>
                      <a:pt x="0" y="1852"/>
                    </a:moveTo>
                    <a:lnTo>
                      <a:pt x="396" y="1852"/>
                    </a:lnTo>
                    <a:lnTo>
                      <a:pt x="396" y="0"/>
                    </a:lnTo>
                    <a:lnTo>
                      <a:pt x="6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0" name="Line 251">
                <a:extLst>
                  <a:ext uri="{FF2B5EF4-FFF2-40B4-BE49-F238E27FC236}">
                    <a16:creationId xmlns:a16="http://schemas.microsoft.com/office/drawing/2014/main" id="{93A5B9CB-CEC1-4AA7-80EE-C8A4ACB33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6" y="2781"/>
                <a:ext cx="28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1" name="Freeform 252">
                <a:extLst>
                  <a:ext uri="{FF2B5EF4-FFF2-40B4-BE49-F238E27FC236}">
                    <a16:creationId xmlns:a16="http://schemas.microsoft.com/office/drawing/2014/main" id="{6A301E63-F2D4-4D07-97FA-F3C7B134F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10"/>
                <a:ext cx="1073" cy="2225"/>
              </a:xfrm>
              <a:custGeom>
                <a:avLst/>
                <a:gdLst>
                  <a:gd name="T0" fmla="*/ 0 w 1073"/>
                  <a:gd name="T1" fmla="*/ 2225 h 2225"/>
                  <a:gd name="T2" fmla="*/ 0 w 1073"/>
                  <a:gd name="T3" fmla="*/ 2022 h 2225"/>
                  <a:gd name="T4" fmla="*/ 689 w 1073"/>
                  <a:gd name="T5" fmla="*/ 2022 h 2225"/>
                  <a:gd name="T6" fmla="*/ 689 w 1073"/>
                  <a:gd name="T7" fmla="*/ 0 h 2225"/>
                  <a:gd name="T8" fmla="*/ 1073 w 1073"/>
                  <a:gd name="T9" fmla="*/ 0 h 2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3" h="2225">
                    <a:moveTo>
                      <a:pt x="0" y="2225"/>
                    </a:moveTo>
                    <a:lnTo>
                      <a:pt x="0" y="2022"/>
                    </a:lnTo>
                    <a:lnTo>
                      <a:pt x="689" y="2022"/>
                    </a:lnTo>
                    <a:lnTo>
                      <a:pt x="689" y="0"/>
                    </a:lnTo>
                    <a:lnTo>
                      <a:pt x="107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2" name="Line 253">
                <a:extLst>
                  <a:ext uri="{FF2B5EF4-FFF2-40B4-BE49-F238E27FC236}">
                    <a16:creationId xmlns:a16="http://schemas.microsoft.com/office/drawing/2014/main" id="{1EC65F5E-2194-44A7-A724-2F1273CCA4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0" y="2857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3" name="Line 254">
                <a:extLst>
                  <a:ext uri="{FF2B5EF4-FFF2-40B4-BE49-F238E27FC236}">
                    <a16:creationId xmlns:a16="http://schemas.microsoft.com/office/drawing/2014/main" id="{4DD8AD49-6A86-4C44-AE72-7CFE6CAE3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1" y="2371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4" name="Line 255">
                <a:extLst>
                  <a:ext uri="{FF2B5EF4-FFF2-40B4-BE49-F238E27FC236}">
                    <a16:creationId xmlns:a16="http://schemas.microsoft.com/office/drawing/2014/main" id="{999FA69C-DCF2-4217-AD86-4D4F123A7B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1" y="1886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5" name="Line 256">
                <a:extLst>
                  <a:ext uri="{FF2B5EF4-FFF2-40B4-BE49-F238E27FC236}">
                    <a16:creationId xmlns:a16="http://schemas.microsoft.com/office/drawing/2014/main" id="{A20B17BC-ED34-4C34-BA62-024DF1B6A7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0" y="1389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6" name="Line 257">
                <a:extLst>
                  <a:ext uri="{FF2B5EF4-FFF2-40B4-BE49-F238E27FC236}">
                    <a16:creationId xmlns:a16="http://schemas.microsoft.com/office/drawing/2014/main" id="{AD30809C-762F-4230-8E7A-057F67095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4" y="2281"/>
                <a:ext cx="39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7" name="Freeform 258">
                <a:extLst>
                  <a:ext uri="{FF2B5EF4-FFF2-40B4-BE49-F238E27FC236}">
                    <a16:creationId xmlns:a16="http://schemas.microsoft.com/office/drawing/2014/main" id="{FA48F7B0-17D2-4D7E-989E-E657F5167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192"/>
                <a:ext cx="678" cy="925"/>
              </a:xfrm>
              <a:custGeom>
                <a:avLst/>
                <a:gdLst>
                  <a:gd name="T0" fmla="*/ 0 w 678"/>
                  <a:gd name="T1" fmla="*/ 107 h 1423"/>
                  <a:gd name="T2" fmla="*/ 215 w 678"/>
                  <a:gd name="T3" fmla="*/ 107 h 1423"/>
                  <a:gd name="T4" fmla="*/ 215 w 678"/>
                  <a:gd name="T5" fmla="*/ 0 h 1423"/>
                  <a:gd name="T6" fmla="*/ 678 w 678"/>
                  <a:gd name="T7" fmla="*/ 0 h 1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8" h="1423">
                    <a:moveTo>
                      <a:pt x="0" y="1423"/>
                    </a:moveTo>
                    <a:lnTo>
                      <a:pt x="215" y="1423"/>
                    </a:lnTo>
                    <a:lnTo>
                      <a:pt x="215" y="0"/>
                    </a:lnTo>
                    <a:lnTo>
                      <a:pt x="678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8" name="Line 259">
                <a:extLst>
                  <a:ext uri="{FF2B5EF4-FFF2-40B4-BE49-F238E27FC236}">
                    <a16:creationId xmlns:a16="http://schemas.microsoft.com/office/drawing/2014/main" id="{85849532-988A-47DE-A7FA-127F9D1E66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4" y="2687"/>
                <a:ext cx="48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89" name="Freeform 260">
                <a:extLst>
                  <a:ext uri="{FF2B5EF4-FFF2-40B4-BE49-F238E27FC236}">
                    <a16:creationId xmlns:a16="http://schemas.microsoft.com/office/drawing/2014/main" id="{CD88B12E-3849-4DDB-A727-A45D77E90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220"/>
                <a:ext cx="1061" cy="1897"/>
              </a:xfrm>
              <a:custGeom>
                <a:avLst/>
                <a:gdLst>
                  <a:gd name="T0" fmla="*/ 0 w 1061"/>
                  <a:gd name="T1" fmla="*/ 1897 h 1897"/>
                  <a:gd name="T2" fmla="*/ 0 w 1061"/>
                  <a:gd name="T3" fmla="*/ 1705 h 1897"/>
                  <a:gd name="T4" fmla="*/ 485 w 1061"/>
                  <a:gd name="T5" fmla="*/ 1705 h 1897"/>
                  <a:gd name="T6" fmla="*/ 485 w 1061"/>
                  <a:gd name="T7" fmla="*/ 0 h 1897"/>
                  <a:gd name="T8" fmla="*/ 1061 w 1061"/>
                  <a:gd name="T9" fmla="*/ 0 h 18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1" h="1897">
                    <a:moveTo>
                      <a:pt x="0" y="1897"/>
                    </a:moveTo>
                    <a:lnTo>
                      <a:pt x="0" y="1705"/>
                    </a:lnTo>
                    <a:lnTo>
                      <a:pt x="485" y="1705"/>
                    </a:lnTo>
                    <a:lnTo>
                      <a:pt x="485" y="0"/>
                    </a:lnTo>
                    <a:lnTo>
                      <a:pt x="1061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0" name="Line 261">
                <a:extLst>
                  <a:ext uri="{FF2B5EF4-FFF2-40B4-BE49-F238E27FC236}">
                    <a16:creationId xmlns:a16="http://schemas.microsoft.com/office/drawing/2014/main" id="{497EF345-81D2-4674-8866-6184C012F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51" y="1705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1" name="Oval 262">
                <a:extLst>
                  <a:ext uri="{FF2B5EF4-FFF2-40B4-BE49-F238E27FC236}">
                    <a16:creationId xmlns:a16="http://schemas.microsoft.com/office/drawing/2014/main" id="{8B8D321B-F328-4A15-8781-3213675DF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3501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2" name="Oval 263">
                <a:extLst>
                  <a:ext uri="{FF2B5EF4-FFF2-40B4-BE49-F238E27FC236}">
                    <a16:creationId xmlns:a16="http://schemas.microsoft.com/office/drawing/2014/main" id="{BFCEB691-0E64-456D-9770-E51277A0B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3072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3" name="Oval 264">
                <a:extLst>
                  <a:ext uri="{FF2B5EF4-FFF2-40B4-BE49-F238E27FC236}">
                    <a16:creationId xmlns:a16="http://schemas.microsoft.com/office/drawing/2014/main" id="{F8123422-BDD4-4004-AA75-BF81BB63E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660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4" name="Oval 265">
                <a:extLst>
                  <a:ext uri="{FF2B5EF4-FFF2-40B4-BE49-F238E27FC236}">
                    <a16:creationId xmlns:a16="http://schemas.microsoft.com/office/drawing/2014/main" id="{5B3261F5-DD09-4CEB-9556-AC170C397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654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5" name="Oval 266">
                <a:extLst>
                  <a:ext uri="{FF2B5EF4-FFF2-40B4-BE49-F238E27FC236}">
                    <a16:creationId xmlns:a16="http://schemas.microsoft.com/office/drawing/2014/main" id="{8FD93F76-CDA8-48E4-967B-BA2E92C14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236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6" name="Oval 267">
                <a:extLst>
                  <a:ext uri="{FF2B5EF4-FFF2-40B4-BE49-F238E27FC236}">
                    <a16:creationId xmlns:a16="http://schemas.microsoft.com/office/drawing/2014/main" id="{E73BF1C1-8F85-4DD4-99D0-7EDE6F7E6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2733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7" name="Oval 268">
                <a:extLst>
                  <a:ext uri="{FF2B5EF4-FFF2-40B4-BE49-F238E27FC236}">
                    <a16:creationId xmlns:a16="http://schemas.microsoft.com/office/drawing/2014/main" id="{49146A4D-15A0-4FAC-98B1-8CD928216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66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8" name="Oval 269">
                <a:extLst>
                  <a:ext uri="{FF2B5EF4-FFF2-40B4-BE49-F238E27FC236}">
                    <a16:creationId xmlns:a16="http://schemas.microsoft.com/office/drawing/2014/main" id="{3E96B303-7719-4F42-AB0C-D81F912CB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547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299" name="Oval 270">
                <a:extLst>
                  <a:ext uri="{FF2B5EF4-FFF2-40B4-BE49-F238E27FC236}">
                    <a16:creationId xmlns:a16="http://schemas.microsoft.com/office/drawing/2014/main" id="{7BE0CAED-267E-404A-B6D4-CD3A0AFC9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1084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00" name="Oval 271">
                <a:extLst>
                  <a:ext uri="{FF2B5EF4-FFF2-40B4-BE49-F238E27FC236}">
                    <a16:creationId xmlns:a16="http://schemas.microsoft.com/office/drawing/2014/main" id="{901EEE58-3DB4-4706-A336-F077AAEC7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1" y="3488"/>
                <a:ext cx="82" cy="8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01" name="Oval 272">
                <a:extLst>
                  <a:ext uri="{FF2B5EF4-FFF2-40B4-BE49-F238E27FC236}">
                    <a16:creationId xmlns:a16="http://schemas.microsoft.com/office/drawing/2014/main" id="{F9D41ABA-0532-4AB1-AF70-79420D8E7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3" y="3081"/>
                <a:ext cx="82" cy="8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02" name="Oval 273">
                <a:extLst>
                  <a:ext uri="{FF2B5EF4-FFF2-40B4-BE49-F238E27FC236}">
                    <a16:creationId xmlns:a16="http://schemas.microsoft.com/office/drawing/2014/main" id="{C70A3AE1-E444-4DEA-9606-2F63E9868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1082"/>
                <a:ext cx="82" cy="8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303" name="Text Box 274">
                <a:extLst>
                  <a:ext uri="{FF2B5EF4-FFF2-40B4-BE49-F238E27FC236}">
                    <a16:creationId xmlns:a16="http://schemas.microsoft.com/office/drawing/2014/main" id="{A7D59E74-4E2F-4857-A2D9-7ADE06EED1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5" y="1830"/>
                <a:ext cx="385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</a:p>
            </p:txBody>
          </p:sp>
          <p:sp>
            <p:nvSpPr>
              <p:cNvPr id="10304" name="Text Box 275">
                <a:extLst>
                  <a:ext uri="{FF2B5EF4-FFF2-40B4-BE49-F238E27FC236}">
                    <a16:creationId xmlns:a16="http://schemas.microsoft.com/office/drawing/2014/main" id="{FE83D269-651B-4CED-95AE-80273DCCD8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" y="1209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grpSp>
            <p:nvGrpSpPr>
              <p:cNvPr id="10305" name="Group 276">
                <a:extLst>
                  <a:ext uri="{FF2B5EF4-FFF2-40B4-BE49-F238E27FC236}">
                    <a16:creationId xmlns:a16="http://schemas.microsoft.com/office/drawing/2014/main" id="{C9024745-5CAA-4664-AAE5-9CD4B83366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8" y="938"/>
                <a:ext cx="385" cy="327"/>
                <a:chOff x="3805" y="3197"/>
                <a:chExt cx="385" cy="327"/>
              </a:xfrm>
            </p:grpSpPr>
            <p:sp>
              <p:nvSpPr>
                <p:cNvPr id="10311" name="Text Box 277">
                  <a:extLst>
                    <a:ext uri="{FF2B5EF4-FFF2-40B4-BE49-F238E27FC236}">
                      <a16:creationId xmlns:a16="http://schemas.microsoft.com/office/drawing/2014/main" id="{5549CAC7-2851-4B48-8D4D-80CD8299B4D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05" y="3197"/>
                  <a:ext cx="385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S</a:t>
                  </a:r>
                </a:p>
              </p:txBody>
            </p:sp>
            <p:sp>
              <p:nvSpPr>
                <p:cNvPr id="10312" name="Line 278">
                  <a:extLst>
                    <a:ext uri="{FF2B5EF4-FFF2-40B4-BE49-F238E27FC236}">
                      <a16:creationId xmlns:a16="http://schemas.microsoft.com/office/drawing/2014/main" id="{9393F918-8D79-4D07-8922-6993F57A2B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63" y="3241"/>
                  <a:ext cx="124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10306" name="Text Box 279">
                <a:extLst>
                  <a:ext uri="{FF2B5EF4-FFF2-40B4-BE49-F238E27FC236}">
                    <a16:creationId xmlns:a16="http://schemas.microsoft.com/office/drawing/2014/main" id="{1DDB2DFC-0369-43CB-94E6-CE2C594DA5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6" y="1683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10307" name="Text Box 280">
                <a:extLst>
                  <a:ext uri="{FF2B5EF4-FFF2-40B4-BE49-F238E27FC236}">
                    <a16:creationId xmlns:a16="http://schemas.microsoft.com/office/drawing/2014/main" id="{23FF5753-F15C-46CB-8583-3C08DF08CD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6" y="2180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308" name="Text Box 281">
                <a:extLst>
                  <a:ext uri="{FF2B5EF4-FFF2-40B4-BE49-F238E27FC236}">
                    <a16:creationId xmlns:a16="http://schemas.microsoft.com/office/drawing/2014/main" id="{05AD56ED-F0EC-4318-B629-57E0562B69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7" y="2677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0309" name="Text Box 282">
                <a:extLst>
                  <a:ext uri="{FF2B5EF4-FFF2-40B4-BE49-F238E27FC236}">
                    <a16:creationId xmlns:a16="http://schemas.microsoft.com/office/drawing/2014/main" id="{393EB5FF-869A-4608-9350-A92655DA9F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6" y="3332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0310" name="Text Box 283">
                <a:extLst>
                  <a:ext uri="{FF2B5EF4-FFF2-40B4-BE49-F238E27FC236}">
                    <a16:creationId xmlns:a16="http://schemas.microsoft.com/office/drawing/2014/main" id="{53F34241-B9B2-4D77-8BCD-1944107F9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" y="2959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10251" name="Text Box 284">
              <a:extLst>
                <a:ext uri="{FF2B5EF4-FFF2-40B4-BE49-F238E27FC236}">
                  <a16:creationId xmlns:a16="http://schemas.microsoft.com/office/drawing/2014/main" id="{AAE03224-F000-4B3B-AF40-8A00D8EFA4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2" y="1457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10252" name="Text Box 285">
              <a:extLst>
                <a:ext uri="{FF2B5EF4-FFF2-40B4-BE49-F238E27FC236}">
                  <a16:creationId xmlns:a16="http://schemas.microsoft.com/office/drawing/2014/main" id="{BC00CBDC-C191-4096-A4AE-32EAFE1AE9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2" y="1935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10253" name="Text Box 286">
              <a:extLst>
                <a:ext uri="{FF2B5EF4-FFF2-40B4-BE49-F238E27FC236}">
                  <a16:creationId xmlns:a16="http://schemas.microsoft.com/office/drawing/2014/main" id="{E8EBD3C6-C68A-4E44-BAC2-A555C5C94E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2" y="2435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10254" name="Text Box 287">
              <a:extLst>
                <a:ext uri="{FF2B5EF4-FFF2-40B4-BE49-F238E27FC236}">
                  <a16:creationId xmlns:a16="http://schemas.microsoft.com/office/drawing/2014/main" id="{1B6A98D1-210D-4295-B7DA-7F61EB2182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1" y="2956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10255" name="Text Box 288">
              <a:extLst>
                <a:ext uri="{FF2B5EF4-FFF2-40B4-BE49-F238E27FC236}">
                  <a16:creationId xmlns:a16="http://schemas.microsoft.com/office/drawing/2014/main" id="{D819B2F4-C955-4E8E-8178-DDF128323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6" y="2163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10256" name="Text Box 289">
              <a:extLst>
                <a:ext uri="{FF2B5EF4-FFF2-40B4-BE49-F238E27FC236}">
                  <a16:creationId xmlns:a16="http://schemas.microsoft.com/office/drawing/2014/main" id="{7C50158A-B635-448C-BC33-9B948F7C25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6" y="1392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57" name="Text Box 290">
              <a:extLst>
                <a:ext uri="{FF2B5EF4-FFF2-40B4-BE49-F238E27FC236}">
                  <a16:creationId xmlns:a16="http://schemas.microsoft.com/office/drawing/2014/main" id="{454C11C3-F604-4D1A-BB41-DE173A8CB0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9" y="3381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58" name="Text Box 291">
              <a:extLst>
                <a:ext uri="{FF2B5EF4-FFF2-40B4-BE49-F238E27FC236}">
                  <a16:creationId xmlns:a16="http://schemas.microsoft.com/office/drawing/2014/main" id="{1DC2CF4C-04EA-4BEB-8AD6-1FA37A0D3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9" y="3805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7904649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0" presetID="2" presetClass="entr" presetSubtype="2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9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3" dur="500"/>
                                        <p:tgtEl>
                                          <p:spTgt spid="9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8" dur="500"/>
                                        <p:tgtEl>
                                          <p:spTgt spid="9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4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4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4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9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9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18" grpId="0" autoUpdateAnimBg="0"/>
      <p:bldP spid="9411" grpId="0" animBg="1" autoUpdateAnimBg="0"/>
      <p:bldP spid="9412" grpId="0" animBg="1" autoUpdateAnimBg="0"/>
      <p:bldP spid="9414" grpId="0" animBg="1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70F6D2D4-C93B-478A-94F9-02735B878D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8125" y="250825"/>
            <a:ext cx="1585913" cy="55245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chemeClr val="tx1"/>
                </a:solidFill>
              </a:rPr>
              <a:t>【</a:t>
            </a:r>
            <a:r>
              <a:rPr lang="zh-CN" altLang="en-US" sz="2800" b="1" dirty="0">
                <a:solidFill>
                  <a:schemeClr val="tx1"/>
                </a:solidFill>
              </a:rPr>
              <a:t>例</a:t>
            </a:r>
            <a:r>
              <a:rPr lang="en-US" altLang="zh-CN" sz="2800" b="1" dirty="0">
                <a:solidFill>
                  <a:schemeClr val="tx1"/>
                </a:solidFill>
              </a:rPr>
              <a:t>3】</a:t>
            </a:r>
          </a:p>
        </p:txBody>
      </p:sp>
      <p:sp>
        <p:nvSpPr>
          <p:cNvPr id="10244" name="Text Box 4">
            <a:extLst>
              <a:ext uri="{FF2B5EF4-FFF2-40B4-BE49-F238E27FC236}">
                <a16:creationId xmlns:a16="http://schemas.microsoft.com/office/drawing/2014/main" id="{AC99F758-81C2-43D4-B878-6C5F8783A0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6538" y="276225"/>
            <a:ext cx="5224462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分析下面组合电路的逻辑功能。</a:t>
            </a:r>
          </a:p>
        </p:txBody>
      </p:sp>
      <p:grpSp>
        <p:nvGrpSpPr>
          <p:cNvPr id="10293" name="Group 53">
            <a:extLst>
              <a:ext uri="{FF2B5EF4-FFF2-40B4-BE49-F238E27FC236}">
                <a16:creationId xmlns:a16="http://schemas.microsoft.com/office/drawing/2014/main" id="{A9F64A2C-421F-4D2E-B95F-16282868EF78}"/>
              </a:ext>
            </a:extLst>
          </p:cNvPr>
          <p:cNvGrpSpPr>
            <a:grpSpLocks/>
          </p:cNvGrpSpPr>
          <p:nvPr/>
        </p:nvGrpSpPr>
        <p:grpSpPr bwMode="auto">
          <a:xfrm>
            <a:off x="757238" y="1084263"/>
            <a:ext cx="4467225" cy="2343150"/>
            <a:chOff x="251" y="570"/>
            <a:chExt cx="2814" cy="1476"/>
          </a:xfrm>
        </p:grpSpPr>
        <p:sp>
          <p:nvSpPr>
            <p:cNvPr id="11314" name="Text Box 6">
              <a:extLst>
                <a:ext uri="{FF2B5EF4-FFF2-40B4-BE49-F238E27FC236}">
                  <a16:creationId xmlns:a16="http://schemas.microsoft.com/office/drawing/2014/main" id="{2368FC7A-9682-4D0F-9237-B9401D0E6B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3" y="809"/>
              <a:ext cx="319" cy="288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5" name="Text Box 7">
              <a:extLst>
                <a:ext uri="{FF2B5EF4-FFF2-40B4-BE49-F238E27FC236}">
                  <a16:creationId xmlns:a16="http://schemas.microsoft.com/office/drawing/2014/main" id="{32D4D047-1A04-4BCF-87A6-336918385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9" y="1193"/>
              <a:ext cx="606" cy="288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endParaRPr kumimoji="1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6" name="Text Box 8">
              <a:extLst>
                <a:ext uri="{FF2B5EF4-FFF2-40B4-BE49-F238E27FC236}">
                  <a16:creationId xmlns:a16="http://schemas.microsoft.com/office/drawing/2014/main" id="{F866B638-E356-4B73-B2EE-B53BBE1CA5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3" y="1577"/>
              <a:ext cx="319" cy="288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11317" name="Rectangle 9">
              <a:extLst>
                <a:ext uri="{FF2B5EF4-FFF2-40B4-BE49-F238E27FC236}">
                  <a16:creationId xmlns:a16="http://schemas.microsoft.com/office/drawing/2014/main" id="{DF89C1B6-AC5A-42FA-841A-8E592CF6D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" y="1593"/>
              <a:ext cx="271" cy="45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8" name="Text Box 10">
              <a:extLst>
                <a:ext uri="{FF2B5EF4-FFF2-40B4-BE49-F238E27FC236}">
                  <a16:creationId xmlns:a16="http://schemas.microsoft.com/office/drawing/2014/main" id="{D354ED87-6164-460E-B057-7DA632CCB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" y="1556"/>
              <a:ext cx="244" cy="36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1319" name="Oval 11">
              <a:extLst>
                <a:ext uri="{FF2B5EF4-FFF2-40B4-BE49-F238E27FC236}">
                  <a16:creationId xmlns:a16="http://schemas.microsoft.com/office/drawing/2014/main" id="{5C9C6683-DED3-42C8-9561-A23762AD0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1774"/>
              <a:ext cx="66" cy="72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0" name="Rectangle 12">
              <a:extLst>
                <a:ext uri="{FF2B5EF4-FFF2-40B4-BE49-F238E27FC236}">
                  <a16:creationId xmlns:a16="http://schemas.microsoft.com/office/drawing/2014/main" id="{E773C6C4-C4A5-4E29-BD3C-A8A0CBCF2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1488"/>
              <a:ext cx="277" cy="48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1" name="Oval 13">
              <a:extLst>
                <a:ext uri="{FF2B5EF4-FFF2-40B4-BE49-F238E27FC236}">
                  <a16:creationId xmlns:a16="http://schemas.microsoft.com/office/drawing/2014/main" id="{30501768-682E-486C-85C8-EF9AE0AC7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1701"/>
              <a:ext cx="68" cy="7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2" name="Rectangle 14">
              <a:extLst>
                <a:ext uri="{FF2B5EF4-FFF2-40B4-BE49-F238E27FC236}">
                  <a16:creationId xmlns:a16="http://schemas.microsoft.com/office/drawing/2014/main" id="{6A01E0E7-41EC-4F5C-A27D-331128C61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717"/>
              <a:ext cx="277" cy="48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3" name="Oval 15">
              <a:extLst>
                <a:ext uri="{FF2B5EF4-FFF2-40B4-BE49-F238E27FC236}">
                  <a16:creationId xmlns:a16="http://schemas.microsoft.com/office/drawing/2014/main" id="{C705F79E-A573-4D9C-B1ED-3879E093B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929"/>
              <a:ext cx="68" cy="7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4" name="Rectangle 16">
              <a:extLst>
                <a:ext uri="{FF2B5EF4-FFF2-40B4-BE49-F238E27FC236}">
                  <a16:creationId xmlns:a16="http://schemas.microsoft.com/office/drawing/2014/main" id="{0D633374-3051-4756-9D28-6A3C0CA54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" y="598"/>
              <a:ext cx="278" cy="48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5" name="Text Box 17">
              <a:extLst>
                <a:ext uri="{FF2B5EF4-FFF2-40B4-BE49-F238E27FC236}">
                  <a16:creationId xmlns:a16="http://schemas.microsoft.com/office/drawing/2014/main" id="{2A85FAFA-A294-4D7F-B5F0-3D8A8B587C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" y="570"/>
              <a:ext cx="244" cy="36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1326" name="Oval 18">
              <a:extLst>
                <a:ext uri="{FF2B5EF4-FFF2-40B4-BE49-F238E27FC236}">
                  <a16:creationId xmlns:a16="http://schemas.microsoft.com/office/drawing/2014/main" id="{35610021-2E93-4B10-887D-A4C69364C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791"/>
              <a:ext cx="68" cy="7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7" name="Rectangle 19">
              <a:extLst>
                <a:ext uri="{FF2B5EF4-FFF2-40B4-BE49-F238E27FC236}">
                  <a16:creationId xmlns:a16="http://schemas.microsoft.com/office/drawing/2014/main" id="{E1D06282-6E3D-48FA-BE82-68D7C2329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102"/>
              <a:ext cx="278" cy="48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8" name="Oval 20">
              <a:extLst>
                <a:ext uri="{FF2B5EF4-FFF2-40B4-BE49-F238E27FC236}">
                  <a16:creationId xmlns:a16="http://schemas.microsoft.com/office/drawing/2014/main" id="{9051FD19-008D-44C6-9DD1-A0D7FD0C9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" y="1315"/>
              <a:ext cx="68" cy="7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9" name="Line 21">
              <a:extLst>
                <a:ext uri="{FF2B5EF4-FFF2-40B4-BE49-F238E27FC236}">
                  <a16:creationId xmlns:a16="http://schemas.microsoft.com/office/drawing/2014/main" id="{CCE79664-2A96-4BC9-B578-38B8928F4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" y="830"/>
              <a:ext cx="30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0" name="Line 22">
              <a:extLst>
                <a:ext uri="{FF2B5EF4-FFF2-40B4-BE49-F238E27FC236}">
                  <a16:creationId xmlns:a16="http://schemas.microsoft.com/office/drawing/2014/main" id="{8B3DB453-BD84-475C-8472-35E07942BF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" y="1804"/>
              <a:ext cx="30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1" name="Line 23">
              <a:extLst>
                <a:ext uri="{FF2B5EF4-FFF2-40B4-BE49-F238E27FC236}">
                  <a16:creationId xmlns:a16="http://schemas.microsoft.com/office/drawing/2014/main" id="{2683195D-EDF9-4239-9BEE-192F9DB0E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955"/>
              <a:ext cx="0" cy="2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2" name="Line 24">
              <a:extLst>
                <a:ext uri="{FF2B5EF4-FFF2-40B4-BE49-F238E27FC236}">
                  <a16:creationId xmlns:a16="http://schemas.microsoft.com/office/drawing/2014/main" id="{5BAC8132-1BB7-4E3D-90A3-01E8FC462C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1515"/>
              <a:ext cx="0" cy="2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3" name="Line 25">
              <a:extLst>
                <a:ext uri="{FF2B5EF4-FFF2-40B4-BE49-F238E27FC236}">
                  <a16:creationId xmlns:a16="http://schemas.microsoft.com/office/drawing/2014/main" id="{7F0C1749-3C86-44A2-9E53-C07BAB0C07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1177"/>
              <a:ext cx="17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4" name="Line 26">
              <a:extLst>
                <a:ext uri="{FF2B5EF4-FFF2-40B4-BE49-F238E27FC236}">
                  <a16:creationId xmlns:a16="http://schemas.microsoft.com/office/drawing/2014/main" id="{2E0BFB34-5A00-4C41-AB97-975518743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1515"/>
              <a:ext cx="17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5" name="Line 27">
              <a:extLst>
                <a:ext uri="{FF2B5EF4-FFF2-40B4-BE49-F238E27FC236}">
                  <a16:creationId xmlns:a16="http://schemas.microsoft.com/office/drawing/2014/main" id="{F24E1FBD-8644-44AC-B0E6-BCDFB30707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5" y="830"/>
              <a:ext cx="2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6" name="Line 28">
              <a:extLst>
                <a:ext uri="{FF2B5EF4-FFF2-40B4-BE49-F238E27FC236}">
                  <a16:creationId xmlns:a16="http://schemas.microsoft.com/office/drawing/2014/main" id="{F67A47D8-0E90-497B-A774-5A52E66FBD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8" y="1804"/>
              <a:ext cx="3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7" name="Line 29">
              <a:extLst>
                <a:ext uri="{FF2B5EF4-FFF2-40B4-BE49-F238E27FC236}">
                  <a16:creationId xmlns:a16="http://schemas.microsoft.com/office/drawing/2014/main" id="{83BCA4E5-6A1E-4B09-8A42-0973F65C6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" y="830"/>
              <a:ext cx="0" cy="3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8" name="Line 30">
              <a:extLst>
                <a:ext uri="{FF2B5EF4-FFF2-40B4-BE49-F238E27FC236}">
                  <a16:creationId xmlns:a16="http://schemas.microsoft.com/office/drawing/2014/main" id="{3171AFFC-C468-4DC0-82E3-D1D577897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" y="1447"/>
              <a:ext cx="0" cy="3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9" name="Line 31">
              <a:extLst>
                <a:ext uri="{FF2B5EF4-FFF2-40B4-BE49-F238E27FC236}">
                  <a16:creationId xmlns:a16="http://schemas.microsoft.com/office/drawing/2014/main" id="{69F8A8E7-EFE4-440C-AD69-E85C72B5D0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7" y="1100"/>
              <a:ext cx="16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40" name="Line 32">
              <a:extLst>
                <a:ext uri="{FF2B5EF4-FFF2-40B4-BE49-F238E27FC236}">
                  <a16:creationId xmlns:a16="http://schemas.microsoft.com/office/drawing/2014/main" id="{96FF1A90-A778-4ED6-B581-9313863FE2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7" y="1601"/>
              <a:ext cx="16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41" name="Line 33">
              <a:extLst>
                <a:ext uri="{FF2B5EF4-FFF2-40B4-BE49-F238E27FC236}">
                  <a16:creationId xmlns:a16="http://schemas.microsoft.com/office/drawing/2014/main" id="{8F19C889-C702-4E0B-8AC7-5FB896DCE1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3" y="1100"/>
              <a:ext cx="644" cy="3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42" name="Line 34">
              <a:extLst>
                <a:ext uri="{FF2B5EF4-FFF2-40B4-BE49-F238E27FC236}">
                  <a16:creationId xmlns:a16="http://schemas.microsoft.com/office/drawing/2014/main" id="{92690618-AA74-4F0C-8F28-B42C8D32C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" y="1216"/>
              <a:ext cx="644" cy="3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43" name="Text Box 35">
              <a:extLst>
                <a:ext uri="{FF2B5EF4-FFF2-40B4-BE49-F238E27FC236}">
                  <a16:creationId xmlns:a16="http://schemas.microsoft.com/office/drawing/2014/main" id="{D6DF0194-32C3-45F2-84B0-283C0C6A4C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" y="665"/>
              <a:ext cx="255" cy="28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11344" name="Text Box 36">
              <a:extLst>
                <a:ext uri="{FF2B5EF4-FFF2-40B4-BE49-F238E27FC236}">
                  <a16:creationId xmlns:a16="http://schemas.microsoft.com/office/drawing/2014/main" id="{FCD1515C-8DD0-4B5E-9B92-D855BF5AA6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" y="1673"/>
              <a:ext cx="244" cy="28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11345" name="Line 37">
              <a:extLst>
                <a:ext uri="{FF2B5EF4-FFF2-40B4-BE49-F238E27FC236}">
                  <a16:creationId xmlns:a16="http://schemas.microsoft.com/office/drawing/2014/main" id="{3C20B59E-8DF6-49FC-9461-283748436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4" y="1741"/>
              <a:ext cx="81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46" name="Line 38">
              <a:extLst>
                <a:ext uri="{FF2B5EF4-FFF2-40B4-BE49-F238E27FC236}">
                  <a16:creationId xmlns:a16="http://schemas.microsoft.com/office/drawing/2014/main" id="{951D55DA-9A14-4B02-BF8E-F34F98167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2" y="960"/>
              <a:ext cx="81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47" name="Line 39">
              <a:extLst>
                <a:ext uri="{FF2B5EF4-FFF2-40B4-BE49-F238E27FC236}">
                  <a16:creationId xmlns:a16="http://schemas.microsoft.com/office/drawing/2014/main" id="{19218A71-74DE-4561-9978-5EC277BC20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0" y="1356"/>
              <a:ext cx="16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48" name="Text Box 40">
              <a:extLst>
                <a:ext uri="{FF2B5EF4-FFF2-40B4-BE49-F238E27FC236}">
                  <a16:creationId xmlns:a16="http://schemas.microsoft.com/office/drawing/2014/main" id="{45533DC9-FCA9-405C-94CA-16C64AC899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03" y="1082"/>
              <a:ext cx="262" cy="365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&gt;</a:t>
              </a:r>
            </a:p>
          </p:txBody>
        </p:sp>
        <p:sp>
          <p:nvSpPr>
            <p:cNvPr id="11349" name="Line 41">
              <a:extLst>
                <a:ext uri="{FF2B5EF4-FFF2-40B4-BE49-F238E27FC236}">
                  <a16:creationId xmlns:a16="http://schemas.microsoft.com/office/drawing/2014/main" id="{E7935A39-171E-4608-83A9-4C252F6C70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6" y="1300"/>
              <a:ext cx="126" cy="66"/>
            </a:xfrm>
            <a:prstGeom prst="line">
              <a:avLst/>
            </a:prstGeom>
            <a:noFill/>
            <a:ln w="19050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50" name="Text Box 42">
              <a:extLst>
                <a:ext uri="{FF2B5EF4-FFF2-40B4-BE49-F238E27FC236}">
                  <a16:creationId xmlns:a16="http://schemas.microsoft.com/office/drawing/2014/main" id="{3928C942-9EBA-432C-B5F6-BF643C56E3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3" y="1112"/>
              <a:ext cx="228" cy="327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  <p:sp>
          <p:nvSpPr>
            <p:cNvPr id="11351" name="Text Box 43">
              <a:extLst>
                <a:ext uri="{FF2B5EF4-FFF2-40B4-BE49-F238E27FC236}">
                  <a16:creationId xmlns:a16="http://schemas.microsoft.com/office/drawing/2014/main" id="{CF7F45EE-BB2E-4754-8370-654E8E7565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8" y="726"/>
              <a:ext cx="262" cy="365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&gt;</a:t>
              </a:r>
            </a:p>
          </p:txBody>
        </p:sp>
        <p:sp>
          <p:nvSpPr>
            <p:cNvPr id="11352" name="Line 44">
              <a:extLst>
                <a:ext uri="{FF2B5EF4-FFF2-40B4-BE49-F238E27FC236}">
                  <a16:creationId xmlns:a16="http://schemas.microsoft.com/office/drawing/2014/main" id="{2FA0CA1C-9CDD-49E3-9BCA-D43174AC60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1" y="944"/>
              <a:ext cx="126" cy="66"/>
            </a:xfrm>
            <a:prstGeom prst="line">
              <a:avLst/>
            </a:prstGeom>
            <a:noFill/>
            <a:ln w="19050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53" name="Text Box 45">
              <a:extLst>
                <a:ext uri="{FF2B5EF4-FFF2-40B4-BE49-F238E27FC236}">
                  <a16:creationId xmlns:a16="http://schemas.microsoft.com/office/drawing/2014/main" id="{053EE58D-C0F1-44AD-8CF6-E3A8BD7630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6" y="756"/>
              <a:ext cx="228" cy="327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  <p:sp>
          <p:nvSpPr>
            <p:cNvPr id="11354" name="Text Box 46">
              <a:extLst>
                <a:ext uri="{FF2B5EF4-FFF2-40B4-BE49-F238E27FC236}">
                  <a16:creationId xmlns:a16="http://schemas.microsoft.com/office/drawing/2014/main" id="{21B16DC2-0B81-4672-94CF-1FC228D2FE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8" y="1481"/>
              <a:ext cx="262" cy="365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&gt;</a:t>
              </a:r>
            </a:p>
          </p:txBody>
        </p:sp>
        <p:sp>
          <p:nvSpPr>
            <p:cNvPr id="11355" name="Line 47">
              <a:extLst>
                <a:ext uri="{FF2B5EF4-FFF2-40B4-BE49-F238E27FC236}">
                  <a16:creationId xmlns:a16="http://schemas.microsoft.com/office/drawing/2014/main" id="{B8BC79C3-B603-4252-A0C0-BDC34CCBAE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1" y="1699"/>
              <a:ext cx="126" cy="66"/>
            </a:xfrm>
            <a:prstGeom prst="line">
              <a:avLst/>
            </a:prstGeom>
            <a:noFill/>
            <a:ln w="19050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56" name="Text Box 48">
              <a:extLst>
                <a:ext uri="{FF2B5EF4-FFF2-40B4-BE49-F238E27FC236}">
                  <a16:creationId xmlns:a16="http://schemas.microsoft.com/office/drawing/2014/main" id="{D7877F71-ACE7-4825-BACF-C6FC2A4A8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5" y="1501"/>
              <a:ext cx="228" cy="327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  <p:sp>
          <p:nvSpPr>
            <p:cNvPr id="11357" name="Oval 49">
              <a:extLst>
                <a:ext uri="{FF2B5EF4-FFF2-40B4-BE49-F238E27FC236}">
                  <a16:creationId xmlns:a16="http://schemas.microsoft.com/office/drawing/2014/main" id="{2C83E10A-AB16-4040-83F7-0BDD68C8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" y="805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58" name="Oval 50">
              <a:extLst>
                <a:ext uri="{FF2B5EF4-FFF2-40B4-BE49-F238E27FC236}">
                  <a16:creationId xmlns:a16="http://schemas.microsoft.com/office/drawing/2014/main" id="{AE7B7274-E364-4ADA-9999-CB6AC3E15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" y="1775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59" name="Oval 51">
              <a:extLst>
                <a:ext uri="{FF2B5EF4-FFF2-40B4-BE49-F238E27FC236}">
                  <a16:creationId xmlns:a16="http://schemas.microsoft.com/office/drawing/2014/main" id="{3446D4F1-EEDC-430B-A79B-6EDD74EF0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0" y="1717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60" name="Oval 52">
              <a:extLst>
                <a:ext uri="{FF2B5EF4-FFF2-40B4-BE49-F238E27FC236}">
                  <a16:creationId xmlns:a16="http://schemas.microsoft.com/office/drawing/2014/main" id="{B8A5D001-2EC7-4AB3-9FB3-7CBB73E8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934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386" name="Group 146">
            <a:extLst>
              <a:ext uri="{FF2B5EF4-FFF2-40B4-BE49-F238E27FC236}">
                <a16:creationId xmlns:a16="http://schemas.microsoft.com/office/drawing/2014/main" id="{6430EE7D-F767-4CC2-BE33-9AD7FACDC74E}"/>
              </a:ext>
            </a:extLst>
          </p:cNvPr>
          <p:cNvGrpSpPr>
            <a:grpSpLocks/>
          </p:cNvGrpSpPr>
          <p:nvPr/>
        </p:nvGrpSpPr>
        <p:grpSpPr bwMode="auto">
          <a:xfrm>
            <a:off x="676275" y="3659188"/>
            <a:ext cx="2487613" cy="519112"/>
            <a:chOff x="426" y="2305"/>
            <a:chExt cx="1567" cy="327"/>
          </a:xfrm>
        </p:grpSpPr>
        <p:sp>
          <p:nvSpPr>
            <p:cNvPr id="11310" name="Text Box 88">
              <a:extLst>
                <a:ext uri="{FF2B5EF4-FFF2-40B4-BE49-F238E27FC236}">
                  <a16:creationId xmlns:a16="http://schemas.microsoft.com/office/drawing/2014/main" id="{84FFFB05-0143-4507-8AAC-9E822CC5A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2305"/>
              <a:ext cx="1567" cy="327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=A+B=A B</a:t>
              </a:r>
            </a:p>
          </p:txBody>
        </p:sp>
        <p:sp>
          <p:nvSpPr>
            <p:cNvPr id="11311" name="Line 89">
              <a:extLst>
                <a:ext uri="{FF2B5EF4-FFF2-40B4-BE49-F238E27FC236}">
                  <a16:creationId xmlns:a16="http://schemas.microsoft.com/office/drawing/2014/main" id="{3A2B5F94-EEAC-4B97-BB65-62CE3C339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2" y="2374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2" name="Line 90">
              <a:extLst>
                <a:ext uri="{FF2B5EF4-FFF2-40B4-BE49-F238E27FC236}">
                  <a16:creationId xmlns:a16="http://schemas.microsoft.com/office/drawing/2014/main" id="{2B88A996-5824-4AC3-B98D-F700047BB0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6" y="2325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3" name="Line 91">
              <a:extLst>
                <a:ext uri="{FF2B5EF4-FFF2-40B4-BE49-F238E27FC236}">
                  <a16:creationId xmlns:a16="http://schemas.microsoft.com/office/drawing/2014/main" id="{8ED9E8BF-8963-4977-9594-CB60D120D9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0" y="2374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363" name="Group 123">
            <a:extLst>
              <a:ext uri="{FF2B5EF4-FFF2-40B4-BE49-F238E27FC236}">
                <a16:creationId xmlns:a16="http://schemas.microsoft.com/office/drawing/2014/main" id="{FAF77FF3-F092-4AE5-8E70-6607A29FA815}"/>
              </a:ext>
            </a:extLst>
          </p:cNvPr>
          <p:cNvGrpSpPr>
            <a:grpSpLocks/>
          </p:cNvGrpSpPr>
          <p:nvPr/>
        </p:nvGrpSpPr>
        <p:grpSpPr bwMode="auto">
          <a:xfrm>
            <a:off x="755650" y="6000750"/>
            <a:ext cx="2159000" cy="519113"/>
            <a:chOff x="294" y="3929"/>
            <a:chExt cx="1360" cy="327"/>
          </a:xfrm>
        </p:grpSpPr>
        <p:sp>
          <p:nvSpPr>
            <p:cNvPr id="11306" name="Text Box 93">
              <a:extLst>
                <a:ext uri="{FF2B5EF4-FFF2-40B4-BE49-F238E27FC236}">
                  <a16:creationId xmlns:a16="http://schemas.microsoft.com/office/drawing/2014/main" id="{AB97BECC-F35B-4D46-B045-48FE71338E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" y="3929"/>
              <a:ext cx="1360" cy="327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=A+B=AB</a:t>
              </a:r>
            </a:p>
          </p:txBody>
        </p:sp>
        <p:sp>
          <p:nvSpPr>
            <p:cNvPr id="11307" name="Line 94">
              <a:extLst>
                <a:ext uri="{FF2B5EF4-FFF2-40B4-BE49-F238E27FC236}">
                  <a16:creationId xmlns:a16="http://schemas.microsoft.com/office/drawing/2014/main" id="{0EC25A60-7AEC-4EBD-BC36-2CB15C984C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" y="3983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8" name="Line 95">
              <a:extLst>
                <a:ext uri="{FF2B5EF4-FFF2-40B4-BE49-F238E27FC236}">
                  <a16:creationId xmlns:a16="http://schemas.microsoft.com/office/drawing/2014/main" id="{6DD363D7-4EC8-4FD7-BFCA-D5CDA03B5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3936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9" name="Line 96">
              <a:extLst>
                <a:ext uri="{FF2B5EF4-FFF2-40B4-BE49-F238E27FC236}">
                  <a16:creationId xmlns:a16="http://schemas.microsoft.com/office/drawing/2014/main" id="{ABB38124-E203-480C-A817-E8A63BFC9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3" y="3973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360" name="Group 120">
            <a:extLst>
              <a:ext uri="{FF2B5EF4-FFF2-40B4-BE49-F238E27FC236}">
                <a16:creationId xmlns:a16="http://schemas.microsoft.com/office/drawing/2014/main" id="{40011466-885D-45C6-80C0-965751F1AE0C}"/>
              </a:ext>
            </a:extLst>
          </p:cNvPr>
          <p:cNvGrpSpPr>
            <a:grpSpLocks/>
          </p:cNvGrpSpPr>
          <p:nvPr/>
        </p:nvGrpSpPr>
        <p:grpSpPr bwMode="auto">
          <a:xfrm>
            <a:off x="776288" y="4322763"/>
            <a:ext cx="2703512" cy="598487"/>
            <a:chOff x="309" y="2813"/>
            <a:chExt cx="1703" cy="377"/>
          </a:xfrm>
        </p:grpSpPr>
        <p:sp>
          <p:nvSpPr>
            <p:cNvPr id="11297" name="Text Box 99">
              <a:extLst>
                <a:ext uri="{FF2B5EF4-FFF2-40B4-BE49-F238E27FC236}">
                  <a16:creationId xmlns:a16="http://schemas.microsoft.com/office/drawing/2014/main" id="{FB9127E0-E21A-408D-8BA8-3AC065CB7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" y="2813"/>
              <a:ext cx="482" cy="327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</a:p>
          </p:txBody>
        </p:sp>
        <p:sp>
          <p:nvSpPr>
            <p:cNvPr id="11298" name="Text Box 102">
              <a:extLst>
                <a:ext uri="{FF2B5EF4-FFF2-40B4-BE49-F238E27FC236}">
                  <a16:creationId xmlns:a16="http://schemas.microsoft.com/office/drawing/2014/main" id="{15B41971-4A25-43D2-91A2-CA826F0D21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7" y="2863"/>
              <a:ext cx="555" cy="327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A+B</a:t>
              </a:r>
            </a:p>
          </p:txBody>
        </p:sp>
        <p:sp>
          <p:nvSpPr>
            <p:cNvPr id="11299" name="Line 103">
              <a:extLst>
                <a:ext uri="{FF2B5EF4-FFF2-40B4-BE49-F238E27FC236}">
                  <a16:creationId xmlns:a16="http://schemas.microsoft.com/office/drawing/2014/main" id="{5BDBFACC-801B-49C3-83DB-5509F347FC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4" y="2922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0" name="Line 104">
              <a:extLst>
                <a:ext uri="{FF2B5EF4-FFF2-40B4-BE49-F238E27FC236}">
                  <a16:creationId xmlns:a16="http://schemas.microsoft.com/office/drawing/2014/main" id="{4DA13952-9662-45C2-8DD6-0E64EE841B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6" y="2880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1" name="Text Box 106">
              <a:extLst>
                <a:ext uri="{FF2B5EF4-FFF2-40B4-BE49-F238E27FC236}">
                  <a16:creationId xmlns:a16="http://schemas.microsoft.com/office/drawing/2014/main" id="{FE753845-1076-45C7-80D3-44C309269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" y="2851"/>
              <a:ext cx="555" cy="327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A+B</a:t>
              </a:r>
            </a:p>
          </p:txBody>
        </p:sp>
        <p:sp>
          <p:nvSpPr>
            <p:cNvPr id="11302" name="Line 107">
              <a:extLst>
                <a:ext uri="{FF2B5EF4-FFF2-40B4-BE49-F238E27FC236}">
                  <a16:creationId xmlns:a16="http://schemas.microsoft.com/office/drawing/2014/main" id="{E71CE595-04FC-4CC8-9BED-105E18E25D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2928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3" name="Line 108">
              <a:extLst>
                <a:ext uri="{FF2B5EF4-FFF2-40B4-BE49-F238E27FC236}">
                  <a16:creationId xmlns:a16="http://schemas.microsoft.com/office/drawing/2014/main" id="{1BF5C308-DE55-4A59-8E49-12C444E08B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2880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4" name="Text Box 109">
              <a:extLst>
                <a:ext uri="{FF2B5EF4-FFF2-40B4-BE49-F238E27FC236}">
                  <a16:creationId xmlns:a16="http://schemas.microsoft.com/office/drawing/2014/main" id="{A8BB56B5-87AD-4BCC-8BB1-3D182A4D67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7" y="2813"/>
              <a:ext cx="244" cy="327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</a:t>
              </a:r>
            </a:p>
          </p:txBody>
        </p:sp>
        <p:sp>
          <p:nvSpPr>
            <p:cNvPr id="11305" name="Line 110">
              <a:extLst>
                <a:ext uri="{FF2B5EF4-FFF2-40B4-BE49-F238E27FC236}">
                  <a16:creationId xmlns:a16="http://schemas.microsoft.com/office/drawing/2014/main" id="{28F67EFB-FC4D-49FA-9516-7BE10D3D08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2832"/>
              <a:ext cx="11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385" name="Group 145">
            <a:extLst>
              <a:ext uri="{FF2B5EF4-FFF2-40B4-BE49-F238E27FC236}">
                <a16:creationId xmlns:a16="http://schemas.microsoft.com/office/drawing/2014/main" id="{99646B39-BFE4-4BC7-87F4-9EEB09BB0B1D}"/>
              </a:ext>
            </a:extLst>
          </p:cNvPr>
          <p:cNvGrpSpPr>
            <a:grpSpLocks/>
          </p:cNvGrpSpPr>
          <p:nvPr/>
        </p:nvGrpSpPr>
        <p:grpSpPr bwMode="auto">
          <a:xfrm>
            <a:off x="1136650" y="4913313"/>
            <a:ext cx="2257425" cy="519112"/>
            <a:chOff x="716" y="3095"/>
            <a:chExt cx="1422" cy="327"/>
          </a:xfrm>
        </p:grpSpPr>
        <p:sp>
          <p:nvSpPr>
            <p:cNvPr id="11294" name="Text Box 112">
              <a:extLst>
                <a:ext uri="{FF2B5EF4-FFF2-40B4-BE49-F238E27FC236}">
                  <a16:creationId xmlns:a16="http://schemas.microsoft.com/office/drawing/2014/main" id="{C8D280E3-2787-4B55-88AD-DD6244ECE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" y="3095"/>
              <a:ext cx="1422" cy="327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=(A+B)(A+B)</a:t>
              </a:r>
            </a:p>
          </p:txBody>
        </p:sp>
        <p:sp>
          <p:nvSpPr>
            <p:cNvPr id="11295" name="Line 113">
              <a:extLst>
                <a:ext uri="{FF2B5EF4-FFF2-40B4-BE49-F238E27FC236}">
                  <a16:creationId xmlns:a16="http://schemas.microsoft.com/office/drawing/2014/main" id="{6C4A5240-0E35-413C-AE5A-59E42C5A0C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1" y="3154"/>
              <a:ext cx="1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96" name="Line 114">
              <a:extLst>
                <a:ext uri="{FF2B5EF4-FFF2-40B4-BE49-F238E27FC236}">
                  <a16:creationId xmlns:a16="http://schemas.microsoft.com/office/drawing/2014/main" id="{EE1B6F60-6FC5-484C-A8E7-9C6B35B60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8" y="3149"/>
              <a:ext cx="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362" name="Group 122">
            <a:extLst>
              <a:ext uri="{FF2B5EF4-FFF2-40B4-BE49-F238E27FC236}">
                <a16:creationId xmlns:a16="http://schemas.microsoft.com/office/drawing/2014/main" id="{AB6590B1-05A9-4B75-A84E-B27536E0259D}"/>
              </a:ext>
            </a:extLst>
          </p:cNvPr>
          <p:cNvGrpSpPr>
            <a:grpSpLocks/>
          </p:cNvGrpSpPr>
          <p:nvPr/>
        </p:nvGrpSpPr>
        <p:grpSpPr bwMode="auto">
          <a:xfrm>
            <a:off x="1133475" y="5500688"/>
            <a:ext cx="1577975" cy="519112"/>
            <a:chOff x="465" y="3533"/>
            <a:chExt cx="994" cy="327"/>
          </a:xfrm>
        </p:grpSpPr>
        <p:sp>
          <p:nvSpPr>
            <p:cNvPr id="11291" name="Text Box 116">
              <a:extLst>
                <a:ext uri="{FF2B5EF4-FFF2-40B4-BE49-F238E27FC236}">
                  <a16:creationId xmlns:a16="http://schemas.microsoft.com/office/drawing/2014/main" id="{168B81A3-2C8E-4370-8072-7F3E97440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" y="3533"/>
              <a:ext cx="994" cy="327"/>
            </a:xfrm>
            <a:prstGeom prst="rect">
              <a:avLst/>
            </a:prstGeom>
            <a:noFill/>
            <a:ln w="19050">
              <a:solidFill>
                <a:schemeClr val="bg1"/>
              </a:solidFill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=AB+AB</a:t>
              </a:r>
            </a:p>
          </p:txBody>
        </p:sp>
        <p:sp>
          <p:nvSpPr>
            <p:cNvPr id="11292" name="Line 117">
              <a:extLst>
                <a:ext uri="{FF2B5EF4-FFF2-40B4-BE49-F238E27FC236}">
                  <a16:creationId xmlns:a16="http://schemas.microsoft.com/office/drawing/2014/main" id="{8D952607-4DDF-48F7-A7CD-D9BC8AFD26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1" y="3589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93" name="Line 118">
              <a:extLst>
                <a:ext uri="{FF2B5EF4-FFF2-40B4-BE49-F238E27FC236}">
                  <a16:creationId xmlns:a16="http://schemas.microsoft.com/office/drawing/2014/main" id="{0BA7B977-B3B2-4208-BBD4-F3A17D60C3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0" y="3589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380" name="Group 140">
            <a:extLst>
              <a:ext uri="{FF2B5EF4-FFF2-40B4-BE49-F238E27FC236}">
                <a16:creationId xmlns:a16="http://schemas.microsoft.com/office/drawing/2014/main" id="{B3AC0B33-D6AF-4FD6-A1C6-3A4F0568791A}"/>
              </a:ext>
            </a:extLst>
          </p:cNvPr>
          <p:cNvGrpSpPr>
            <a:grpSpLocks/>
          </p:cNvGrpSpPr>
          <p:nvPr/>
        </p:nvGrpSpPr>
        <p:grpSpPr bwMode="auto">
          <a:xfrm>
            <a:off x="5680075" y="1320800"/>
            <a:ext cx="2714625" cy="2079625"/>
            <a:chOff x="3635" y="674"/>
            <a:chExt cx="1710" cy="1310"/>
          </a:xfrm>
        </p:grpSpPr>
        <p:sp>
          <p:nvSpPr>
            <p:cNvPr id="11276" name="Text Box 125">
              <a:extLst>
                <a:ext uri="{FF2B5EF4-FFF2-40B4-BE49-F238E27FC236}">
                  <a16:creationId xmlns:a16="http://schemas.microsoft.com/office/drawing/2014/main" id="{5D76E9F1-5B7D-4999-8968-1E24890AD0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5" y="700"/>
              <a:ext cx="1001" cy="32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   B   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77" name="Text Box 126">
              <a:extLst>
                <a:ext uri="{FF2B5EF4-FFF2-40B4-BE49-F238E27FC236}">
                  <a16:creationId xmlns:a16="http://schemas.microsoft.com/office/drawing/2014/main" id="{8072ADFB-3A86-4967-8FD2-FB09C6C14A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4" y="972"/>
              <a:ext cx="956" cy="32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0    0     0</a:t>
              </a:r>
            </a:p>
          </p:txBody>
        </p:sp>
        <p:sp>
          <p:nvSpPr>
            <p:cNvPr id="11278" name="Text Box 127">
              <a:extLst>
                <a:ext uri="{FF2B5EF4-FFF2-40B4-BE49-F238E27FC236}">
                  <a16:creationId xmlns:a16="http://schemas.microsoft.com/office/drawing/2014/main" id="{BD9A1D2C-97A6-418D-A43A-37AFC3CE01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4" y="1212"/>
              <a:ext cx="956" cy="32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0     1    0</a:t>
              </a:r>
            </a:p>
          </p:txBody>
        </p:sp>
        <p:sp>
          <p:nvSpPr>
            <p:cNvPr id="11279" name="Text Box 128">
              <a:extLst>
                <a:ext uri="{FF2B5EF4-FFF2-40B4-BE49-F238E27FC236}">
                  <a16:creationId xmlns:a16="http://schemas.microsoft.com/office/drawing/2014/main" id="{43802C22-4665-4FB6-8B39-91B810C014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4" y="1452"/>
              <a:ext cx="956" cy="32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1     0    1</a:t>
              </a:r>
            </a:p>
          </p:txBody>
        </p:sp>
        <p:sp>
          <p:nvSpPr>
            <p:cNvPr id="11280" name="Text Box 129">
              <a:extLst>
                <a:ext uri="{FF2B5EF4-FFF2-40B4-BE49-F238E27FC236}">
                  <a16:creationId xmlns:a16="http://schemas.microsoft.com/office/drawing/2014/main" id="{44D6BC05-AA9F-4C38-A480-DB76E80E3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35" y="1657"/>
              <a:ext cx="1046" cy="32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1     1    0</a:t>
              </a:r>
            </a:p>
          </p:txBody>
        </p:sp>
        <p:sp>
          <p:nvSpPr>
            <p:cNvPr id="11281" name="Line 130">
              <a:extLst>
                <a:ext uri="{FF2B5EF4-FFF2-40B4-BE49-F238E27FC236}">
                  <a16:creationId xmlns:a16="http://schemas.microsoft.com/office/drawing/2014/main" id="{B689A3F8-1401-4706-947D-D1364FAEF2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683"/>
              <a:ext cx="163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82" name="Line 131">
              <a:extLst>
                <a:ext uri="{FF2B5EF4-FFF2-40B4-BE49-F238E27FC236}">
                  <a16:creationId xmlns:a16="http://schemas.microsoft.com/office/drawing/2014/main" id="{A5CA53A0-90AA-42FC-BDF7-A49B747052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705"/>
              <a:ext cx="0" cy="12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83" name="Line 132">
              <a:extLst>
                <a:ext uri="{FF2B5EF4-FFF2-40B4-BE49-F238E27FC236}">
                  <a16:creationId xmlns:a16="http://schemas.microsoft.com/office/drawing/2014/main" id="{0CD09E25-243B-45CE-9E00-533425A13F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4" y="991"/>
              <a:ext cx="163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84" name="Line 133">
              <a:extLst>
                <a:ext uri="{FF2B5EF4-FFF2-40B4-BE49-F238E27FC236}">
                  <a16:creationId xmlns:a16="http://schemas.microsoft.com/office/drawing/2014/main" id="{99E89063-9DA6-41D7-B3F9-F23D636413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" y="1950"/>
              <a:ext cx="163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85" name="Text Box 134">
              <a:extLst>
                <a:ext uri="{FF2B5EF4-FFF2-40B4-BE49-F238E27FC236}">
                  <a16:creationId xmlns:a16="http://schemas.microsoft.com/office/drawing/2014/main" id="{8BB8BEE5-D198-4212-A8C8-2CB5B49446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88" y="674"/>
              <a:ext cx="442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86" name="Text Box 135">
              <a:extLst>
                <a:ext uri="{FF2B5EF4-FFF2-40B4-BE49-F238E27FC236}">
                  <a16:creationId xmlns:a16="http://schemas.microsoft.com/office/drawing/2014/main" id="{08F45A52-240F-42C0-B2CF-21B3F23AEA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5" y="674"/>
              <a:ext cx="354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87" name="Text Box 136">
              <a:extLst>
                <a:ext uri="{FF2B5EF4-FFF2-40B4-BE49-F238E27FC236}">
                  <a16:creationId xmlns:a16="http://schemas.microsoft.com/office/drawing/2014/main" id="{62A92446-2141-4224-A06D-94FD33802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8" y="972"/>
              <a:ext cx="620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1    0</a:t>
              </a:r>
            </a:p>
          </p:txBody>
        </p:sp>
        <p:sp>
          <p:nvSpPr>
            <p:cNvPr id="11288" name="Text Box 137">
              <a:extLst>
                <a:ext uri="{FF2B5EF4-FFF2-40B4-BE49-F238E27FC236}">
                  <a16:creationId xmlns:a16="http://schemas.microsoft.com/office/drawing/2014/main" id="{F9F5D20B-DF83-456E-AE37-A2F2F5133D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8" y="1197"/>
              <a:ext cx="620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0    1</a:t>
              </a:r>
            </a:p>
          </p:txBody>
        </p:sp>
        <p:sp>
          <p:nvSpPr>
            <p:cNvPr id="11289" name="Text Box 138">
              <a:extLst>
                <a:ext uri="{FF2B5EF4-FFF2-40B4-BE49-F238E27FC236}">
                  <a16:creationId xmlns:a16="http://schemas.microsoft.com/office/drawing/2014/main" id="{23FC608D-0CED-45A5-B213-E4DEE8B44C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0" y="1452"/>
              <a:ext cx="564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0    0</a:t>
              </a:r>
            </a:p>
          </p:txBody>
        </p:sp>
        <p:sp>
          <p:nvSpPr>
            <p:cNvPr id="11290" name="Text Box 139">
              <a:extLst>
                <a:ext uri="{FF2B5EF4-FFF2-40B4-BE49-F238E27FC236}">
                  <a16:creationId xmlns:a16="http://schemas.microsoft.com/office/drawing/2014/main" id="{D8ACE759-CEF1-4E87-868F-BC10FFC36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0" y="1654"/>
              <a:ext cx="564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1    0</a:t>
              </a:r>
            </a:p>
          </p:txBody>
        </p:sp>
      </p:grpSp>
      <p:sp>
        <p:nvSpPr>
          <p:cNvPr id="10381" name="Text Box 141">
            <a:extLst>
              <a:ext uri="{FF2B5EF4-FFF2-40B4-BE49-F238E27FC236}">
                <a16:creationId xmlns:a16="http://schemas.microsoft.com/office/drawing/2014/main" id="{04C1DD92-70B4-4BB0-8142-F1F2DD23A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3" y="4133850"/>
            <a:ext cx="4137025" cy="1828800"/>
          </a:xfrm>
          <a:prstGeom prst="rect">
            <a:avLst/>
          </a:prstGeom>
          <a:solidFill>
            <a:schemeClr val="bg1"/>
          </a:solidFill>
          <a:ln w="28575">
            <a:solidFill>
              <a:srgbClr val="FF0000"/>
            </a:solidFill>
            <a:miter lim="800000"/>
            <a:headEnd/>
            <a:tailEnd type="none" w="sm" len="lg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功能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: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当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A&gt;B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时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,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=1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当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A=B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时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,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=1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当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A&lt;B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时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,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=1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是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一位数字比较器</a:t>
            </a:r>
          </a:p>
        </p:txBody>
      </p:sp>
    </p:spTree>
    <p:extLst>
      <p:ext uri="{BB962C8B-B14F-4D97-AF65-F5344CB8AC3E}">
        <p14:creationId xmlns:p14="http://schemas.microsoft.com/office/powerpoint/2010/main" val="248876553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0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0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0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9" dur="500"/>
                                        <p:tgtEl>
                                          <p:spTgt spid="10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3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0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0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2" grpId="0" autoUpdateAnimBg="0"/>
      <p:bldP spid="10244" grpId="0" animBg="1" autoUpdateAnimBg="0"/>
      <p:bldP spid="10381" grpId="0" animBg="1" autoUpdateAnimBg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868842B5-E9F7-4301-9069-55AB9E9FCA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9563" y="250825"/>
            <a:ext cx="6008110" cy="42545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1F08F8"/>
                </a:solidFill>
              </a:rPr>
              <a:t>§3—3    </a:t>
            </a:r>
            <a:r>
              <a:rPr lang="zh-CN" altLang="en-US" sz="2800" b="1" dirty="0">
                <a:solidFill>
                  <a:srgbClr val="1F08F8"/>
                </a:solidFill>
              </a:rPr>
              <a:t>组合数字电路的综合（设计）</a:t>
            </a:r>
          </a:p>
        </p:txBody>
      </p:sp>
      <p:graphicFrame>
        <p:nvGraphicFramePr>
          <p:cNvPr id="11268" name="Object 4">
            <a:extLst>
              <a:ext uri="{FF2B5EF4-FFF2-40B4-BE49-F238E27FC236}">
                <a16:creationId xmlns:a16="http://schemas.microsoft.com/office/drawing/2014/main" id="{5B340F3A-B11D-457B-8BA7-6B969E85310A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972466953"/>
              </p:ext>
            </p:extLst>
          </p:nvPr>
        </p:nvGraphicFramePr>
        <p:xfrm>
          <a:off x="234950" y="796925"/>
          <a:ext cx="8534400" cy="19097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66" name="BMP 图象" r:id="rId3" imgW="4352381" imgH="628571" progId="Paint.Picture">
                  <p:embed/>
                </p:oleObj>
              </mc:Choice>
              <mc:Fallback>
                <p:oleObj name="BMP 图象" r:id="rId3" imgW="4352381" imgH="628571" progId="Paint.Picture">
                  <p:embed/>
                  <p:pic>
                    <p:nvPicPr>
                      <p:cNvPr id="11268" name="Object 4">
                        <a:extLst>
                          <a:ext uri="{FF2B5EF4-FFF2-40B4-BE49-F238E27FC236}">
                            <a16:creationId xmlns:a16="http://schemas.microsoft.com/office/drawing/2014/main" id="{5B340F3A-B11D-457B-8BA7-6B969E85310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4950" y="796925"/>
                        <a:ext cx="8534400" cy="19097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269" name="Text Box 5">
            <a:extLst>
              <a:ext uri="{FF2B5EF4-FFF2-40B4-BE49-F238E27FC236}">
                <a16:creationId xmlns:a16="http://schemas.microsoft.com/office/drawing/2014/main" id="{E479BE84-153F-4A83-BEF0-FA6001176A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787650"/>
            <a:ext cx="9144000" cy="3681413"/>
          </a:xfrm>
          <a:prstGeom prst="rect">
            <a:avLst/>
          </a:prstGeom>
          <a:noFill/>
          <a:ln w="28575" cap="sq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）根据设计要求，定义输入、输出逻辑变量，并给输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入、输出逻辑变量赋值，即用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表示信号的有关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状态；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）列出真值表；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）由真值表写出逻辑函数表达式；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）化简逻辑函数表达式；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5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）画出逻辑图；</a:t>
            </a:r>
          </a:p>
        </p:txBody>
      </p:sp>
    </p:spTree>
    <p:extLst>
      <p:ext uri="{BB962C8B-B14F-4D97-AF65-F5344CB8AC3E}">
        <p14:creationId xmlns:p14="http://schemas.microsoft.com/office/powerpoint/2010/main" val="234574169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1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1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6" grpId="0" autoUpdateAnimBg="0"/>
      <p:bldP spid="11269" grpId="0" autoUpdateAnimBg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C8C95B8A-BFB8-48D1-B2DE-3A8144D7B7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-52388" y="233363"/>
            <a:ext cx="1497013" cy="498475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1】</a:t>
            </a:r>
          </a:p>
        </p:txBody>
      </p:sp>
      <p:sp>
        <p:nvSpPr>
          <p:cNvPr id="12292" name="Rectangle 4">
            <a:extLst>
              <a:ext uri="{FF2B5EF4-FFF2-40B4-BE49-F238E27FC236}">
                <a16:creationId xmlns:a16="http://schemas.microsoft.com/office/drawing/2014/main" id="{E1BE7963-3819-42F1-A11E-321D8C9EA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7450" y="203200"/>
            <a:ext cx="7851775" cy="946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设计一三人表决电路。设计要求：多数赞成通过，反之不通过。并用与非门实现该电路。</a:t>
            </a:r>
          </a:p>
        </p:txBody>
      </p:sp>
      <p:sp>
        <p:nvSpPr>
          <p:cNvPr id="12293" name="Rectangle 5">
            <a:extLst>
              <a:ext uri="{FF2B5EF4-FFF2-40B4-BE49-F238E27FC236}">
                <a16:creationId xmlns:a16="http://schemas.microsoft.com/office/drawing/2014/main" id="{CEA587A3-31A2-4135-BDE9-BB35E4958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50" y="1311275"/>
            <a:ext cx="895985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设定变量：用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分别表示输入和输出信号；</a:t>
            </a:r>
          </a:p>
        </p:txBody>
      </p:sp>
      <p:sp>
        <p:nvSpPr>
          <p:cNvPr id="12294" name="Text Box 6">
            <a:extLst>
              <a:ext uri="{FF2B5EF4-FFF2-40B4-BE49-F238E27FC236}">
                <a16:creationId xmlns:a16="http://schemas.microsoft.com/office/drawing/2014/main" id="{E84F0AA3-CC9A-4315-B07D-2E0558D374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00" y="1997075"/>
            <a:ext cx="8915400" cy="989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状态赋值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: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赞成用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表示，反之用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表示。表决结果用指 </a:t>
            </a:r>
          </a:p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示灯表示；灯亮表示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，不亮表示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；</a:t>
            </a:r>
          </a:p>
        </p:txBody>
      </p:sp>
      <p:sp>
        <p:nvSpPr>
          <p:cNvPr id="12295" name="Text Box 7">
            <a:extLst>
              <a:ext uri="{FF2B5EF4-FFF2-40B4-BE49-F238E27FC236}">
                <a16:creationId xmlns:a16="http://schemas.microsoft.com/office/drawing/2014/main" id="{DC5549BC-B21E-4569-8C58-136FA21444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00" y="3009900"/>
            <a:ext cx="2379663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列真值表：</a:t>
            </a:r>
          </a:p>
        </p:txBody>
      </p:sp>
      <p:grpSp>
        <p:nvGrpSpPr>
          <p:cNvPr id="12319" name="Group 31">
            <a:extLst>
              <a:ext uri="{FF2B5EF4-FFF2-40B4-BE49-F238E27FC236}">
                <a16:creationId xmlns:a16="http://schemas.microsoft.com/office/drawing/2014/main" id="{418F267F-4815-4A50-B177-E05A8DD3A9B6}"/>
              </a:ext>
            </a:extLst>
          </p:cNvPr>
          <p:cNvGrpSpPr>
            <a:grpSpLocks/>
          </p:cNvGrpSpPr>
          <p:nvPr/>
        </p:nvGrpSpPr>
        <p:grpSpPr bwMode="auto">
          <a:xfrm>
            <a:off x="201613" y="3671888"/>
            <a:ext cx="2743200" cy="3048000"/>
            <a:chOff x="149" y="2236"/>
            <a:chExt cx="1728" cy="1920"/>
          </a:xfrm>
        </p:grpSpPr>
        <p:sp>
          <p:nvSpPr>
            <p:cNvPr id="13333" name="Line 9">
              <a:extLst>
                <a:ext uri="{FF2B5EF4-FFF2-40B4-BE49-F238E27FC236}">
                  <a16:creationId xmlns:a16="http://schemas.microsoft.com/office/drawing/2014/main" id="{168A8223-4DFB-412B-8140-F4CC367BD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" y="2236"/>
              <a:ext cx="153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34" name="Line 10">
              <a:extLst>
                <a:ext uri="{FF2B5EF4-FFF2-40B4-BE49-F238E27FC236}">
                  <a16:creationId xmlns:a16="http://schemas.microsoft.com/office/drawing/2014/main" id="{64623B1C-7B8B-4EDE-AADB-2B10017A29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" y="2524"/>
              <a:ext cx="153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35" name="Line 11">
              <a:extLst>
                <a:ext uri="{FF2B5EF4-FFF2-40B4-BE49-F238E27FC236}">
                  <a16:creationId xmlns:a16="http://schemas.microsoft.com/office/drawing/2014/main" id="{9A138CF1-66D6-429F-BBD0-9BBEECA802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1" y="2236"/>
              <a:ext cx="0" cy="192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36" name="Text Box 12">
              <a:extLst>
                <a:ext uri="{FF2B5EF4-FFF2-40B4-BE49-F238E27FC236}">
                  <a16:creationId xmlns:a16="http://schemas.microsoft.com/office/drawing/2014/main" id="{6307BB76-3A5A-4A35-BA37-B756AC8585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" y="2236"/>
              <a:ext cx="105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    B    C</a:t>
              </a:r>
            </a:p>
          </p:txBody>
        </p:sp>
        <p:sp>
          <p:nvSpPr>
            <p:cNvPr id="13337" name="Text Box 13">
              <a:extLst>
                <a:ext uri="{FF2B5EF4-FFF2-40B4-BE49-F238E27FC236}">
                  <a16:creationId xmlns:a16="http://schemas.microsoft.com/office/drawing/2014/main" id="{BCA802B3-7FD6-4809-A886-82439822F9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" y="2524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0     0     0</a:t>
              </a:r>
            </a:p>
          </p:txBody>
        </p:sp>
        <p:sp>
          <p:nvSpPr>
            <p:cNvPr id="13338" name="Text Box 14">
              <a:extLst>
                <a:ext uri="{FF2B5EF4-FFF2-40B4-BE49-F238E27FC236}">
                  <a16:creationId xmlns:a16="http://schemas.microsoft.com/office/drawing/2014/main" id="{FD592B04-7E8C-4EFF-8AFB-B3839EA393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" y="2716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0     0     1</a:t>
              </a:r>
            </a:p>
          </p:txBody>
        </p:sp>
        <p:sp>
          <p:nvSpPr>
            <p:cNvPr id="13339" name="Text Box 15">
              <a:extLst>
                <a:ext uri="{FF2B5EF4-FFF2-40B4-BE49-F238E27FC236}">
                  <a16:creationId xmlns:a16="http://schemas.microsoft.com/office/drawing/2014/main" id="{9AA3AF44-D06B-4D84-8A69-48B56C48E6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" y="2908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0     1     0</a:t>
              </a:r>
            </a:p>
          </p:txBody>
        </p:sp>
        <p:sp>
          <p:nvSpPr>
            <p:cNvPr id="13340" name="Text Box 16">
              <a:extLst>
                <a:ext uri="{FF2B5EF4-FFF2-40B4-BE49-F238E27FC236}">
                  <a16:creationId xmlns:a16="http://schemas.microsoft.com/office/drawing/2014/main" id="{F6AF0CEB-0B2D-479D-91D8-10FEAD6715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" y="3100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0     1     1</a:t>
              </a:r>
            </a:p>
          </p:txBody>
        </p:sp>
        <p:sp>
          <p:nvSpPr>
            <p:cNvPr id="13341" name="Text Box 17">
              <a:extLst>
                <a:ext uri="{FF2B5EF4-FFF2-40B4-BE49-F238E27FC236}">
                  <a16:creationId xmlns:a16="http://schemas.microsoft.com/office/drawing/2014/main" id="{132344EE-09A6-41B1-80CD-B437544B9F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" y="3292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1     0     0</a:t>
              </a:r>
            </a:p>
          </p:txBody>
        </p:sp>
        <p:sp>
          <p:nvSpPr>
            <p:cNvPr id="13342" name="Text Box 18">
              <a:extLst>
                <a:ext uri="{FF2B5EF4-FFF2-40B4-BE49-F238E27FC236}">
                  <a16:creationId xmlns:a16="http://schemas.microsoft.com/office/drawing/2014/main" id="{D01D3846-97C1-4936-81A2-D7B1A67158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" y="3484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1     0     1</a:t>
              </a:r>
            </a:p>
          </p:txBody>
        </p:sp>
        <p:sp>
          <p:nvSpPr>
            <p:cNvPr id="13343" name="Text Box 19">
              <a:extLst>
                <a:ext uri="{FF2B5EF4-FFF2-40B4-BE49-F238E27FC236}">
                  <a16:creationId xmlns:a16="http://schemas.microsoft.com/office/drawing/2014/main" id="{FD819F3C-B50F-4928-B511-C8BEF30130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" y="3676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1     1     0</a:t>
              </a:r>
            </a:p>
          </p:txBody>
        </p:sp>
        <p:sp>
          <p:nvSpPr>
            <p:cNvPr id="13344" name="Text Box 20">
              <a:extLst>
                <a:ext uri="{FF2B5EF4-FFF2-40B4-BE49-F238E27FC236}">
                  <a16:creationId xmlns:a16="http://schemas.microsoft.com/office/drawing/2014/main" id="{C93934D4-B6E0-49CD-A9D3-A1DE933F6B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" y="3868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1     1     1</a:t>
              </a:r>
            </a:p>
          </p:txBody>
        </p:sp>
        <p:sp>
          <p:nvSpPr>
            <p:cNvPr id="13345" name="Line 21">
              <a:extLst>
                <a:ext uri="{FF2B5EF4-FFF2-40B4-BE49-F238E27FC236}">
                  <a16:creationId xmlns:a16="http://schemas.microsoft.com/office/drawing/2014/main" id="{051DFCA5-AEC4-4ADB-B0AF-9E1E1A227E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" y="4156"/>
              <a:ext cx="153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46" name="Text Box 22">
              <a:extLst>
                <a:ext uri="{FF2B5EF4-FFF2-40B4-BE49-F238E27FC236}">
                  <a16:creationId xmlns:a16="http://schemas.microsoft.com/office/drawing/2014/main" id="{B11088E7-CFEE-4172-8CCE-E9C15D8FB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2236"/>
              <a:ext cx="48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  <p:sp>
          <p:nvSpPr>
            <p:cNvPr id="13347" name="Text Box 23">
              <a:extLst>
                <a:ext uri="{FF2B5EF4-FFF2-40B4-BE49-F238E27FC236}">
                  <a16:creationId xmlns:a16="http://schemas.microsoft.com/office/drawing/2014/main" id="{44759E9F-D215-4D20-A4DB-97ACA0F574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2524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3348" name="Text Box 24">
              <a:extLst>
                <a:ext uri="{FF2B5EF4-FFF2-40B4-BE49-F238E27FC236}">
                  <a16:creationId xmlns:a16="http://schemas.microsoft.com/office/drawing/2014/main" id="{5A6A943A-6D94-4329-996B-B7A80CC959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2908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3349" name="Text Box 25">
              <a:extLst>
                <a:ext uri="{FF2B5EF4-FFF2-40B4-BE49-F238E27FC236}">
                  <a16:creationId xmlns:a16="http://schemas.microsoft.com/office/drawing/2014/main" id="{59F95C1E-7B4C-444F-9AEB-5C27D9CA2C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2716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3350" name="Text Box 26">
              <a:extLst>
                <a:ext uri="{FF2B5EF4-FFF2-40B4-BE49-F238E27FC236}">
                  <a16:creationId xmlns:a16="http://schemas.microsoft.com/office/drawing/2014/main" id="{E3F85F24-BEAF-453A-9B69-397773D4A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3292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3351" name="Text Box 27">
              <a:extLst>
                <a:ext uri="{FF2B5EF4-FFF2-40B4-BE49-F238E27FC236}">
                  <a16:creationId xmlns:a16="http://schemas.microsoft.com/office/drawing/2014/main" id="{76F293DB-8615-45C8-B3F1-16F6B98185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3100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3352" name="Text Box 28">
              <a:extLst>
                <a:ext uri="{FF2B5EF4-FFF2-40B4-BE49-F238E27FC236}">
                  <a16:creationId xmlns:a16="http://schemas.microsoft.com/office/drawing/2014/main" id="{684CD1BB-C884-4228-8C54-B42A601A7A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3484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3353" name="Text Box 29">
              <a:extLst>
                <a:ext uri="{FF2B5EF4-FFF2-40B4-BE49-F238E27FC236}">
                  <a16:creationId xmlns:a16="http://schemas.microsoft.com/office/drawing/2014/main" id="{0D836CF2-8941-47E7-8165-09CF71AEE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3676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3354" name="Text Box 30">
              <a:extLst>
                <a:ext uri="{FF2B5EF4-FFF2-40B4-BE49-F238E27FC236}">
                  <a16:creationId xmlns:a16="http://schemas.microsoft.com/office/drawing/2014/main" id="{A9F151EB-C37D-4E09-82BF-9987BDE0B0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3868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sp>
        <p:nvSpPr>
          <p:cNvPr id="12372" name="Text Box 84">
            <a:extLst>
              <a:ext uri="{FF2B5EF4-FFF2-40B4-BE49-F238E27FC236}">
                <a16:creationId xmlns:a16="http://schemas.microsoft.com/office/drawing/2014/main" id="{93BAC3A0-2CCA-4CF8-92DC-7E45F6B5D7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1675" y="3043238"/>
            <a:ext cx="4903788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4.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写逻辑函数表达式并化简：</a:t>
            </a:r>
          </a:p>
        </p:txBody>
      </p:sp>
      <p:grpSp>
        <p:nvGrpSpPr>
          <p:cNvPr id="12380" name="Group 92">
            <a:extLst>
              <a:ext uri="{FF2B5EF4-FFF2-40B4-BE49-F238E27FC236}">
                <a16:creationId xmlns:a16="http://schemas.microsoft.com/office/drawing/2014/main" id="{1D41E13B-C23E-4739-84B5-F41B4CE2A287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3846513"/>
            <a:ext cx="4330700" cy="519112"/>
            <a:chOff x="1779" y="2378"/>
            <a:chExt cx="2728" cy="327"/>
          </a:xfrm>
        </p:grpSpPr>
        <p:sp>
          <p:nvSpPr>
            <p:cNvPr id="13329" name="Text Box 86">
              <a:extLst>
                <a:ext uri="{FF2B5EF4-FFF2-40B4-BE49-F238E27FC236}">
                  <a16:creationId xmlns:a16="http://schemas.microsoft.com/office/drawing/2014/main" id="{BF27F32E-0121-4351-86C7-F946B2FDE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9" y="2378"/>
              <a:ext cx="2728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Y=ABC+ABC+ABC+ABC</a:t>
              </a:r>
            </a:p>
          </p:txBody>
        </p:sp>
        <p:sp>
          <p:nvSpPr>
            <p:cNvPr id="13330" name="Line 87">
              <a:extLst>
                <a:ext uri="{FF2B5EF4-FFF2-40B4-BE49-F238E27FC236}">
                  <a16:creationId xmlns:a16="http://schemas.microsoft.com/office/drawing/2014/main" id="{E0308138-F72D-48E5-847B-2FD14D0A9D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9" y="2425"/>
              <a:ext cx="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31" name="Line 88">
              <a:extLst>
                <a:ext uri="{FF2B5EF4-FFF2-40B4-BE49-F238E27FC236}">
                  <a16:creationId xmlns:a16="http://schemas.microsoft.com/office/drawing/2014/main" id="{D093A62C-0D64-4A1B-BE2A-8543AE4ED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7" y="2434"/>
              <a:ext cx="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32" name="Line 89">
              <a:extLst>
                <a:ext uri="{FF2B5EF4-FFF2-40B4-BE49-F238E27FC236}">
                  <a16:creationId xmlns:a16="http://schemas.microsoft.com/office/drawing/2014/main" id="{1CA95C5E-3778-4FAB-BA47-B953F3A1C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9" y="2437"/>
              <a:ext cx="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2379" name="Text Box 91">
            <a:extLst>
              <a:ext uri="{FF2B5EF4-FFF2-40B4-BE49-F238E27FC236}">
                <a16:creationId xmlns:a16="http://schemas.microsoft.com/office/drawing/2014/main" id="{884FF4F4-30C5-418F-AE98-DFC1417F65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6013" y="4500563"/>
            <a:ext cx="2760662" cy="519112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=AB+AC+BC</a:t>
            </a:r>
          </a:p>
        </p:txBody>
      </p:sp>
      <p:grpSp>
        <p:nvGrpSpPr>
          <p:cNvPr id="12387" name="Group 99">
            <a:extLst>
              <a:ext uri="{FF2B5EF4-FFF2-40B4-BE49-F238E27FC236}">
                <a16:creationId xmlns:a16="http://schemas.microsoft.com/office/drawing/2014/main" id="{273869C7-560E-43BE-B153-0A90FB932C54}"/>
              </a:ext>
            </a:extLst>
          </p:cNvPr>
          <p:cNvGrpSpPr>
            <a:grpSpLocks/>
          </p:cNvGrpSpPr>
          <p:nvPr/>
        </p:nvGrpSpPr>
        <p:grpSpPr bwMode="auto">
          <a:xfrm>
            <a:off x="3824288" y="5238750"/>
            <a:ext cx="2514600" cy="519113"/>
            <a:chOff x="2454" y="3402"/>
            <a:chExt cx="1584" cy="327"/>
          </a:xfrm>
        </p:grpSpPr>
        <p:sp>
          <p:nvSpPr>
            <p:cNvPr id="13324" name="Text Box 94">
              <a:extLst>
                <a:ext uri="{FF2B5EF4-FFF2-40B4-BE49-F238E27FC236}">
                  <a16:creationId xmlns:a16="http://schemas.microsoft.com/office/drawing/2014/main" id="{182C64F4-C2B1-43A9-87E8-24BB328944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4" y="3402"/>
              <a:ext cx="1584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=AB AC BC</a:t>
              </a:r>
            </a:p>
          </p:txBody>
        </p:sp>
        <p:sp>
          <p:nvSpPr>
            <p:cNvPr id="13325" name="Line 95">
              <a:extLst>
                <a:ext uri="{FF2B5EF4-FFF2-40B4-BE49-F238E27FC236}">
                  <a16:creationId xmlns:a16="http://schemas.microsoft.com/office/drawing/2014/main" id="{9FEEFA80-75B5-4228-BEFD-AA8DCAF168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7" y="3461"/>
              <a:ext cx="2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26" name="Line 96">
              <a:extLst>
                <a:ext uri="{FF2B5EF4-FFF2-40B4-BE49-F238E27FC236}">
                  <a16:creationId xmlns:a16="http://schemas.microsoft.com/office/drawing/2014/main" id="{C0839B32-60AA-4DFC-8BC1-04DD1369A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6" y="3461"/>
              <a:ext cx="2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27" name="Line 97">
              <a:extLst>
                <a:ext uri="{FF2B5EF4-FFF2-40B4-BE49-F238E27FC236}">
                  <a16:creationId xmlns:a16="http://schemas.microsoft.com/office/drawing/2014/main" id="{99D22A83-E30C-4817-B9B9-363C995A51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2" y="3461"/>
              <a:ext cx="2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28" name="Line 98">
              <a:extLst>
                <a:ext uri="{FF2B5EF4-FFF2-40B4-BE49-F238E27FC236}">
                  <a16:creationId xmlns:a16="http://schemas.microsoft.com/office/drawing/2014/main" id="{6574EC9A-E659-478F-81DC-955363C87D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8" y="3402"/>
              <a:ext cx="1095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5697058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2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2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2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2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2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2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2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0" grpId="0" autoUpdateAnimBg="0"/>
      <p:bldP spid="12292" grpId="0" autoUpdateAnimBg="0"/>
      <p:bldP spid="12293" grpId="0" autoUpdateAnimBg="0"/>
      <p:bldP spid="12294" grpId="0" autoUpdateAnimBg="0"/>
      <p:bldP spid="12295" grpId="0" autoUpdateAnimBg="0"/>
      <p:bldP spid="12372" grpId="0" autoUpdateAnimBg="0"/>
      <p:bldP spid="12379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0DDA38A7-3DD5-4D59-B4A2-95AA6A392B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4488" y="269875"/>
            <a:ext cx="2733675" cy="585788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chemeClr val="tx1"/>
                </a:solidFill>
              </a:rPr>
              <a:t>5. </a:t>
            </a:r>
            <a:r>
              <a:rPr lang="zh-CN" altLang="en-US" sz="2800" b="1">
                <a:solidFill>
                  <a:schemeClr val="tx1"/>
                </a:solidFill>
                <a:latin typeface="宋体" panose="02010600030101010101" pitchFamily="2" charset="-122"/>
              </a:rPr>
              <a:t>画出逻辑图：</a:t>
            </a:r>
          </a:p>
        </p:txBody>
      </p:sp>
      <p:grpSp>
        <p:nvGrpSpPr>
          <p:cNvPr id="13397" name="Group 85">
            <a:extLst>
              <a:ext uri="{FF2B5EF4-FFF2-40B4-BE49-F238E27FC236}">
                <a16:creationId xmlns:a16="http://schemas.microsoft.com/office/drawing/2014/main" id="{9A3ACBBA-A22A-4F24-9ECE-BE6F50D3C638}"/>
              </a:ext>
            </a:extLst>
          </p:cNvPr>
          <p:cNvGrpSpPr>
            <a:grpSpLocks/>
          </p:cNvGrpSpPr>
          <p:nvPr/>
        </p:nvGrpSpPr>
        <p:grpSpPr bwMode="auto">
          <a:xfrm>
            <a:off x="1595438" y="1449388"/>
            <a:ext cx="5375275" cy="4619625"/>
            <a:chOff x="1287" y="856"/>
            <a:chExt cx="3386" cy="2910"/>
          </a:xfrm>
        </p:grpSpPr>
        <p:sp>
          <p:nvSpPr>
            <p:cNvPr id="14348" name="Rectangle 4">
              <a:extLst>
                <a:ext uri="{FF2B5EF4-FFF2-40B4-BE49-F238E27FC236}">
                  <a16:creationId xmlns:a16="http://schemas.microsoft.com/office/drawing/2014/main" id="{8364D93A-2E86-44D9-99AE-3086082B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510"/>
              <a:ext cx="1488" cy="2160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prstDash val="dash"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49" name="Text Box 5">
              <a:extLst>
                <a:ext uri="{FF2B5EF4-FFF2-40B4-BE49-F238E27FC236}">
                  <a16:creationId xmlns:a16="http://schemas.microsoft.com/office/drawing/2014/main" id="{3DC308B1-E36D-42DC-A238-E8EBCDF72A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8" y="989"/>
              <a:ext cx="1466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三人表决电路</a:t>
              </a:r>
            </a:p>
          </p:txBody>
        </p:sp>
        <p:sp>
          <p:nvSpPr>
            <p:cNvPr id="14350" name="Line 6">
              <a:extLst>
                <a:ext uri="{FF2B5EF4-FFF2-40B4-BE49-F238E27FC236}">
                  <a16:creationId xmlns:a16="http://schemas.microsoft.com/office/drawing/2014/main" id="{5C61CCD4-D815-43CD-B8CE-3008FD660A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" y="1126"/>
              <a:ext cx="0" cy="211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51" name="Rectangle 7">
              <a:extLst>
                <a:ext uri="{FF2B5EF4-FFF2-40B4-BE49-F238E27FC236}">
                  <a16:creationId xmlns:a16="http://schemas.microsoft.com/office/drawing/2014/main" id="{3921F4BD-320A-4589-857D-4B9A4E92B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1318"/>
              <a:ext cx="96" cy="2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chemeClr val="tx1"/>
              </a:solidFill>
              <a:miter lim="800000"/>
              <a:headEnd/>
              <a:tailEnd type="none" w="sm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52" name="Line 8">
              <a:extLst>
                <a:ext uri="{FF2B5EF4-FFF2-40B4-BE49-F238E27FC236}">
                  <a16:creationId xmlns:a16="http://schemas.microsoft.com/office/drawing/2014/main" id="{A4620AAA-1197-49CF-9CF2-A9BE0FABB8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5" y="2038"/>
              <a:ext cx="0" cy="168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53" name="Line 9">
              <a:extLst>
                <a:ext uri="{FF2B5EF4-FFF2-40B4-BE49-F238E27FC236}">
                  <a16:creationId xmlns:a16="http://schemas.microsoft.com/office/drawing/2014/main" id="{B26D61BD-0015-42BC-943A-B3A1B32938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5" y="2038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54" name="Oval 10">
              <a:extLst>
                <a:ext uri="{FF2B5EF4-FFF2-40B4-BE49-F238E27FC236}">
                  <a16:creationId xmlns:a16="http://schemas.microsoft.com/office/drawing/2014/main" id="{5CCA7C5B-4173-408B-B2E2-1A9F2775A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008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55" name="Line 11">
              <a:extLst>
                <a:ext uri="{FF2B5EF4-FFF2-40B4-BE49-F238E27FC236}">
                  <a16:creationId xmlns:a16="http://schemas.microsoft.com/office/drawing/2014/main" id="{874D5865-3657-4762-A1D3-5A1AB714B5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" y="1654"/>
              <a:ext cx="38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56" name="Oval 12">
              <a:extLst>
                <a:ext uri="{FF2B5EF4-FFF2-40B4-BE49-F238E27FC236}">
                  <a16:creationId xmlns:a16="http://schemas.microsoft.com/office/drawing/2014/main" id="{6A63B30B-B26E-4451-A648-FCAA28175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636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57" name="Line 13">
              <a:extLst>
                <a:ext uri="{FF2B5EF4-FFF2-40B4-BE49-F238E27FC236}">
                  <a16:creationId xmlns:a16="http://schemas.microsoft.com/office/drawing/2014/main" id="{383BE05F-9441-45CB-9250-5A1E9353E4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" y="2470"/>
              <a:ext cx="38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58" name="Line 14">
              <a:extLst>
                <a:ext uri="{FF2B5EF4-FFF2-40B4-BE49-F238E27FC236}">
                  <a16:creationId xmlns:a16="http://schemas.microsoft.com/office/drawing/2014/main" id="{A581A113-20C6-437E-A14C-5FD2542F10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" y="3238"/>
              <a:ext cx="432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59" name="Oval 15">
              <a:extLst>
                <a:ext uri="{FF2B5EF4-FFF2-40B4-BE49-F238E27FC236}">
                  <a16:creationId xmlns:a16="http://schemas.microsoft.com/office/drawing/2014/main" id="{095919AB-1AAB-413A-A8EF-EA7E80D2A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2440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60" name="Oval 16">
              <a:extLst>
                <a:ext uri="{FF2B5EF4-FFF2-40B4-BE49-F238E27FC236}">
                  <a16:creationId xmlns:a16="http://schemas.microsoft.com/office/drawing/2014/main" id="{1D7889B6-F1D3-4E36-94F3-1A43D9F55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3210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61" name="Text Box 17">
              <a:extLst>
                <a:ext uri="{FF2B5EF4-FFF2-40B4-BE49-F238E27FC236}">
                  <a16:creationId xmlns:a16="http://schemas.microsoft.com/office/drawing/2014/main" id="{56CEB059-84F3-412D-800D-C60D61DED7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335"/>
              <a:ext cx="228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4362" name="Text Box 18">
              <a:extLst>
                <a:ext uri="{FF2B5EF4-FFF2-40B4-BE49-F238E27FC236}">
                  <a16:creationId xmlns:a16="http://schemas.microsoft.com/office/drawing/2014/main" id="{6002B8BD-AC3E-4252-848B-E248D9EBC8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8" y="1745"/>
              <a:ext cx="228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4363" name="Oval 19">
              <a:extLst>
                <a:ext uri="{FF2B5EF4-FFF2-40B4-BE49-F238E27FC236}">
                  <a16:creationId xmlns:a16="http://schemas.microsoft.com/office/drawing/2014/main" id="{50B657A6-3B87-4668-82C4-E6182D0A6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1750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64" name="Line 20">
              <a:extLst>
                <a:ext uri="{FF2B5EF4-FFF2-40B4-BE49-F238E27FC236}">
                  <a16:creationId xmlns:a16="http://schemas.microsoft.com/office/drawing/2014/main" id="{4C6B8C26-88E9-43AC-B7DA-C557F86B5C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1" y="1768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65" name="Text Box 21">
              <a:extLst>
                <a:ext uri="{FF2B5EF4-FFF2-40B4-BE49-F238E27FC236}">
                  <a16:creationId xmlns:a16="http://schemas.microsoft.com/office/drawing/2014/main" id="{925F14ED-EC64-439D-A4EE-F7A1EEC177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" y="1443"/>
              <a:ext cx="278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14366" name="Oval 22">
              <a:extLst>
                <a:ext uri="{FF2B5EF4-FFF2-40B4-BE49-F238E27FC236}">
                  <a16:creationId xmlns:a16="http://schemas.microsoft.com/office/drawing/2014/main" id="{CBA9CF43-FA33-41DE-9792-A70A95B3A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1078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67" name="Text Box 23">
              <a:extLst>
                <a:ext uri="{FF2B5EF4-FFF2-40B4-BE49-F238E27FC236}">
                  <a16:creationId xmlns:a16="http://schemas.microsoft.com/office/drawing/2014/main" id="{55F6C6D7-2E47-440D-A002-29BF33629C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0" y="856"/>
              <a:ext cx="518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+5V</a:t>
              </a:r>
            </a:p>
          </p:txBody>
        </p:sp>
        <p:sp>
          <p:nvSpPr>
            <p:cNvPr id="14368" name="Line 24">
              <a:extLst>
                <a:ext uri="{FF2B5EF4-FFF2-40B4-BE49-F238E27FC236}">
                  <a16:creationId xmlns:a16="http://schemas.microsoft.com/office/drawing/2014/main" id="{21A22DB3-EBA7-47A8-8A91-5FBF60F13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7" y="2806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69" name="Line 25">
              <a:extLst>
                <a:ext uri="{FF2B5EF4-FFF2-40B4-BE49-F238E27FC236}">
                  <a16:creationId xmlns:a16="http://schemas.microsoft.com/office/drawing/2014/main" id="{535C2B31-721F-4813-A65A-86039D5632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5" y="3574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70" name="Line 26">
              <a:extLst>
                <a:ext uri="{FF2B5EF4-FFF2-40B4-BE49-F238E27FC236}">
                  <a16:creationId xmlns:a16="http://schemas.microsoft.com/office/drawing/2014/main" id="{9A32FA70-2211-4E16-8FAF-5AF9C841D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7" y="3718"/>
              <a:ext cx="144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71" name="Oval 27">
              <a:extLst>
                <a:ext uri="{FF2B5EF4-FFF2-40B4-BE49-F238E27FC236}">
                  <a16:creationId xmlns:a16="http://schemas.microsoft.com/office/drawing/2014/main" id="{584CA73F-5891-4415-A061-F8E4F7071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779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72" name="Oval 28">
              <a:extLst>
                <a:ext uri="{FF2B5EF4-FFF2-40B4-BE49-F238E27FC236}">
                  <a16:creationId xmlns:a16="http://schemas.microsoft.com/office/drawing/2014/main" id="{CE9B78A3-540D-457C-9F2D-A6986539B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3544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73" name="Oval 29">
              <a:extLst>
                <a:ext uri="{FF2B5EF4-FFF2-40B4-BE49-F238E27FC236}">
                  <a16:creationId xmlns:a16="http://schemas.microsoft.com/office/drawing/2014/main" id="{D2DD5D07-7ECE-4EEE-860D-FDFCDFC4F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2528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74" name="Line 30">
              <a:extLst>
                <a:ext uri="{FF2B5EF4-FFF2-40B4-BE49-F238E27FC236}">
                  <a16:creationId xmlns:a16="http://schemas.microsoft.com/office/drawing/2014/main" id="{F45B1F28-8722-4038-B544-C9DD7F5CE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1" y="2546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75" name="Text Box 31">
              <a:extLst>
                <a:ext uri="{FF2B5EF4-FFF2-40B4-BE49-F238E27FC236}">
                  <a16:creationId xmlns:a16="http://schemas.microsoft.com/office/drawing/2014/main" id="{796BA864-BB9F-40A6-9C33-E0823C4F22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1" y="2221"/>
              <a:ext cx="265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14376" name="Oval 32">
              <a:extLst>
                <a:ext uri="{FF2B5EF4-FFF2-40B4-BE49-F238E27FC236}">
                  <a16:creationId xmlns:a16="http://schemas.microsoft.com/office/drawing/2014/main" id="{272D9BE5-1016-4807-86EB-F2809E115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3305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77" name="Line 33">
              <a:extLst>
                <a:ext uri="{FF2B5EF4-FFF2-40B4-BE49-F238E27FC236}">
                  <a16:creationId xmlns:a16="http://schemas.microsoft.com/office/drawing/2014/main" id="{81086AA5-E52D-4810-B528-5DB4D337C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1" y="3323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78" name="Text Box 34">
              <a:extLst>
                <a:ext uri="{FF2B5EF4-FFF2-40B4-BE49-F238E27FC236}">
                  <a16:creationId xmlns:a16="http://schemas.microsoft.com/office/drawing/2014/main" id="{DD4DBEEF-CA7F-4328-A888-9B7B7826E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" y="2998"/>
              <a:ext cx="278" cy="32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</a:p>
          </p:txBody>
        </p:sp>
        <p:sp>
          <p:nvSpPr>
            <p:cNvPr id="14379" name="Line 35">
              <a:extLst>
                <a:ext uri="{FF2B5EF4-FFF2-40B4-BE49-F238E27FC236}">
                  <a16:creationId xmlns:a16="http://schemas.microsoft.com/office/drawing/2014/main" id="{E949DD43-4D8B-4B0F-93FD-A4056FE3BA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1" y="2614"/>
              <a:ext cx="0" cy="115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80" name="Rectangle 36">
              <a:extLst>
                <a:ext uri="{FF2B5EF4-FFF2-40B4-BE49-F238E27FC236}">
                  <a16:creationId xmlns:a16="http://schemas.microsoft.com/office/drawing/2014/main" id="{D01D11C6-BF59-40BB-96EB-7F80F9DF2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2758"/>
              <a:ext cx="96" cy="2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chemeClr val="tx1"/>
              </a:solidFill>
              <a:miter lim="800000"/>
              <a:headEnd/>
              <a:tailEnd type="none" w="sm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81" name="AutoShape 37">
              <a:extLst>
                <a:ext uri="{FF2B5EF4-FFF2-40B4-BE49-F238E27FC236}">
                  <a16:creationId xmlns:a16="http://schemas.microsoft.com/office/drawing/2014/main" id="{9A5AD36A-84B1-4D4D-B022-C576DFA0D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3190"/>
              <a:ext cx="288" cy="288"/>
            </a:xfrm>
            <a:prstGeom prst="flowChartSummingJunction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round/>
              <a:headEnd/>
              <a:tailEnd type="none" w="sm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82" name="Line 38">
              <a:extLst>
                <a:ext uri="{FF2B5EF4-FFF2-40B4-BE49-F238E27FC236}">
                  <a16:creationId xmlns:a16="http://schemas.microsoft.com/office/drawing/2014/main" id="{A5361C2A-7EDA-4C95-A808-261CA106BD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5" y="3766"/>
              <a:ext cx="192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83" name="Oval 39">
              <a:extLst>
                <a:ext uri="{FF2B5EF4-FFF2-40B4-BE49-F238E27FC236}">
                  <a16:creationId xmlns:a16="http://schemas.microsoft.com/office/drawing/2014/main" id="{4DE58F07-E512-4545-96FA-4C34DFD8A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5" y="2589"/>
              <a:ext cx="48" cy="4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84" name="Text Box 40">
              <a:extLst>
                <a:ext uri="{FF2B5EF4-FFF2-40B4-BE49-F238E27FC236}">
                  <a16:creationId xmlns:a16="http://schemas.microsoft.com/office/drawing/2014/main" id="{498DBCDD-FAE7-44F8-8BE2-D89792AC8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1" y="2266"/>
              <a:ext cx="255" cy="28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  <p:sp>
          <p:nvSpPr>
            <p:cNvPr id="14385" name="Rectangle 43">
              <a:extLst>
                <a:ext uri="{FF2B5EF4-FFF2-40B4-BE49-F238E27FC236}">
                  <a16:creationId xmlns:a16="http://schemas.microsoft.com/office/drawing/2014/main" id="{5C82B661-6177-433F-B837-34EF2F664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654"/>
              <a:ext cx="341" cy="48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86" name="Text Box 44">
              <a:extLst>
                <a:ext uri="{FF2B5EF4-FFF2-40B4-BE49-F238E27FC236}">
                  <a16:creationId xmlns:a16="http://schemas.microsoft.com/office/drawing/2014/main" id="{DF152515-6C12-4A87-AA6B-731B7DF91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4" y="1680"/>
              <a:ext cx="276" cy="288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&amp;</a:t>
              </a:r>
              <a:endParaRPr kumimoji="1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4387" name="Oval 45">
              <a:extLst>
                <a:ext uri="{FF2B5EF4-FFF2-40B4-BE49-F238E27FC236}">
                  <a16:creationId xmlns:a16="http://schemas.microsoft.com/office/drawing/2014/main" id="{38C8C27B-99DD-4BC2-BDEC-75BF5657C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1864"/>
              <a:ext cx="85" cy="7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88" name="Rectangle 47">
              <a:extLst>
                <a:ext uri="{FF2B5EF4-FFF2-40B4-BE49-F238E27FC236}">
                  <a16:creationId xmlns:a16="http://schemas.microsoft.com/office/drawing/2014/main" id="{093F2C53-2179-42CE-AA27-CF995E6BC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998"/>
              <a:ext cx="341" cy="48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89" name="Text Box 48">
              <a:extLst>
                <a:ext uri="{FF2B5EF4-FFF2-40B4-BE49-F238E27FC236}">
                  <a16:creationId xmlns:a16="http://schemas.microsoft.com/office/drawing/2014/main" id="{501BD2D9-45E9-45AA-AB83-4F77EA76D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4" y="3024"/>
              <a:ext cx="276" cy="288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&amp;</a:t>
              </a:r>
              <a:endParaRPr kumimoji="1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4390" name="Oval 49">
              <a:extLst>
                <a:ext uri="{FF2B5EF4-FFF2-40B4-BE49-F238E27FC236}">
                  <a16:creationId xmlns:a16="http://schemas.microsoft.com/office/drawing/2014/main" id="{C44B2275-92AD-4EA6-8061-4AB231FD7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3208"/>
              <a:ext cx="85" cy="7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91" name="Rectangle 51">
              <a:extLst>
                <a:ext uri="{FF2B5EF4-FFF2-40B4-BE49-F238E27FC236}">
                  <a16:creationId xmlns:a16="http://schemas.microsoft.com/office/drawing/2014/main" id="{4C7FE19F-472C-4BB6-A418-E4D60663B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374"/>
              <a:ext cx="341" cy="48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92" name="Text Box 52">
              <a:extLst>
                <a:ext uri="{FF2B5EF4-FFF2-40B4-BE49-F238E27FC236}">
                  <a16:creationId xmlns:a16="http://schemas.microsoft.com/office/drawing/2014/main" id="{83E4A873-AB48-427E-A172-2E30683476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4" y="2400"/>
              <a:ext cx="276" cy="288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&amp;</a:t>
              </a:r>
              <a:endParaRPr kumimoji="1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4393" name="Oval 53">
              <a:extLst>
                <a:ext uri="{FF2B5EF4-FFF2-40B4-BE49-F238E27FC236}">
                  <a16:creationId xmlns:a16="http://schemas.microsoft.com/office/drawing/2014/main" id="{04BAB402-BAAB-4094-9176-92A5C5744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584"/>
              <a:ext cx="85" cy="7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94" name="Rectangle 55">
              <a:extLst>
                <a:ext uri="{FF2B5EF4-FFF2-40B4-BE49-F238E27FC236}">
                  <a16:creationId xmlns:a16="http://schemas.microsoft.com/office/drawing/2014/main" id="{57DC3D61-E858-4F98-9A3D-2403F5C61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362"/>
              <a:ext cx="341" cy="48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95" name="Text Box 56">
              <a:extLst>
                <a:ext uri="{FF2B5EF4-FFF2-40B4-BE49-F238E27FC236}">
                  <a16:creationId xmlns:a16="http://schemas.microsoft.com/office/drawing/2014/main" id="{78AD747D-F89B-44A6-B20B-9E206CD902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6" y="2388"/>
              <a:ext cx="276" cy="288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&amp;</a:t>
              </a:r>
              <a:endParaRPr kumimoji="1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4396" name="Oval 57">
              <a:extLst>
                <a:ext uri="{FF2B5EF4-FFF2-40B4-BE49-F238E27FC236}">
                  <a16:creationId xmlns:a16="http://schemas.microsoft.com/office/drawing/2014/main" id="{004DB6E5-F923-41C7-8B59-5E9313C42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2572"/>
              <a:ext cx="85" cy="77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97" name="Line 58">
              <a:extLst>
                <a:ext uri="{FF2B5EF4-FFF2-40B4-BE49-F238E27FC236}">
                  <a16:creationId xmlns:a16="http://schemas.microsoft.com/office/drawing/2014/main" id="{941462B3-D37A-4ABE-9008-47D40E1AE4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1" y="1774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98" name="Line 59">
              <a:extLst>
                <a:ext uri="{FF2B5EF4-FFF2-40B4-BE49-F238E27FC236}">
                  <a16:creationId xmlns:a16="http://schemas.microsoft.com/office/drawing/2014/main" id="{DDCF96FE-CCBC-4DDB-8E4C-1A375EC0A5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1" y="2542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399" name="Line 60">
              <a:extLst>
                <a:ext uri="{FF2B5EF4-FFF2-40B4-BE49-F238E27FC236}">
                  <a16:creationId xmlns:a16="http://schemas.microsoft.com/office/drawing/2014/main" id="{47FB3D4F-41DC-4C6B-90DA-70134095DE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1" y="3322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0" name="Line 61">
              <a:extLst>
                <a:ext uri="{FF2B5EF4-FFF2-40B4-BE49-F238E27FC236}">
                  <a16:creationId xmlns:a16="http://schemas.microsoft.com/office/drawing/2014/main" id="{E6A98B7E-8381-4917-9FBB-0D128AA53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7" y="2015"/>
              <a:ext cx="1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1" name="Line 62">
              <a:extLst>
                <a:ext uri="{FF2B5EF4-FFF2-40B4-BE49-F238E27FC236}">
                  <a16:creationId xmlns:a16="http://schemas.microsoft.com/office/drawing/2014/main" id="{6CC07AEA-5720-4895-A33A-C1750373FF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1" y="2710"/>
              <a:ext cx="0" cy="62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2" name="Line 63">
              <a:extLst>
                <a:ext uri="{FF2B5EF4-FFF2-40B4-BE49-F238E27FC236}">
                  <a16:creationId xmlns:a16="http://schemas.microsoft.com/office/drawing/2014/main" id="{5B1364CA-C10B-4BBD-88B6-0C8285A1C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3" y="2710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3" name="Line 64">
              <a:extLst>
                <a:ext uri="{FF2B5EF4-FFF2-40B4-BE49-F238E27FC236}">
                  <a16:creationId xmlns:a16="http://schemas.microsoft.com/office/drawing/2014/main" id="{3F898B28-303D-4E43-8A08-927FEAE972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7" y="1774"/>
              <a:ext cx="0" cy="134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4" name="Line 65">
              <a:extLst>
                <a:ext uri="{FF2B5EF4-FFF2-40B4-BE49-F238E27FC236}">
                  <a16:creationId xmlns:a16="http://schemas.microsoft.com/office/drawing/2014/main" id="{09798F3B-ED06-4124-8CF4-DF446C2F79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7" y="3106"/>
              <a:ext cx="19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5" name="Line 66">
              <a:extLst>
                <a:ext uri="{FF2B5EF4-FFF2-40B4-BE49-F238E27FC236}">
                  <a16:creationId xmlns:a16="http://schemas.microsoft.com/office/drawing/2014/main" id="{1E8CF503-B2BC-44E9-988E-A94FDA84A3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1" y="2614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6" name="Line 67">
              <a:extLst>
                <a:ext uri="{FF2B5EF4-FFF2-40B4-BE49-F238E27FC236}">
                  <a16:creationId xmlns:a16="http://schemas.microsoft.com/office/drawing/2014/main" id="{518093FD-37F8-43DA-AAA6-6F6EA1F13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1" y="1894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7" name="Line 68">
              <a:extLst>
                <a:ext uri="{FF2B5EF4-FFF2-40B4-BE49-F238E27FC236}">
                  <a16:creationId xmlns:a16="http://schemas.microsoft.com/office/drawing/2014/main" id="{C8857CFF-2D62-4AAD-AC09-BD97D2E8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7" y="1894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8" name="Line 69">
              <a:extLst>
                <a:ext uri="{FF2B5EF4-FFF2-40B4-BE49-F238E27FC236}">
                  <a16:creationId xmlns:a16="http://schemas.microsoft.com/office/drawing/2014/main" id="{AB3954A4-43BC-436C-953D-07C4A55D22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7" y="2422"/>
              <a:ext cx="1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09" name="Line 70">
              <a:extLst>
                <a:ext uri="{FF2B5EF4-FFF2-40B4-BE49-F238E27FC236}">
                  <a16:creationId xmlns:a16="http://schemas.microsoft.com/office/drawing/2014/main" id="{C5473422-7CA5-4A7B-872F-70475AA9A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1" y="3238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10" name="Line 71">
              <a:extLst>
                <a:ext uri="{FF2B5EF4-FFF2-40B4-BE49-F238E27FC236}">
                  <a16:creationId xmlns:a16="http://schemas.microsoft.com/office/drawing/2014/main" id="{414BAB51-EF48-42C6-8B48-7C98A1333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7" y="2710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11" name="Line 72">
              <a:extLst>
                <a:ext uri="{FF2B5EF4-FFF2-40B4-BE49-F238E27FC236}">
                  <a16:creationId xmlns:a16="http://schemas.microsoft.com/office/drawing/2014/main" id="{5757F7D7-2D9D-43D5-A6BD-C76BF89C6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7" y="2710"/>
              <a:ext cx="1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12" name="Line 73">
              <a:extLst>
                <a:ext uri="{FF2B5EF4-FFF2-40B4-BE49-F238E27FC236}">
                  <a16:creationId xmlns:a16="http://schemas.microsoft.com/office/drawing/2014/main" id="{57886C57-93EA-42B5-A999-C75AA54D9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1" y="2614"/>
              <a:ext cx="62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13" name="Rectangle 74">
              <a:extLst>
                <a:ext uri="{FF2B5EF4-FFF2-40B4-BE49-F238E27FC236}">
                  <a16:creationId xmlns:a16="http://schemas.microsoft.com/office/drawing/2014/main" id="{34846794-4E55-455A-A84A-ACCCC4E8C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306"/>
              <a:ext cx="24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</a:t>
              </a:r>
            </a:p>
          </p:txBody>
        </p:sp>
        <p:sp>
          <p:nvSpPr>
            <p:cNvPr id="14414" name="Oval 75">
              <a:extLst>
                <a:ext uri="{FF2B5EF4-FFF2-40B4-BE49-F238E27FC236}">
                  <a16:creationId xmlns:a16="http://schemas.microsoft.com/office/drawing/2014/main" id="{83F4BCDA-2CF9-4847-9717-FA4BBCE39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2443"/>
              <a:ext cx="48" cy="4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15" name="Oval 76">
              <a:extLst>
                <a:ext uri="{FF2B5EF4-FFF2-40B4-BE49-F238E27FC236}">
                  <a16:creationId xmlns:a16="http://schemas.microsoft.com/office/drawing/2014/main" id="{D4210ED1-4951-4A44-B259-01BBE1B17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1627"/>
              <a:ext cx="48" cy="4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16" name="Oval 77">
              <a:extLst>
                <a:ext uri="{FF2B5EF4-FFF2-40B4-BE49-F238E27FC236}">
                  <a16:creationId xmlns:a16="http://schemas.microsoft.com/office/drawing/2014/main" id="{2E16F84F-84EC-4690-A05F-7B28C49C8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521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17" name="Oval 78">
              <a:extLst>
                <a:ext uri="{FF2B5EF4-FFF2-40B4-BE49-F238E27FC236}">
                  <a16:creationId xmlns:a16="http://schemas.microsoft.com/office/drawing/2014/main" id="{F01413A6-750A-49CC-9903-C999C6EBD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3297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18" name="Oval 79">
              <a:extLst>
                <a:ext uri="{FF2B5EF4-FFF2-40B4-BE49-F238E27FC236}">
                  <a16:creationId xmlns:a16="http://schemas.microsoft.com/office/drawing/2014/main" id="{2502F53B-DB47-4E7C-9E84-85091AC44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1748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19" name="Line 80">
              <a:extLst>
                <a:ext uri="{FF2B5EF4-FFF2-40B4-BE49-F238E27FC236}">
                  <a16:creationId xmlns:a16="http://schemas.microsoft.com/office/drawing/2014/main" id="{655DEB01-9E89-417C-8359-BD7A64B856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0" y="2026"/>
              <a:ext cx="0" cy="5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20" name="Oval 81">
              <a:extLst>
                <a:ext uri="{FF2B5EF4-FFF2-40B4-BE49-F238E27FC236}">
                  <a16:creationId xmlns:a16="http://schemas.microsoft.com/office/drawing/2014/main" id="{B0FAEEBF-E046-47FF-971F-D728A3309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2589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21" name="Line 82">
              <a:extLst>
                <a:ext uri="{FF2B5EF4-FFF2-40B4-BE49-F238E27FC236}">
                  <a16:creationId xmlns:a16="http://schemas.microsoft.com/office/drawing/2014/main" id="{0BDD32EF-8CBE-43F0-880B-52BA42B15F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07" y="1775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22" name="Line 83">
              <a:extLst>
                <a:ext uri="{FF2B5EF4-FFF2-40B4-BE49-F238E27FC236}">
                  <a16:creationId xmlns:a16="http://schemas.microsoft.com/office/drawing/2014/main" id="{06F1298A-E2F5-41F6-A8F1-701D274A6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02" y="2556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423" name="Line 84">
              <a:extLst>
                <a:ext uri="{FF2B5EF4-FFF2-40B4-BE49-F238E27FC236}">
                  <a16:creationId xmlns:a16="http://schemas.microsoft.com/office/drawing/2014/main" id="{9E5488A2-0509-476A-B861-30A66CA947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07" y="3334"/>
              <a:ext cx="3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405" name="Group 93">
            <a:extLst>
              <a:ext uri="{FF2B5EF4-FFF2-40B4-BE49-F238E27FC236}">
                <a16:creationId xmlns:a16="http://schemas.microsoft.com/office/drawing/2014/main" id="{1F011D76-9EC5-45C1-92B2-E3891B5C2C58}"/>
              </a:ext>
            </a:extLst>
          </p:cNvPr>
          <p:cNvGrpSpPr>
            <a:grpSpLocks/>
          </p:cNvGrpSpPr>
          <p:nvPr/>
        </p:nvGrpSpPr>
        <p:grpSpPr bwMode="auto">
          <a:xfrm>
            <a:off x="3514725" y="376238"/>
            <a:ext cx="2825750" cy="541337"/>
            <a:chOff x="2496" y="451"/>
            <a:chExt cx="1780" cy="341"/>
          </a:xfrm>
        </p:grpSpPr>
        <p:grpSp>
          <p:nvGrpSpPr>
            <p:cNvPr id="14341" name="Group 86">
              <a:extLst>
                <a:ext uri="{FF2B5EF4-FFF2-40B4-BE49-F238E27FC236}">
                  <a16:creationId xmlns:a16="http://schemas.microsoft.com/office/drawing/2014/main" id="{5BBB3A8B-0734-4400-A947-37948BE7F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92" y="465"/>
              <a:ext cx="1584" cy="327"/>
              <a:chOff x="2454" y="3402"/>
              <a:chExt cx="1584" cy="327"/>
            </a:xfrm>
          </p:grpSpPr>
          <p:sp>
            <p:nvSpPr>
              <p:cNvPr id="14343" name="Text Box 87">
                <a:extLst>
                  <a:ext uri="{FF2B5EF4-FFF2-40B4-BE49-F238E27FC236}">
                    <a16:creationId xmlns:a16="http://schemas.microsoft.com/office/drawing/2014/main" id="{294BA651-0D43-4BB8-90FF-4431F7166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54" y="3402"/>
                <a:ext cx="1584" cy="32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=AB AC BC</a:t>
                </a:r>
              </a:p>
            </p:txBody>
          </p:sp>
          <p:sp>
            <p:nvSpPr>
              <p:cNvPr id="14344" name="Line 88">
                <a:extLst>
                  <a:ext uri="{FF2B5EF4-FFF2-40B4-BE49-F238E27FC236}">
                    <a16:creationId xmlns:a16="http://schemas.microsoft.com/office/drawing/2014/main" id="{5E9B4CDB-E252-401D-AD86-6176F747A8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7" y="3461"/>
                <a:ext cx="2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45" name="Line 89">
                <a:extLst>
                  <a:ext uri="{FF2B5EF4-FFF2-40B4-BE49-F238E27FC236}">
                    <a16:creationId xmlns:a16="http://schemas.microsoft.com/office/drawing/2014/main" id="{E75A546E-F7DD-4AEA-9DD1-8A027B2F97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6" y="3461"/>
                <a:ext cx="2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46" name="Line 90">
                <a:extLst>
                  <a:ext uri="{FF2B5EF4-FFF2-40B4-BE49-F238E27FC236}">
                    <a16:creationId xmlns:a16="http://schemas.microsoft.com/office/drawing/2014/main" id="{3B141FED-B960-40D8-B77A-D32BCD7CF9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2" y="3461"/>
                <a:ext cx="2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4347" name="Line 91">
                <a:extLst>
                  <a:ext uri="{FF2B5EF4-FFF2-40B4-BE49-F238E27FC236}">
                    <a16:creationId xmlns:a16="http://schemas.microsoft.com/office/drawing/2014/main" id="{02AAE7A9-D407-48C4-8AED-57BD96F5BD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8" y="3402"/>
                <a:ext cx="1095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4342" name="Text Box 92">
              <a:extLst>
                <a:ext uri="{FF2B5EF4-FFF2-40B4-BE49-F238E27FC236}">
                  <a16:creationId xmlns:a16="http://schemas.microsoft.com/office/drawing/2014/main" id="{DA3C2EDF-D552-4487-89D3-0A563BB488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451"/>
              <a:ext cx="47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4647619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3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4" grpId="0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5FA87096-B4A2-406A-AF1D-0DE46E63E34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1463" y="322263"/>
            <a:ext cx="1479550" cy="479425"/>
          </a:xfrm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2】</a:t>
            </a:r>
          </a:p>
        </p:txBody>
      </p:sp>
      <p:sp>
        <p:nvSpPr>
          <p:cNvPr id="14340" name="Text Box 4">
            <a:extLst>
              <a:ext uri="{FF2B5EF4-FFF2-40B4-BE49-F238E27FC236}">
                <a16:creationId xmlns:a16="http://schemas.microsoft.com/office/drawing/2014/main" id="{EEE8D871-0F00-4EA1-992A-7534FC4C0C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1000" y="268288"/>
            <a:ext cx="7027863" cy="180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设计一个可控制的组合电路，要求：当控制端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E=0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时，输出端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Y=X</a:t>
            </a:r>
            <a:r>
              <a:rPr kumimoji="1" lang="en-US" altLang="zh-CN" sz="2800" b="1" i="0" u="none" strike="noStrike" kern="1200" cap="none" spc="0" normalizeH="0" baseline="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；当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E=1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时，输出端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Y=3X+5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。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X=AB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为两位的二进制数，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也用二进制数表示。</a:t>
            </a:r>
          </a:p>
        </p:txBody>
      </p:sp>
      <p:grpSp>
        <p:nvGrpSpPr>
          <p:cNvPr id="14409" name="Group 73">
            <a:extLst>
              <a:ext uri="{FF2B5EF4-FFF2-40B4-BE49-F238E27FC236}">
                <a16:creationId xmlns:a16="http://schemas.microsoft.com/office/drawing/2014/main" id="{6F2AF662-AC58-4883-9A47-ABB52851FB06}"/>
              </a:ext>
            </a:extLst>
          </p:cNvPr>
          <p:cNvGrpSpPr>
            <a:grpSpLocks/>
          </p:cNvGrpSpPr>
          <p:nvPr/>
        </p:nvGrpSpPr>
        <p:grpSpPr bwMode="auto">
          <a:xfrm>
            <a:off x="414338" y="1957388"/>
            <a:ext cx="4632325" cy="4564062"/>
            <a:chOff x="261" y="1299"/>
            <a:chExt cx="2918" cy="2875"/>
          </a:xfrm>
        </p:grpSpPr>
        <p:sp>
          <p:nvSpPr>
            <p:cNvPr id="15387" name="Text Box 6">
              <a:extLst>
                <a:ext uri="{FF2B5EF4-FFF2-40B4-BE49-F238E27FC236}">
                  <a16:creationId xmlns:a16="http://schemas.microsoft.com/office/drawing/2014/main" id="{20D127C8-86EE-4DC3-A3DC-00EC47C356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638"/>
              <a:ext cx="69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控制端</a:t>
              </a:r>
            </a:p>
          </p:txBody>
        </p:sp>
        <p:sp>
          <p:nvSpPr>
            <p:cNvPr id="15388" name="Line 7">
              <a:extLst>
                <a:ext uri="{FF2B5EF4-FFF2-40B4-BE49-F238E27FC236}">
                  <a16:creationId xmlns:a16="http://schemas.microsoft.com/office/drawing/2014/main" id="{B00269DA-2AFD-4AD4-9E13-1F740FEAC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" y="1978"/>
              <a:ext cx="0" cy="2160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89" name="Line 8">
              <a:extLst>
                <a:ext uri="{FF2B5EF4-FFF2-40B4-BE49-F238E27FC236}">
                  <a16:creationId xmlns:a16="http://schemas.microsoft.com/office/drawing/2014/main" id="{7C9D1690-AA9F-4FAF-AB9F-4B72388AC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5" y="1983"/>
              <a:ext cx="0" cy="2160"/>
            </a:xfrm>
            <a:prstGeom prst="line">
              <a:avLst/>
            </a:prstGeom>
            <a:noFill/>
            <a:ln w="28575">
              <a:solidFill>
                <a:schemeClr val="accent1">
                  <a:lumMod val="20000"/>
                  <a:lumOff val="80000"/>
                </a:schemeClr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90" name="Line 9">
              <a:extLst>
                <a:ext uri="{FF2B5EF4-FFF2-40B4-BE49-F238E27FC236}">
                  <a16:creationId xmlns:a16="http://schemas.microsoft.com/office/drawing/2014/main" id="{55569CC4-7AA6-4D7A-9D5C-9B888FAD4B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8" y="1968"/>
              <a:ext cx="0" cy="2160"/>
            </a:xfrm>
            <a:prstGeom prst="line">
              <a:avLst/>
            </a:prstGeom>
            <a:noFill/>
            <a:ln w="28575">
              <a:solidFill>
                <a:srgbClr val="1F08F8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91" name="Text Box 10">
              <a:extLst>
                <a:ext uri="{FF2B5EF4-FFF2-40B4-BE49-F238E27FC236}">
                  <a16:creationId xmlns:a16="http://schemas.microsoft.com/office/drawing/2014/main" id="{5B18A6FC-DCD0-4961-AA22-B1275FC89C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5" y="2003"/>
              <a:ext cx="2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</a:t>
              </a:r>
            </a:p>
          </p:txBody>
        </p:sp>
        <p:sp>
          <p:nvSpPr>
            <p:cNvPr id="15392" name="Text Box 11">
              <a:extLst>
                <a:ext uri="{FF2B5EF4-FFF2-40B4-BE49-F238E27FC236}">
                  <a16:creationId xmlns:a16="http://schemas.microsoft.com/office/drawing/2014/main" id="{C10E506A-2776-4B22-8BDB-ED9417B77F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0" y="2003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15393" name="Text Box 12">
              <a:extLst>
                <a:ext uri="{FF2B5EF4-FFF2-40B4-BE49-F238E27FC236}">
                  <a16:creationId xmlns:a16="http://schemas.microsoft.com/office/drawing/2014/main" id="{2737404E-71FF-42D6-BAAD-01EFD4BCF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3" y="2003"/>
              <a:ext cx="2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15394" name="Text Box 14">
              <a:extLst>
                <a:ext uri="{FF2B5EF4-FFF2-40B4-BE49-F238E27FC236}">
                  <a16:creationId xmlns:a16="http://schemas.microsoft.com/office/drawing/2014/main" id="{34DCA670-72AA-4AD5-86BF-B9CEB928A4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1" y="2307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5395" name="Text Box 15">
              <a:extLst>
                <a:ext uri="{FF2B5EF4-FFF2-40B4-BE49-F238E27FC236}">
                  <a16:creationId xmlns:a16="http://schemas.microsoft.com/office/drawing/2014/main" id="{7905E0B7-D9B5-48BC-ADCC-2092E53633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" y="2542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5396" name="Text Box 16">
              <a:extLst>
                <a:ext uri="{FF2B5EF4-FFF2-40B4-BE49-F238E27FC236}">
                  <a16:creationId xmlns:a16="http://schemas.microsoft.com/office/drawing/2014/main" id="{D412C186-1B24-4C9E-BCFA-15C1694B2E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5" y="2773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15397" name="Group 23">
              <a:extLst>
                <a:ext uri="{FF2B5EF4-FFF2-40B4-BE49-F238E27FC236}">
                  <a16:creationId xmlns:a16="http://schemas.microsoft.com/office/drawing/2014/main" id="{0A8127DB-E1DF-4E0A-82FA-B128643367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5" y="2989"/>
              <a:ext cx="222" cy="514"/>
              <a:chOff x="3796" y="2186"/>
              <a:chExt cx="222" cy="514"/>
            </a:xfrm>
          </p:grpSpPr>
          <p:sp>
            <p:nvSpPr>
              <p:cNvPr id="15430" name="Text Box 24">
                <a:extLst>
                  <a:ext uri="{FF2B5EF4-FFF2-40B4-BE49-F238E27FC236}">
                    <a16:creationId xmlns:a16="http://schemas.microsoft.com/office/drawing/2014/main" id="{B3439E45-6114-4405-88AF-06F07D678F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96" y="2186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5431" name="Text Box 25">
                <a:extLst>
                  <a:ext uri="{FF2B5EF4-FFF2-40B4-BE49-F238E27FC236}">
                    <a16:creationId xmlns:a16="http://schemas.microsoft.com/office/drawing/2014/main" id="{3C4BB883-EB98-4FFF-ABD9-BF9D08BF3B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6" y="241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15398" name="Text Box 26">
              <a:extLst>
                <a:ext uri="{FF2B5EF4-FFF2-40B4-BE49-F238E27FC236}">
                  <a16:creationId xmlns:a16="http://schemas.microsoft.com/office/drawing/2014/main" id="{EDBDA778-994C-4F05-AFA7-4712BF161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3659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5399" name="Text Box 27">
              <a:extLst>
                <a:ext uri="{FF2B5EF4-FFF2-40B4-BE49-F238E27FC236}">
                  <a16:creationId xmlns:a16="http://schemas.microsoft.com/office/drawing/2014/main" id="{C3264BD0-AD05-4F78-AEB1-4C8356E26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" y="3873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5400" name="Text Box 28">
              <a:extLst>
                <a:ext uri="{FF2B5EF4-FFF2-40B4-BE49-F238E27FC236}">
                  <a16:creationId xmlns:a16="http://schemas.microsoft.com/office/drawing/2014/main" id="{89385077-4F48-44B3-B512-CDDA2667F9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7" y="2304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5401" name="Text Box 29">
              <a:extLst>
                <a:ext uri="{FF2B5EF4-FFF2-40B4-BE49-F238E27FC236}">
                  <a16:creationId xmlns:a16="http://schemas.microsoft.com/office/drawing/2014/main" id="{BD4BC1A2-75EB-4C62-81F1-0B30AD78B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7" y="2545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5402" name="Text Box 30">
              <a:extLst>
                <a:ext uri="{FF2B5EF4-FFF2-40B4-BE49-F238E27FC236}">
                  <a16:creationId xmlns:a16="http://schemas.microsoft.com/office/drawing/2014/main" id="{2CEF9789-368D-45BD-B18D-68A101A957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" y="3222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5403" name="Text Box 31">
              <a:extLst>
                <a:ext uri="{FF2B5EF4-FFF2-40B4-BE49-F238E27FC236}">
                  <a16:creationId xmlns:a16="http://schemas.microsoft.com/office/drawing/2014/main" id="{E9E064AD-AF96-45D2-864E-B6A0148B2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" y="3654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5404" name="Text Box 32">
              <a:extLst>
                <a:ext uri="{FF2B5EF4-FFF2-40B4-BE49-F238E27FC236}">
                  <a16:creationId xmlns:a16="http://schemas.microsoft.com/office/drawing/2014/main" id="{B39C7006-3756-4072-8141-3C55BFF024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" y="388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5405" name="Text Box 33">
              <a:extLst>
                <a:ext uri="{FF2B5EF4-FFF2-40B4-BE49-F238E27FC236}">
                  <a16:creationId xmlns:a16="http://schemas.microsoft.com/office/drawing/2014/main" id="{533509EE-FA97-4549-8AB0-CF5B924D72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7" y="276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5406" name="Text Box 34">
              <a:extLst>
                <a:ext uri="{FF2B5EF4-FFF2-40B4-BE49-F238E27FC236}">
                  <a16:creationId xmlns:a16="http://schemas.microsoft.com/office/drawing/2014/main" id="{97AFA902-90E9-4EE2-9C2E-F37D17E42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9" y="2984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grpSp>
          <p:nvGrpSpPr>
            <p:cNvPr id="15407" name="Group 35">
              <a:extLst>
                <a:ext uri="{FF2B5EF4-FFF2-40B4-BE49-F238E27FC236}">
                  <a16:creationId xmlns:a16="http://schemas.microsoft.com/office/drawing/2014/main" id="{14B39A58-5A8E-4B3A-9EFD-1FBC0E04D7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3" y="3660"/>
              <a:ext cx="222" cy="514"/>
              <a:chOff x="3796" y="2186"/>
              <a:chExt cx="222" cy="514"/>
            </a:xfrm>
          </p:grpSpPr>
          <p:sp>
            <p:nvSpPr>
              <p:cNvPr id="15428" name="Text Box 36">
                <a:extLst>
                  <a:ext uri="{FF2B5EF4-FFF2-40B4-BE49-F238E27FC236}">
                    <a16:creationId xmlns:a16="http://schemas.microsoft.com/office/drawing/2014/main" id="{8CAF53D1-327E-4939-B533-6FFA8FDF9F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96" y="2186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5429" name="Text Box 37">
                <a:extLst>
                  <a:ext uri="{FF2B5EF4-FFF2-40B4-BE49-F238E27FC236}">
                    <a16:creationId xmlns:a16="http://schemas.microsoft.com/office/drawing/2014/main" id="{1C5A5B9A-A700-4911-929D-D87CD0E2B7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6" y="241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15408" name="Text Box 38">
              <a:extLst>
                <a:ext uri="{FF2B5EF4-FFF2-40B4-BE49-F238E27FC236}">
                  <a16:creationId xmlns:a16="http://schemas.microsoft.com/office/drawing/2014/main" id="{FAFD819D-8E02-4183-B4B3-AB712088B1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1" y="3227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5409" name="Text Box 39">
              <a:extLst>
                <a:ext uri="{FF2B5EF4-FFF2-40B4-BE49-F238E27FC236}">
                  <a16:creationId xmlns:a16="http://schemas.microsoft.com/office/drawing/2014/main" id="{33020B27-A7C2-4777-ABBC-C09938988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1" y="3419"/>
              <a:ext cx="11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15410" name="Group 40">
              <a:extLst>
                <a:ext uri="{FF2B5EF4-FFF2-40B4-BE49-F238E27FC236}">
                  <a16:creationId xmlns:a16="http://schemas.microsoft.com/office/drawing/2014/main" id="{B7DEC85A-E79C-4C2C-AE08-B5E168212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83" y="2749"/>
              <a:ext cx="222" cy="514"/>
              <a:chOff x="3796" y="2186"/>
              <a:chExt cx="222" cy="514"/>
            </a:xfrm>
          </p:grpSpPr>
          <p:sp>
            <p:nvSpPr>
              <p:cNvPr id="15426" name="Text Box 41">
                <a:extLst>
                  <a:ext uri="{FF2B5EF4-FFF2-40B4-BE49-F238E27FC236}">
                    <a16:creationId xmlns:a16="http://schemas.microsoft.com/office/drawing/2014/main" id="{9F02F31F-06F0-4D98-B52A-C02E280AED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96" y="2186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5427" name="Text Box 42">
                <a:extLst>
                  <a:ext uri="{FF2B5EF4-FFF2-40B4-BE49-F238E27FC236}">
                    <a16:creationId xmlns:a16="http://schemas.microsoft.com/office/drawing/2014/main" id="{69FF4C2C-E940-4349-91F5-0C077732A6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6" y="241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15411" name="Group 43">
              <a:extLst>
                <a:ext uri="{FF2B5EF4-FFF2-40B4-BE49-F238E27FC236}">
                  <a16:creationId xmlns:a16="http://schemas.microsoft.com/office/drawing/2014/main" id="{30D54264-C8F6-4D22-94DA-61965E0223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1" y="2305"/>
              <a:ext cx="222" cy="514"/>
              <a:chOff x="3796" y="2186"/>
              <a:chExt cx="222" cy="514"/>
            </a:xfrm>
          </p:grpSpPr>
          <p:sp>
            <p:nvSpPr>
              <p:cNvPr id="15424" name="Text Box 44">
                <a:extLst>
                  <a:ext uri="{FF2B5EF4-FFF2-40B4-BE49-F238E27FC236}">
                    <a16:creationId xmlns:a16="http://schemas.microsoft.com/office/drawing/2014/main" id="{79E8A047-D3B7-439D-9FF2-F88263E9C0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96" y="2186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5425" name="Text Box 45">
                <a:extLst>
                  <a:ext uri="{FF2B5EF4-FFF2-40B4-BE49-F238E27FC236}">
                    <a16:creationId xmlns:a16="http://schemas.microsoft.com/office/drawing/2014/main" id="{40776DBA-AE50-4C03-8959-60964C0E21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6" y="241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15412" name="Text Box 47">
              <a:extLst>
                <a:ext uri="{FF2B5EF4-FFF2-40B4-BE49-F238E27FC236}">
                  <a16:creationId xmlns:a16="http://schemas.microsoft.com/office/drawing/2014/main" id="{EEC4E4C9-0C71-47BC-B2E9-3DF451D5C1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8" y="3444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5413" name="Text Box 48">
              <a:extLst>
                <a:ext uri="{FF2B5EF4-FFF2-40B4-BE49-F238E27FC236}">
                  <a16:creationId xmlns:a16="http://schemas.microsoft.com/office/drawing/2014/main" id="{B85CE44C-B804-4A95-BF78-BA9FE7761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8" y="3438"/>
              <a:ext cx="19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5414" name="Text Box 49">
              <a:extLst>
                <a:ext uri="{FF2B5EF4-FFF2-40B4-BE49-F238E27FC236}">
                  <a16:creationId xmlns:a16="http://schemas.microsoft.com/office/drawing/2014/main" id="{3012B0E8-E7A8-48C6-88AB-465D9FC58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3" y="3439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5415" name="Text Box 51">
              <a:extLst>
                <a:ext uri="{FF2B5EF4-FFF2-40B4-BE49-F238E27FC236}">
                  <a16:creationId xmlns:a16="http://schemas.microsoft.com/office/drawing/2014/main" id="{09A726DA-39FA-4AD5-BC8D-D8ED8B3A98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3" y="1299"/>
              <a:ext cx="11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416" name="Line 52">
              <a:extLst>
                <a:ext uri="{FF2B5EF4-FFF2-40B4-BE49-F238E27FC236}">
                  <a16:creationId xmlns:a16="http://schemas.microsoft.com/office/drawing/2014/main" id="{37292C91-E095-44DE-832C-FB106A4ED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" y="1585"/>
              <a:ext cx="0" cy="432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417" name="Line 53">
              <a:extLst>
                <a:ext uri="{FF2B5EF4-FFF2-40B4-BE49-F238E27FC236}">
                  <a16:creationId xmlns:a16="http://schemas.microsoft.com/office/drawing/2014/main" id="{C8C30762-247B-4CB5-95B5-524419A61B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9" y="1582"/>
              <a:ext cx="0" cy="432"/>
            </a:xfrm>
            <a:prstGeom prst="line">
              <a:avLst/>
            </a:prstGeom>
            <a:noFill/>
            <a:ln w="28575">
              <a:solidFill>
                <a:srgbClr val="1F08F8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418" name="Text Box 54">
              <a:extLst>
                <a:ext uri="{FF2B5EF4-FFF2-40B4-BE49-F238E27FC236}">
                  <a16:creationId xmlns:a16="http://schemas.microsoft.com/office/drawing/2014/main" id="{D2448E16-15A4-47A6-B54D-1A962F6D9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1" y="1661"/>
              <a:ext cx="7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输入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15419" name="Text Box 55">
              <a:extLst>
                <a:ext uri="{FF2B5EF4-FFF2-40B4-BE49-F238E27FC236}">
                  <a16:creationId xmlns:a16="http://schemas.microsoft.com/office/drawing/2014/main" id="{4524F930-D5E0-4BD4-8EE3-14556A0CF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" y="1659"/>
              <a:ext cx="80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输出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  <p:sp>
          <p:nvSpPr>
            <p:cNvPr id="15420" name="Line 56">
              <a:extLst>
                <a:ext uri="{FF2B5EF4-FFF2-40B4-BE49-F238E27FC236}">
                  <a16:creationId xmlns:a16="http://schemas.microsoft.com/office/drawing/2014/main" id="{60DA7608-29C7-46BB-ADB7-26672BA29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" y="4134"/>
              <a:ext cx="2631" cy="0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421" name="Line 57">
              <a:extLst>
                <a:ext uri="{FF2B5EF4-FFF2-40B4-BE49-F238E27FC236}">
                  <a16:creationId xmlns:a16="http://schemas.microsoft.com/office/drawing/2014/main" id="{35437440-0C28-4B4D-B571-B04A0533BE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" y="2262"/>
              <a:ext cx="2824" cy="0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422" name="Line 58">
              <a:extLst>
                <a:ext uri="{FF2B5EF4-FFF2-40B4-BE49-F238E27FC236}">
                  <a16:creationId xmlns:a16="http://schemas.microsoft.com/office/drawing/2014/main" id="{EC87B44D-35A6-420B-96D3-117C2E5F4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" y="1974"/>
              <a:ext cx="2790" cy="0"/>
            </a:xfrm>
            <a:prstGeom prst="line">
              <a:avLst/>
            </a:prstGeom>
            <a:noFill/>
            <a:ln w="28575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423" name="Line 59">
              <a:extLst>
                <a:ext uri="{FF2B5EF4-FFF2-40B4-BE49-F238E27FC236}">
                  <a16:creationId xmlns:a16="http://schemas.microsoft.com/office/drawing/2014/main" id="{A29CFDA7-C06D-488E-9835-148656268C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" y="1588"/>
              <a:ext cx="2730" cy="2"/>
            </a:xfrm>
            <a:prstGeom prst="line">
              <a:avLst/>
            </a:prstGeom>
            <a:noFill/>
            <a:ln w="28575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4397" name="Text Box 61">
            <a:extLst>
              <a:ext uri="{FF2B5EF4-FFF2-40B4-BE49-F238E27FC236}">
                <a16:creationId xmlns:a16="http://schemas.microsoft.com/office/drawing/2014/main" id="{C8D547FD-7E5E-44FB-8869-D1FC8950E8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0075" y="3013075"/>
            <a:ext cx="17938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Y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Y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Y</a:t>
            </a:r>
            <a:r>
              <a: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14398" name="Text Box 62">
            <a:extLst>
              <a:ext uri="{FF2B5EF4-FFF2-40B4-BE49-F238E27FC236}">
                <a16:creationId xmlns:a16="http://schemas.microsoft.com/office/drawing/2014/main" id="{164B6648-5867-4B09-8934-D7DE34A77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3100" y="3498850"/>
            <a:ext cx="17748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0   0   0    0</a:t>
            </a:r>
          </a:p>
        </p:txBody>
      </p:sp>
      <p:sp>
        <p:nvSpPr>
          <p:cNvPr id="14399" name="Text Box 63">
            <a:extLst>
              <a:ext uri="{FF2B5EF4-FFF2-40B4-BE49-F238E27FC236}">
                <a16:creationId xmlns:a16="http://schemas.microsoft.com/office/drawing/2014/main" id="{96D64FE2-FE3B-41AF-A9D2-CA154C7F9D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0563" y="3895725"/>
            <a:ext cx="17748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0   0   0    1</a:t>
            </a:r>
          </a:p>
        </p:txBody>
      </p:sp>
      <p:grpSp>
        <p:nvGrpSpPr>
          <p:cNvPr id="14407" name="Group 71">
            <a:extLst>
              <a:ext uri="{FF2B5EF4-FFF2-40B4-BE49-F238E27FC236}">
                <a16:creationId xmlns:a16="http://schemas.microsoft.com/office/drawing/2014/main" id="{B6564475-0462-46CD-AD5C-771176D8FBED}"/>
              </a:ext>
            </a:extLst>
          </p:cNvPr>
          <p:cNvGrpSpPr>
            <a:grpSpLocks/>
          </p:cNvGrpSpPr>
          <p:nvPr/>
        </p:nvGrpSpPr>
        <p:grpSpPr bwMode="auto">
          <a:xfrm>
            <a:off x="3213100" y="4252913"/>
            <a:ext cx="1792288" cy="833437"/>
            <a:chOff x="2024" y="2745"/>
            <a:chExt cx="1129" cy="525"/>
          </a:xfrm>
        </p:grpSpPr>
        <p:sp>
          <p:nvSpPr>
            <p:cNvPr id="15385" name="Text Box 64">
              <a:extLst>
                <a:ext uri="{FF2B5EF4-FFF2-40B4-BE49-F238E27FC236}">
                  <a16:creationId xmlns:a16="http://schemas.microsoft.com/office/drawing/2014/main" id="{4BABAA53-CA8F-4624-BF50-758EEB41B1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5" y="2745"/>
              <a:ext cx="111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0   1   0    0</a:t>
              </a:r>
            </a:p>
          </p:txBody>
        </p:sp>
        <p:sp>
          <p:nvSpPr>
            <p:cNvPr id="15386" name="Text Box 65">
              <a:extLst>
                <a:ext uri="{FF2B5EF4-FFF2-40B4-BE49-F238E27FC236}">
                  <a16:creationId xmlns:a16="http://schemas.microsoft.com/office/drawing/2014/main" id="{6DFF2C65-9442-40A3-9619-ED7AC15707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4" y="2982"/>
              <a:ext cx="111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1   0   0    1</a:t>
              </a:r>
            </a:p>
          </p:txBody>
        </p:sp>
      </p:grpSp>
      <p:sp>
        <p:nvSpPr>
          <p:cNvPr id="14402" name="Text Box 66">
            <a:extLst>
              <a:ext uri="{FF2B5EF4-FFF2-40B4-BE49-F238E27FC236}">
                <a16:creationId xmlns:a16="http://schemas.microsoft.com/office/drawing/2014/main" id="{E07407C6-D20E-4DB5-81B4-4E7FAC6DA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0563" y="5026025"/>
            <a:ext cx="17748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0   1   0    1</a:t>
            </a:r>
          </a:p>
        </p:txBody>
      </p:sp>
      <p:grpSp>
        <p:nvGrpSpPr>
          <p:cNvPr id="14406" name="Group 70">
            <a:extLst>
              <a:ext uri="{FF2B5EF4-FFF2-40B4-BE49-F238E27FC236}">
                <a16:creationId xmlns:a16="http://schemas.microsoft.com/office/drawing/2014/main" id="{6DB538F4-FFEC-4A4B-B55B-60EB96CB1EEE}"/>
              </a:ext>
            </a:extLst>
          </p:cNvPr>
          <p:cNvGrpSpPr>
            <a:grpSpLocks/>
          </p:cNvGrpSpPr>
          <p:nvPr/>
        </p:nvGrpSpPr>
        <p:grpSpPr bwMode="auto">
          <a:xfrm>
            <a:off x="3228975" y="5384800"/>
            <a:ext cx="1774825" cy="1173163"/>
            <a:chOff x="2023" y="3458"/>
            <a:chExt cx="1118" cy="739"/>
          </a:xfrm>
        </p:grpSpPr>
        <p:sp>
          <p:nvSpPr>
            <p:cNvPr id="15382" name="Text Box 67">
              <a:extLst>
                <a:ext uri="{FF2B5EF4-FFF2-40B4-BE49-F238E27FC236}">
                  <a16:creationId xmlns:a16="http://schemas.microsoft.com/office/drawing/2014/main" id="{B29E3168-E61B-49F9-934E-AD2DD6D6E1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3" y="3458"/>
              <a:ext cx="111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1   0   0    0</a:t>
              </a:r>
            </a:p>
          </p:txBody>
        </p:sp>
        <p:sp>
          <p:nvSpPr>
            <p:cNvPr id="15383" name="Text Box 68">
              <a:extLst>
                <a:ext uri="{FF2B5EF4-FFF2-40B4-BE49-F238E27FC236}">
                  <a16:creationId xmlns:a16="http://schemas.microsoft.com/office/drawing/2014/main" id="{D18927C0-2205-47E6-AE84-7CE598DB1E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3" y="3695"/>
              <a:ext cx="111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1   0   1    1</a:t>
              </a:r>
            </a:p>
          </p:txBody>
        </p:sp>
        <p:sp>
          <p:nvSpPr>
            <p:cNvPr id="15384" name="Text Box 69">
              <a:extLst>
                <a:ext uri="{FF2B5EF4-FFF2-40B4-BE49-F238E27FC236}">
                  <a16:creationId xmlns:a16="http://schemas.microsoft.com/office/drawing/2014/main" id="{9DE4621E-B0A7-47AA-8041-35FAC55C9D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3" y="3909"/>
              <a:ext cx="111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1   1   1    0</a:t>
              </a:r>
            </a:p>
          </p:txBody>
        </p:sp>
      </p:grpSp>
      <p:grpSp>
        <p:nvGrpSpPr>
          <p:cNvPr id="14426" name="Group 90">
            <a:extLst>
              <a:ext uri="{FF2B5EF4-FFF2-40B4-BE49-F238E27FC236}">
                <a16:creationId xmlns:a16="http://schemas.microsoft.com/office/drawing/2014/main" id="{49ECC30F-624E-4478-BBB5-B64B6631D297}"/>
              </a:ext>
            </a:extLst>
          </p:cNvPr>
          <p:cNvGrpSpPr>
            <a:grpSpLocks/>
          </p:cNvGrpSpPr>
          <p:nvPr/>
        </p:nvGrpSpPr>
        <p:grpSpPr bwMode="auto">
          <a:xfrm>
            <a:off x="5414963" y="2474913"/>
            <a:ext cx="3424237" cy="2616200"/>
            <a:chOff x="3411" y="1559"/>
            <a:chExt cx="2157" cy="1648"/>
          </a:xfrm>
        </p:grpSpPr>
        <p:sp>
          <p:nvSpPr>
            <p:cNvPr id="15372" name="Text Box 74">
              <a:extLst>
                <a:ext uri="{FF2B5EF4-FFF2-40B4-BE49-F238E27FC236}">
                  <a16:creationId xmlns:a16="http://schemas.microsoft.com/office/drawing/2014/main" id="{FD4D1C00-C37D-42CF-89C3-26ABAAB9A3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" y="1559"/>
              <a:ext cx="1842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=AB+EA+EB</a:t>
              </a:r>
            </a:p>
          </p:txBody>
        </p:sp>
        <p:sp>
          <p:nvSpPr>
            <p:cNvPr id="15373" name="Text Box 75">
              <a:extLst>
                <a:ext uri="{FF2B5EF4-FFF2-40B4-BE49-F238E27FC236}">
                  <a16:creationId xmlns:a16="http://schemas.microsoft.com/office/drawing/2014/main" id="{F9CD4B3C-4565-4EA2-8C48-0993343315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2" y="1999"/>
              <a:ext cx="2146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=EAB+EAB+EAB</a:t>
              </a:r>
            </a:p>
          </p:txBody>
        </p:sp>
        <p:sp>
          <p:nvSpPr>
            <p:cNvPr id="15374" name="Line 76">
              <a:extLst>
                <a:ext uri="{FF2B5EF4-FFF2-40B4-BE49-F238E27FC236}">
                  <a16:creationId xmlns:a16="http://schemas.microsoft.com/office/drawing/2014/main" id="{C1E800F0-C96A-44E7-9F84-FA5557F7BE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1" y="2044"/>
              <a:ext cx="1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75" name="Line 77">
              <a:extLst>
                <a:ext uri="{FF2B5EF4-FFF2-40B4-BE49-F238E27FC236}">
                  <a16:creationId xmlns:a16="http://schemas.microsoft.com/office/drawing/2014/main" id="{45E0768C-206E-4FCE-BE71-C34E584093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6" y="2044"/>
              <a:ext cx="1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76" name="Line 78">
              <a:extLst>
                <a:ext uri="{FF2B5EF4-FFF2-40B4-BE49-F238E27FC236}">
                  <a16:creationId xmlns:a16="http://schemas.microsoft.com/office/drawing/2014/main" id="{76807BC5-9EC2-42FF-8384-CDE276A6F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8" y="2055"/>
              <a:ext cx="1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77" name="Line 79">
              <a:extLst>
                <a:ext uri="{FF2B5EF4-FFF2-40B4-BE49-F238E27FC236}">
                  <a16:creationId xmlns:a16="http://schemas.microsoft.com/office/drawing/2014/main" id="{76B99A84-0993-4D81-B963-E43133DE4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4" y="2055"/>
              <a:ext cx="1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78" name="Text Box 81">
              <a:extLst>
                <a:ext uri="{FF2B5EF4-FFF2-40B4-BE49-F238E27FC236}">
                  <a16:creationId xmlns:a16="http://schemas.microsoft.com/office/drawing/2014/main" id="{40A1C775-3744-467D-A0CF-46090C905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3" y="2440"/>
              <a:ext cx="1028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=EA</a:t>
              </a:r>
            </a:p>
          </p:txBody>
        </p:sp>
        <p:sp>
          <p:nvSpPr>
            <p:cNvPr id="15379" name="Text Box 83">
              <a:extLst>
                <a:ext uri="{FF2B5EF4-FFF2-40B4-BE49-F238E27FC236}">
                  <a16:creationId xmlns:a16="http://schemas.microsoft.com/office/drawing/2014/main" id="{A05BDE7B-3007-430D-A780-D5ABF041E9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4" y="2880"/>
              <a:ext cx="1367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=EB+EB</a:t>
              </a:r>
            </a:p>
          </p:txBody>
        </p:sp>
        <p:sp>
          <p:nvSpPr>
            <p:cNvPr id="15380" name="Line 84">
              <a:extLst>
                <a:ext uri="{FF2B5EF4-FFF2-40B4-BE49-F238E27FC236}">
                  <a16:creationId xmlns:a16="http://schemas.microsoft.com/office/drawing/2014/main" id="{50D4E056-EBFB-4F40-A296-B8509BD263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" y="2925"/>
              <a:ext cx="1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381" name="Line 85">
              <a:extLst>
                <a:ext uri="{FF2B5EF4-FFF2-40B4-BE49-F238E27FC236}">
                  <a16:creationId xmlns:a16="http://schemas.microsoft.com/office/drawing/2014/main" id="{DEFA28F7-A5A2-4B57-A157-313DC6B28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3" y="2925"/>
              <a:ext cx="1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602605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4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4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4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4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4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4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4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4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4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14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8" grpId="0" autoUpdateAnimBg="0"/>
      <p:bldP spid="14340" grpId="0" autoUpdateAnimBg="0"/>
      <p:bldP spid="14397" grpId="0" autoUpdateAnimBg="0"/>
      <p:bldP spid="14398" grpId="0" autoUpdateAnimBg="0"/>
      <p:bldP spid="14399" grpId="0" autoUpdateAnimBg="0"/>
      <p:bldP spid="14402" grpId="0" autoUpdateAnimBg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C9070794-6DFD-4AA4-B274-3B02165A44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01600" y="285750"/>
            <a:ext cx="1612900" cy="496888"/>
          </a:xfrm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3】</a:t>
            </a:r>
          </a:p>
        </p:txBody>
      </p:sp>
      <p:sp>
        <p:nvSpPr>
          <p:cNvPr id="15364" name="Text Box 4">
            <a:extLst>
              <a:ext uri="{FF2B5EF4-FFF2-40B4-BE49-F238E27FC236}">
                <a16:creationId xmlns:a16="http://schemas.microsoft.com/office/drawing/2014/main" id="{8930995E-541B-4125-AD7C-AF45B8FED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9863" y="250825"/>
            <a:ext cx="7296150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三层楼房，楼道只有一盏灯。试设计该楼道灯控制电路。要求：在每一层均可控制开关。</a:t>
            </a:r>
          </a:p>
        </p:txBody>
      </p:sp>
      <p:grpSp>
        <p:nvGrpSpPr>
          <p:cNvPr id="15373" name="Group 13">
            <a:extLst>
              <a:ext uri="{FF2B5EF4-FFF2-40B4-BE49-F238E27FC236}">
                <a16:creationId xmlns:a16="http://schemas.microsoft.com/office/drawing/2014/main" id="{5D07AE32-E36B-477A-BCF9-8B5F03EC0813}"/>
              </a:ext>
            </a:extLst>
          </p:cNvPr>
          <p:cNvGrpSpPr>
            <a:grpSpLocks/>
          </p:cNvGrpSpPr>
          <p:nvPr/>
        </p:nvGrpSpPr>
        <p:grpSpPr bwMode="auto">
          <a:xfrm>
            <a:off x="341313" y="1293813"/>
            <a:ext cx="4791075" cy="1093787"/>
            <a:chOff x="226" y="926"/>
            <a:chExt cx="3018" cy="689"/>
          </a:xfrm>
        </p:grpSpPr>
        <p:sp>
          <p:nvSpPr>
            <p:cNvPr id="16461" name="Text Box 5">
              <a:extLst>
                <a:ext uri="{FF2B5EF4-FFF2-40B4-BE49-F238E27FC236}">
                  <a16:creationId xmlns:a16="http://schemas.microsoft.com/office/drawing/2014/main" id="{2DDD5F6E-FBE7-47C6-B108-B6F817A2F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" y="1119"/>
              <a:ext cx="175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开关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—A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、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、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</a:p>
          </p:txBody>
        </p:sp>
        <p:sp>
          <p:nvSpPr>
            <p:cNvPr id="16462" name="AutoShape 6">
              <a:extLst>
                <a:ext uri="{FF2B5EF4-FFF2-40B4-BE49-F238E27FC236}">
                  <a16:creationId xmlns:a16="http://schemas.microsoft.com/office/drawing/2014/main" id="{680C0AAC-393A-4BA9-B5B3-D05467622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983"/>
              <a:ext cx="215" cy="632"/>
            </a:xfrm>
            <a:prstGeom prst="leftBrace">
              <a:avLst>
                <a:gd name="adj1" fmla="val 24496"/>
                <a:gd name="adj2" fmla="val 50000"/>
              </a:avLst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463" name="Text Box 9">
              <a:extLst>
                <a:ext uri="{FF2B5EF4-FFF2-40B4-BE49-F238E27FC236}">
                  <a16:creationId xmlns:a16="http://schemas.microsoft.com/office/drawing/2014/main" id="{ECBF0DBB-B8BD-4BFA-A4D6-7B523E0E4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9" y="926"/>
              <a:ext cx="1163" cy="32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合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——“1”</a:t>
              </a:r>
            </a:p>
          </p:txBody>
        </p:sp>
        <p:sp>
          <p:nvSpPr>
            <p:cNvPr id="16464" name="Text Box 10">
              <a:extLst>
                <a:ext uri="{FF2B5EF4-FFF2-40B4-BE49-F238E27FC236}">
                  <a16:creationId xmlns:a16="http://schemas.microsoft.com/office/drawing/2014/main" id="{E39F1C09-5E24-4E5E-A547-3F8881D6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1" y="1287"/>
              <a:ext cx="1163" cy="32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开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——“0”</a:t>
              </a:r>
            </a:p>
          </p:txBody>
        </p:sp>
      </p:grpSp>
      <p:grpSp>
        <p:nvGrpSpPr>
          <p:cNvPr id="15374" name="Group 14">
            <a:extLst>
              <a:ext uri="{FF2B5EF4-FFF2-40B4-BE49-F238E27FC236}">
                <a16:creationId xmlns:a16="http://schemas.microsoft.com/office/drawing/2014/main" id="{3330D3FD-5EE0-44F7-AE9E-18B2482C6491}"/>
              </a:ext>
            </a:extLst>
          </p:cNvPr>
          <p:cNvGrpSpPr>
            <a:grpSpLocks/>
          </p:cNvGrpSpPr>
          <p:nvPr/>
        </p:nvGrpSpPr>
        <p:grpSpPr bwMode="auto">
          <a:xfrm>
            <a:off x="5324475" y="1241425"/>
            <a:ext cx="3244850" cy="1109663"/>
            <a:chOff x="3354" y="882"/>
            <a:chExt cx="2044" cy="699"/>
          </a:xfrm>
        </p:grpSpPr>
        <p:sp>
          <p:nvSpPr>
            <p:cNvPr id="16457" name="Text Box 7">
              <a:extLst>
                <a:ext uri="{FF2B5EF4-FFF2-40B4-BE49-F238E27FC236}">
                  <a16:creationId xmlns:a16="http://schemas.microsoft.com/office/drawing/2014/main" id="{23CD2A70-F8D1-4120-8268-DD1A63571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1" y="1253"/>
              <a:ext cx="1163" cy="32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灭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——“0”</a:t>
              </a:r>
            </a:p>
          </p:txBody>
        </p:sp>
        <p:sp>
          <p:nvSpPr>
            <p:cNvPr id="16458" name="Text Box 8">
              <a:extLst>
                <a:ext uri="{FF2B5EF4-FFF2-40B4-BE49-F238E27FC236}">
                  <a16:creationId xmlns:a16="http://schemas.microsoft.com/office/drawing/2014/main" id="{5CB70DAD-4B2D-4B1A-8ED4-DDDF6378D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5" y="882"/>
              <a:ext cx="1163" cy="32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亮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——“1”</a:t>
              </a:r>
            </a:p>
          </p:txBody>
        </p:sp>
        <p:sp>
          <p:nvSpPr>
            <p:cNvPr id="16459" name="Text Box 11">
              <a:extLst>
                <a:ext uri="{FF2B5EF4-FFF2-40B4-BE49-F238E27FC236}">
                  <a16:creationId xmlns:a16="http://schemas.microsoft.com/office/drawing/2014/main" id="{E662BDBA-0137-47E4-9AA8-6046BDE47E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4" y="1084"/>
              <a:ext cx="926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灯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—Y</a:t>
              </a:r>
            </a:p>
          </p:txBody>
        </p:sp>
        <p:sp>
          <p:nvSpPr>
            <p:cNvPr id="16460" name="AutoShape 12">
              <a:extLst>
                <a:ext uri="{FF2B5EF4-FFF2-40B4-BE49-F238E27FC236}">
                  <a16:creationId xmlns:a16="http://schemas.microsoft.com/office/drawing/2014/main" id="{32EF245E-F8D5-49DE-A637-CA50A013E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904"/>
              <a:ext cx="215" cy="632"/>
            </a:xfrm>
            <a:prstGeom prst="leftBrace">
              <a:avLst>
                <a:gd name="adj1" fmla="val 24496"/>
                <a:gd name="adj2" fmla="val 50000"/>
              </a:avLst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5375" name="Text Box 15">
            <a:extLst>
              <a:ext uri="{FF2B5EF4-FFF2-40B4-BE49-F238E27FC236}">
                <a16:creationId xmlns:a16="http://schemas.microsoft.com/office/drawing/2014/main" id="{98965B6F-46EA-47AF-A5CE-1DE1B54221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475" y="2432050"/>
            <a:ext cx="28305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       Y</a:t>
            </a:r>
          </a:p>
        </p:txBody>
      </p:sp>
      <p:sp>
        <p:nvSpPr>
          <p:cNvPr id="15376" name="Text Box 16">
            <a:extLst>
              <a:ext uri="{FF2B5EF4-FFF2-40B4-BE49-F238E27FC236}">
                <a16:creationId xmlns:a16="http://schemas.microsoft.com/office/drawing/2014/main" id="{1EE4731B-52E7-4373-AFB5-6B27B135B2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475" y="2952750"/>
            <a:ext cx="1828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0     0     0</a:t>
            </a:r>
          </a:p>
        </p:txBody>
      </p:sp>
      <p:sp>
        <p:nvSpPr>
          <p:cNvPr id="15377" name="Text Box 17">
            <a:extLst>
              <a:ext uri="{FF2B5EF4-FFF2-40B4-BE49-F238E27FC236}">
                <a16:creationId xmlns:a16="http://schemas.microsoft.com/office/drawing/2014/main" id="{6B8866AB-287D-4A51-99FF-874427048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688" y="2951163"/>
            <a:ext cx="484187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15381" name="Group 21">
            <a:extLst>
              <a:ext uri="{FF2B5EF4-FFF2-40B4-BE49-F238E27FC236}">
                <a16:creationId xmlns:a16="http://schemas.microsoft.com/office/drawing/2014/main" id="{B4642B58-31AB-4115-B3D3-F04B0133EBC5}"/>
              </a:ext>
            </a:extLst>
          </p:cNvPr>
          <p:cNvGrpSpPr>
            <a:grpSpLocks/>
          </p:cNvGrpSpPr>
          <p:nvPr/>
        </p:nvGrpSpPr>
        <p:grpSpPr bwMode="auto">
          <a:xfrm>
            <a:off x="752475" y="3400425"/>
            <a:ext cx="1846263" cy="1397000"/>
            <a:chOff x="474" y="2395"/>
            <a:chExt cx="1163" cy="880"/>
          </a:xfrm>
        </p:grpSpPr>
        <p:sp>
          <p:nvSpPr>
            <p:cNvPr id="16454" name="Text Box 18">
              <a:extLst>
                <a:ext uri="{FF2B5EF4-FFF2-40B4-BE49-F238E27FC236}">
                  <a16:creationId xmlns:a16="http://schemas.microsoft.com/office/drawing/2014/main" id="{26E0C4DF-EBE1-447A-AFD9-3E5BF6A494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" y="2395"/>
              <a:ext cx="115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0     0     1</a:t>
              </a:r>
            </a:p>
          </p:txBody>
        </p:sp>
        <p:sp>
          <p:nvSpPr>
            <p:cNvPr id="16455" name="Text Box 19">
              <a:extLst>
                <a:ext uri="{FF2B5EF4-FFF2-40B4-BE49-F238E27FC236}">
                  <a16:creationId xmlns:a16="http://schemas.microsoft.com/office/drawing/2014/main" id="{2E08B855-B5CF-4AA9-BD73-299D71BA56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" y="2689"/>
              <a:ext cx="115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0     1     0</a:t>
              </a:r>
            </a:p>
          </p:txBody>
        </p:sp>
        <p:sp>
          <p:nvSpPr>
            <p:cNvPr id="16456" name="Text Box 20">
              <a:extLst>
                <a:ext uri="{FF2B5EF4-FFF2-40B4-BE49-F238E27FC236}">
                  <a16:creationId xmlns:a16="http://schemas.microsoft.com/office/drawing/2014/main" id="{229A25E2-AF42-4377-A5C2-1980896CF2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" y="2948"/>
              <a:ext cx="115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1     0     0</a:t>
              </a:r>
            </a:p>
          </p:txBody>
        </p:sp>
      </p:grpSp>
      <p:sp>
        <p:nvSpPr>
          <p:cNvPr id="15382" name="AutoShape 22">
            <a:extLst>
              <a:ext uri="{FF2B5EF4-FFF2-40B4-BE49-F238E27FC236}">
                <a16:creationId xmlns:a16="http://schemas.microsoft.com/office/drawing/2014/main" id="{70AFF779-F689-409A-B6AB-BE2DB1456D9F}"/>
              </a:ext>
            </a:extLst>
          </p:cNvPr>
          <p:cNvSpPr>
            <a:spLocks/>
          </p:cNvSpPr>
          <p:nvPr/>
        </p:nvSpPr>
        <p:spPr bwMode="auto">
          <a:xfrm>
            <a:off x="2474913" y="3560763"/>
            <a:ext cx="231775" cy="1076325"/>
          </a:xfrm>
          <a:prstGeom prst="rightBrace">
            <a:avLst>
              <a:gd name="adj1" fmla="val 38699"/>
              <a:gd name="adj2" fmla="val 50000"/>
            </a:avLst>
          </a:prstGeom>
          <a:noFill/>
          <a:ln w="38100">
            <a:solidFill>
              <a:srgbClr val="1F08F8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383" name="Text Box 23">
            <a:extLst>
              <a:ext uri="{FF2B5EF4-FFF2-40B4-BE49-F238E27FC236}">
                <a16:creationId xmlns:a16="http://schemas.microsoft.com/office/drawing/2014/main" id="{ED40905A-2206-430F-A121-64CA3D05A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4638" y="3811588"/>
            <a:ext cx="484187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grpSp>
        <p:nvGrpSpPr>
          <p:cNvPr id="15387" name="Group 27">
            <a:extLst>
              <a:ext uri="{FF2B5EF4-FFF2-40B4-BE49-F238E27FC236}">
                <a16:creationId xmlns:a16="http://schemas.microsoft.com/office/drawing/2014/main" id="{982CC071-0B2B-42D1-989A-FCE6BD5E7C47}"/>
              </a:ext>
            </a:extLst>
          </p:cNvPr>
          <p:cNvGrpSpPr>
            <a:grpSpLocks/>
          </p:cNvGrpSpPr>
          <p:nvPr/>
        </p:nvGrpSpPr>
        <p:grpSpPr bwMode="auto">
          <a:xfrm>
            <a:off x="681038" y="4781550"/>
            <a:ext cx="1865312" cy="1522413"/>
            <a:chOff x="429" y="3012"/>
            <a:chExt cx="1175" cy="959"/>
          </a:xfrm>
        </p:grpSpPr>
        <p:sp>
          <p:nvSpPr>
            <p:cNvPr id="16451" name="Text Box 24">
              <a:extLst>
                <a:ext uri="{FF2B5EF4-FFF2-40B4-BE49-F238E27FC236}">
                  <a16:creationId xmlns:a16="http://schemas.microsoft.com/office/drawing/2014/main" id="{02201D57-E557-4813-A73D-DCFF0E4A67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" y="3012"/>
              <a:ext cx="115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0     1     1</a:t>
              </a:r>
            </a:p>
          </p:txBody>
        </p:sp>
        <p:sp>
          <p:nvSpPr>
            <p:cNvPr id="16452" name="Text Box 25">
              <a:extLst>
                <a:ext uri="{FF2B5EF4-FFF2-40B4-BE49-F238E27FC236}">
                  <a16:creationId xmlns:a16="http://schemas.microsoft.com/office/drawing/2014/main" id="{054C789B-0BC5-47C0-99E2-49345E660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" y="3317"/>
              <a:ext cx="115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1     0     1</a:t>
              </a:r>
            </a:p>
          </p:txBody>
        </p:sp>
        <p:sp>
          <p:nvSpPr>
            <p:cNvPr id="16453" name="Text Box 26">
              <a:extLst>
                <a:ext uri="{FF2B5EF4-FFF2-40B4-BE49-F238E27FC236}">
                  <a16:creationId xmlns:a16="http://schemas.microsoft.com/office/drawing/2014/main" id="{E40CD098-0E07-492D-8238-E4C9F6387C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" y="3644"/>
              <a:ext cx="115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1     1     0</a:t>
              </a:r>
            </a:p>
          </p:txBody>
        </p:sp>
      </p:grpSp>
      <p:sp>
        <p:nvSpPr>
          <p:cNvPr id="15388" name="AutoShape 28">
            <a:extLst>
              <a:ext uri="{FF2B5EF4-FFF2-40B4-BE49-F238E27FC236}">
                <a16:creationId xmlns:a16="http://schemas.microsoft.com/office/drawing/2014/main" id="{BA65442F-5473-40C3-A54F-E4E636D68281}"/>
              </a:ext>
            </a:extLst>
          </p:cNvPr>
          <p:cNvSpPr>
            <a:spLocks/>
          </p:cNvSpPr>
          <p:nvPr/>
        </p:nvSpPr>
        <p:spPr bwMode="auto">
          <a:xfrm>
            <a:off x="2349500" y="5013325"/>
            <a:ext cx="231775" cy="1076325"/>
          </a:xfrm>
          <a:prstGeom prst="rightBrace">
            <a:avLst>
              <a:gd name="adj1" fmla="val 38699"/>
              <a:gd name="adj2" fmla="val 50000"/>
            </a:avLst>
          </a:prstGeom>
          <a:noFill/>
          <a:ln w="38100">
            <a:solidFill>
              <a:srgbClr val="1F08F8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389" name="Text Box 29">
            <a:extLst>
              <a:ext uri="{FF2B5EF4-FFF2-40B4-BE49-F238E27FC236}">
                <a16:creationId xmlns:a16="http://schemas.microsoft.com/office/drawing/2014/main" id="{FA981881-F200-43A3-869B-9CDF6BC3A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5250" y="5353050"/>
            <a:ext cx="484188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15390" name="Text Box 30">
            <a:extLst>
              <a:ext uri="{FF2B5EF4-FFF2-40B4-BE49-F238E27FC236}">
                <a16:creationId xmlns:a16="http://schemas.microsoft.com/office/drawing/2014/main" id="{EB988FE5-B623-4581-84F6-29E0F2CD89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988" y="6194425"/>
            <a:ext cx="1828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1     1     1</a:t>
            </a:r>
          </a:p>
        </p:txBody>
      </p:sp>
      <p:sp>
        <p:nvSpPr>
          <p:cNvPr id="15391" name="Text Box 31">
            <a:extLst>
              <a:ext uri="{FF2B5EF4-FFF2-40B4-BE49-F238E27FC236}">
                <a16:creationId xmlns:a16="http://schemas.microsoft.com/office/drawing/2014/main" id="{E728FB4A-02BB-4AB4-B554-541DA72A02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0" y="6192838"/>
            <a:ext cx="48418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grpSp>
        <p:nvGrpSpPr>
          <p:cNvPr id="15392" name="Group 32">
            <a:extLst>
              <a:ext uri="{FF2B5EF4-FFF2-40B4-BE49-F238E27FC236}">
                <a16:creationId xmlns:a16="http://schemas.microsoft.com/office/drawing/2014/main" id="{68967862-C52B-4355-994B-B88E14410D28}"/>
              </a:ext>
            </a:extLst>
          </p:cNvPr>
          <p:cNvGrpSpPr>
            <a:grpSpLocks/>
          </p:cNvGrpSpPr>
          <p:nvPr/>
        </p:nvGrpSpPr>
        <p:grpSpPr bwMode="auto">
          <a:xfrm>
            <a:off x="4468813" y="3165475"/>
            <a:ext cx="2012950" cy="2978150"/>
            <a:chOff x="3282" y="1559"/>
            <a:chExt cx="1268" cy="1876"/>
          </a:xfrm>
        </p:grpSpPr>
        <p:sp>
          <p:nvSpPr>
            <p:cNvPr id="16402" name="Line 33">
              <a:extLst>
                <a:ext uri="{FF2B5EF4-FFF2-40B4-BE49-F238E27FC236}">
                  <a16:creationId xmlns:a16="http://schemas.microsoft.com/office/drawing/2014/main" id="{B5040B91-596E-4014-8FAC-6FFF6DA0DB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6" y="1602"/>
              <a:ext cx="1234" cy="0"/>
            </a:xfrm>
            <a:prstGeom prst="line">
              <a:avLst/>
            </a:prstGeom>
            <a:noFill/>
            <a:ln w="38100">
              <a:solidFill>
                <a:srgbClr val="FF99FF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403" name="Line 34">
              <a:extLst>
                <a:ext uri="{FF2B5EF4-FFF2-40B4-BE49-F238E27FC236}">
                  <a16:creationId xmlns:a16="http://schemas.microsoft.com/office/drawing/2014/main" id="{94698F77-D624-4A43-9777-A21771049C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6" y="1882"/>
              <a:ext cx="1213" cy="0"/>
            </a:xfrm>
            <a:prstGeom prst="line">
              <a:avLst/>
            </a:prstGeom>
            <a:noFill/>
            <a:ln w="38100">
              <a:solidFill>
                <a:srgbClr val="FF99FF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404" name="Line 35">
              <a:extLst>
                <a:ext uri="{FF2B5EF4-FFF2-40B4-BE49-F238E27FC236}">
                  <a16:creationId xmlns:a16="http://schemas.microsoft.com/office/drawing/2014/main" id="{1E8590E4-3111-483F-98B7-77418A5F49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6" y="3399"/>
              <a:ext cx="1244" cy="0"/>
            </a:xfrm>
            <a:prstGeom prst="line">
              <a:avLst/>
            </a:prstGeom>
            <a:noFill/>
            <a:ln w="38100">
              <a:solidFill>
                <a:srgbClr val="FF99FF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405" name="Line 36">
              <a:extLst>
                <a:ext uri="{FF2B5EF4-FFF2-40B4-BE49-F238E27FC236}">
                  <a16:creationId xmlns:a16="http://schemas.microsoft.com/office/drawing/2014/main" id="{B87A2E45-51C1-48B9-9F5C-2725DCD1FA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1602"/>
              <a:ext cx="0" cy="1797"/>
            </a:xfrm>
            <a:prstGeom prst="line">
              <a:avLst/>
            </a:prstGeom>
            <a:noFill/>
            <a:ln w="38100">
              <a:solidFill>
                <a:srgbClr val="FF99FF"/>
              </a:solidFill>
              <a:round/>
              <a:headEnd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406" name="Text Box 37">
              <a:extLst>
                <a:ext uri="{FF2B5EF4-FFF2-40B4-BE49-F238E27FC236}">
                  <a16:creationId xmlns:a16="http://schemas.microsoft.com/office/drawing/2014/main" id="{9865D675-2B69-4268-9C3B-F063018D45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2" y="1559"/>
              <a:ext cx="27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16407" name="Text Box 38">
              <a:extLst>
                <a:ext uri="{FF2B5EF4-FFF2-40B4-BE49-F238E27FC236}">
                  <a16:creationId xmlns:a16="http://schemas.microsoft.com/office/drawing/2014/main" id="{DE2414E2-AF74-4CAB-8C7D-56AB322CE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1559"/>
              <a:ext cx="26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16408" name="Text Box 39">
              <a:extLst>
                <a:ext uri="{FF2B5EF4-FFF2-40B4-BE49-F238E27FC236}">
                  <a16:creationId xmlns:a16="http://schemas.microsoft.com/office/drawing/2014/main" id="{51D99065-0072-422A-A81A-B05CB3A466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28" y="1559"/>
              <a:ext cx="27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</a:p>
          </p:txBody>
        </p:sp>
        <p:sp>
          <p:nvSpPr>
            <p:cNvPr id="16409" name="Text Box 40">
              <a:extLst>
                <a:ext uri="{FF2B5EF4-FFF2-40B4-BE49-F238E27FC236}">
                  <a16:creationId xmlns:a16="http://schemas.microsoft.com/office/drawing/2014/main" id="{81A38F1F-EBAD-40F7-9928-7DE3BB99B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9" y="1559"/>
              <a:ext cx="27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  <p:sp>
          <p:nvSpPr>
            <p:cNvPr id="16410" name="Text Box 41">
              <a:extLst>
                <a:ext uri="{FF2B5EF4-FFF2-40B4-BE49-F238E27FC236}">
                  <a16:creationId xmlns:a16="http://schemas.microsoft.com/office/drawing/2014/main" id="{4D7C3858-6409-41A6-BBAE-A166FBB2D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7" y="1828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6411" name="Text Box 42">
              <a:extLst>
                <a:ext uri="{FF2B5EF4-FFF2-40B4-BE49-F238E27FC236}">
                  <a16:creationId xmlns:a16="http://schemas.microsoft.com/office/drawing/2014/main" id="{4D95B273-7A3E-47DF-AD44-D9A23A699E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8" y="2020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6412" name="Text Box 43">
              <a:extLst>
                <a:ext uri="{FF2B5EF4-FFF2-40B4-BE49-F238E27FC236}">
                  <a16:creationId xmlns:a16="http://schemas.microsoft.com/office/drawing/2014/main" id="{4105ECF7-D327-451B-8310-C8583CA63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8" y="2199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6413" name="Text Box 44">
              <a:extLst>
                <a:ext uri="{FF2B5EF4-FFF2-40B4-BE49-F238E27FC236}">
                  <a16:creationId xmlns:a16="http://schemas.microsoft.com/office/drawing/2014/main" id="{3288A2E1-7022-4714-ACF4-1A323CE0C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2150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6414" name="Text Box 45">
              <a:extLst>
                <a:ext uri="{FF2B5EF4-FFF2-40B4-BE49-F238E27FC236}">
                  <a16:creationId xmlns:a16="http://schemas.microsoft.com/office/drawing/2014/main" id="{A87C1AFD-0BAF-4984-A214-F0D18C7462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1791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6415" name="Text Box 46">
              <a:extLst>
                <a:ext uri="{FF2B5EF4-FFF2-40B4-BE49-F238E27FC236}">
                  <a16:creationId xmlns:a16="http://schemas.microsoft.com/office/drawing/2014/main" id="{84470DBD-F4FE-4672-85A9-2ECEDBE678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1966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6416" name="Text Box 47">
              <a:extLst>
                <a:ext uri="{FF2B5EF4-FFF2-40B4-BE49-F238E27FC236}">
                  <a16:creationId xmlns:a16="http://schemas.microsoft.com/office/drawing/2014/main" id="{A503F73C-D9E3-4B53-B34A-89D9619C7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2560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6417" name="Text Box 48">
              <a:extLst>
                <a:ext uri="{FF2B5EF4-FFF2-40B4-BE49-F238E27FC236}">
                  <a16:creationId xmlns:a16="http://schemas.microsoft.com/office/drawing/2014/main" id="{A0E8969E-E678-44E0-B1F8-D9DF6CAF4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2350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6418" name="Text Box 49">
              <a:extLst>
                <a:ext uri="{FF2B5EF4-FFF2-40B4-BE49-F238E27FC236}">
                  <a16:creationId xmlns:a16="http://schemas.microsoft.com/office/drawing/2014/main" id="{07F4A403-0293-4730-B948-4E302CD8A5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4" y="2739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6419" name="Text Box 50">
              <a:extLst>
                <a:ext uri="{FF2B5EF4-FFF2-40B4-BE49-F238E27FC236}">
                  <a16:creationId xmlns:a16="http://schemas.microsoft.com/office/drawing/2014/main" id="{06538DAF-1B7F-449C-AD0C-03E082EE2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2928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16420" name="Group 51">
              <a:extLst>
                <a:ext uri="{FF2B5EF4-FFF2-40B4-BE49-F238E27FC236}">
                  <a16:creationId xmlns:a16="http://schemas.microsoft.com/office/drawing/2014/main" id="{818F504B-2F6C-4BB7-903D-5DF44AFE7F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17" y="2379"/>
              <a:ext cx="238" cy="516"/>
              <a:chOff x="3758" y="2134"/>
              <a:chExt cx="297" cy="620"/>
            </a:xfrm>
          </p:grpSpPr>
          <p:sp>
            <p:nvSpPr>
              <p:cNvPr id="16449" name="Text Box 52">
                <a:extLst>
                  <a:ext uri="{FF2B5EF4-FFF2-40B4-BE49-F238E27FC236}">
                    <a16:creationId xmlns:a16="http://schemas.microsoft.com/office/drawing/2014/main" id="{AE308171-4C15-4781-92AB-5662EC2276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8" y="2134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6450" name="Text Box 53">
                <a:extLst>
                  <a:ext uri="{FF2B5EF4-FFF2-40B4-BE49-F238E27FC236}">
                    <a16:creationId xmlns:a16="http://schemas.microsoft.com/office/drawing/2014/main" id="{F971897D-D3EB-4AF2-AE43-DC93702DE4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0" y="2361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16421" name="Text Box 54">
              <a:extLst>
                <a:ext uri="{FF2B5EF4-FFF2-40B4-BE49-F238E27FC236}">
                  <a16:creationId xmlns:a16="http://schemas.microsoft.com/office/drawing/2014/main" id="{162DAE44-AAA1-4FDC-A0A1-51EBA080AF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8" y="2745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6422" name="Text Box 55">
              <a:extLst>
                <a:ext uri="{FF2B5EF4-FFF2-40B4-BE49-F238E27FC236}">
                  <a16:creationId xmlns:a16="http://schemas.microsoft.com/office/drawing/2014/main" id="{1058B94A-50E9-4B4E-AF81-1A63F2CD8D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4" y="2919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6423" name="Text Box 56">
              <a:extLst>
                <a:ext uri="{FF2B5EF4-FFF2-40B4-BE49-F238E27FC236}">
                  <a16:creationId xmlns:a16="http://schemas.microsoft.com/office/drawing/2014/main" id="{36EADF69-944F-4EBF-BA45-E512533D4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8" y="3098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6424" name="Text Box 57">
              <a:extLst>
                <a:ext uri="{FF2B5EF4-FFF2-40B4-BE49-F238E27FC236}">
                  <a16:creationId xmlns:a16="http://schemas.microsoft.com/office/drawing/2014/main" id="{5CECEA2E-0EAE-4768-AB72-2D166FD9A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1" y="1831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6425" name="Text Box 58">
              <a:extLst>
                <a:ext uri="{FF2B5EF4-FFF2-40B4-BE49-F238E27FC236}">
                  <a16:creationId xmlns:a16="http://schemas.microsoft.com/office/drawing/2014/main" id="{2040845F-494E-4695-A2AD-B79DB7C66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1" y="2010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6426" name="Text Box 59">
              <a:extLst>
                <a:ext uri="{FF2B5EF4-FFF2-40B4-BE49-F238E27FC236}">
                  <a16:creationId xmlns:a16="http://schemas.microsoft.com/office/drawing/2014/main" id="{1FAFD9D5-909F-4C82-AF40-6F8FC8312A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0" y="2557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6427" name="Text Box 60">
              <a:extLst>
                <a:ext uri="{FF2B5EF4-FFF2-40B4-BE49-F238E27FC236}">
                  <a16:creationId xmlns:a16="http://schemas.microsoft.com/office/drawing/2014/main" id="{7C1B635E-5855-46D5-B657-72921B61CA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1" y="2739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grpSp>
          <p:nvGrpSpPr>
            <p:cNvPr id="16428" name="Group 61">
              <a:extLst>
                <a:ext uri="{FF2B5EF4-FFF2-40B4-BE49-F238E27FC236}">
                  <a16:creationId xmlns:a16="http://schemas.microsoft.com/office/drawing/2014/main" id="{E1219427-B4A3-4AFE-901D-3E727A061B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1" y="2909"/>
              <a:ext cx="230" cy="504"/>
              <a:chOff x="3769" y="2361"/>
              <a:chExt cx="288" cy="606"/>
            </a:xfrm>
          </p:grpSpPr>
          <p:sp>
            <p:nvSpPr>
              <p:cNvPr id="16447" name="Text Box 62">
                <a:extLst>
                  <a:ext uri="{FF2B5EF4-FFF2-40B4-BE49-F238E27FC236}">
                    <a16:creationId xmlns:a16="http://schemas.microsoft.com/office/drawing/2014/main" id="{A8A230DA-BFD2-4037-A6F8-8286BDF59E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9" y="2361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6448" name="Text Box 63">
                <a:extLst>
                  <a:ext uri="{FF2B5EF4-FFF2-40B4-BE49-F238E27FC236}">
                    <a16:creationId xmlns:a16="http://schemas.microsoft.com/office/drawing/2014/main" id="{F7F58D06-3A9E-4998-99C6-D9EF2735E7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2574"/>
                <a:ext cx="286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16429" name="Group 64">
              <a:extLst>
                <a:ext uri="{FF2B5EF4-FFF2-40B4-BE49-F238E27FC236}">
                  <a16:creationId xmlns:a16="http://schemas.microsoft.com/office/drawing/2014/main" id="{7C936F37-D192-48F0-B9FE-6379E4623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1" y="2190"/>
              <a:ext cx="230" cy="503"/>
              <a:chOff x="3769" y="2361"/>
              <a:chExt cx="288" cy="604"/>
            </a:xfrm>
          </p:grpSpPr>
          <p:sp>
            <p:nvSpPr>
              <p:cNvPr id="16445" name="Text Box 65">
                <a:extLst>
                  <a:ext uri="{FF2B5EF4-FFF2-40B4-BE49-F238E27FC236}">
                    <a16:creationId xmlns:a16="http://schemas.microsoft.com/office/drawing/2014/main" id="{457F1FD9-387B-49AC-BCFA-185DE8AD39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9" y="2361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6446" name="Text Box 66">
                <a:extLst>
                  <a:ext uri="{FF2B5EF4-FFF2-40B4-BE49-F238E27FC236}">
                    <a16:creationId xmlns:a16="http://schemas.microsoft.com/office/drawing/2014/main" id="{4BB491B7-A235-4964-850A-098263AF4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2572"/>
                <a:ext cx="286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16430" name="Group 67">
              <a:extLst>
                <a:ext uri="{FF2B5EF4-FFF2-40B4-BE49-F238E27FC236}">
                  <a16:creationId xmlns:a16="http://schemas.microsoft.com/office/drawing/2014/main" id="{DFE846AC-D5CB-4922-9911-A8FA8A6DC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2" y="2909"/>
              <a:ext cx="238" cy="514"/>
              <a:chOff x="3757" y="2135"/>
              <a:chExt cx="298" cy="618"/>
            </a:xfrm>
          </p:grpSpPr>
          <p:sp>
            <p:nvSpPr>
              <p:cNvPr id="16443" name="Text Box 68">
                <a:extLst>
                  <a:ext uri="{FF2B5EF4-FFF2-40B4-BE49-F238E27FC236}">
                    <a16:creationId xmlns:a16="http://schemas.microsoft.com/office/drawing/2014/main" id="{758AF3E1-178B-4558-8186-E80CEC0EC4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7" y="2135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6444" name="Text Box 69">
                <a:extLst>
                  <a:ext uri="{FF2B5EF4-FFF2-40B4-BE49-F238E27FC236}">
                    <a16:creationId xmlns:a16="http://schemas.microsoft.com/office/drawing/2014/main" id="{B78767F3-993A-4D41-8558-5951B65E21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0" y="2360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16431" name="Group 70">
              <a:extLst>
                <a:ext uri="{FF2B5EF4-FFF2-40B4-BE49-F238E27FC236}">
                  <a16:creationId xmlns:a16="http://schemas.microsoft.com/office/drawing/2014/main" id="{15E07FAB-4A4C-48CC-AB7F-C59A76CEAB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2" y="2550"/>
              <a:ext cx="238" cy="515"/>
              <a:chOff x="3757" y="2136"/>
              <a:chExt cx="298" cy="618"/>
            </a:xfrm>
          </p:grpSpPr>
          <p:sp>
            <p:nvSpPr>
              <p:cNvPr id="16441" name="Text Box 71">
                <a:extLst>
                  <a:ext uri="{FF2B5EF4-FFF2-40B4-BE49-F238E27FC236}">
                    <a16:creationId xmlns:a16="http://schemas.microsoft.com/office/drawing/2014/main" id="{61C1FE9B-62A2-46D6-BB4E-75382C5C84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7" y="2136"/>
                <a:ext cx="285" cy="3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6442" name="Text Box 72">
                <a:extLst>
                  <a:ext uri="{FF2B5EF4-FFF2-40B4-BE49-F238E27FC236}">
                    <a16:creationId xmlns:a16="http://schemas.microsoft.com/office/drawing/2014/main" id="{4C222821-CAD1-44BB-8769-8FC72E7F65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0" y="2362"/>
                <a:ext cx="285" cy="3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16432" name="Group 73">
              <a:extLst>
                <a:ext uri="{FF2B5EF4-FFF2-40B4-BE49-F238E27FC236}">
                  <a16:creationId xmlns:a16="http://schemas.microsoft.com/office/drawing/2014/main" id="{26488E7B-9DAF-4974-BF16-66DEE6754F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2" y="2179"/>
              <a:ext cx="238" cy="516"/>
              <a:chOff x="3757" y="2134"/>
              <a:chExt cx="298" cy="620"/>
            </a:xfrm>
          </p:grpSpPr>
          <p:sp>
            <p:nvSpPr>
              <p:cNvPr id="16439" name="Text Box 74">
                <a:extLst>
                  <a:ext uri="{FF2B5EF4-FFF2-40B4-BE49-F238E27FC236}">
                    <a16:creationId xmlns:a16="http://schemas.microsoft.com/office/drawing/2014/main" id="{873E3919-FFE2-40B6-B1B0-ED67A473E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7" y="2134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6440" name="Text Box 75">
                <a:extLst>
                  <a:ext uri="{FF2B5EF4-FFF2-40B4-BE49-F238E27FC236}">
                    <a16:creationId xmlns:a16="http://schemas.microsoft.com/office/drawing/2014/main" id="{479B3E6F-3D3B-4ED8-8815-FDD08C4323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0" y="2361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16433" name="Group 76">
              <a:extLst>
                <a:ext uri="{FF2B5EF4-FFF2-40B4-BE49-F238E27FC236}">
                  <a16:creationId xmlns:a16="http://schemas.microsoft.com/office/drawing/2014/main" id="{E3B85696-C388-438D-9B0E-7E73982A11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3" y="1810"/>
              <a:ext cx="237" cy="516"/>
              <a:chOff x="3758" y="2134"/>
              <a:chExt cx="296" cy="620"/>
            </a:xfrm>
          </p:grpSpPr>
          <p:sp>
            <p:nvSpPr>
              <p:cNvPr id="16437" name="Text Box 77">
                <a:extLst>
                  <a:ext uri="{FF2B5EF4-FFF2-40B4-BE49-F238E27FC236}">
                    <a16:creationId xmlns:a16="http://schemas.microsoft.com/office/drawing/2014/main" id="{9C57E312-A08C-483A-8F75-AFEF4F28D1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8" y="2134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6438" name="Text Box 78">
                <a:extLst>
                  <a:ext uri="{FF2B5EF4-FFF2-40B4-BE49-F238E27FC236}">
                    <a16:creationId xmlns:a16="http://schemas.microsoft.com/office/drawing/2014/main" id="{F83D9A61-6085-4A9C-B575-7E827325AA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9" y="2361"/>
                <a:ext cx="285" cy="3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FF"/>
                    </a:solidFill>
                    <a:miter lim="800000"/>
                    <a:headEnd/>
                    <a:tailEnd type="none" w="sm" len="lg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16434" name="Text Box 79">
              <a:extLst>
                <a:ext uri="{FF2B5EF4-FFF2-40B4-BE49-F238E27FC236}">
                  <a16:creationId xmlns:a16="http://schemas.microsoft.com/office/drawing/2014/main" id="{FA1EE1DD-64DF-48D7-ACFE-98F45CF4F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6" y="3108"/>
              <a:ext cx="22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FF"/>
                  </a:solidFill>
                  <a:miter lim="800000"/>
                  <a:headEnd/>
                  <a:tailEnd type="none" w="sm" len="lg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6435" name="Line 80">
              <a:extLst>
                <a:ext uri="{FF2B5EF4-FFF2-40B4-BE49-F238E27FC236}">
                  <a16:creationId xmlns:a16="http://schemas.microsoft.com/office/drawing/2014/main" id="{5C3682D9-A920-4895-ACDD-69F836D38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5" y="1602"/>
              <a:ext cx="0" cy="1802"/>
            </a:xfrm>
            <a:prstGeom prst="line">
              <a:avLst/>
            </a:prstGeom>
            <a:noFill/>
            <a:ln w="38100">
              <a:solidFill>
                <a:srgbClr val="FF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436" name="Line 81">
              <a:extLst>
                <a:ext uri="{FF2B5EF4-FFF2-40B4-BE49-F238E27FC236}">
                  <a16:creationId xmlns:a16="http://schemas.microsoft.com/office/drawing/2014/main" id="{5E512723-77AB-489F-BC0F-7C1568A789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99" y="1592"/>
              <a:ext cx="0" cy="1812"/>
            </a:xfrm>
            <a:prstGeom prst="line">
              <a:avLst/>
            </a:prstGeom>
            <a:noFill/>
            <a:ln w="38100">
              <a:solidFill>
                <a:srgbClr val="FF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741767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5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5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5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5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5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5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5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5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15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52" dur="500"/>
                                        <p:tgtEl>
                                          <p:spTgt spid="15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15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5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4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66" dur="500"/>
                                        <p:tgtEl>
                                          <p:spTgt spid="15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5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3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75" dur="500"/>
                                        <p:tgtEl>
                                          <p:spTgt spid="15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0" dur="500"/>
                                        <p:tgtEl>
                                          <p:spTgt spid="15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2" grpId="0" autoUpdateAnimBg="0"/>
      <p:bldP spid="15364" grpId="0" autoUpdateAnimBg="0"/>
      <p:bldP spid="15375" grpId="0" autoUpdateAnimBg="0"/>
      <p:bldP spid="15376" grpId="0" autoUpdateAnimBg="0"/>
      <p:bldP spid="15377" grpId="0" autoUpdateAnimBg="0"/>
      <p:bldP spid="15382" grpId="0" animBg="1"/>
      <p:bldP spid="15383" grpId="0" autoUpdateAnimBg="0"/>
      <p:bldP spid="15388" grpId="0" animBg="1"/>
      <p:bldP spid="15389" grpId="0" autoUpdateAnimBg="0"/>
      <p:bldP spid="15390" grpId="0" autoUpdateAnimBg="0"/>
      <p:bldP spid="15391" grpId="0" autoUpdateAnimBg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2">
            <a:extLst>
              <a:ext uri="{FF2B5EF4-FFF2-40B4-BE49-F238E27FC236}">
                <a16:creationId xmlns:a16="http://schemas.microsoft.com/office/drawing/2014/main" id="{6EEEDF90-41AE-4651-9BAB-DB882646173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87326" y="790723"/>
            <a:ext cx="2895600" cy="604837"/>
          </a:xfrm>
          <a:ln>
            <a:noFill/>
          </a:ln>
        </p:spPr>
        <p:txBody>
          <a:bodyPr/>
          <a:lstStyle/>
          <a:p>
            <a:pPr algn="l" eaLnBrk="1" hangingPunct="1">
              <a:defRPr/>
            </a:pPr>
            <a:r>
              <a:rPr lang="zh-CN" altLang="en-US" sz="3200" b="1" dirty="0">
                <a:solidFill>
                  <a:srgbClr val="1F08F8"/>
                </a:solidFill>
              </a:rPr>
              <a:t>一、译码器</a:t>
            </a:r>
          </a:p>
        </p:txBody>
      </p:sp>
      <p:sp>
        <p:nvSpPr>
          <p:cNvPr id="238595" name="Text Box 3">
            <a:extLst>
              <a:ext uri="{FF2B5EF4-FFF2-40B4-BE49-F238E27FC236}">
                <a16:creationId xmlns:a16="http://schemas.microsoft.com/office/drawing/2014/main" id="{94A5B6D8-D669-4F6E-BB8C-EA4A02C95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063" y="1478109"/>
            <a:ext cx="8140700" cy="116046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译码器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——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将输入代码转换成特定的输出状态的逻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     辑电路</a:t>
            </a:r>
          </a:p>
        </p:txBody>
      </p:sp>
      <p:grpSp>
        <p:nvGrpSpPr>
          <p:cNvPr id="238596" name="Group 4">
            <a:extLst>
              <a:ext uri="{FF2B5EF4-FFF2-40B4-BE49-F238E27FC236}">
                <a16:creationId xmlns:a16="http://schemas.microsoft.com/office/drawing/2014/main" id="{D6031447-9967-435D-9C86-61C4FD669E67}"/>
              </a:ext>
            </a:extLst>
          </p:cNvPr>
          <p:cNvGrpSpPr>
            <a:grpSpLocks/>
          </p:cNvGrpSpPr>
          <p:nvPr/>
        </p:nvGrpSpPr>
        <p:grpSpPr bwMode="auto">
          <a:xfrm>
            <a:off x="1792288" y="2589213"/>
            <a:ext cx="4902200" cy="2852737"/>
            <a:chOff x="1129" y="1631"/>
            <a:chExt cx="3088" cy="1797"/>
          </a:xfrm>
        </p:grpSpPr>
        <p:sp>
          <p:nvSpPr>
            <p:cNvPr id="27653" name="Rectangle 5">
              <a:extLst>
                <a:ext uri="{FF2B5EF4-FFF2-40B4-BE49-F238E27FC236}">
                  <a16:creationId xmlns:a16="http://schemas.microsoft.com/office/drawing/2014/main" id="{B0E3BFB2-98C9-4308-AA71-E6E2F89A6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1835"/>
              <a:ext cx="554" cy="108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54" name="Freeform 6">
              <a:extLst>
                <a:ext uri="{FF2B5EF4-FFF2-40B4-BE49-F238E27FC236}">
                  <a16:creationId xmlns:a16="http://schemas.microsoft.com/office/drawing/2014/main" id="{B1183A87-4BC4-4114-A33F-1876417E7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806"/>
              <a:ext cx="677" cy="622"/>
            </a:xfrm>
            <a:custGeom>
              <a:avLst/>
              <a:gdLst>
                <a:gd name="T0" fmla="*/ 0 w 677"/>
                <a:gd name="T1" fmla="*/ 0 h 712"/>
                <a:gd name="T2" fmla="*/ 553 w 677"/>
                <a:gd name="T3" fmla="*/ 0 h 712"/>
                <a:gd name="T4" fmla="*/ 553 w 677"/>
                <a:gd name="T5" fmla="*/ 316 h 712"/>
                <a:gd name="T6" fmla="*/ 677 w 677"/>
                <a:gd name="T7" fmla="*/ 316 h 712"/>
                <a:gd name="T8" fmla="*/ 406 w 677"/>
                <a:gd name="T9" fmla="*/ 316 h 7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7" h="712">
                  <a:moveTo>
                    <a:pt x="0" y="0"/>
                  </a:moveTo>
                  <a:lnTo>
                    <a:pt x="553" y="0"/>
                  </a:lnTo>
                  <a:lnTo>
                    <a:pt x="553" y="712"/>
                  </a:lnTo>
                  <a:lnTo>
                    <a:pt x="677" y="712"/>
                  </a:lnTo>
                  <a:lnTo>
                    <a:pt x="406" y="71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55" name="Freeform 7">
              <a:extLst>
                <a:ext uri="{FF2B5EF4-FFF2-40B4-BE49-F238E27FC236}">
                  <a16:creationId xmlns:a16="http://schemas.microsoft.com/office/drawing/2014/main" id="{E16509BF-0480-440B-BFEB-52401C82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514"/>
              <a:ext cx="914" cy="914"/>
            </a:xfrm>
            <a:custGeom>
              <a:avLst/>
              <a:gdLst>
                <a:gd name="T0" fmla="*/ 0 w 1061"/>
                <a:gd name="T1" fmla="*/ 0 h 960"/>
                <a:gd name="T2" fmla="*/ 433 w 1061"/>
                <a:gd name="T3" fmla="*/ 0 h 960"/>
                <a:gd name="T4" fmla="*/ 433 w 1061"/>
                <a:gd name="T5" fmla="*/ 714 h 9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1" h="960">
                  <a:moveTo>
                    <a:pt x="0" y="0"/>
                  </a:moveTo>
                  <a:lnTo>
                    <a:pt x="1061" y="0"/>
                  </a:lnTo>
                  <a:lnTo>
                    <a:pt x="1061" y="96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56" name="Line 8">
              <a:extLst>
                <a:ext uri="{FF2B5EF4-FFF2-40B4-BE49-F238E27FC236}">
                  <a16:creationId xmlns:a16="http://schemas.microsoft.com/office/drawing/2014/main" id="{CB8F4B23-9F01-4808-857E-6817DB95B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2" y="3428"/>
              <a:ext cx="2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57" name="Freeform 9">
              <a:extLst>
                <a:ext uri="{FF2B5EF4-FFF2-40B4-BE49-F238E27FC236}">
                  <a16:creationId xmlns:a16="http://schemas.microsoft.com/office/drawing/2014/main" id="{268DE96B-CF9D-4ED8-9AB9-C98B7385A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219"/>
              <a:ext cx="1264" cy="1186"/>
            </a:xfrm>
            <a:custGeom>
              <a:avLst/>
              <a:gdLst>
                <a:gd name="T0" fmla="*/ 0 w 1061"/>
                <a:gd name="T1" fmla="*/ 0 h 960"/>
                <a:gd name="T2" fmla="*/ 3033 w 1061"/>
                <a:gd name="T3" fmla="*/ 0 h 960"/>
                <a:gd name="T4" fmla="*/ 3033 w 1061"/>
                <a:gd name="T5" fmla="*/ 3412 h 9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1" h="960">
                  <a:moveTo>
                    <a:pt x="0" y="0"/>
                  </a:moveTo>
                  <a:lnTo>
                    <a:pt x="1061" y="0"/>
                  </a:lnTo>
                  <a:lnTo>
                    <a:pt x="1061" y="96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58" name="Line 10">
              <a:extLst>
                <a:ext uri="{FF2B5EF4-FFF2-40B4-BE49-F238E27FC236}">
                  <a16:creationId xmlns:a16="http://schemas.microsoft.com/office/drawing/2014/main" id="{0BF08FF8-59BF-4884-AD42-0C5AF423A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2" y="3428"/>
              <a:ext cx="2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59" name="Line 11">
              <a:extLst>
                <a:ext uri="{FF2B5EF4-FFF2-40B4-BE49-F238E27FC236}">
                  <a16:creationId xmlns:a16="http://schemas.microsoft.com/office/drawing/2014/main" id="{978EF58E-7E68-4D35-B51C-112380179F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4" y="3417"/>
              <a:ext cx="2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0" name="Freeform 12">
              <a:extLst>
                <a:ext uri="{FF2B5EF4-FFF2-40B4-BE49-F238E27FC236}">
                  <a16:creationId xmlns:a16="http://schemas.microsoft.com/office/drawing/2014/main" id="{850B87D8-11BC-4874-88E0-29CD9D239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60"/>
              <a:ext cx="1591" cy="1457"/>
            </a:xfrm>
            <a:custGeom>
              <a:avLst/>
              <a:gdLst>
                <a:gd name="T0" fmla="*/ 0 w 1061"/>
                <a:gd name="T1" fmla="*/ 0 h 960"/>
                <a:gd name="T2" fmla="*/ 12064 w 1061"/>
                <a:gd name="T3" fmla="*/ 0 h 960"/>
                <a:gd name="T4" fmla="*/ 12064 w 1061"/>
                <a:gd name="T5" fmla="*/ 11732 h 9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1" h="960">
                  <a:moveTo>
                    <a:pt x="0" y="0"/>
                  </a:moveTo>
                  <a:lnTo>
                    <a:pt x="1061" y="0"/>
                  </a:lnTo>
                  <a:lnTo>
                    <a:pt x="1061" y="96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1" name="Line 13">
              <a:extLst>
                <a:ext uri="{FF2B5EF4-FFF2-40B4-BE49-F238E27FC236}">
                  <a16:creationId xmlns:a16="http://schemas.microsoft.com/office/drawing/2014/main" id="{3E426EAD-ABE6-4402-828C-8B0D0ADFB1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0" y="3417"/>
              <a:ext cx="2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2" name="Text Box 14">
              <a:extLst>
                <a:ext uri="{FF2B5EF4-FFF2-40B4-BE49-F238E27FC236}">
                  <a16:creationId xmlns:a16="http://schemas.microsoft.com/office/drawing/2014/main" id="{5085D0C4-AFEF-497B-BA22-1B06455C8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1" y="1993"/>
              <a:ext cx="407" cy="865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译码器</a:t>
              </a:r>
            </a:p>
          </p:txBody>
        </p:sp>
        <p:sp>
          <p:nvSpPr>
            <p:cNvPr id="27663" name="Line 15">
              <a:extLst>
                <a:ext uri="{FF2B5EF4-FFF2-40B4-BE49-F238E27FC236}">
                  <a16:creationId xmlns:a16="http://schemas.microsoft.com/office/drawing/2014/main" id="{532FF82C-B056-4A79-8590-3FF590DA28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34" y="2117"/>
              <a:ext cx="4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4" name="Line 16">
              <a:extLst>
                <a:ext uri="{FF2B5EF4-FFF2-40B4-BE49-F238E27FC236}">
                  <a16:creationId xmlns:a16="http://schemas.microsoft.com/office/drawing/2014/main" id="{11E2E02D-CFA6-4239-AC44-DACB00A5C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34" y="2602"/>
              <a:ext cx="4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5" name="Text Box 17">
              <a:extLst>
                <a:ext uri="{FF2B5EF4-FFF2-40B4-BE49-F238E27FC236}">
                  <a16:creationId xmlns:a16="http://schemas.microsoft.com/office/drawing/2014/main" id="{C9E2C798-E1ED-4597-A82E-8C974DD157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0" y="1915"/>
              <a:ext cx="41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666" name="Text Box 18">
              <a:extLst>
                <a:ext uri="{FF2B5EF4-FFF2-40B4-BE49-F238E27FC236}">
                  <a16:creationId xmlns:a16="http://schemas.microsoft.com/office/drawing/2014/main" id="{2CAAEA99-DA35-4A11-B9F3-C7FF7D6F46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9" y="2434"/>
              <a:ext cx="41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667" name="Oval 19">
              <a:extLst>
                <a:ext uri="{FF2B5EF4-FFF2-40B4-BE49-F238E27FC236}">
                  <a16:creationId xmlns:a16="http://schemas.microsoft.com/office/drawing/2014/main" id="{61C6A376-B2DE-4E18-982A-9A58CA9D0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2886"/>
              <a:ext cx="237" cy="237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8" name="Line 20">
              <a:extLst>
                <a:ext uri="{FF2B5EF4-FFF2-40B4-BE49-F238E27FC236}">
                  <a16:creationId xmlns:a16="http://schemas.microsoft.com/office/drawing/2014/main" id="{0804335B-5A21-4885-8C2E-795B7125D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8" y="2920"/>
              <a:ext cx="181" cy="1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69" name="Line 21">
              <a:extLst>
                <a:ext uri="{FF2B5EF4-FFF2-40B4-BE49-F238E27FC236}">
                  <a16:creationId xmlns:a16="http://schemas.microsoft.com/office/drawing/2014/main" id="{1E3E63F2-8353-44FF-A3B8-A760C55E1E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09" y="2908"/>
              <a:ext cx="169" cy="17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0" name="Oval 22">
              <a:extLst>
                <a:ext uri="{FF2B5EF4-FFF2-40B4-BE49-F238E27FC236}">
                  <a16:creationId xmlns:a16="http://schemas.microsoft.com/office/drawing/2014/main" id="{5046AC68-15A7-40FE-94A6-C6EC93D1B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2863"/>
              <a:ext cx="237" cy="237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1" name="Line 23">
              <a:extLst>
                <a:ext uri="{FF2B5EF4-FFF2-40B4-BE49-F238E27FC236}">
                  <a16:creationId xmlns:a16="http://schemas.microsoft.com/office/drawing/2014/main" id="{ADAC970F-AD36-456A-88EE-DCBFF3737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1" y="2897"/>
              <a:ext cx="181" cy="1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2" name="Line 24">
              <a:extLst>
                <a:ext uri="{FF2B5EF4-FFF2-40B4-BE49-F238E27FC236}">
                  <a16:creationId xmlns:a16="http://schemas.microsoft.com/office/drawing/2014/main" id="{F43B513A-97E6-4F1A-A964-9AC8F7E8FB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92" y="2885"/>
              <a:ext cx="169" cy="17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3" name="Oval 25">
              <a:extLst>
                <a:ext uri="{FF2B5EF4-FFF2-40B4-BE49-F238E27FC236}">
                  <a16:creationId xmlns:a16="http://schemas.microsoft.com/office/drawing/2014/main" id="{54B72B2C-2AAA-4A72-9FB4-EFDC728AF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886"/>
              <a:ext cx="237" cy="237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4" name="Line 26">
              <a:extLst>
                <a:ext uri="{FF2B5EF4-FFF2-40B4-BE49-F238E27FC236}">
                  <a16:creationId xmlns:a16="http://schemas.microsoft.com/office/drawing/2014/main" id="{572A2295-A986-42C4-8FBC-4350E2B863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0" y="2920"/>
              <a:ext cx="181" cy="1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5" name="Line 27">
              <a:extLst>
                <a:ext uri="{FF2B5EF4-FFF2-40B4-BE49-F238E27FC236}">
                  <a16:creationId xmlns:a16="http://schemas.microsoft.com/office/drawing/2014/main" id="{6BD82FEB-7E36-4F87-9DC4-837A94EBDB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1" y="2908"/>
              <a:ext cx="169" cy="17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6" name="Oval 28">
              <a:extLst>
                <a:ext uri="{FF2B5EF4-FFF2-40B4-BE49-F238E27FC236}">
                  <a16:creationId xmlns:a16="http://schemas.microsoft.com/office/drawing/2014/main" id="{A1196B1D-5B69-489E-931E-065B7BA16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874"/>
              <a:ext cx="237" cy="237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7" name="Line 29">
              <a:extLst>
                <a:ext uri="{FF2B5EF4-FFF2-40B4-BE49-F238E27FC236}">
                  <a16:creationId xmlns:a16="http://schemas.microsoft.com/office/drawing/2014/main" id="{5D0B09C2-809D-4E08-B3F5-965F8726F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9" y="2908"/>
              <a:ext cx="181" cy="1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8" name="Line 30">
              <a:extLst>
                <a:ext uri="{FF2B5EF4-FFF2-40B4-BE49-F238E27FC236}">
                  <a16:creationId xmlns:a16="http://schemas.microsoft.com/office/drawing/2014/main" id="{C2C319C9-6E10-4E70-A542-2CFEE374A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70" y="2896"/>
              <a:ext cx="169" cy="17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79" name="Text Box 31">
              <a:extLst>
                <a:ext uri="{FF2B5EF4-FFF2-40B4-BE49-F238E27FC236}">
                  <a16:creationId xmlns:a16="http://schemas.microsoft.com/office/drawing/2014/main" id="{94ACD055-C14C-44C8-93E7-BBAEC3B92E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2" y="1631"/>
              <a:ext cx="41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7680" name="Text Box 32">
              <a:extLst>
                <a:ext uri="{FF2B5EF4-FFF2-40B4-BE49-F238E27FC236}">
                  <a16:creationId xmlns:a16="http://schemas.microsoft.com/office/drawing/2014/main" id="{E524793F-AE1A-4806-9721-EECC51BFF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3" y="1903"/>
              <a:ext cx="41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7681" name="Text Box 33">
              <a:extLst>
                <a:ext uri="{FF2B5EF4-FFF2-40B4-BE49-F238E27FC236}">
                  <a16:creationId xmlns:a16="http://schemas.microsoft.com/office/drawing/2014/main" id="{25FBFEEB-747B-427C-BF9F-1DCE08D476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3" y="2208"/>
              <a:ext cx="41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682" name="Rectangle 34">
              <a:extLst>
                <a:ext uri="{FF2B5EF4-FFF2-40B4-BE49-F238E27FC236}">
                  <a16:creationId xmlns:a16="http://schemas.microsoft.com/office/drawing/2014/main" id="{3F466C3D-BF6F-4977-BA5E-EA1B08523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6" y="1902"/>
              <a:ext cx="294" cy="9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83" name="Rectangle 35">
              <a:extLst>
                <a:ext uri="{FF2B5EF4-FFF2-40B4-BE49-F238E27FC236}">
                  <a16:creationId xmlns:a16="http://schemas.microsoft.com/office/drawing/2014/main" id="{1A50EE87-C2EB-4D91-A00D-0A589CEC0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6" y="2173"/>
              <a:ext cx="294" cy="9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84" name="Rectangle 36">
              <a:extLst>
                <a:ext uri="{FF2B5EF4-FFF2-40B4-BE49-F238E27FC236}">
                  <a16:creationId xmlns:a16="http://schemas.microsoft.com/office/drawing/2014/main" id="{7145A4F7-5BB7-4D62-A8FC-76BEA483B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2445"/>
              <a:ext cx="294" cy="9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85" name="Rectangle 37">
              <a:extLst>
                <a:ext uri="{FF2B5EF4-FFF2-40B4-BE49-F238E27FC236}">
                  <a16:creationId xmlns:a16="http://schemas.microsoft.com/office/drawing/2014/main" id="{CA42A37D-4B82-4A09-BB89-F0BF3519C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2759"/>
              <a:ext cx="294" cy="9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686" name="Text Box 38">
              <a:extLst>
                <a:ext uri="{FF2B5EF4-FFF2-40B4-BE49-F238E27FC236}">
                  <a16:creationId xmlns:a16="http://schemas.microsoft.com/office/drawing/2014/main" id="{486DC966-60FE-4F9E-B2CE-31DDEE90BB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1" y="2458"/>
              <a:ext cx="41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39" name="Rectangle 2">
            <a:extLst>
              <a:ext uri="{FF2B5EF4-FFF2-40B4-BE49-F238E27FC236}">
                <a16:creationId xmlns:a16="http://schemas.microsoft.com/office/drawing/2014/main" id="{8605E6EE-E182-48A8-B8B7-EE49B4FBF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15900"/>
            <a:ext cx="7305675" cy="552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l" eaLnBrk="1" hangingPunct="1">
              <a:defRPr/>
            </a:pPr>
            <a:r>
              <a:rPr lang="en-US" altLang="zh-CN" sz="3200" b="1" kern="0" dirty="0">
                <a:solidFill>
                  <a:srgbClr val="1F08F8"/>
                </a:solidFill>
                <a:cs typeface="Times New Roman" pitchFamily="18" charset="0"/>
              </a:rPr>
              <a:t>§3</a:t>
            </a:r>
            <a:r>
              <a:rPr lang="en-US" altLang="zh-CN" sz="3200" b="1" kern="0" dirty="0">
                <a:solidFill>
                  <a:srgbClr val="1F08F8"/>
                </a:solidFill>
              </a:rPr>
              <a:t>—4   </a:t>
            </a:r>
            <a:r>
              <a:rPr lang="zh-CN" altLang="en-US" sz="3200" b="1" kern="0" dirty="0">
                <a:solidFill>
                  <a:srgbClr val="1F08F8"/>
                </a:solidFill>
              </a:rPr>
              <a:t>常用组合集成逻辑电路</a:t>
            </a:r>
          </a:p>
        </p:txBody>
      </p:sp>
    </p:spTree>
    <p:extLst>
      <p:ext uri="{BB962C8B-B14F-4D97-AF65-F5344CB8AC3E}">
        <p14:creationId xmlns:p14="http://schemas.microsoft.com/office/powerpoint/2010/main" val="146357541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85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85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38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8594" grpId="0"/>
      <p:bldP spid="238595" grpId="0" animBg="1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2">
            <a:extLst>
              <a:ext uri="{FF2B5EF4-FFF2-40B4-BE49-F238E27FC236}">
                <a16:creationId xmlns:a16="http://schemas.microsoft.com/office/drawing/2014/main" id="{67577638-723C-4CC8-9DD3-B81B215E6D2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27025" y="200025"/>
            <a:ext cx="6105525" cy="515938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最典型的例子：</a:t>
            </a:r>
            <a:r>
              <a:rPr lang="zh-CN" altLang="en-US" sz="2800" b="1" dirty="0">
                <a:solidFill>
                  <a:schemeClr val="tx1"/>
                </a:solidFill>
              </a:rPr>
              <a:t>存储器的地址译码。</a:t>
            </a:r>
          </a:p>
        </p:txBody>
      </p:sp>
      <p:grpSp>
        <p:nvGrpSpPr>
          <p:cNvPr id="239619" name="Group 3">
            <a:extLst>
              <a:ext uri="{FF2B5EF4-FFF2-40B4-BE49-F238E27FC236}">
                <a16:creationId xmlns:a16="http://schemas.microsoft.com/office/drawing/2014/main" id="{0943B9D6-98A7-4BED-860C-5416649E749B}"/>
              </a:ext>
            </a:extLst>
          </p:cNvPr>
          <p:cNvGrpSpPr>
            <a:grpSpLocks/>
          </p:cNvGrpSpPr>
          <p:nvPr/>
        </p:nvGrpSpPr>
        <p:grpSpPr bwMode="auto">
          <a:xfrm>
            <a:off x="1758950" y="940359"/>
            <a:ext cx="5126038" cy="3509962"/>
            <a:chOff x="1108" y="569"/>
            <a:chExt cx="3229" cy="2211"/>
          </a:xfrm>
        </p:grpSpPr>
        <p:sp>
          <p:nvSpPr>
            <p:cNvPr id="28678" name="Rectangle 4">
              <a:extLst>
                <a:ext uri="{FF2B5EF4-FFF2-40B4-BE49-F238E27FC236}">
                  <a16:creationId xmlns:a16="http://schemas.microsoft.com/office/drawing/2014/main" id="{1E2384EA-6CFE-462E-91D2-2FE117C89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739"/>
              <a:ext cx="420" cy="2041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79" name="Rectangle 5">
              <a:extLst>
                <a:ext uri="{FF2B5EF4-FFF2-40B4-BE49-F238E27FC236}">
                  <a16:creationId xmlns:a16="http://schemas.microsoft.com/office/drawing/2014/main" id="{750D2C0E-9229-46A8-985D-9AC36DBB9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739"/>
              <a:ext cx="1292" cy="2041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80" name="Line 6">
              <a:extLst>
                <a:ext uri="{FF2B5EF4-FFF2-40B4-BE49-F238E27FC236}">
                  <a16:creationId xmlns:a16="http://schemas.microsoft.com/office/drawing/2014/main" id="{8CF0D171-57CC-4224-8F05-B8A48C77B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9" y="875"/>
              <a:ext cx="69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81" name="Line 7">
              <a:extLst>
                <a:ext uri="{FF2B5EF4-FFF2-40B4-BE49-F238E27FC236}">
                  <a16:creationId xmlns:a16="http://schemas.microsoft.com/office/drawing/2014/main" id="{63AF1E24-5683-4D38-9AE7-B1DCC4DC69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9" y="1056"/>
              <a:ext cx="69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82" name="Line 8">
              <a:extLst>
                <a:ext uri="{FF2B5EF4-FFF2-40B4-BE49-F238E27FC236}">
                  <a16:creationId xmlns:a16="http://schemas.microsoft.com/office/drawing/2014/main" id="{8E6B2804-3E5A-461A-B8A7-F49A735CA8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9" y="1237"/>
              <a:ext cx="69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83" name="Line 9">
              <a:extLst>
                <a:ext uri="{FF2B5EF4-FFF2-40B4-BE49-F238E27FC236}">
                  <a16:creationId xmlns:a16="http://schemas.microsoft.com/office/drawing/2014/main" id="{4AB6EB97-6643-48A0-83C6-CA78B66559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9" y="2689"/>
              <a:ext cx="69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84" name="Line 10">
              <a:extLst>
                <a:ext uri="{FF2B5EF4-FFF2-40B4-BE49-F238E27FC236}">
                  <a16:creationId xmlns:a16="http://schemas.microsoft.com/office/drawing/2014/main" id="{D73A937A-D8C6-434C-A802-B4CE6694E9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4" y="1012"/>
              <a:ext cx="4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85" name="Line 11">
              <a:extLst>
                <a:ext uri="{FF2B5EF4-FFF2-40B4-BE49-F238E27FC236}">
                  <a16:creationId xmlns:a16="http://schemas.microsoft.com/office/drawing/2014/main" id="{DE20839C-7664-41B3-9E2B-2B4177683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4" y="1419"/>
              <a:ext cx="4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86" name="Line 12">
              <a:extLst>
                <a:ext uri="{FF2B5EF4-FFF2-40B4-BE49-F238E27FC236}">
                  <a16:creationId xmlns:a16="http://schemas.microsoft.com/office/drawing/2014/main" id="{4BD77E74-3F5B-474C-B361-A2ED5F244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4" y="1827"/>
              <a:ext cx="4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87" name="Line 13">
              <a:extLst>
                <a:ext uri="{FF2B5EF4-FFF2-40B4-BE49-F238E27FC236}">
                  <a16:creationId xmlns:a16="http://schemas.microsoft.com/office/drawing/2014/main" id="{8A867B1D-57E2-40CA-AE43-A87CBCB68C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4" y="2326"/>
              <a:ext cx="4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88" name="Text Box 14">
              <a:extLst>
                <a:ext uri="{FF2B5EF4-FFF2-40B4-BE49-F238E27FC236}">
                  <a16:creationId xmlns:a16="http://schemas.microsoft.com/office/drawing/2014/main" id="{98CDAAA8-52C0-4212-B0BD-795E24BA5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1" y="899"/>
              <a:ext cx="388" cy="1823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4-16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地址译码器</a:t>
              </a:r>
            </a:p>
          </p:txBody>
        </p:sp>
        <p:sp>
          <p:nvSpPr>
            <p:cNvPr id="28689" name="Text Box 15">
              <a:extLst>
                <a:ext uri="{FF2B5EF4-FFF2-40B4-BE49-F238E27FC236}">
                  <a16:creationId xmlns:a16="http://schemas.microsoft.com/office/drawing/2014/main" id="{E2D7324E-6DD8-4355-8AA2-E70505137B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2" y="569"/>
              <a:ext cx="59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9090F4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0000</a:t>
              </a:r>
            </a:p>
          </p:txBody>
        </p:sp>
        <p:sp>
          <p:nvSpPr>
            <p:cNvPr id="28690" name="Text Box 16">
              <a:extLst>
                <a:ext uri="{FF2B5EF4-FFF2-40B4-BE49-F238E27FC236}">
                  <a16:creationId xmlns:a16="http://schemas.microsoft.com/office/drawing/2014/main" id="{437A3E4E-0EEC-461B-877F-DC50B7B744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4" y="780"/>
              <a:ext cx="59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9090F4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0001</a:t>
              </a:r>
            </a:p>
          </p:txBody>
        </p:sp>
        <p:sp>
          <p:nvSpPr>
            <p:cNvPr id="28691" name="Text Box 17">
              <a:extLst>
                <a:ext uri="{FF2B5EF4-FFF2-40B4-BE49-F238E27FC236}">
                  <a16:creationId xmlns:a16="http://schemas.microsoft.com/office/drawing/2014/main" id="{7EA46D37-5D76-4D8B-8926-CBE1668C99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3" y="961"/>
              <a:ext cx="59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9090F4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0010</a:t>
              </a:r>
            </a:p>
          </p:txBody>
        </p:sp>
        <p:sp>
          <p:nvSpPr>
            <p:cNvPr id="28692" name="Text Box 18">
              <a:extLst>
                <a:ext uri="{FF2B5EF4-FFF2-40B4-BE49-F238E27FC236}">
                  <a16:creationId xmlns:a16="http://schemas.microsoft.com/office/drawing/2014/main" id="{5E993027-ABA3-4C89-B1D6-EE03084DBA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2" y="2390"/>
              <a:ext cx="59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9090F4"/>
                  </a:solidFill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1111</a:t>
              </a:r>
            </a:p>
          </p:txBody>
        </p:sp>
        <p:grpSp>
          <p:nvGrpSpPr>
            <p:cNvPr id="28693" name="Group 19">
              <a:extLst>
                <a:ext uri="{FF2B5EF4-FFF2-40B4-BE49-F238E27FC236}">
                  <a16:creationId xmlns:a16="http://schemas.microsoft.com/office/drawing/2014/main" id="{160B734E-E81E-4D9C-AB78-83C0AD8587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3" y="920"/>
              <a:ext cx="1314" cy="1724"/>
              <a:chOff x="2424" y="1418"/>
              <a:chExt cx="1134" cy="1724"/>
            </a:xfrm>
          </p:grpSpPr>
          <p:sp>
            <p:nvSpPr>
              <p:cNvPr id="28699" name="Line 20">
                <a:extLst>
                  <a:ext uri="{FF2B5EF4-FFF2-40B4-BE49-F238E27FC236}">
                    <a16:creationId xmlns:a16="http://schemas.microsoft.com/office/drawing/2014/main" id="{C745A775-AFA7-46B2-B820-DF22F07BE7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4" y="1418"/>
                <a:ext cx="113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00" name="Line 21">
                <a:extLst>
                  <a:ext uri="{FF2B5EF4-FFF2-40B4-BE49-F238E27FC236}">
                    <a16:creationId xmlns:a16="http://schemas.microsoft.com/office/drawing/2014/main" id="{4CA4E4F5-15E4-4F4D-85A0-0B4FC49003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4" y="1599"/>
                <a:ext cx="113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01" name="Line 22">
                <a:extLst>
                  <a:ext uri="{FF2B5EF4-FFF2-40B4-BE49-F238E27FC236}">
                    <a16:creationId xmlns:a16="http://schemas.microsoft.com/office/drawing/2014/main" id="{97656471-2B21-4528-9489-2E01DB8AE6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4" y="1781"/>
                <a:ext cx="113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8702" name="Line 23">
                <a:extLst>
                  <a:ext uri="{FF2B5EF4-FFF2-40B4-BE49-F238E27FC236}">
                    <a16:creationId xmlns:a16="http://schemas.microsoft.com/office/drawing/2014/main" id="{1BF93B77-8ADD-442D-8D7F-03F5320E6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4" y="3142"/>
                <a:ext cx="113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28694" name="Text Box 24">
              <a:extLst>
                <a:ext uri="{FF2B5EF4-FFF2-40B4-BE49-F238E27FC236}">
                  <a16:creationId xmlns:a16="http://schemas.microsoft.com/office/drawing/2014/main" id="{2684DDB0-BF18-4FAF-B6E3-500213652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4" y="1850"/>
              <a:ext cx="1009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16*8bit</a:t>
              </a:r>
            </a:p>
          </p:txBody>
        </p:sp>
        <p:sp>
          <p:nvSpPr>
            <p:cNvPr id="28695" name="Text Box 25">
              <a:extLst>
                <a:ext uri="{FF2B5EF4-FFF2-40B4-BE49-F238E27FC236}">
                  <a16:creationId xmlns:a16="http://schemas.microsoft.com/office/drawing/2014/main" id="{F7C41DFA-C025-45EE-9D78-58FE5265F1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0" y="778"/>
              <a:ext cx="395" cy="327"/>
            </a:xfrm>
            <a:prstGeom prst="rect">
              <a:avLst/>
            </a:prstGeom>
            <a:solidFill>
              <a:schemeClr val="bg1"/>
            </a:solidFill>
            <a:ln w="38100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8696" name="Text Box 26">
              <a:extLst>
                <a:ext uri="{FF2B5EF4-FFF2-40B4-BE49-F238E27FC236}">
                  <a16:creationId xmlns:a16="http://schemas.microsoft.com/office/drawing/2014/main" id="{AB1757FB-0F1B-4F7D-894A-700AE17759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8" y="1230"/>
              <a:ext cx="395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8697" name="Text Box 27">
              <a:extLst>
                <a:ext uri="{FF2B5EF4-FFF2-40B4-BE49-F238E27FC236}">
                  <a16:creationId xmlns:a16="http://schemas.microsoft.com/office/drawing/2014/main" id="{89ECC0E8-AFBE-44DA-8B18-EA127054F8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8" y="1636"/>
              <a:ext cx="395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8698" name="Text Box 28">
              <a:extLst>
                <a:ext uri="{FF2B5EF4-FFF2-40B4-BE49-F238E27FC236}">
                  <a16:creationId xmlns:a16="http://schemas.microsoft.com/office/drawing/2014/main" id="{33DB9CD6-5F2E-437E-9A10-C76C0CFD7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9" y="2110"/>
              <a:ext cx="395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239645" name="Text Box 29">
            <a:extLst>
              <a:ext uri="{FF2B5EF4-FFF2-40B4-BE49-F238E27FC236}">
                <a16:creationId xmlns:a16="http://schemas.microsoft.com/office/drawing/2014/main" id="{F3406B6D-0B83-4F7E-9C68-02E5F9E19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4770438"/>
            <a:ext cx="8605838" cy="860425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CCCFF"/>
              </a:buClr>
              <a:buSzPct val="70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N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位输入，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2</a:t>
            </a:r>
            <a:r>
              <a:rPr kumimoji="0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N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个输出。对应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2</a:t>
            </a:r>
            <a:r>
              <a:rPr kumimoji="0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N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个某一个组合，只</a:t>
            </a:r>
          </a:p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CCCFF"/>
              </a:buClr>
              <a:buSzPct val="70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能有一个输出为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“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”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或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“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”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。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9646" name="Text Box 30">
            <a:extLst>
              <a:ext uri="{FF2B5EF4-FFF2-40B4-BE49-F238E27FC236}">
                <a16:creationId xmlns:a16="http://schemas.microsoft.com/office/drawing/2014/main" id="{41B25D19-40EF-4006-AF07-A6E8DBF38A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5719763"/>
            <a:ext cx="8570913" cy="860425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CCCFF"/>
              </a:buClr>
              <a:buSzPct val="70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地址线有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10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位，可以表示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10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＝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1K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个地址；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位地</a:t>
            </a:r>
          </a:p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CCCFF"/>
              </a:buClr>
              <a:buSzPct val="70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址可以表示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4G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地址；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16M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存储器需要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位地址。</a:t>
            </a:r>
          </a:p>
        </p:txBody>
      </p:sp>
    </p:spTree>
    <p:extLst>
      <p:ext uri="{BB962C8B-B14F-4D97-AF65-F5344CB8AC3E}">
        <p14:creationId xmlns:p14="http://schemas.microsoft.com/office/powerpoint/2010/main" val="328586713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96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96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9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39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39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9618" grpId="0" autoUpdateAnimBg="0"/>
      <p:bldP spid="239645" grpId="0" animBg="1" autoUpdateAnimBg="0"/>
      <p:bldP spid="239646" grpId="0" animBg="1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2">
            <a:extLst>
              <a:ext uri="{FF2B5EF4-FFF2-40B4-BE49-F238E27FC236}">
                <a16:creationId xmlns:a16="http://schemas.microsoft.com/office/drawing/2014/main" id="{3E6DE545-F282-4928-BF3A-FE36303566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49288" y="663575"/>
            <a:ext cx="3308350" cy="550863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译码器的功能分类</a:t>
            </a:r>
          </a:p>
        </p:txBody>
      </p:sp>
      <p:sp>
        <p:nvSpPr>
          <p:cNvPr id="240643" name="Text Box 3">
            <a:extLst>
              <a:ext uri="{FF2B5EF4-FFF2-40B4-BE49-F238E27FC236}">
                <a16:creationId xmlns:a16="http://schemas.microsoft.com/office/drawing/2014/main" id="{13105286-5C46-48F6-9A96-E78ACC4FB4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725" y="1597025"/>
            <a:ext cx="8301038" cy="17589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．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用来表示输入状态全部组合的，称二进制译码</a:t>
            </a:r>
          </a:p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位输入，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N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输出。</a:t>
            </a:r>
          </a:p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常见的集成化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译码器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2-4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3-8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4-16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0644" name="Rectangle 4">
            <a:extLst>
              <a:ext uri="{FF2B5EF4-FFF2-40B4-BE49-F238E27FC236}">
                <a16:creationId xmlns:a16="http://schemas.microsoft.com/office/drawing/2014/main" id="{8A3FCEAE-7A6A-4C17-AD99-9E7F3CAC2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375" y="3722688"/>
            <a:ext cx="7215188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．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码制译码器：如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8421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码变换为循环码等。 </a:t>
            </a:r>
          </a:p>
        </p:txBody>
      </p:sp>
      <p:sp>
        <p:nvSpPr>
          <p:cNvPr id="240645" name="Rectangle 5">
            <a:extLst>
              <a:ext uri="{FF2B5EF4-FFF2-40B4-BE49-F238E27FC236}">
                <a16:creationId xmlns:a16="http://schemas.microsoft.com/office/drawing/2014/main" id="{3D566630-4511-4A0C-8221-1EA2DD366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4495800"/>
            <a:ext cx="5360988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457200" algn="l"/>
              </a:tabLst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tabLst>
                <a:tab pos="457200" algn="l"/>
              </a:tabLst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457200" algn="l"/>
              </a:tabLs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457200" algn="l"/>
              </a:tabLst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457200" algn="l"/>
              </a:tabLst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457200" algn="l"/>
              </a:tabLst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457200" algn="l"/>
              </a:tabLst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457200" algn="l"/>
              </a:tabLst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457200" algn="l"/>
              </a:tabLst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457200" algn="l"/>
              </a:tabLst>
              <a:defRPr/>
            </a:pP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．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显示译码器：控制数码管显示</a:t>
            </a:r>
          </a:p>
        </p:txBody>
      </p:sp>
    </p:spTree>
    <p:extLst>
      <p:ext uri="{BB962C8B-B14F-4D97-AF65-F5344CB8AC3E}">
        <p14:creationId xmlns:p14="http://schemas.microsoft.com/office/powerpoint/2010/main" val="420714338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06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06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06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06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06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06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06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06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0642" grpId="0" autoUpdateAnimBg="0"/>
      <p:bldP spid="240643" grpId="0" animBg="1" autoUpdateAnimBg="0"/>
      <p:bldP spid="240644" grpId="0" autoUpdateAnimBg="0"/>
      <p:bldP spid="240645" grpId="0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2">
            <a:extLst>
              <a:ext uri="{FF2B5EF4-FFF2-40B4-BE49-F238E27FC236}">
                <a16:creationId xmlns:a16="http://schemas.microsoft.com/office/drawing/2014/main" id="{547B458A-66BB-410A-8505-57A56C1A754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6075" y="250825"/>
            <a:ext cx="3792538" cy="568325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1F08F8"/>
                </a:solidFill>
              </a:rPr>
              <a:t>1</a:t>
            </a:r>
            <a:r>
              <a:rPr lang="zh-CN" altLang="en-US" sz="2800" b="1" dirty="0">
                <a:solidFill>
                  <a:srgbClr val="1F08F8"/>
                </a:solidFill>
              </a:rPr>
              <a:t>、最小项译码器</a:t>
            </a:r>
          </a:p>
        </p:txBody>
      </p:sp>
      <p:sp>
        <p:nvSpPr>
          <p:cNvPr id="241667" name="Text Box 3">
            <a:extLst>
              <a:ext uri="{FF2B5EF4-FFF2-40B4-BE49-F238E27FC236}">
                <a16:creationId xmlns:a16="http://schemas.microsoft.com/office/drawing/2014/main" id="{4E10BC7F-18FC-4117-8CCE-96D91D261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4263" y="998538"/>
            <a:ext cx="8059737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（二进制译码器、变量译码器、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n—2</a:t>
            </a:r>
            <a:r>
              <a:rPr kumimoji="1" lang="en-US" altLang="zh-CN" sz="2800" b="1" i="0" u="none" strike="noStrike" kern="1200" cap="none" spc="0" normalizeH="0" baseline="30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线译码器）</a:t>
            </a:r>
          </a:p>
        </p:txBody>
      </p:sp>
      <p:sp>
        <p:nvSpPr>
          <p:cNvPr id="241668" name="Text Box 4">
            <a:extLst>
              <a:ext uri="{FF2B5EF4-FFF2-40B4-BE49-F238E27FC236}">
                <a16:creationId xmlns:a16="http://schemas.microsoft.com/office/drawing/2014/main" id="{DF1BEB89-0CC1-4FF0-8B31-23313D9AB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" y="1831975"/>
            <a:ext cx="8355013" cy="9461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特点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：每对应一个码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个输出线中只能有一位有输出状态；其它各位状态不变。</a:t>
            </a:r>
          </a:p>
        </p:txBody>
      </p:sp>
      <p:sp>
        <p:nvSpPr>
          <p:cNvPr id="241669" name="Text Box 5">
            <a:extLst>
              <a:ext uri="{FF2B5EF4-FFF2-40B4-BE49-F238E27FC236}">
                <a16:creationId xmlns:a16="http://schemas.microsoft.com/office/drawing/2014/main" id="{0D1787D8-2F19-4428-8508-10CB31CE7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" y="3260725"/>
            <a:ext cx="8121650" cy="116046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有输出时状态为“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1”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，无输出时状态“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0”—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出高电平有效。</a:t>
            </a:r>
          </a:p>
        </p:txBody>
      </p:sp>
      <p:sp>
        <p:nvSpPr>
          <p:cNvPr id="241670" name="Text Box 6">
            <a:extLst>
              <a:ext uri="{FF2B5EF4-FFF2-40B4-BE49-F238E27FC236}">
                <a16:creationId xmlns:a16="http://schemas.microsoft.com/office/drawing/2014/main" id="{AEB3D073-611D-4E5C-98FA-3FF9000E0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488" y="4875213"/>
            <a:ext cx="8121650" cy="116046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有输出时状态为“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0”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，无输出时状态“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1”—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出低电平有效。</a:t>
            </a:r>
          </a:p>
        </p:txBody>
      </p:sp>
    </p:spTree>
    <p:extLst>
      <p:ext uri="{BB962C8B-B14F-4D97-AF65-F5344CB8AC3E}">
        <p14:creationId xmlns:p14="http://schemas.microsoft.com/office/powerpoint/2010/main" val="77577549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16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16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16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16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16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16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16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16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16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16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666" grpId="0" autoUpdateAnimBg="0"/>
      <p:bldP spid="241667" grpId="0" animBg="1" autoUpdateAnimBg="0"/>
      <p:bldP spid="241668" grpId="0" animBg="1" autoUpdateAnimBg="0"/>
      <p:bldP spid="241669" grpId="0" animBg="1" autoUpdateAnimBg="0"/>
      <p:bldP spid="241670" grpId="0" animBg="1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747" name="Rectangle 59">
            <a:extLst>
              <a:ext uri="{FF2B5EF4-FFF2-40B4-BE49-F238E27FC236}">
                <a16:creationId xmlns:a16="http://schemas.microsoft.com/office/drawing/2014/main" id="{2638BC11-EEB6-4105-AA17-5F36456731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4488" y="180975"/>
            <a:ext cx="2303462" cy="479425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译码原理</a:t>
            </a:r>
          </a:p>
        </p:txBody>
      </p:sp>
      <p:sp>
        <p:nvSpPr>
          <p:cNvPr id="242748" name="Text Box 60">
            <a:extLst>
              <a:ext uri="{FF2B5EF4-FFF2-40B4-BE49-F238E27FC236}">
                <a16:creationId xmlns:a16="http://schemas.microsoft.com/office/drawing/2014/main" id="{8960F0A9-35AA-4F0D-92DF-82B536F66C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704850"/>
            <a:ext cx="6292850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2-4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译码器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输入－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输出的变量译码器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</a:p>
        </p:txBody>
      </p:sp>
      <p:grpSp>
        <p:nvGrpSpPr>
          <p:cNvPr id="242749" name="Group 61">
            <a:extLst>
              <a:ext uri="{FF2B5EF4-FFF2-40B4-BE49-F238E27FC236}">
                <a16:creationId xmlns:a16="http://schemas.microsoft.com/office/drawing/2014/main" id="{9710A167-4A1C-444B-8AAF-D5DE9AAF722D}"/>
              </a:ext>
            </a:extLst>
          </p:cNvPr>
          <p:cNvGrpSpPr>
            <a:grpSpLocks/>
          </p:cNvGrpSpPr>
          <p:nvPr/>
        </p:nvGrpSpPr>
        <p:grpSpPr bwMode="auto">
          <a:xfrm>
            <a:off x="433388" y="2174875"/>
            <a:ext cx="1223962" cy="2070100"/>
            <a:chOff x="3929" y="2630"/>
            <a:chExt cx="771" cy="1304"/>
          </a:xfrm>
        </p:grpSpPr>
        <p:sp>
          <p:nvSpPr>
            <p:cNvPr id="31844" name="Rectangle 62">
              <a:extLst>
                <a:ext uri="{FF2B5EF4-FFF2-40B4-BE49-F238E27FC236}">
                  <a16:creationId xmlns:a16="http://schemas.microsoft.com/office/drawing/2014/main" id="{E2F24F8E-5BF9-46F1-A0D3-968825439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3608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845" name="Rectangle 63">
              <a:extLst>
                <a:ext uri="{FF2B5EF4-FFF2-40B4-BE49-F238E27FC236}">
                  <a16:creationId xmlns:a16="http://schemas.microsoft.com/office/drawing/2014/main" id="{6A32F4EF-1B7D-411B-B315-A758C09C0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" y="3608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846" name="Rectangle 64">
              <a:extLst>
                <a:ext uri="{FF2B5EF4-FFF2-40B4-BE49-F238E27FC236}">
                  <a16:creationId xmlns:a16="http://schemas.microsoft.com/office/drawing/2014/main" id="{3BA2C780-7314-4C4A-9514-326CFFE7C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3282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847" name="Rectangle 65">
              <a:extLst>
                <a:ext uri="{FF2B5EF4-FFF2-40B4-BE49-F238E27FC236}">
                  <a16:creationId xmlns:a16="http://schemas.microsoft.com/office/drawing/2014/main" id="{EC4B1E23-D920-4EF4-9C62-3E1A4517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" y="3282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848" name="Rectangle 66">
              <a:extLst>
                <a:ext uri="{FF2B5EF4-FFF2-40B4-BE49-F238E27FC236}">
                  <a16:creationId xmlns:a16="http://schemas.microsoft.com/office/drawing/2014/main" id="{874AEF55-83AD-4E67-8ECC-E6EF39DEE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956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849" name="Rectangle 67">
              <a:extLst>
                <a:ext uri="{FF2B5EF4-FFF2-40B4-BE49-F238E27FC236}">
                  <a16:creationId xmlns:a16="http://schemas.microsoft.com/office/drawing/2014/main" id="{ED380D4A-3669-46E2-9EC8-6B43BA04C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" y="2956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850" name="Rectangle 68">
              <a:extLst>
                <a:ext uri="{FF2B5EF4-FFF2-40B4-BE49-F238E27FC236}">
                  <a16:creationId xmlns:a16="http://schemas.microsoft.com/office/drawing/2014/main" id="{4C73C465-0A40-4FE8-8505-9C35295E2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6" y="2630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851" name="Rectangle 69">
              <a:extLst>
                <a:ext uri="{FF2B5EF4-FFF2-40B4-BE49-F238E27FC236}">
                  <a16:creationId xmlns:a16="http://schemas.microsoft.com/office/drawing/2014/main" id="{4624EFAB-EFAB-4D3A-813A-D18BD9B3A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9" y="2630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242758" name="Group 70">
            <a:extLst>
              <a:ext uri="{FF2B5EF4-FFF2-40B4-BE49-F238E27FC236}">
                <a16:creationId xmlns:a16="http://schemas.microsoft.com/office/drawing/2014/main" id="{88A6DD88-82B1-4232-9CC5-77F84BCC452B}"/>
              </a:ext>
            </a:extLst>
          </p:cNvPr>
          <p:cNvGrpSpPr>
            <a:grpSpLocks/>
          </p:cNvGrpSpPr>
          <p:nvPr/>
        </p:nvGrpSpPr>
        <p:grpSpPr bwMode="auto">
          <a:xfrm>
            <a:off x="431800" y="1673225"/>
            <a:ext cx="3678238" cy="2587625"/>
            <a:chOff x="416" y="1061"/>
            <a:chExt cx="2317" cy="1630"/>
          </a:xfrm>
        </p:grpSpPr>
        <p:sp>
          <p:nvSpPr>
            <p:cNvPr id="31808" name="Rectangle 71">
              <a:extLst>
                <a:ext uri="{FF2B5EF4-FFF2-40B4-BE49-F238E27FC236}">
                  <a16:creationId xmlns:a16="http://schemas.microsoft.com/office/drawing/2014/main" id="{FB2117E2-DE1F-4DAD-B4C4-48D4E1711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2365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09" name="Rectangle 72">
              <a:extLst>
                <a:ext uri="{FF2B5EF4-FFF2-40B4-BE49-F238E27FC236}">
                  <a16:creationId xmlns:a16="http://schemas.microsoft.com/office/drawing/2014/main" id="{8DC7A356-EAC9-48F1-B371-4F4F920D3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365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0" name="Rectangle 73">
              <a:extLst>
                <a:ext uri="{FF2B5EF4-FFF2-40B4-BE49-F238E27FC236}">
                  <a16:creationId xmlns:a16="http://schemas.microsoft.com/office/drawing/2014/main" id="{549BB608-4851-41F5-9FBE-85AD6AB8A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2365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1" name="Rectangle 74">
              <a:extLst>
                <a:ext uri="{FF2B5EF4-FFF2-40B4-BE49-F238E27FC236}">
                  <a16:creationId xmlns:a16="http://schemas.microsoft.com/office/drawing/2014/main" id="{2DA73F4E-7665-4E89-89F2-EFCC24348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2365"/>
              <a:ext cx="388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2" name="Rectangle 75">
              <a:extLst>
                <a:ext uri="{FF2B5EF4-FFF2-40B4-BE49-F238E27FC236}">
                  <a16:creationId xmlns:a16="http://schemas.microsoft.com/office/drawing/2014/main" id="{19F67C2E-9B7F-4AF8-8672-4163F227C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2039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3" name="Rectangle 76">
              <a:extLst>
                <a:ext uri="{FF2B5EF4-FFF2-40B4-BE49-F238E27FC236}">
                  <a16:creationId xmlns:a16="http://schemas.microsoft.com/office/drawing/2014/main" id="{5D546FD2-26D4-42D3-BFAD-83274C8C0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39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4" name="Rectangle 77">
              <a:extLst>
                <a:ext uri="{FF2B5EF4-FFF2-40B4-BE49-F238E27FC236}">
                  <a16:creationId xmlns:a16="http://schemas.microsoft.com/office/drawing/2014/main" id="{6448A761-C5B5-4C94-A9B6-7B01CDC5C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2039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5" name="Rectangle 78">
              <a:extLst>
                <a:ext uri="{FF2B5EF4-FFF2-40B4-BE49-F238E27FC236}">
                  <a16:creationId xmlns:a16="http://schemas.microsoft.com/office/drawing/2014/main" id="{8992C1FE-5ED4-45B6-80E2-DCD714F2B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2039"/>
              <a:ext cx="388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6" name="Rectangle 79">
              <a:extLst>
                <a:ext uri="{FF2B5EF4-FFF2-40B4-BE49-F238E27FC236}">
                  <a16:creationId xmlns:a16="http://schemas.microsoft.com/office/drawing/2014/main" id="{AF6BE3CD-1E31-4B76-8349-EE5BD222D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1713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7" name="Rectangle 80">
              <a:extLst>
                <a:ext uri="{FF2B5EF4-FFF2-40B4-BE49-F238E27FC236}">
                  <a16:creationId xmlns:a16="http://schemas.microsoft.com/office/drawing/2014/main" id="{6CCA6326-57D9-4D12-B158-83C1399FA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1713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8" name="Rectangle 81">
              <a:extLst>
                <a:ext uri="{FF2B5EF4-FFF2-40B4-BE49-F238E27FC236}">
                  <a16:creationId xmlns:a16="http://schemas.microsoft.com/office/drawing/2014/main" id="{05440C30-1C36-43BE-A995-A68FBBBA1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713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19" name="Rectangle 82">
              <a:extLst>
                <a:ext uri="{FF2B5EF4-FFF2-40B4-BE49-F238E27FC236}">
                  <a16:creationId xmlns:a16="http://schemas.microsoft.com/office/drawing/2014/main" id="{E50A4864-0B3E-453A-8431-5251BB740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1713"/>
              <a:ext cx="388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20" name="Rectangle 83">
              <a:extLst>
                <a:ext uri="{FF2B5EF4-FFF2-40B4-BE49-F238E27FC236}">
                  <a16:creationId xmlns:a16="http://schemas.microsoft.com/office/drawing/2014/main" id="{3ECDB7FC-F38D-46D8-8486-A3EF0E540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1387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21" name="Rectangle 84">
              <a:extLst>
                <a:ext uri="{FF2B5EF4-FFF2-40B4-BE49-F238E27FC236}">
                  <a16:creationId xmlns:a16="http://schemas.microsoft.com/office/drawing/2014/main" id="{8DE2D854-EEE3-4F41-874D-4201E8DAA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1387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22" name="Rectangle 85">
              <a:extLst>
                <a:ext uri="{FF2B5EF4-FFF2-40B4-BE49-F238E27FC236}">
                  <a16:creationId xmlns:a16="http://schemas.microsoft.com/office/drawing/2014/main" id="{78AF579F-180A-4EC4-8362-E0098669D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387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23" name="Rectangle 86">
              <a:extLst>
                <a:ext uri="{FF2B5EF4-FFF2-40B4-BE49-F238E27FC236}">
                  <a16:creationId xmlns:a16="http://schemas.microsoft.com/office/drawing/2014/main" id="{5ADD1803-A8C0-42F6-8343-545B7835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1387"/>
              <a:ext cx="388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24" name="Rectangle 87">
              <a:extLst>
                <a:ext uri="{FF2B5EF4-FFF2-40B4-BE49-F238E27FC236}">
                  <a16:creationId xmlns:a16="http://schemas.microsoft.com/office/drawing/2014/main" id="{C2023950-1DEF-40A7-8D97-F3EC72AEE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1061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825" name="Rectangle 88">
              <a:extLst>
                <a:ext uri="{FF2B5EF4-FFF2-40B4-BE49-F238E27FC236}">
                  <a16:creationId xmlns:a16="http://schemas.microsoft.com/office/drawing/2014/main" id="{A20A4ACC-4EDC-48B5-B7A0-198A76E7D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1061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826" name="Rectangle 89">
              <a:extLst>
                <a:ext uri="{FF2B5EF4-FFF2-40B4-BE49-F238E27FC236}">
                  <a16:creationId xmlns:a16="http://schemas.microsoft.com/office/drawing/2014/main" id="{23ADFA53-C0D8-403E-83ED-C8E8B263C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061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31827" name="Rectangle 90">
              <a:extLst>
                <a:ext uri="{FF2B5EF4-FFF2-40B4-BE49-F238E27FC236}">
                  <a16:creationId xmlns:a16="http://schemas.microsoft.com/office/drawing/2014/main" id="{E68071AC-2E54-4A75-9FF2-8C0F3FC63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1061"/>
              <a:ext cx="388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31828" name="Rectangle 91">
              <a:extLst>
                <a:ext uri="{FF2B5EF4-FFF2-40B4-BE49-F238E27FC236}">
                  <a16:creationId xmlns:a16="http://schemas.microsoft.com/office/drawing/2014/main" id="{0F64E7FD-B9FC-4611-903C-D919D95ED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" y="1061"/>
              <a:ext cx="384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31829" name="Rectangle 92">
              <a:extLst>
                <a:ext uri="{FF2B5EF4-FFF2-40B4-BE49-F238E27FC236}">
                  <a16:creationId xmlns:a16="http://schemas.microsoft.com/office/drawing/2014/main" id="{D90A2862-552F-47BF-BF87-4D25B5E1C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" y="1061"/>
              <a:ext cx="387" cy="32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31830" name="Line 93">
              <a:extLst>
                <a:ext uri="{FF2B5EF4-FFF2-40B4-BE49-F238E27FC236}">
                  <a16:creationId xmlns:a16="http://schemas.microsoft.com/office/drawing/2014/main" id="{4FA09D5A-D878-4B27-A34F-9B200787EE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" y="1387"/>
              <a:ext cx="23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31" name="Line 94">
              <a:extLst>
                <a:ext uri="{FF2B5EF4-FFF2-40B4-BE49-F238E27FC236}">
                  <a16:creationId xmlns:a16="http://schemas.microsoft.com/office/drawing/2014/main" id="{2019CB30-8B03-425E-8FF0-8301645B52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" y="1713"/>
              <a:ext cx="23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32" name="Line 95">
              <a:extLst>
                <a:ext uri="{FF2B5EF4-FFF2-40B4-BE49-F238E27FC236}">
                  <a16:creationId xmlns:a16="http://schemas.microsoft.com/office/drawing/2014/main" id="{F8978927-B937-4607-AC3E-C6A7AE9F5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" y="2039"/>
              <a:ext cx="23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33" name="Line 96">
              <a:extLst>
                <a:ext uri="{FF2B5EF4-FFF2-40B4-BE49-F238E27FC236}">
                  <a16:creationId xmlns:a16="http://schemas.microsoft.com/office/drawing/2014/main" id="{27902DE9-CAB8-414D-8CE8-631A23817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" y="2365"/>
              <a:ext cx="23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34" name="Line 97">
              <a:extLst>
                <a:ext uri="{FF2B5EF4-FFF2-40B4-BE49-F238E27FC236}">
                  <a16:creationId xmlns:a16="http://schemas.microsoft.com/office/drawing/2014/main" id="{30EF9854-722A-4409-9E3A-E1D37DA32B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" y="1061"/>
              <a:ext cx="0" cy="1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35" name="Line 98">
              <a:extLst>
                <a:ext uri="{FF2B5EF4-FFF2-40B4-BE49-F238E27FC236}">
                  <a16:creationId xmlns:a16="http://schemas.microsoft.com/office/drawing/2014/main" id="{01B4C191-3E94-4EBC-9C7B-D38375C065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1061"/>
              <a:ext cx="0" cy="1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36" name="Line 99">
              <a:extLst>
                <a:ext uri="{FF2B5EF4-FFF2-40B4-BE49-F238E27FC236}">
                  <a16:creationId xmlns:a16="http://schemas.microsoft.com/office/drawing/2014/main" id="{3618E3AB-2847-4724-9633-D54A62DCB3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" y="1061"/>
              <a:ext cx="0" cy="1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37" name="Line 100">
              <a:extLst>
                <a:ext uri="{FF2B5EF4-FFF2-40B4-BE49-F238E27FC236}">
                  <a16:creationId xmlns:a16="http://schemas.microsoft.com/office/drawing/2014/main" id="{9DEE57B2-73AF-4ED0-AC15-582A7AC924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2" y="1061"/>
              <a:ext cx="0" cy="1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38" name="Line 101">
              <a:extLst>
                <a:ext uri="{FF2B5EF4-FFF2-40B4-BE49-F238E27FC236}">
                  <a16:creationId xmlns:a16="http://schemas.microsoft.com/office/drawing/2014/main" id="{E81848F7-0784-458D-9CF9-168EC0ACCD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6" y="1061"/>
              <a:ext cx="0" cy="1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39" name="Line 102">
              <a:extLst>
                <a:ext uri="{FF2B5EF4-FFF2-40B4-BE49-F238E27FC236}">
                  <a16:creationId xmlns:a16="http://schemas.microsoft.com/office/drawing/2014/main" id="{9A5ABB10-6CBD-4CA8-9773-E82B190784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" y="1061"/>
              <a:ext cx="2317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40" name="Line 103">
              <a:extLst>
                <a:ext uri="{FF2B5EF4-FFF2-40B4-BE49-F238E27FC236}">
                  <a16:creationId xmlns:a16="http://schemas.microsoft.com/office/drawing/2014/main" id="{4C1C8554-1FAE-49B5-961F-D127D17893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" y="1061"/>
              <a:ext cx="0" cy="163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41" name="Line 104">
              <a:extLst>
                <a:ext uri="{FF2B5EF4-FFF2-40B4-BE49-F238E27FC236}">
                  <a16:creationId xmlns:a16="http://schemas.microsoft.com/office/drawing/2014/main" id="{26C8DD89-98DC-47C3-BC57-0EE7FF4A4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3" y="1061"/>
              <a:ext cx="0" cy="163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42" name="Line 105">
              <a:extLst>
                <a:ext uri="{FF2B5EF4-FFF2-40B4-BE49-F238E27FC236}">
                  <a16:creationId xmlns:a16="http://schemas.microsoft.com/office/drawing/2014/main" id="{D3ECBB82-A3E5-47F3-9C9E-FCDAFB6FAD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" y="2691"/>
              <a:ext cx="2317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43" name="Line 106">
              <a:extLst>
                <a:ext uri="{FF2B5EF4-FFF2-40B4-BE49-F238E27FC236}">
                  <a16:creationId xmlns:a16="http://schemas.microsoft.com/office/drawing/2014/main" id="{A64445F6-4FA5-4E3A-9489-2AB3DC67BD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6" y="1062"/>
              <a:ext cx="1" cy="16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2795" name="Group 107">
            <a:extLst>
              <a:ext uri="{FF2B5EF4-FFF2-40B4-BE49-F238E27FC236}">
                <a16:creationId xmlns:a16="http://schemas.microsoft.com/office/drawing/2014/main" id="{FAE40D4B-D79A-45CA-B36B-A072A6E9A0DA}"/>
              </a:ext>
            </a:extLst>
          </p:cNvPr>
          <p:cNvGrpSpPr>
            <a:grpSpLocks/>
          </p:cNvGrpSpPr>
          <p:nvPr/>
        </p:nvGrpSpPr>
        <p:grpSpPr bwMode="auto">
          <a:xfrm>
            <a:off x="1779588" y="1744663"/>
            <a:ext cx="2133600" cy="17462"/>
            <a:chOff x="1265" y="1107"/>
            <a:chExt cx="1344" cy="11"/>
          </a:xfrm>
        </p:grpSpPr>
        <p:sp>
          <p:nvSpPr>
            <p:cNvPr id="31804" name="Line 108">
              <a:extLst>
                <a:ext uri="{FF2B5EF4-FFF2-40B4-BE49-F238E27FC236}">
                  <a16:creationId xmlns:a16="http://schemas.microsoft.com/office/drawing/2014/main" id="{6B96E150-6854-4380-9931-D82770D3E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5" y="1107"/>
              <a:ext cx="19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05" name="Line 109">
              <a:extLst>
                <a:ext uri="{FF2B5EF4-FFF2-40B4-BE49-F238E27FC236}">
                  <a16:creationId xmlns:a16="http://schemas.microsoft.com/office/drawing/2014/main" id="{9028E928-857D-46ED-9719-D2AEB24B5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9" y="1118"/>
              <a:ext cx="19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06" name="Line 110">
              <a:extLst>
                <a:ext uri="{FF2B5EF4-FFF2-40B4-BE49-F238E27FC236}">
                  <a16:creationId xmlns:a16="http://schemas.microsoft.com/office/drawing/2014/main" id="{69B578B0-AFD8-4D4B-850A-C3C997E595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" y="1118"/>
              <a:ext cx="19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807" name="Line 111">
              <a:extLst>
                <a:ext uri="{FF2B5EF4-FFF2-40B4-BE49-F238E27FC236}">
                  <a16:creationId xmlns:a16="http://schemas.microsoft.com/office/drawing/2014/main" id="{9D39715B-A974-4C23-AFD2-C91E158B2E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7" y="1118"/>
              <a:ext cx="19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2800" name="Group 112">
            <a:extLst>
              <a:ext uri="{FF2B5EF4-FFF2-40B4-BE49-F238E27FC236}">
                <a16:creationId xmlns:a16="http://schemas.microsoft.com/office/drawing/2014/main" id="{5DB0B61F-59F1-4FF6-B1D0-7750074CB3E2}"/>
              </a:ext>
            </a:extLst>
          </p:cNvPr>
          <p:cNvGrpSpPr>
            <a:grpSpLocks/>
          </p:cNvGrpSpPr>
          <p:nvPr/>
        </p:nvGrpSpPr>
        <p:grpSpPr bwMode="auto">
          <a:xfrm>
            <a:off x="1743075" y="2192338"/>
            <a:ext cx="2457450" cy="520700"/>
            <a:chOff x="1242" y="1388"/>
            <a:chExt cx="1548" cy="328"/>
          </a:xfrm>
        </p:grpSpPr>
        <p:sp>
          <p:nvSpPr>
            <p:cNvPr id="31800" name="Text Box 113">
              <a:extLst>
                <a:ext uri="{FF2B5EF4-FFF2-40B4-BE49-F238E27FC236}">
                  <a16:creationId xmlns:a16="http://schemas.microsoft.com/office/drawing/2014/main" id="{88171759-0581-445C-8201-D0733BCCF8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2" y="1389"/>
              <a:ext cx="38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801" name="Text Box 114">
              <a:extLst>
                <a:ext uri="{FF2B5EF4-FFF2-40B4-BE49-F238E27FC236}">
                  <a16:creationId xmlns:a16="http://schemas.microsoft.com/office/drawing/2014/main" id="{20F76CC4-38AB-43D7-8640-754B383C6A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8" y="1389"/>
              <a:ext cx="38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802" name="Text Box 115">
              <a:extLst>
                <a:ext uri="{FF2B5EF4-FFF2-40B4-BE49-F238E27FC236}">
                  <a16:creationId xmlns:a16="http://schemas.microsoft.com/office/drawing/2014/main" id="{5F08E51F-B7DD-4C58-A1A3-169544495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4" y="1389"/>
              <a:ext cx="38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803" name="Text Box 116">
              <a:extLst>
                <a:ext uri="{FF2B5EF4-FFF2-40B4-BE49-F238E27FC236}">
                  <a16:creationId xmlns:a16="http://schemas.microsoft.com/office/drawing/2014/main" id="{A6C97E74-275A-4DF2-92DF-A525ACDA26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6" y="1388"/>
              <a:ext cx="38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242805" name="Group 117">
            <a:extLst>
              <a:ext uri="{FF2B5EF4-FFF2-40B4-BE49-F238E27FC236}">
                <a16:creationId xmlns:a16="http://schemas.microsoft.com/office/drawing/2014/main" id="{54110B19-B6C7-49CF-B8EC-6B8FD0BB8FC6}"/>
              </a:ext>
            </a:extLst>
          </p:cNvPr>
          <p:cNvGrpSpPr>
            <a:grpSpLocks/>
          </p:cNvGrpSpPr>
          <p:nvPr/>
        </p:nvGrpSpPr>
        <p:grpSpPr bwMode="auto">
          <a:xfrm>
            <a:off x="1743075" y="2765425"/>
            <a:ext cx="2457450" cy="520700"/>
            <a:chOff x="1242" y="1388"/>
            <a:chExt cx="1548" cy="328"/>
          </a:xfrm>
        </p:grpSpPr>
        <p:sp>
          <p:nvSpPr>
            <p:cNvPr id="31796" name="Text Box 118">
              <a:extLst>
                <a:ext uri="{FF2B5EF4-FFF2-40B4-BE49-F238E27FC236}">
                  <a16:creationId xmlns:a16="http://schemas.microsoft.com/office/drawing/2014/main" id="{AFD5B7F2-7340-4195-B997-F5E3EB7A3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2" y="1389"/>
              <a:ext cx="38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797" name="Text Box 119">
              <a:extLst>
                <a:ext uri="{FF2B5EF4-FFF2-40B4-BE49-F238E27FC236}">
                  <a16:creationId xmlns:a16="http://schemas.microsoft.com/office/drawing/2014/main" id="{66A0B3DC-F769-499F-A7E7-AC1B056D7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8" y="1389"/>
              <a:ext cx="38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1798" name="Text Box 120">
              <a:extLst>
                <a:ext uri="{FF2B5EF4-FFF2-40B4-BE49-F238E27FC236}">
                  <a16:creationId xmlns:a16="http://schemas.microsoft.com/office/drawing/2014/main" id="{594FA925-B4C7-4BC7-92B3-67B2964A0C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4" y="1389"/>
              <a:ext cx="38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1799" name="Text Box 121">
              <a:extLst>
                <a:ext uri="{FF2B5EF4-FFF2-40B4-BE49-F238E27FC236}">
                  <a16:creationId xmlns:a16="http://schemas.microsoft.com/office/drawing/2014/main" id="{521CBC3A-494D-4DF2-810C-47E13B59D2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6" y="1388"/>
              <a:ext cx="38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242810" name="Group 122">
            <a:extLst>
              <a:ext uri="{FF2B5EF4-FFF2-40B4-BE49-F238E27FC236}">
                <a16:creationId xmlns:a16="http://schemas.microsoft.com/office/drawing/2014/main" id="{7E1E4CEB-1BB9-44E0-BADC-AA61DDE65288}"/>
              </a:ext>
            </a:extLst>
          </p:cNvPr>
          <p:cNvGrpSpPr>
            <a:grpSpLocks/>
          </p:cNvGrpSpPr>
          <p:nvPr/>
        </p:nvGrpSpPr>
        <p:grpSpPr bwMode="auto">
          <a:xfrm>
            <a:off x="1739900" y="3265488"/>
            <a:ext cx="2459038" cy="1020762"/>
            <a:chOff x="1240" y="2064"/>
            <a:chExt cx="1549" cy="643"/>
          </a:xfrm>
        </p:grpSpPr>
        <p:grpSp>
          <p:nvGrpSpPr>
            <p:cNvPr id="31786" name="Group 123">
              <a:extLst>
                <a:ext uri="{FF2B5EF4-FFF2-40B4-BE49-F238E27FC236}">
                  <a16:creationId xmlns:a16="http://schemas.microsoft.com/office/drawing/2014/main" id="{771D75CF-9AA8-44E9-9E90-6E849DBD7C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1" y="2064"/>
              <a:ext cx="1548" cy="328"/>
              <a:chOff x="1242" y="1388"/>
              <a:chExt cx="1548" cy="328"/>
            </a:xfrm>
          </p:grpSpPr>
          <p:sp>
            <p:nvSpPr>
              <p:cNvPr id="31792" name="Text Box 124">
                <a:extLst>
                  <a:ext uri="{FF2B5EF4-FFF2-40B4-BE49-F238E27FC236}">
                    <a16:creationId xmlns:a16="http://schemas.microsoft.com/office/drawing/2014/main" id="{341C6B14-278B-4F03-9448-918AD9E318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42" y="1389"/>
                <a:ext cx="384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1793" name="Text Box 125">
                <a:extLst>
                  <a:ext uri="{FF2B5EF4-FFF2-40B4-BE49-F238E27FC236}">
                    <a16:creationId xmlns:a16="http://schemas.microsoft.com/office/drawing/2014/main" id="{BBC3D8C2-E1B4-4771-815B-C92391B00B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8" y="1389"/>
                <a:ext cx="384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1794" name="Text Box 126">
                <a:extLst>
                  <a:ext uri="{FF2B5EF4-FFF2-40B4-BE49-F238E27FC236}">
                    <a16:creationId xmlns:a16="http://schemas.microsoft.com/office/drawing/2014/main" id="{050148A6-E809-454A-9E55-24614EDDBB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4" y="1389"/>
                <a:ext cx="384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1795" name="Text Box 127">
                <a:extLst>
                  <a:ext uri="{FF2B5EF4-FFF2-40B4-BE49-F238E27FC236}">
                    <a16:creationId xmlns:a16="http://schemas.microsoft.com/office/drawing/2014/main" id="{70BB753A-01D6-4DC4-9C2A-B6DDD38B17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06" y="1388"/>
                <a:ext cx="384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31787" name="Group 128">
              <a:extLst>
                <a:ext uri="{FF2B5EF4-FFF2-40B4-BE49-F238E27FC236}">
                  <a16:creationId xmlns:a16="http://schemas.microsoft.com/office/drawing/2014/main" id="{66E29F57-EF38-469C-9CDD-164FF708A2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0" y="2379"/>
              <a:ext cx="1548" cy="328"/>
              <a:chOff x="1242" y="1388"/>
              <a:chExt cx="1548" cy="328"/>
            </a:xfrm>
          </p:grpSpPr>
          <p:sp>
            <p:nvSpPr>
              <p:cNvPr id="31788" name="Text Box 129">
                <a:extLst>
                  <a:ext uri="{FF2B5EF4-FFF2-40B4-BE49-F238E27FC236}">
                    <a16:creationId xmlns:a16="http://schemas.microsoft.com/office/drawing/2014/main" id="{CE253E50-24DE-44FB-94F4-8266E45422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42" y="1389"/>
                <a:ext cx="384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1789" name="Text Box 130">
                <a:extLst>
                  <a:ext uri="{FF2B5EF4-FFF2-40B4-BE49-F238E27FC236}">
                    <a16:creationId xmlns:a16="http://schemas.microsoft.com/office/drawing/2014/main" id="{04534F60-BD6E-4F42-A290-CA435216D5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8" y="1389"/>
                <a:ext cx="384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1790" name="Text Box 131">
                <a:extLst>
                  <a:ext uri="{FF2B5EF4-FFF2-40B4-BE49-F238E27FC236}">
                    <a16:creationId xmlns:a16="http://schemas.microsoft.com/office/drawing/2014/main" id="{C126E5A9-ED75-4166-8B6F-E9E20AD896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4" y="1389"/>
                <a:ext cx="384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1791" name="Text Box 132">
                <a:extLst>
                  <a:ext uri="{FF2B5EF4-FFF2-40B4-BE49-F238E27FC236}">
                    <a16:creationId xmlns:a16="http://schemas.microsoft.com/office/drawing/2014/main" id="{2D022056-27EA-4DDF-96C2-A8336B5DFD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06" y="1388"/>
                <a:ext cx="384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</p:grpSp>
      <p:sp>
        <p:nvSpPr>
          <p:cNvPr id="242821" name="AutoShape 133">
            <a:extLst>
              <a:ext uri="{FF2B5EF4-FFF2-40B4-BE49-F238E27FC236}">
                <a16:creationId xmlns:a16="http://schemas.microsoft.com/office/drawing/2014/main" id="{F501A7F8-C597-4704-87FA-A0BA29620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1967" y="1532737"/>
            <a:ext cx="3135313" cy="646112"/>
          </a:xfrm>
          <a:prstGeom prst="wedgeRoundRectCallout">
            <a:avLst>
              <a:gd name="adj1" fmla="val -47722"/>
              <a:gd name="adj2" fmla="val 147542"/>
              <a:gd name="adj3" fmla="val 16667"/>
            </a:avLst>
          </a:prstGeom>
          <a:solidFill>
            <a:srgbClr val="9090F4"/>
          </a:solidFill>
          <a:ln w="3810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仿宋_GB2312" pitchFamily="49" charset="-122"/>
                <a:cs typeface="+mn-cs"/>
              </a:rPr>
              <a:t>驱动三个与非门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5122608" y="2942822"/>
            <a:ext cx="3798887" cy="2600338"/>
            <a:chOff x="4803774" y="3462201"/>
            <a:chExt cx="3798887" cy="2600338"/>
          </a:xfrm>
        </p:grpSpPr>
        <p:grpSp>
          <p:nvGrpSpPr>
            <p:cNvPr id="242690" name="Group 2">
              <a:extLst>
                <a:ext uri="{FF2B5EF4-FFF2-40B4-BE49-F238E27FC236}">
                  <a16:creationId xmlns:a16="http://schemas.microsoft.com/office/drawing/2014/main" id="{154A368C-0C8E-42FC-999D-DE7E62C36B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3774" y="3462201"/>
              <a:ext cx="3798887" cy="2600338"/>
              <a:chOff x="3029" y="1873"/>
              <a:chExt cx="2393" cy="1638"/>
            </a:xfrm>
          </p:grpSpPr>
          <p:grpSp>
            <p:nvGrpSpPr>
              <p:cNvPr id="31852" name="Group 3">
                <a:extLst>
                  <a:ext uri="{FF2B5EF4-FFF2-40B4-BE49-F238E27FC236}">
                    <a16:creationId xmlns:a16="http://schemas.microsoft.com/office/drawing/2014/main" id="{7338C896-23B1-4D0E-9E9C-1E80794F53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9" y="1873"/>
                <a:ext cx="2393" cy="1638"/>
                <a:chOff x="2823" y="2439"/>
                <a:chExt cx="2393" cy="1638"/>
              </a:xfrm>
            </p:grpSpPr>
            <p:grpSp>
              <p:nvGrpSpPr>
                <p:cNvPr id="31859" name="Group 4">
                  <a:extLst>
                    <a:ext uri="{FF2B5EF4-FFF2-40B4-BE49-F238E27FC236}">
                      <a16:creationId xmlns:a16="http://schemas.microsoft.com/office/drawing/2014/main" id="{0C122621-8170-48FF-9FFC-4D95BE12A8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823" y="2439"/>
                  <a:ext cx="2393" cy="1638"/>
                  <a:chOff x="3026" y="1874"/>
                  <a:chExt cx="2393" cy="1638"/>
                </a:xfrm>
              </p:grpSpPr>
              <p:sp>
                <p:nvSpPr>
                  <p:cNvPr id="31872" name="Freeform 25">
                    <a:extLst>
                      <a:ext uri="{FF2B5EF4-FFF2-40B4-BE49-F238E27FC236}">
                        <a16:creationId xmlns:a16="http://schemas.microsoft.com/office/drawing/2014/main" id="{3041F7B3-2B67-44EC-9571-9DE1B2B198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25" y="2112"/>
                    <a:ext cx="824" cy="1130"/>
                  </a:xfrm>
                  <a:custGeom>
                    <a:avLst/>
                    <a:gdLst>
                      <a:gd name="T0" fmla="*/ 824 w 824"/>
                      <a:gd name="T1" fmla="*/ 0 h 847"/>
                      <a:gd name="T2" fmla="*/ 0 w 824"/>
                      <a:gd name="T3" fmla="*/ 0 h 847"/>
                      <a:gd name="T4" fmla="*/ 0 w 824"/>
                      <a:gd name="T5" fmla="*/ 4777 h 84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24" h="847">
                        <a:moveTo>
                          <a:pt x="824" y="0"/>
                        </a:moveTo>
                        <a:lnTo>
                          <a:pt x="0" y="0"/>
                        </a:lnTo>
                        <a:lnTo>
                          <a:pt x="0" y="847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89" name="Oval 42">
                    <a:extLst>
                      <a:ext uri="{FF2B5EF4-FFF2-40B4-BE49-F238E27FC236}">
                        <a16:creationId xmlns:a16="http://schemas.microsoft.com/office/drawing/2014/main" id="{D7DF8C1B-A556-4808-BC38-204C9FD481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39" y="2412"/>
                    <a:ext cx="79" cy="79"/>
                  </a:xfrm>
                  <a:prstGeom prst="ellipse">
                    <a:avLst/>
                  </a:prstGeom>
                  <a:solidFill>
                    <a:schemeClr val="tx1"/>
                  </a:solidFill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grpSp>
                <p:nvGrpSpPr>
                  <p:cNvPr id="31864" name="Group 5">
                    <a:extLst>
                      <a:ext uri="{FF2B5EF4-FFF2-40B4-BE49-F238E27FC236}">
                        <a16:creationId xmlns:a16="http://schemas.microsoft.com/office/drawing/2014/main" id="{DE7358A7-4294-4B2A-8AA7-9DC90346A59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462" y="1910"/>
                    <a:ext cx="259" cy="305"/>
                    <a:chOff x="3795" y="1638"/>
                    <a:chExt cx="259" cy="305"/>
                  </a:xfrm>
                </p:grpSpPr>
                <p:sp>
                  <p:nvSpPr>
                    <p:cNvPr id="31906" name="Rectangle 6">
                      <a:extLst>
                        <a:ext uri="{FF2B5EF4-FFF2-40B4-BE49-F238E27FC236}">
                          <a16:creationId xmlns:a16="http://schemas.microsoft.com/office/drawing/2014/main" id="{5A076BB4-0A7D-4DD3-999A-99F4FFF93F4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5" y="1638"/>
                      <a:ext cx="181" cy="305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907" name="Oval 7">
                      <a:extLst>
                        <a:ext uri="{FF2B5EF4-FFF2-40B4-BE49-F238E27FC236}">
                          <a16:creationId xmlns:a16="http://schemas.microsoft.com/office/drawing/2014/main" id="{15B15FF4-795B-47CD-B27C-03D071C1E3C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75" y="1739"/>
                      <a:ext cx="79" cy="79"/>
                    </a:xfrm>
                    <a:prstGeom prst="ellips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1865" name="Group 8">
                    <a:extLst>
                      <a:ext uri="{FF2B5EF4-FFF2-40B4-BE49-F238E27FC236}">
                        <a16:creationId xmlns:a16="http://schemas.microsoft.com/office/drawing/2014/main" id="{8E119BDD-B758-4D6A-8ED0-D9CFA2C2F3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461" y="2338"/>
                    <a:ext cx="259" cy="305"/>
                    <a:chOff x="3795" y="1638"/>
                    <a:chExt cx="259" cy="305"/>
                  </a:xfrm>
                </p:grpSpPr>
                <p:sp>
                  <p:nvSpPr>
                    <p:cNvPr id="31904" name="Rectangle 9">
                      <a:extLst>
                        <a:ext uri="{FF2B5EF4-FFF2-40B4-BE49-F238E27FC236}">
                          <a16:creationId xmlns:a16="http://schemas.microsoft.com/office/drawing/2014/main" id="{E4A50155-683C-47CB-901E-FA67EB50501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5" y="1638"/>
                      <a:ext cx="181" cy="305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905" name="Oval 10">
                      <a:extLst>
                        <a:ext uri="{FF2B5EF4-FFF2-40B4-BE49-F238E27FC236}">
                          <a16:creationId xmlns:a16="http://schemas.microsoft.com/office/drawing/2014/main" id="{E1477FB6-2D33-4E25-A514-34EFE088B4D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75" y="1739"/>
                      <a:ext cx="79" cy="79"/>
                    </a:xfrm>
                    <a:prstGeom prst="ellips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1866" name="Group 11">
                    <a:extLst>
                      <a:ext uri="{FF2B5EF4-FFF2-40B4-BE49-F238E27FC236}">
                        <a16:creationId xmlns:a16="http://schemas.microsoft.com/office/drawing/2014/main" id="{398CD4A4-CA85-4122-84B1-23EBDC4D75B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461" y="2765"/>
                    <a:ext cx="259" cy="305"/>
                    <a:chOff x="3795" y="1638"/>
                    <a:chExt cx="259" cy="305"/>
                  </a:xfrm>
                </p:grpSpPr>
                <p:sp>
                  <p:nvSpPr>
                    <p:cNvPr id="31902" name="Rectangle 12">
                      <a:extLst>
                        <a:ext uri="{FF2B5EF4-FFF2-40B4-BE49-F238E27FC236}">
                          <a16:creationId xmlns:a16="http://schemas.microsoft.com/office/drawing/2014/main" id="{73CF2F7B-5B44-497B-878E-ADF14510900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5" y="1638"/>
                      <a:ext cx="181" cy="305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903" name="Oval 13">
                      <a:extLst>
                        <a:ext uri="{FF2B5EF4-FFF2-40B4-BE49-F238E27FC236}">
                          <a16:creationId xmlns:a16="http://schemas.microsoft.com/office/drawing/2014/main" id="{D0F2BAFA-378B-44C8-AD50-8EA2D1892A1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75" y="1739"/>
                      <a:ext cx="79" cy="79"/>
                    </a:xfrm>
                    <a:prstGeom prst="ellips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1867" name="Group 14">
                    <a:extLst>
                      <a:ext uri="{FF2B5EF4-FFF2-40B4-BE49-F238E27FC236}">
                        <a16:creationId xmlns:a16="http://schemas.microsoft.com/office/drawing/2014/main" id="{DED408A0-0A79-4CB6-8F93-060D5C2FEC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461" y="3192"/>
                    <a:ext cx="259" cy="305"/>
                    <a:chOff x="3795" y="1638"/>
                    <a:chExt cx="259" cy="305"/>
                  </a:xfrm>
                </p:grpSpPr>
                <p:sp>
                  <p:nvSpPr>
                    <p:cNvPr id="31900" name="Rectangle 15">
                      <a:extLst>
                        <a:ext uri="{FF2B5EF4-FFF2-40B4-BE49-F238E27FC236}">
                          <a16:creationId xmlns:a16="http://schemas.microsoft.com/office/drawing/2014/main" id="{17D9D911-064F-450F-A64E-DB57171405F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5" y="1638"/>
                      <a:ext cx="181" cy="305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901" name="Oval 16">
                      <a:extLst>
                        <a:ext uri="{FF2B5EF4-FFF2-40B4-BE49-F238E27FC236}">
                          <a16:creationId xmlns:a16="http://schemas.microsoft.com/office/drawing/2014/main" id="{42D080B2-78A9-4064-985A-EB34257980D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75" y="1739"/>
                      <a:ext cx="79" cy="79"/>
                    </a:xfrm>
                    <a:prstGeom prst="ellips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1868" name="Group 17">
                    <a:extLst>
                      <a:ext uri="{FF2B5EF4-FFF2-40B4-BE49-F238E27FC236}">
                        <a16:creationId xmlns:a16="http://schemas.microsoft.com/office/drawing/2014/main" id="{4B324065-6544-4519-AD98-B1A45EE9C8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776" y="2322"/>
                    <a:ext cx="259" cy="305"/>
                    <a:chOff x="3795" y="1638"/>
                    <a:chExt cx="259" cy="305"/>
                  </a:xfrm>
                </p:grpSpPr>
                <p:sp>
                  <p:nvSpPr>
                    <p:cNvPr id="31898" name="Rectangle 18">
                      <a:extLst>
                        <a:ext uri="{FF2B5EF4-FFF2-40B4-BE49-F238E27FC236}">
                          <a16:creationId xmlns:a16="http://schemas.microsoft.com/office/drawing/2014/main" id="{7F56068D-39EB-4D7E-8054-2136A8E6FE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5" y="1638"/>
                      <a:ext cx="181" cy="305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899" name="Oval 19">
                      <a:extLst>
                        <a:ext uri="{FF2B5EF4-FFF2-40B4-BE49-F238E27FC236}">
                          <a16:creationId xmlns:a16="http://schemas.microsoft.com/office/drawing/2014/main" id="{02A9B956-E903-4D96-AA64-3DC93CBADC5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75" y="1739"/>
                      <a:ext cx="79" cy="79"/>
                    </a:xfrm>
                    <a:prstGeom prst="ellips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1869" name="Group 20">
                    <a:extLst>
                      <a:ext uri="{FF2B5EF4-FFF2-40B4-BE49-F238E27FC236}">
                        <a16:creationId xmlns:a16="http://schemas.microsoft.com/office/drawing/2014/main" id="{8D808B07-C2E5-446D-ADB6-5A0629BB5F9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776" y="3107"/>
                    <a:ext cx="259" cy="305"/>
                    <a:chOff x="3795" y="1638"/>
                    <a:chExt cx="259" cy="305"/>
                  </a:xfrm>
                </p:grpSpPr>
                <p:sp>
                  <p:nvSpPr>
                    <p:cNvPr id="31896" name="Rectangle 21">
                      <a:extLst>
                        <a:ext uri="{FF2B5EF4-FFF2-40B4-BE49-F238E27FC236}">
                          <a16:creationId xmlns:a16="http://schemas.microsoft.com/office/drawing/2014/main" id="{6052447D-4E56-4F85-A9C9-9951B8041B5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5" y="1638"/>
                      <a:ext cx="181" cy="305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31897" name="Oval 22">
                      <a:extLst>
                        <a:ext uri="{FF2B5EF4-FFF2-40B4-BE49-F238E27FC236}">
                          <a16:creationId xmlns:a16="http://schemas.microsoft.com/office/drawing/2014/main" id="{926C4DCF-020B-4C4C-856D-8DCD04D293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75" y="1739"/>
                      <a:ext cx="79" cy="79"/>
                    </a:xfrm>
                    <a:prstGeom prst="ellips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kumimoji="1" sz="32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kumimoji="1" sz="2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kumimoji="1" sz="24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kumimoji="1"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CN" altLang="en-US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  <p:sp>
                <p:nvSpPr>
                  <p:cNvPr id="31870" name="Line 23">
                    <a:extLst>
                      <a:ext uri="{FF2B5EF4-FFF2-40B4-BE49-F238E27FC236}">
                        <a16:creationId xmlns:a16="http://schemas.microsoft.com/office/drawing/2014/main" id="{266D6DFE-D76C-47AE-A085-BBA6E4ACC0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263" y="3255"/>
                    <a:ext cx="509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71" name="Freeform 24">
                    <a:extLst>
                      <a:ext uri="{FF2B5EF4-FFF2-40B4-BE49-F238E27FC236}">
                        <a16:creationId xmlns:a16="http://schemas.microsoft.com/office/drawing/2014/main" id="{3F552C64-0AF7-446D-8705-BE58A88EA9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81" y="1960"/>
                    <a:ext cx="975" cy="497"/>
                  </a:xfrm>
                  <a:custGeom>
                    <a:avLst/>
                    <a:gdLst>
                      <a:gd name="T0" fmla="*/ 0 w 825"/>
                      <a:gd name="T1" fmla="*/ 497 h 497"/>
                      <a:gd name="T2" fmla="*/ 0 w 825"/>
                      <a:gd name="T3" fmla="*/ 0 h 497"/>
                      <a:gd name="T4" fmla="*/ 1912 w 825"/>
                      <a:gd name="T5" fmla="*/ 0 h 4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25" h="497">
                        <a:moveTo>
                          <a:pt x="0" y="497"/>
                        </a:moveTo>
                        <a:lnTo>
                          <a:pt x="0" y="0"/>
                        </a:lnTo>
                        <a:lnTo>
                          <a:pt x="82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73" name="Freeform 26">
                    <a:extLst>
                      <a:ext uri="{FF2B5EF4-FFF2-40B4-BE49-F238E27FC236}">
                        <a16:creationId xmlns:a16="http://schemas.microsoft.com/office/drawing/2014/main" id="{A02E53B7-1922-47B5-91CA-3BC0CA741A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1" y="2554"/>
                    <a:ext cx="430" cy="701"/>
                  </a:xfrm>
                  <a:custGeom>
                    <a:avLst/>
                    <a:gdLst>
                      <a:gd name="T0" fmla="*/ 0 w 430"/>
                      <a:gd name="T1" fmla="*/ 16427 h 373"/>
                      <a:gd name="T2" fmla="*/ 249 w 430"/>
                      <a:gd name="T3" fmla="*/ 16427 h 373"/>
                      <a:gd name="T4" fmla="*/ 249 w 430"/>
                      <a:gd name="T5" fmla="*/ 0 h 373"/>
                      <a:gd name="T6" fmla="*/ 430 w 430"/>
                      <a:gd name="T7" fmla="*/ 0 h 37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430" h="373">
                        <a:moveTo>
                          <a:pt x="0" y="373"/>
                        </a:moveTo>
                        <a:lnTo>
                          <a:pt x="249" y="373"/>
                        </a:lnTo>
                        <a:lnTo>
                          <a:pt x="249" y="0"/>
                        </a:lnTo>
                        <a:lnTo>
                          <a:pt x="43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75" name="Freeform 28">
                    <a:extLst>
                      <a:ext uri="{FF2B5EF4-FFF2-40B4-BE49-F238E27FC236}">
                        <a16:creationId xmlns:a16="http://schemas.microsoft.com/office/drawing/2014/main" id="{165DADFE-52C8-44ED-8F99-4B907734E5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0" y="2473"/>
                    <a:ext cx="429" cy="531"/>
                  </a:xfrm>
                  <a:custGeom>
                    <a:avLst/>
                    <a:gdLst>
                      <a:gd name="T0" fmla="*/ 0 w 429"/>
                      <a:gd name="T1" fmla="*/ 0 h 554"/>
                      <a:gd name="T2" fmla="*/ 79 w 429"/>
                      <a:gd name="T3" fmla="*/ 0 h 554"/>
                      <a:gd name="T4" fmla="*/ 79 w 429"/>
                      <a:gd name="T5" fmla="*/ 430 h 554"/>
                      <a:gd name="T6" fmla="*/ 429 w 429"/>
                      <a:gd name="T7" fmla="*/ 430 h 55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429" h="554">
                        <a:moveTo>
                          <a:pt x="0" y="0"/>
                        </a:moveTo>
                        <a:lnTo>
                          <a:pt x="79" y="0"/>
                        </a:lnTo>
                        <a:lnTo>
                          <a:pt x="79" y="554"/>
                        </a:lnTo>
                        <a:lnTo>
                          <a:pt x="429" y="554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76" name="Freeform 29">
                    <a:extLst>
                      <a:ext uri="{FF2B5EF4-FFF2-40B4-BE49-F238E27FC236}">
                        <a16:creationId xmlns:a16="http://schemas.microsoft.com/office/drawing/2014/main" id="{FE389C6E-1D7A-453D-9444-7BE7E4198E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0" y="2903"/>
                    <a:ext cx="169" cy="350"/>
                  </a:xfrm>
                  <a:custGeom>
                    <a:avLst/>
                    <a:gdLst>
                      <a:gd name="T0" fmla="*/ 0 w 180"/>
                      <a:gd name="T1" fmla="*/ 0 h 350"/>
                      <a:gd name="T2" fmla="*/ 0 w 180"/>
                      <a:gd name="T3" fmla="*/ 350 h 350"/>
                      <a:gd name="T4" fmla="*/ 123 w 180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80" h="350">
                        <a:moveTo>
                          <a:pt x="0" y="0"/>
                        </a:moveTo>
                        <a:lnTo>
                          <a:pt x="0" y="350"/>
                        </a:lnTo>
                        <a:lnTo>
                          <a:pt x="180" y="3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77" name="Freeform 30">
                    <a:extLst>
                      <a:ext uri="{FF2B5EF4-FFF2-40B4-BE49-F238E27FC236}">
                        <a16:creationId xmlns:a16="http://schemas.microsoft.com/office/drawing/2014/main" id="{A93B937C-6AAD-47D7-9A8F-B72B6A03A7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99" y="2993"/>
                    <a:ext cx="350" cy="418"/>
                  </a:xfrm>
                  <a:custGeom>
                    <a:avLst/>
                    <a:gdLst>
                      <a:gd name="T0" fmla="*/ 0 w 350"/>
                      <a:gd name="T1" fmla="*/ 0 h 418"/>
                      <a:gd name="T2" fmla="*/ 0 w 350"/>
                      <a:gd name="T3" fmla="*/ 418 h 418"/>
                      <a:gd name="T4" fmla="*/ 350 w 350"/>
                      <a:gd name="T5" fmla="*/ 418 h 41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0" h="418">
                        <a:moveTo>
                          <a:pt x="0" y="0"/>
                        </a:moveTo>
                        <a:lnTo>
                          <a:pt x="0" y="418"/>
                        </a:lnTo>
                        <a:lnTo>
                          <a:pt x="350" y="41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78" name="Freeform 31">
                    <a:extLst>
                      <a:ext uri="{FF2B5EF4-FFF2-40B4-BE49-F238E27FC236}">
                        <a16:creationId xmlns:a16="http://schemas.microsoft.com/office/drawing/2014/main" id="{8C0A9211-3134-409B-A814-F87421D923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9" y="2112"/>
                    <a:ext cx="293" cy="734"/>
                  </a:xfrm>
                  <a:custGeom>
                    <a:avLst/>
                    <a:gdLst>
                      <a:gd name="T0" fmla="*/ 0 w 271"/>
                      <a:gd name="T1" fmla="*/ 0 h 768"/>
                      <a:gd name="T2" fmla="*/ 0 w 271"/>
                      <a:gd name="T3" fmla="*/ 586 h 768"/>
                      <a:gd name="T4" fmla="*/ 434 w 271"/>
                      <a:gd name="T5" fmla="*/ 586 h 7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71" h="768">
                        <a:moveTo>
                          <a:pt x="0" y="0"/>
                        </a:moveTo>
                        <a:lnTo>
                          <a:pt x="0" y="768"/>
                        </a:lnTo>
                        <a:lnTo>
                          <a:pt x="271" y="76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79" name="Line 32">
                    <a:extLst>
                      <a:ext uri="{FF2B5EF4-FFF2-40B4-BE49-F238E27FC236}">
                        <a16:creationId xmlns:a16="http://schemas.microsoft.com/office/drawing/2014/main" id="{0E25080B-60B8-4C9A-8605-CCFF544942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20" y="2056"/>
                    <a:ext cx="30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80" name="Line 33">
                    <a:extLst>
                      <a:ext uri="{FF2B5EF4-FFF2-40B4-BE49-F238E27FC236}">
                        <a16:creationId xmlns:a16="http://schemas.microsoft.com/office/drawing/2014/main" id="{4FA93893-99E4-4BFA-8BAD-287490C1AF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31" y="2485"/>
                    <a:ext cx="30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81" name="Line 34">
                    <a:extLst>
                      <a:ext uri="{FF2B5EF4-FFF2-40B4-BE49-F238E27FC236}">
                        <a16:creationId xmlns:a16="http://schemas.microsoft.com/office/drawing/2014/main" id="{2E6B8F25-2CB5-45B6-AA1C-75D575379B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20" y="2903"/>
                    <a:ext cx="30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82" name="Line 35">
                    <a:extLst>
                      <a:ext uri="{FF2B5EF4-FFF2-40B4-BE49-F238E27FC236}">
                        <a16:creationId xmlns:a16="http://schemas.microsoft.com/office/drawing/2014/main" id="{56CE3363-AC4B-44E9-B3B9-40244A8116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720" y="3344"/>
                    <a:ext cx="30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83" name="Text Box 36">
                    <a:extLst>
                      <a:ext uri="{FF2B5EF4-FFF2-40B4-BE49-F238E27FC236}">
                        <a16:creationId xmlns:a16="http://schemas.microsoft.com/office/drawing/2014/main" id="{14D8FF3C-84B8-417B-A042-1B2CEF386BD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026" y="2281"/>
                    <a:ext cx="339" cy="327"/>
                  </a:xfrm>
                  <a:prstGeom prst="rect">
                    <a:avLst/>
                  </a:prstGeom>
                  <a:noFill/>
                  <a:ln w="38100">
                    <a:solidFill>
                      <a:schemeClr val="bg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800" b="1" i="0" u="none" strike="noStrike" kern="1200" cap="none" spc="0" normalizeH="0" baseline="0" noProof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A</a:t>
                    </a:r>
                  </a:p>
                </p:txBody>
              </p:sp>
              <p:sp>
                <p:nvSpPr>
                  <p:cNvPr id="31884" name="Text Box 37">
                    <a:extLst>
                      <a:ext uri="{FF2B5EF4-FFF2-40B4-BE49-F238E27FC236}">
                        <a16:creationId xmlns:a16="http://schemas.microsoft.com/office/drawing/2014/main" id="{6199B944-88F5-4262-9E5D-BC8282109E8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048" y="3082"/>
                    <a:ext cx="339" cy="327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800" b="1" i="0" u="none" strike="noStrike" kern="1200" cap="none" spc="0" normalizeH="0" baseline="0" noProof="0" dirty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B</a:t>
                    </a:r>
                  </a:p>
                </p:txBody>
              </p:sp>
              <p:sp>
                <p:nvSpPr>
                  <p:cNvPr id="31885" name="Text Box 38">
                    <a:extLst>
                      <a:ext uri="{FF2B5EF4-FFF2-40B4-BE49-F238E27FC236}">
                        <a16:creationId xmlns:a16="http://schemas.microsoft.com/office/drawing/2014/main" id="{E03BEC1C-170C-47E2-96D3-16872B70E6F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56" y="1874"/>
                    <a:ext cx="441" cy="327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800" b="1" i="0" u="none" strike="noStrike" kern="1200" cap="none" spc="0" normalizeH="0" baseline="0" noProof="0" dirty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Y</a:t>
                    </a:r>
                    <a:r>
                      <a:rPr kumimoji="1" lang="en-US" altLang="zh-CN" sz="2800" b="1" i="0" u="none" strike="noStrike" kern="1200" cap="none" spc="0" normalizeH="0" baseline="-25000" noProof="0" dirty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3</a:t>
                    </a:r>
                  </a:p>
                </p:txBody>
              </p:sp>
              <p:sp>
                <p:nvSpPr>
                  <p:cNvPr id="31886" name="Text Box 39">
                    <a:extLst>
                      <a:ext uri="{FF2B5EF4-FFF2-40B4-BE49-F238E27FC236}">
                        <a16:creationId xmlns:a16="http://schemas.microsoft.com/office/drawing/2014/main" id="{39CFAF91-82CF-4760-BAD7-25510A4DC9F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68" y="2303"/>
                    <a:ext cx="441" cy="327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800" b="1" i="0" u="none" strike="noStrike" kern="1200" cap="none" spc="0" normalizeH="0" baseline="0" noProof="0" dirty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Y</a:t>
                    </a:r>
                    <a:r>
                      <a:rPr kumimoji="1" lang="en-US" altLang="zh-CN" sz="2800" b="1" i="0" u="none" strike="noStrike" kern="1200" cap="none" spc="0" normalizeH="0" baseline="-25000" noProof="0" dirty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2</a:t>
                    </a:r>
                  </a:p>
                </p:txBody>
              </p:sp>
              <p:sp>
                <p:nvSpPr>
                  <p:cNvPr id="31887" name="Text Box 40">
                    <a:extLst>
                      <a:ext uri="{FF2B5EF4-FFF2-40B4-BE49-F238E27FC236}">
                        <a16:creationId xmlns:a16="http://schemas.microsoft.com/office/drawing/2014/main" id="{74A2F728-022A-4293-8F29-6A3E3A4420B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78" y="2733"/>
                    <a:ext cx="441" cy="327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800" b="1" i="0" u="none" strike="noStrike" kern="1200" cap="none" spc="0" normalizeH="0" baseline="0" noProof="0" dirty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Y</a:t>
                    </a:r>
                    <a:r>
                      <a:rPr kumimoji="1" lang="en-US" altLang="zh-CN" sz="2800" b="1" i="0" u="none" strike="noStrike" kern="1200" cap="none" spc="0" normalizeH="0" baseline="-25000" noProof="0" dirty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31888" name="Text Box 41">
                    <a:extLst>
                      <a:ext uri="{FF2B5EF4-FFF2-40B4-BE49-F238E27FC236}">
                        <a16:creationId xmlns:a16="http://schemas.microsoft.com/office/drawing/2014/main" id="{FB52C019-26DA-412C-A4E8-E79C8F03465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77" y="3185"/>
                    <a:ext cx="441" cy="327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800" b="1" i="0" u="none" strike="noStrike" kern="1200" cap="none" spc="0" normalizeH="0" baseline="0" noProof="0" dirty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Y</a:t>
                    </a:r>
                    <a:r>
                      <a:rPr kumimoji="1" lang="en-US" altLang="zh-CN" sz="2800" b="1" i="0" u="none" strike="noStrike" kern="1200" cap="none" spc="0" normalizeH="0" baseline="-25000" noProof="0" dirty="0">
                        <a:ln>
                          <a:noFill/>
                        </a:ln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31890" name="Oval 43">
                    <a:extLst>
                      <a:ext uri="{FF2B5EF4-FFF2-40B4-BE49-F238E27FC236}">
                        <a16:creationId xmlns:a16="http://schemas.microsoft.com/office/drawing/2014/main" id="{B6A57B0E-886B-46C5-9A77-9F0DECEA0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91" y="3207"/>
                    <a:ext cx="79" cy="79"/>
                  </a:xfrm>
                  <a:prstGeom prst="ellipse">
                    <a:avLst/>
                  </a:prstGeom>
                  <a:solidFill>
                    <a:schemeClr val="tx1"/>
                  </a:solidFill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91" name="Oval 44">
                    <a:extLst>
                      <a:ext uri="{FF2B5EF4-FFF2-40B4-BE49-F238E27FC236}">
                        <a16:creationId xmlns:a16="http://schemas.microsoft.com/office/drawing/2014/main" id="{2AF44572-840E-40AF-BBDD-783BC0393A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33" y="2078"/>
                    <a:ext cx="79" cy="79"/>
                  </a:xfrm>
                  <a:prstGeom prst="ellipse">
                    <a:avLst/>
                  </a:prstGeom>
                  <a:solidFill>
                    <a:schemeClr val="tx1"/>
                  </a:solidFill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92" name="Oval 45">
                    <a:extLst>
                      <a:ext uri="{FF2B5EF4-FFF2-40B4-BE49-F238E27FC236}">
                        <a16:creationId xmlns:a16="http://schemas.microsoft.com/office/drawing/2014/main" id="{3ECA28F4-41A3-4773-AA39-0F1248954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931"/>
                    <a:ext cx="79" cy="79"/>
                  </a:xfrm>
                  <a:prstGeom prst="ellipse">
                    <a:avLst/>
                  </a:prstGeom>
                  <a:solidFill>
                    <a:schemeClr val="tx1"/>
                  </a:solidFill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93" name="Oval 46">
                    <a:extLst>
                      <a:ext uri="{FF2B5EF4-FFF2-40B4-BE49-F238E27FC236}">
                        <a16:creationId xmlns:a16="http://schemas.microsoft.com/office/drawing/2014/main" id="{B36DE511-8E17-4CF3-A780-45324940E1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65" y="2959"/>
                    <a:ext cx="79" cy="79"/>
                  </a:xfrm>
                  <a:prstGeom prst="ellipse">
                    <a:avLst/>
                  </a:prstGeom>
                  <a:solidFill>
                    <a:schemeClr val="tx1"/>
                  </a:solidFill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94" name="Oval 47">
                    <a:extLst>
                      <a:ext uri="{FF2B5EF4-FFF2-40B4-BE49-F238E27FC236}">
                        <a16:creationId xmlns:a16="http://schemas.microsoft.com/office/drawing/2014/main" id="{A875654A-ED60-46E9-8CF3-07DDE3844F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5" y="3196"/>
                    <a:ext cx="79" cy="79"/>
                  </a:xfrm>
                  <a:prstGeom prst="ellipse">
                    <a:avLst/>
                  </a:prstGeom>
                  <a:solidFill>
                    <a:schemeClr val="tx1"/>
                  </a:solidFill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1895" name="Line 48">
                    <a:extLst>
                      <a:ext uri="{FF2B5EF4-FFF2-40B4-BE49-F238E27FC236}">
                        <a16:creationId xmlns:a16="http://schemas.microsoft.com/office/drawing/2014/main" id="{4EC3FA23-97D2-4CC6-BF9D-1FEB4EBB1B9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252" y="2452"/>
                    <a:ext cx="51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1860" name="Line 49">
                  <a:extLst>
                    <a:ext uri="{FF2B5EF4-FFF2-40B4-BE49-F238E27FC236}">
                      <a16:creationId xmlns:a16="http://schemas.microsoft.com/office/drawing/2014/main" id="{3436EB46-E8C3-47DE-829B-89E335D9B2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11" y="2473"/>
                  <a:ext cx="17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61" name="Line 50">
                  <a:extLst>
                    <a:ext uri="{FF2B5EF4-FFF2-40B4-BE49-F238E27FC236}">
                      <a16:creationId xmlns:a16="http://schemas.microsoft.com/office/drawing/2014/main" id="{9AB46896-4A93-4F8D-9BBA-6C6BD14680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11" y="2903"/>
                  <a:ext cx="17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62" name="Line 51">
                  <a:extLst>
                    <a:ext uri="{FF2B5EF4-FFF2-40B4-BE49-F238E27FC236}">
                      <a16:creationId xmlns:a16="http://schemas.microsoft.com/office/drawing/2014/main" id="{C7E2BA0E-0C93-42E6-9185-20F90F5276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3" y="3332"/>
                  <a:ext cx="17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1863" name="Line 52">
                  <a:extLst>
                    <a:ext uri="{FF2B5EF4-FFF2-40B4-BE49-F238E27FC236}">
                      <a16:creationId xmlns:a16="http://schemas.microsoft.com/office/drawing/2014/main" id="{A5C96606-92F0-4A89-8E65-558820E484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23" y="3784"/>
                  <a:ext cx="17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1853" name="Text Box 53">
                <a:extLst>
                  <a:ext uri="{FF2B5EF4-FFF2-40B4-BE49-F238E27FC236}">
                    <a16:creationId xmlns:a16="http://schemas.microsoft.com/office/drawing/2014/main" id="{8A016486-DCF6-4E96-8C3F-DBEA0E7EBB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5" y="1948"/>
                <a:ext cx="272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31854" name="Text Box 54">
                <a:extLst>
                  <a:ext uri="{FF2B5EF4-FFF2-40B4-BE49-F238E27FC236}">
                    <a16:creationId xmlns:a16="http://schemas.microsoft.com/office/drawing/2014/main" id="{85DE9A6E-87FB-4EB0-8485-9281EAF1B6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2304"/>
                <a:ext cx="272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1855" name="Text Box 55">
                <a:extLst>
                  <a:ext uri="{FF2B5EF4-FFF2-40B4-BE49-F238E27FC236}">
                    <a16:creationId xmlns:a16="http://schemas.microsoft.com/office/drawing/2014/main" id="{1F36624F-8D71-4600-9134-D99761D29B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82" y="3076"/>
                <a:ext cx="272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1856" name="Text Box 56">
                <a:extLst>
                  <a:ext uri="{FF2B5EF4-FFF2-40B4-BE49-F238E27FC236}">
                    <a16:creationId xmlns:a16="http://schemas.microsoft.com/office/drawing/2014/main" id="{FFAE09F1-BD2F-4907-866F-D8026CE902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4" y="2353"/>
                <a:ext cx="272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31857" name="Text Box 57">
                <a:extLst>
                  <a:ext uri="{FF2B5EF4-FFF2-40B4-BE49-F238E27FC236}">
                    <a16:creationId xmlns:a16="http://schemas.microsoft.com/office/drawing/2014/main" id="{DAA4F07C-6F9C-4857-8C59-4FD0B3C99B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4" y="2785"/>
                <a:ext cx="272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31858" name="Text Box 58">
                <a:extLst>
                  <a:ext uri="{FF2B5EF4-FFF2-40B4-BE49-F238E27FC236}">
                    <a16:creationId xmlns:a16="http://schemas.microsoft.com/office/drawing/2014/main" id="{8EF139B1-B52B-4322-860B-D624FD9B3B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5" y="3216"/>
                <a:ext cx="272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</p:grpSp>
        <p:sp>
          <p:nvSpPr>
            <p:cNvPr id="31782" name="Freeform 139">
              <a:extLst>
                <a:ext uri="{FF2B5EF4-FFF2-40B4-BE49-F238E27FC236}">
                  <a16:creationId xmlns:a16="http://schemas.microsoft.com/office/drawing/2014/main" id="{F203A6CC-2E0D-454B-ACBA-3C14A24B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6564" y="3685231"/>
              <a:ext cx="298450" cy="685801"/>
            </a:xfrm>
            <a:custGeom>
              <a:avLst/>
              <a:gdLst>
                <a:gd name="T0" fmla="*/ 0 w 188"/>
                <a:gd name="T1" fmla="*/ 0 h 432"/>
                <a:gd name="T2" fmla="*/ 0 w 188"/>
                <a:gd name="T3" fmla="*/ 432 h 432"/>
                <a:gd name="T4" fmla="*/ 188 w 188"/>
                <a:gd name="T5" fmla="*/ 432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432">
                  <a:moveTo>
                    <a:pt x="0" y="0"/>
                  </a:moveTo>
                  <a:lnTo>
                    <a:pt x="0" y="432"/>
                  </a:lnTo>
                  <a:lnTo>
                    <a:pt x="188" y="43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2828" name="Group 140">
            <a:extLst>
              <a:ext uri="{FF2B5EF4-FFF2-40B4-BE49-F238E27FC236}">
                <a16:creationId xmlns:a16="http://schemas.microsoft.com/office/drawing/2014/main" id="{EAF6A727-3F0F-45ED-9F02-4AB41537EA1D}"/>
              </a:ext>
            </a:extLst>
          </p:cNvPr>
          <p:cNvGrpSpPr>
            <a:grpSpLocks/>
          </p:cNvGrpSpPr>
          <p:nvPr/>
        </p:nvGrpSpPr>
        <p:grpSpPr bwMode="auto">
          <a:xfrm>
            <a:off x="519113" y="4787900"/>
            <a:ext cx="1398587" cy="519113"/>
            <a:chOff x="327" y="3016"/>
            <a:chExt cx="881" cy="327"/>
          </a:xfrm>
        </p:grpSpPr>
        <p:grpSp>
          <p:nvGrpSpPr>
            <p:cNvPr id="31775" name="Group 141">
              <a:extLst>
                <a:ext uri="{FF2B5EF4-FFF2-40B4-BE49-F238E27FC236}">
                  <a16:creationId xmlns:a16="http://schemas.microsoft.com/office/drawing/2014/main" id="{FA63B916-909E-4D02-A7B7-94EF9FAA21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7" y="3016"/>
              <a:ext cx="881" cy="327"/>
              <a:chOff x="486" y="2891"/>
              <a:chExt cx="881" cy="327"/>
            </a:xfrm>
          </p:grpSpPr>
          <p:sp>
            <p:nvSpPr>
              <p:cNvPr id="31777" name="Text Box 142">
                <a:extLst>
                  <a:ext uri="{FF2B5EF4-FFF2-40B4-BE49-F238E27FC236}">
                    <a16:creationId xmlns:a16="http://schemas.microsoft.com/office/drawing/2014/main" id="{68523A1C-7DA7-43BE-945C-24771DF803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" y="2891"/>
                <a:ext cx="88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=BA</a:t>
                </a:r>
              </a:p>
            </p:txBody>
          </p:sp>
          <p:sp>
            <p:nvSpPr>
              <p:cNvPr id="31778" name="Line 143">
                <a:extLst>
                  <a:ext uri="{FF2B5EF4-FFF2-40B4-BE49-F238E27FC236}">
                    <a16:creationId xmlns:a16="http://schemas.microsoft.com/office/drawing/2014/main" id="{1DE0AA72-D895-4C9F-95D2-72042DBAA4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4" y="2948"/>
                <a:ext cx="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79" name="Line 144">
                <a:extLst>
                  <a:ext uri="{FF2B5EF4-FFF2-40B4-BE49-F238E27FC236}">
                    <a16:creationId xmlns:a16="http://schemas.microsoft.com/office/drawing/2014/main" id="{57EB48FE-78A9-47A1-BC6D-FF1A23F0F2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73" y="2948"/>
                <a:ext cx="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80" name="Line 145">
                <a:extLst>
                  <a:ext uri="{FF2B5EF4-FFF2-40B4-BE49-F238E27FC236}">
                    <a16:creationId xmlns:a16="http://schemas.microsoft.com/office/drawing/2014/main" id="{7F41A327-1C2B-4113-97E0-886F405615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2" y="2903"/>
                <a:ext cx="2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1776" name="Line 146">
              <a:extLst>
                <a:ext uri="{FF2B5EF4-FFF2-40B4-BE49-F238E27FC236}">
                  <a16:creationId xmlns:a16="http://schemas.microsoft.com/office/drawing/2014/main" id="{E85650F9-FE92-4477-BA6C-4DCA3C22B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" y="3049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2835" name="Group 147">
            <a:extLst>
              <a:ext uri="{FF2B5EF4-FFF2-40B4-BE49-F238E27FC236}">
                <a16:creationId xmlns:a16="http://schemas.microsoft.com/office/drawing/2014/main" id="{22F37EB9-0B2C-4A70-AB2E-4140A713069D}"/>
              </a:ext>
            </a:extLst>
          </p:cNvPr>
          <p:cNvGrpSpPr>
            <a:grpSpLocks/>
          </p:cNvGrpSpPr>
          <p:nvPr/>
        </p:nvGrpSpPr>
        <p:grpSpPr bwMode="auto">
          <a:xfrm>
            <a:off x="2311400" y="4805363"/>
            <a:ext cx="1398588" cy="519112"/>
            <a:chOff x="1456" y="3027"/>
            <a:chExt cx="881" cy="327"/>
          </a:xfrm>
        </p:grpSpPr>
        <p:grpSp>
          <p:nvGrpSpPr>
            <p:cNvPr id="31770" name="Group 148">
              <a:extLst>
                <a:ext uri="{FF2B5EF4-FFF2-40B4-BE49-F238E27FC236}">
                  <a16:creationId xmlns:a16="http://schemas.microsoft.com/office/drawing/2014/main" id="{71F03877-0918-4C30-BBCE-A0CD61915F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" y="3027"/>
              <a:ext cx="881" cy="327"/>
              <a:chOff x="801" y="3196"/>
              <a:chExt cx="881" cy="327"/>
            </a:xfrm>
          </p:grpSpPr>
          <p:sp>
            <p:nvSpPr>
              <p:cNvPr id="31772" name="Text Box 149">
                <a:extLst>
                  <a:ext uri="{FF2B5EF4-FFF2-40B4-BE49-F238E27FC236}">
                    <a16:creationId xmlns:a16="http://schemas.microsoft.com/office/drawing/2014/main" id="{20FB9671-B6D1-439C-AF00-C8577560A9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1" y="3196"/>
                <a:ext cx="88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=AB</a:t>
                </a:r>
              </a:p>
            </p:txBody>
          </p:sp>
          <p:sp>
            <p:nvSpPr>
              <p:cNvPr id="31773" name="Line 150">
                <a:extLst>
                  <a:ext uri="{FF2B5EF4-FFF2-40B4-BE49-F238E27FC236}">
                    <a16:creationId xmlns:a16="http://schemas.microsoft.com/office/drawing/2014/main" id="{1DD52C6E-7DD7-4E64-8337-CE2422288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19" y="3253"/>
                <a:ext cx="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74" name="Line 151">
                <a:extLst>
                  <a:ext uri="{FF2B5EF4-FFF2-40B4-BE49-F238E27FC236}">
                    <a16:creationId xmlns:a16="http://schemas.microsoft.com/office/drawing/2014/main" id="{EBEA0033-FC0E-4524-B009-FA9E4DA15F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07" y="3208"/>
                <a:ext cx="2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1771" name="Line 152">
              <a:extLst>
                <a:ext uri="{FF2B5EF4-FFF2-40B4-BE49-F238E27FC236}">
                  <a16:creationId xmlns:a16="http://schemas.microsoft.com/office/drawing/2014/main" id="{2419A4ED-26D4-4D61-81A3-4B071DE937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3" y="3060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2841" name="Group 153">
            <a:extLst>
              <a:ext uri="{FF2B5EF4-FFF2-40B4-BE49-F238E27FC236}">
                <a16:creationId xmlns:a16="http://schemas.microsoft.com/office/drawing/2014/main" id="{C92FD714-6C38-4FB6-8113-3DE7D9C4F938}"/>
              </a:ext>
            </a:extLst>
          </p:cNvPr>
          <p:cNvGrpSpPr>
            <a:grpSpLocks/>
          </p:cNvGrpSpPr>
          <p:nvPr/>
        </p:nvGrpSpPr>
        <p:grpSpPr bwMode="auto">
          <a:xfrm>
            <a:off x="520700" y="5683250"/>
            <a:ext cx="1398588" cy="519113"/>
            <a:chOff x="328" y="3580"/>
            <a:chExt cx="881" cy="327"/>
          </a:xfrm>
        </p:grpSpPr>
        <p:grpSp>
          <p:nvGrpSpPr>
            <p:cNvPr id="31765" name="Group 154">
              <a:extLst>
                <a:ext uri="{FF2B5EF4-FFF2-40B4-BE49-F238E27FC236}">
                  <a16:creationId xmlns:a16="http://schemas.microsoft.com/office/drawing/2014/main" id="{D13003C9-569D-4C88-8167-F1105192B6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3580"/>
              <a:ext cx="881" cy="327"/>
              <a:chOff x="813" y="3580"/>
              <a:chExt cx="881" cy="327"/>
            </a:xfrm>
          </p:grpSpPr>
          <p:sp>
            <p:nvSpPr>
              <p:cNvPr id="31767" name="Text Box 155">
                <a:extLst>
                  <a:ext uri="{FF2B5EF4-FFF2-40B4-BE49-F238E27FC236}">
                    <a16:creationId xmlns:a16="http://schemas.microsoft.com/office/drawing/2014/main" id="{C020587C-48CD-4D74-85F7-B310DDE89B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3" y="3580"/>
                <a:ext cx="88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=AB</a:t>
                </a:r>
              </a:p>
            </p:txBody>
          </p:sp>
          <p:sp>
            <p:nvSpPr>
              <p:cNvPr id="31768" name="Line 156">
                <a:extLst>
                  <a:ext uri="{FF2B5EF4-FFF2-40B4-BE49-F238E27FC236}">
                    <a16:creationId xmlns:a16="http://schemas.microsoft.com/office/drawing/2014/main" id="{C6DD7920-86DB-4A1E-8118-246A17CC53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0" y="3637"/>
                <a:ext cx="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1769" name="Line 157">
                <a:extLst>
                  <a:ext uri="{FF2B5EF4-FFF2-40B4-BE49-F238E27FC236}">
                    <a16:creationId xmlns:a16="http://schemas.microsoft.com/office/drawing/2014/main" id="{725E30D3-679D-475D-B298-60DE54789F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19" y="3592"/>
                <a:ext cx="2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1766" name="Line 158">
              <a:extLst>
                <a:ext uri="{FF2B5EF4-FFF2-40B4-BE49-F238E27FC236}">
                  <a16:creationId xmlns:a16="http://schemas.microsoft.com/office/drawing/2014/main" id="{8CCB1593-83BD-44C2-BE20-EEC682167E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" y="36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2847" name="Group 159">
            <a:extLst>
              <a:ext uri="{FF2B5EF4-FFF2-40B4-BE49-F238E27FC236}">
                <a16:creationId xmlns:a16="http://schemas.microsoft.com/office/drawing/2014/main" id="{CC77428F-557A-4A86-BA1F-668386124D92}"/>
              </a:ext>
            </a:extLst>
          </p:cNvPr>
          <p:cNvGrpSpPr>
            <a:grpSpLocks/>
          </p:cNvGrpSpPr>
          <p:nvPr/>
        </p:nvGrpSpPr>
        <p:grpSpPr bwMode="auto">
          <a:xfrm>
            <a:off x="2325688" y="5664200"/>
            <a:ext cx="1398587" cy="519113"/>
            <a:chOff x="1465" y="3568"/>
            <a:chExt cx="881" cy="327"/>
          </a:xfrm>
        </p:grpSpPr>
        <p:grpSp>
          <p:nvGrpSpPr>
            <p:cNvPr id="31761" name="Group 160">
              <a:extLst>
                <a:ext uri="{FF2B5EF4-FFF2-40B4-BE49-F238E27FC236}">
                  <a16:creationId xmlns:a16="http://schemas.microsoft.com/office/drawing/2014/main" id="{D9CBDB73-9317-434A-9760-9039667C8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65" y="3568"/>
              <a:ext cx="881" cy="327"/>
              <a:chOff x="791" y="3993"/>
              <a:chExt cx="881" cy="327"/>
            </a:xfrm>
          </p:grpSpPr>
          <p:sp>
            <p:nvSpPr>
              <p:cNvPr id="31763" name="Text Box 161">
                <a:extLst>
                  <a:ext uri="{FF2B5EF4-FFF2-40B4-BE49-F238E27FC236}">
                    <a16:creationId xmlns:a16="http://schemas.microsoft.com/office/drawing/2014/main" id="{4F82EE1C-AB22-4C7B-A5F9-E7DB8DE9F0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" y="3993"/>
                <a:ext cx="88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=AB</a:t>
                </a:r>
              </a:p>
            </p:txBody>
          </p:sp>
          <p:sp>
            <p:nvSpPr>
              <p:cNvPr id="31764" name="Line 162">
                <a:extLst>
                  <a:ext uri="{FF2B5EF4-FFF2-40B4-BE49-F238E27FC236}">
                    <a16:creationId xmlns:a16="http://schemas.microsoft.com/office/drawing/2014/main" id="{48D9BC9B-9E8A-4C19-9542-011559FDB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97" y="4038"/>
                <a:ext cx="2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1762" name="Line 163">
              <a:extLst>
                <a:ext uri="{FF2B5EF4-FFF2-40B4-BE49-F238E27FC236}">
                  <a16:creationId xmlns:a16="http://schemas.microsoft.com/office/drawing/2014/main" id="{D4DC547B-11BC-40EF-9164-4454127C79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4" y="360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65" name="Group 134">
            <a:extLst>
              <a:ext uri="{FF2B5EF4-FFF2-40B4-BE49-F238E27FC236}">
                <a16:creationId xmlns:a16="http://schemas.microsoft.com/office/drawing/2014/main" id="{74BEE037-9C4C-4381-BBA5-C128F656582F}"/>
              </a:ext>
            </a:extLst>
          </p:cNvPr>
          <p:cNvGrpSpPr>
            <a:grpSpLocks/>
          </p:cNvGrpSpPr>
          <p:nvPr/>
        </p:nvGrpSpPr>
        <p:grpSpPr bwMode="auto">
          <a:xfrm>
            <a:off x="5450013" y="3073794"/>
            <a:ext cx="1944687" cy="788988"/>
            <a:chOff x="3241" y="1965"/>
            <a:chExt cx="1225" cy="497"/>
          </a:xfrm>
        </p:grpSpPr>
        <p:grpSp>
          <p:nvGrpSpPr>
            <p:cNvPr id="166" name="Group 135">
              <a:extLst>
                <a:ext uri="{FF2B5EF4-FFF2-40B4-BE49-F238E27FC236}">
                  <a16:creationId xmlns:a16="http://schemas.microsoft.com/office/drawing/2014/main" id="{03D15E10-2F6E-4078-9588-EC9ADE1CE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1" y="1965"/>
              <a:ext cx="1209" cy="497"/>
              <a:chOff x="3241" y="1965"/>
              <a:chExt cx="1209" cy="497"/>
            </a:xfrm>
          </p:grpSpPr>
          <p:sp>
            <p:nvSpPr>
              <p:cNvPr id="168" name="Line 136">
                <a:extLst>
                  <a:ext uri="{FF2B5EF4-FFF2-40B4-BE49-F238E27FC236}">
                    <a16:creationId xmlns:a16="http://schemas.microsoft.com/office/drawing/2014/main" id="{773385C3-94C1-4235-8297-81947EC5A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12" y="2451"/>
                <a:ext cx="24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69" name="Freeform 137">
                <a:extLst>
                  <a:ext uri="{FF2B5EF4-FFF2-40B4-BE49-F238E27FC236}">
                    <a16:creationId xmlns:a16="http://schemas.microsoft.com/office/drawing/2014/main" id="{6B91A7E1-EBA6-4181-92C0-665158EB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965"/>
                <a:ext cx="938" cy="497"/>
              </a:xfrm>
              <a:custGeom>
                <a:avLst/>
                <a:gdLst>
                  <a:gd name="T0" fmla="*/ 0 w 938"/>
                  <a:gd name="T1" fmla="*/ 497 h 497"/>
                  <a:gd name="T2" fmla="*/ 0 w 938"/>
                  <a:gd name="T3" fmla="*/ 0 h 497"/>
                  <a:gd name="T4" fmla="*/ 938 w 938"/>
                  <a:gd name="T5" fmla="*/ 0 h 4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8" h="497">
                    <a:moveTo>
                      <a:pt x="0" y="497"/>
                    </a:moveTo>
                    <a:lnTo>
                      <a:pt x="0" y="0"/>
                    </a:lnTo>
                    <a:lnTo>
                      <a:pt x="938" y="0"/>
                    </a:lnTo>
                  </a:path>
                </a:pathLst>
              </a:custGeom>
              <a:noFill/>
              <a:ln w="38100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70" name="Line 138">
                <a:extLst>
                  <a:ext uri="{FF2B5EF4-FFF2-40B4-BE49-F238E27FC236}">
                    <a16:creationId xmlns:a16="http://schemas.microsoft.com/office/drawing/2014/main" id="{C53DA245-84D6-4C71-8FC2-9C71F0A4C2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41" y="2451"/>
                <a:ext cx="27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67" name="Freeform 139">
              <a:extLst>
                <a:ext uri="{FF2B5EF4-FFF2-40B4-BE49-F238E27FC236}">
                  <a16:creationId xmlns:a16="http://schemas.microsoft.com/office/drawing/2014/main" id="{F203A6CC-2E0D-454B-ACBA-3C14A24B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12"/>
              <a:ext cx="188" cy="432"/>
            </a:xfrm>
            <a:custGeom>
              <a:avLst/>
              <a:gdLst>
                <a:gd name="T0" fmla="*/ 0 w 188"/>
                <a:gd name="T1" fmla="*/ 0 h 432"/>
                <a:gd name="T2" fmla="*/ 0 w 188"/>
                <a:gd name="T3" fmla="*/ 432 h 432"/>
                <a:gd name="T4" fmla="*/ 188 w 188"/>
                <a:gd name="T5" fmla="*/ 432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432">
                  <a:moveTo>
                    <a:pt x="0" y="0"/>
                  </a:moveTo>
                  <a:lnTo>
                    <a:pt x="0" y="432"/>
                  </a:lnTo>
                  <a:lnTo>
                    <a:pt x="188" y="432"/>
                  </a:ln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8538543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242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42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42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427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427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427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427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242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42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4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42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8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28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28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428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428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428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428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428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428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428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2747" grpId="0" autoUpdateAnimBg="0"/>
      <p:bldP spid="242748" grpId="0" animBg="1" autoUpdateAnimBg="0"/>
      <p:bldP spid="242821" grpId="0" animBg="1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2">
            <a:extLst>
              <a:ext uri="{FF2B5EF4-FFF2-40B4-BE49-F238E27FC236}">
                <a16:creationId xmlns:a16="http://schemas.microsoft.com/office/drawing/2014/main" id="{8E5C892F-84BD-4D67-BFEC-665D01AF20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8000" y="430213"/>
            <a:ext cx="3306763" cy="461962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kumimoji="0" lang="en-US" altLang="zh-CN" sz="3200" b="1" dirty="0">
                <a:solidFill>
                  <a:srgbClr val="1F08F8"/>
                </a:solidFill>
              </a:rPr>
              <a:t>2-4</a:t>
            </a:r>
            <a:r>
              <a:rPr kumimoji="0" lang="zh-CN" altLang="en-US" sz="3200" b="1" dirty="0">
                <a:solidFill>
                  <a:srgbClr val="1F08F8"/>
                </a:solidFill>
              </a:rPr>
              <a:t>译码器原理图</a:t>
            </a:r>
          </a:p>
        </p:txBody>
      </p:sp>
      <p:sp>
        <p:nvSpPr>
          <p:cNvPr id="243715" name="Text Box 3">
            <a:extLst>
              <a:ext uri="{FF2B5EF4-FFF2-40B4-BE49-F238E27FC236}">
                <a16:creationId xmlns:a16="http://schemas.microsoft.com/office/drawing/2014/main" id="{A99FC2DC-E1B2-4B4E-AADC-ACB77FAA16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2163" y="5486400"/>
            <a:ext cx="2687637" cy="9461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使能端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选通端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低电平有效</a:t>
            </a:r>
          </a:p>
        </p:txBody>
      </p:sp>
      <p:grpSp>
        <p:nvGrpSpPr>
          <p:cNvPr id="243716" name="Group 4">
            <a:extLst>
              <a:ext uri="{FF2B5EF4-FFF2-40B4-BE49-F238E27FC236}">
                <a16:creationId xmlns:a16="http://schemas.microsoft.com/office/drawing/2014/main" id="{7280277B-89D5-4C24-911B-B915EC6066FA}"/>
              </a:ext>
            </a:extLst>
          </p:cNvPr>
          <p:cNvGrpSpPr>
            <a:grpSpLocks/>
          </p:cNvGrpSpPr>
          <p:nvPr/>
        </p:nvGrpSpPr>
        <p:grpSpPr bwMode="auto">
          <a:xfrm>
            <a:off x="5084763" y="5322888"/>
            <a:ext cx="3573462" cy="1074737"/>
            <a:chOff x="3203" y="3353"/>
            <a:chExt cx="2251" cy="677"/>
          </a:xfrm>
        </p:grpSpPr>
        <p:sp>
          <p:nvSpPr>
            <p:cNvPr id="32856" name="Rectangle 5">
              <a:extLst>
                <a:ext uri="{FF2B5EF4-FFF2-40B4-BE49-F238E27FC236}">
                  <a16:creationId xmlns:a16="http://schemas.microsoft.com/office/drawing/2014/main" id="{F5312681-E9AF-4FB8-929B-E8A28D25D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3353"/>
              <a:ext cx="2251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当   ＝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，译码器使能 </a:t>
              </a:r>
            </a:p>
          </p:txBody>
        </p:sp>
        <p:sp>
          <p:nvSpPr>
            <p:cNvPr id="32857" name="Line 6">
              <a:extLst>
                <a:ext uri="{FF2B5EF4-FFF2-40B4-BE49-F238E27FC236}">
                  <a16:creationId xmlns:a16="http://schemas.microsoft.com/office/drawing/2014/main" id="{0DF7E88A-ADD9-4505-8EC7-F137917732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9" y="3404"/>
              <a:ext cx="12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858" name="Rectangle 7">
              <a:extLst>
                <a:ext uri="{FF2B5EF4-FFF2-40B4-BE49-F238E27FC236}">
                  <a16:creationId xmlns:a16="http://schemas.microsoft.com/office/drawing/2014/main" id="{332CAE22-B65D-4130-A4EF-8E32F580B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3379"/>
              <a:ext cx="150" cy="2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859" name="Rectangle 8">
              <a:extLst>
                <a:ext uri="{FF2B5EF4-FFF2-40B4-BE49-F238E27FC236}">
                  <a16:creationId xmlns:a16="http://schemas.microsoft.com/office/drawing/2014/main" id="{8A36E657-DDA6-4840-98BB-31D2D6269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3703"/>
              <a:ext cx="2251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当   ＝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，译码器禁止 </a:t>
              </a:r>
            </a:p>
          </p:txBody>
        </p:sp>
        <p:sp>
          <p:nvSpPr>
            <p:cNvPr id="32860" name="Line 9">
              <a:extLst>
                <a:ext uri="{FF2B5EF4-FFF2-40B4-BE49-F238E27FC236}">
                  <a16:creationId xmlns:a16="http://schemas.microsoft.com/office/drawing/2014/main" id="{B8A6A82D-D0CE-4441-A19F-43D3FED7BD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9" y="3754"/>
              <a:ext cx="12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861" name="Rectangle 10">
              <a:extLst>
                <a:ext uri="{FF2B5EF4-FFF2-40B4-BE49-F238E27FC236}">
                  <a16:creationId xmlns:a16="http://schemas.microsoft.com/office/drawing/2014/main" id="{5D1DA2AE-2599-41BE-8FB1-503313B73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3729"/>
              <a:ext cx="150" cy="2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3723" name="Group 11">
            <a:extLst>
              <a:ext uri="{FF2B5EF4-FFF2-40B4-BE49-F238E27FC236}">
                <a16:creationId xmlns:a16="http://schemas.microsoft.com/office/drawing/2014/main" id="{A4270CA8-2A62-4FD2-9E31-733786BE0EFF}"/>
              </a:ext>
            </a:extLst>
          </p:cNvPr>
          <p:cNvGrpSpPr>
            <a:grpSpLocks/>
          </p:cNvGrpSpPr>
          <p:nvPr/>
        </p:nvGrpSpPr>
        <p:grpSpPr bwMode="auto">
          <a:xfrm>
            <a:off x="2078038" y="966788"/>
            <a:ext cx="5459412" cy="4352925"/>
            <a:chOff x="1309" y="609"/>
            <a:chExt cx="3439" cy="2742"/>
          </a:xfrm>
        </p:grpSpPr>
        <p:grpSp>
          <p:nvGrpSpPr>
            <p:cNvPr id="32774" name="Group 12">
              <a:extLst>
                <a:ext uri="{FF2B5EF4-FFF2-40B4-BE49-F238E27FC236}">
                  <a16:creationId xmlns:a16="http://schemas.microsoft.com/office/drawing/2014/main" id="{770DFFB6-53FD-432E-8D46-E6BCC3838B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9" y="609"/>
              <a:ext cx="3439" cy="2742"/>
              <a:chOff x="1309" y="609"/>
              <a:chExt cx="3439" cy="2742"/>
            </a:xfrm>
          </p:grpSpPr>
          <p:grpSp>
            <p:nvGrpSpPr>
              <p:cNvPr id="32779" name="Group 13">
                <a:extLst>
                  <a:ext uri="{FF2B5EF4-FFF2-40B4-BE49-F238E27FC236}">
                    <a16:creationId xmlns:a16="http://schemas.microsoft.com/office/drawing/2014/main" id="{12D045F8-B78B-448A-B000-0EC256A60E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09" y="615"/>
                <a:ext cx="3439" cy="2736"/>
                <a:chOff x="722" y="1129"/>
                <a:chExt cx="3439" cy="2736"/>
              </a:xfrm>
            </p:grpSpPr>
            <p:grpSp>
              <p:nvGrpSpPr>
                <p:cNvPr id="32790" name="Group 14">
                  <a:extLst>
                    <a:ext uri="{FF2B5EF4-FFF2-40B4-BE49-F238E27FC236}">
                      <a16:creationId xmlns:a16="http://schemas.microsoft.com/office/drawing/2014/main" id="{0C479838-D6B6-4BC0-B3E5-58FCAD3B40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04" y="1143"/>
                  <a:ext cx="259" cy="305"/>
                  <a:chOff x="3795" y="1638"/>
                  <a:chExt cx="259" cy="305"/>
                </a:xfrm>
              </p:grpSpPr>
              <p:sp>
                <p:nvSpPr>
                  <p:cNvPr id="32854" name="Rectangle 15">
                    <a:extLst>
                      <a:ext uri="{FF2B5EF4-FFF2-40B4-BE49-F238E27FC236}">
                        <a16:creationId xmlns:a16="http://schemas.microsoft.com/office/drawing/2014/main" id="{E1C1A6B2-E96F-4C74-AA5F-30C3013A1E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5" y="1638"/>
                    <a:ext cx="181" cy="305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855" name="Oval 16">
                    <a:extLst>
                      <a:ext uri="{FF2B5EF4-FFF2-40B4-BE49-F238E27FC236}">
                        <a16:creationId xmlns:a16="http://schemas.microsoft.com/office/drawing/2014/main" id="{44FB1AB7-587E-4B9A-B422-12276FF25D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1739"/>
                    <a:ext cx="79" cy="79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32791" name="Group 17">
                  <a:extLst>
                    <a:ext uri="{FF2B5EF4-FFF2-40B4-BE49-F238E27FC236}">
                      <a16:creationId xmlns:a16="http://schemas.microsoft.com/office/drawing/2014/main" id="{2215D684-8EBA-4F35-A3FD-4A0D3D7DF3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03" y="1725"/>
                  <a:ext cx="259" cy="305"/>
                  <a:chOff x="3795" y="1638"/>
                  <a:chExt cx="259" cy="305"/>
                </a:xfrm>
              </p:grpSpPr>
              <p:sp>
                <p:nvSpPr>
                  <p:cNvPr id="32852" name="Rectangle 18">
                    <a:extLst>
                      <a:ext uri="{FF2B5EF4-FFF2-40B4-BE49-F238E27FC236}">
                        <a16:creationId xmlns:a16="http://schemas.microsoft.com/office/drawing/2014/main" id="{908A7A3A-EB30-4010-A372-B50CDBD3AE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5" y="1638"/>
                    <a:ext cx="181" cy="305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853" name="Oval 19">
                    <a:extLst>
                      <a:ext uri="{FF2B5EF4-FFF2-40B4-BE49-F238E27FC236}">
                        <a16:creationId xmlns:a16="http://schemas.microsoft.com/office/drawing/2014/main" id="{FDD14B2D-0225-4EE3-8E8F-9FFECAEDCE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1739"/>
                    <a:ext cx="79" cy="79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32792" name="Group 20">
                  <a:extLst>
                    <a:ext uri="{FF2B5EF4-FFF2-40B4-BE49-F238E27FC236}">
                      <a16:creationId xmlns:a16="http://schemas.microsoft.com/office/drawing/2014/main" id="{673258C5-1AE6-474A-8C54-FF96CD8A50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03" y="2328"/>
                  <a:ext cx="259" cy="305"/>
                  <a:chOff x="3795" y="1638"/>
                  <a:chExt cx="259" cy="305"/>
                </a:xfrm>
              </p:grpSpPr>
              <p:sp>
                <p:nvSpPr>
                  <p:cNvPr id="32850" name="Rectangle 21">
                    <a:extLst>
                      <a:ext uri="{FF2B5EF4-FFF2-40B4-BE49-F238E27FC236}">
                        <a16:creationId xmlns:a16="http://schemas.microsoft.com/office/drawing/2014/main" id="{737A5E71-657F-4E17-9561-6537E59DF7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5" y="1638"/>
                    <a:ext cx="181" cy="305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851" name="Oval 22">
                    <a:extLst>
                      <a:ext uri="{FF2B5EF4-FFF2-40B4-BE49-F238E27FC236}">
                        <a16:creationId xmlns:a16="http://schemas.microsoft.com/office/drawing/2014/main" id="{844F0E9B-286E-49B5-AC79-FE562704F0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1739"/>
                    <a:ext cx="79" cy="79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32793" name="Group 23">
                  <a:extLst>
                    <a:ext uri="{FF2B5EF4-FFF2-40B4-BE49-F238E27FC236}">
                      <a16:creationId xmlns:a16="http://schemas.microsoft.com/office/drawing/2014/main" id="{B7149C0A-82C7-4448-A238-9EF58DEA38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203" y="2865"/>
                  <a:ext cx="259" cy="305"/>
                  <a:chOff x="3795" y="1638"/>
                  <a:chExt cx="259" cy="305"/>
                </a:xfrm>
              </p:grpSpPr>
              <p:sp>
                <p:nvSpPr>
                  <p:cNvPr id="32848" name="Rectangle 24">
                    <a:extLst>
                      <a:ext uri="{FF2B5EF4-FFF2-40B4-BE49-F238E27FC236}">
                        <a16:creationId xmlns:a16="http://schemas.microsoft.com/office/drawing/2014/main" id="{3815536A-23C4-4E92-9470-A87B128ABB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5" y="1638"/>
                    <a:ext cx="181" cy="305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849" name="Oval 25">
                    <a:extLst>
                      <a:ext uri="{FF2B5EF4-FFF2-40B4-BE49-F238E27FC236}">
                        <a16:creationId xmlns:a16="http://schemas.microsoft.com/office/drawing/2014/main" id="{B1BB6A5D-31EB-4983-B542-4F67AC572D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1739"/>
                    <a:ext cx="79" cy="79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32794" name="Group 26">
                  <a:extLst>
                    <a:ext uri="{FF2B5EF4-FFF2-40B4-BE49-F238E27FC236}">
                      <a16:creationId xmlns:a16="http://schemas.microsoft.com/office/drawing/2014/main" id="{C29913CB-4CCC-4BFF-BF4A-1418B6372C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199" y="1511"/>
                  <a:ext cx="259" cy="305"/>
                  <a:chOff x="3795" y="1638"/>
                  <a:chExt cx="259" cy="305"/>
                </a:xfrm>
              </p:grpSpPr>
              <p:sp>
                <p:nvSpPr>
                  <p:cNvPr id="32846" name="Rectangle 27">
                    <a:extLst>
                      <a:ext uri="{FF2B5EF4-FFF2-40B4-BE49-F238E27FC236}">
                        <a16:creationId xmlns:a16="http://schemas.microsoft.com/office/drawing/2014/main" id="{0FBDD304-1A27-4C89-A878-E47FCEC8D4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5" y="1638"/>
                    <a:ext cx="181" cy="305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847" name="Oval 28">
                    <a:extLst>
                      <a:ext uri="{FF2B5EF4-FFF2-40B4-BE49-F238E27FC236}">
                        <a16:creationId xmlns:a16="http://schemas.microsoft.com/office/drawing/2014/main" id="{97C10CB0-889E-441C-A8D9-AD4BD6AA60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1739"/>
                    <a:ext cx="79" cy="79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32795" name="Group 29">
                  <a:extLst>
                    <a:ext uri="{FF2B5EF4-FFF2-40B4-BE49-F238E27FC236}">
                      <a16:creationId xmlns:a16="http://schemas.microsoft.com/office/drawing/2014/main" id="{1B47D095-5D56-4DA1-A553-FB6290E192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199" y="2439"/>
                  <a:ext cx="259" cy="305"/>
                  <a:chOff x="3795" y="1638"/>
                  <a:chExt cx="259" cy="305"/>
                </a:xfrm>
              </p:grpSpPr>
              <p:sp>
                <p:nvSpPr>
                  <p:cNvPr id="32844" name="Rectangle 30">
                    <a:extLst>
                      <a:ext uri="{FF2B5EF4-FFF2-40B4-BE49-F238E27FC236}">
                        <a16:creationId xmlns:a16="http://schemas.microsoft.com/office/drawing/2014/main" id="{C51AF2DF-1F8D-4763-A76E-A0E789BB79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5" y="1638"/>
                    <a:ext cx="181" cy="305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845" name="Oval 31">
                    <a:extLst>
                      <a:ext uri="{FF2B5EF4-FFF2-40B4-BE49-F238E27FC236}">
                        <a16:creationId xmlns:a16="http://schemas.microsoft.com/office/drawing/2014/main" id="{C56FA158-5167-4472-B312-5E5F4E2F3B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1739"/>
                    <a:ext cx="79" cy="79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2796" name="Line 32">
                  <a:extLst>
                    <a:ext uri="{FF2B5EF4-FFF2-40B4-BE49-F238E27FC236}">
                      <a16:creationId xmlns:a16="http://schemas.microsoft.com/office/drawing/2014/main" id="{306073F8-E42D-4BB9-B5DD-A349EB01A1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62" y="1289"/>
                  <a:ext cx="30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797" name="Line 33">
                  <a:extLst>
                    <a:ext uri="{FF2B5EF4-FFF2-40B4-BE49-F238E27FC236}">
                      <a16:creationId xmlns:a16="http://schemas.microsoft.com/office/drawing/2014/main" id="{BB2FDCB2-08C1-4D9E-BE33-D833DB9E1A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73" y="1861"/>
                  <a:ext cx="30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798" name="Line 34">
                  <a:extLst>
                    <a:ext uri="{FF2B5EF4-FFF2-40B4-BE49-F238E27FC236}">
                      <a16:creationId xmlns:a16="http://schemas.microsoft.com/office/drawing/2014/main" id="{232C3E84-C3AD-4ABF-88E7-07B7565412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62" y="2466"/>
                  <a:ext cx="30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799" name="Line 35">
                  <a:extLst>
                    <a:ext uri="{FF2B5EF4-FFF2-40B4-BE49-F238E27FC236}">
                      <a16:creationId xmlns:a16="http://schemas.microsoft.com/office/drawing/2014/main" id="{235BDDFF-A45A-45A0-8A0B-5B6366972F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62" y="3017"/>
                  <a:ext cx="30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00" name="Text Box 36">
                  <a:extLst>
                    <a:ext uri="{FF2B5EF4-FFF2-40B4-BE49-F238E27FC236}">
                      <a16:creationId xmlns:a16="http://schemas.microsoft.com/office/drawing/2014/main" id="{7124518A-9227-4FAF-8064-F687373216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2" y="1481"/>
                  <a:ext cx="339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</a:p>
              </p:txBody>
            </p:sp>
            <p:sp>
              <p:nvSpPr>
                <p:cNvPr id="32801" name="Text Box 37">
                  <a:extLst>
                    <a:ext uri="{FF2B5EF4-FFF2-40B4-BE49-F238E27FC236}">
                      <a16:creationId xmlns:a16="http://schemas.microsoft.com/office/drawing/2014/main" id="{9C30278B-6D90-47B7-A0FF-7C70CEA338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4" y="2425"/>
                  <a:ext cx="339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B</a:t>
                  </a:r>
                </a:p>
              </p:txBody>
            </p:sp>
            <p:sp>
              <p:nvSpPr>
                <p:cNvPr id="32802" name="Text Box 38">
                  <a:extLst>
                    <a:ext uri="{FF2B5EF4-FFF2-40B4-BE49-F238E27FC236}">
                      <a16:creationId xmlns:a16="http://schemas.microsoft.com/office/drawing/2014/main" id="{3378B7C3-AC98-4ADF-B852-43592BDA75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98" y="1129"/>
                  <a:ext cx="441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32803" name="Text Box 39">
                  <a:extLst>
                    <a:ext uri="{FF2B5EF4-FFF2-40B4-BE49-F238E27FC236}">
                      <a16:creationId xmlns:a16="http://schemas.microsoft.com/office/drawing/2014/main" id="{1346AEC3-DBD2-4FE0-BE2F-F0E65F474E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10" y="1690"/>
                  <a:ext cx="441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32804" name="Text Box 40">
                  <a:extLst>
                    <a:ext uri="{FF2B5EF4-FFF2-40B4-BE49-F238E27FC236}">
                      <a16:creationId xmlns:a16="http://schemas.microsoft.com/office/drawing/2014/main" id="{FABBC77B-F4A2-4611-A3CC-0E20F18456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20" y="2296"/>
                  <a:ext cx="441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2805" name="Text Box 41">
                  <a:extLst>
                    <a:ext uri="{FF2B5EF4-FFF2-40B4-BE49-F238E27FC236}">
                      <a16:creationId xmlns:a16="http://schemas.microsoft.com/office/drawing/2014/main" id="{4998A8B2-20D1-4A53-96F3-4E2DC472F7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19" y="2858"/>
                  <a:ext cx="441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grpSp>
              <p:nvGrpSpPr>
                <p:cNvPr id="32806" name="Group 42">
                  <a:extLst>
                    <a:ext uri="{FF2B5EF4-FFF2-40B4-BE49-F238E27FC236}">
                      <a16:creationId xmlns:a16="http://schemas.microsoft.com/office/drawing/2014/main" id="{74490800-CF1F-4537-B19C-B79C6024747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42" y="1510"/>
                  <a:ext cx="259" cy="305"/>
                  <a:chOff x="3795" y="1638"/>
                  <a:chExt cx="259" cy="305"/>
                </a:xfrm>
              </p:grpSpPr>
              <p:sp>
                <p:nvSpPr>
                  <p:cNvPr id="32842" name="Rectangle 43">
                    <a:extLst>
                      <a:ext uri="{FF2B5EF4-FFF2-40B4-BE49-F238E27FC236}">
                        <a16:creationId xmlns:a16="http://schemas.microsoft.com/office/drawing/2014/main" id="{40040933-6EDD-4715-980B-7741EA224A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5" y="1638"/>
                    <a:ext cx="181" cy="305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843" name="Oval 44">
                    <a:extLst>
                      <a:ext uri="{FF2B5EF4-FFF2-40B4-BE49-F238E27FC236}">
                        <a16:creationId xmlns:a16="http://schemas.microsoft.com/office/drawing/2014/main" id="{46119BC6-371A-4C10-9CBB-8403A778AC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1739"/>
                    <a:ext cx="79" cy="79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32807" name="Group 45">
                  <a:extLst>
                    <a:ext uri="{FF2B5EF4-FFF2-40B4-BE49-F238E27FC236}">
                      <a16:creationId xmlns:a16="http://schemas.microsoft.com/office/drawing/2014/main" id="{F397FB8F-F049-491A-8D12-42B06D8E465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42" y="2438"/>
                  <a:ext cx="259" cy="305"/>
                  <a:chOff x="3795" y="1638"/>
                  <a:chExt cx="259" cy="305"/>
                </a:xfrm>
              </p:grpSpPr>
              <p:sp>
                <p:nvSpPr>
                  <p:cNvPr id="32840" name="Rectangle 46">
                    <a:extLst>
                      <a:ext uri="{FF2B5EF4-FFF2-40B4-BE49-F238E27FC236}">
                        <a16:creationId xmlns:a16="http://schemas.microsoft.com/office/drawing/2014/main" id="{7AB80D4A-5D76-417F-9E86-DA89242AFF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5" y="1638"/>
                    <a:ext cx="181" cy="305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841" name="Oval 47">
                    <a:extLst>
                      <a:ext uri="{FF2B5EF4-FFF2-40B4-BE49-F238E27FC236}">
                        <a16:creationId xmlns:a16="http://schemas.microsoft.com/office/drawing/2014/main" id="{C571EEF5-3A97-4098-BE05-3018C839BA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1739"/>
                    <a:ext cx="79" cy="79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2808" name="Line 48">
                  <a:extLst>
                    <a:ext uri="{FF2B5EF4-FFF2-40B4-BE49-F238E27FC236}">
                      <a16:creationId xmlns:a16="http://schemas.microsoft.com/office/drawing/2014/main" id="{819FBA88-2C35-4416-B7D0-D19CF75A3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05" y="1651"/>
                  <a:ext cx="4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09" name="Line 49">
                  <a:extLst>
                    <a:ext uri="{FF2B5EF4-FFF2-40B4-BE49-F238E27FC236}">
                      <a16:creationId xmlns:a16="http://schemas.microsoft.com/office/drawing/2014/main" id="{C1EEFBF4-ED17-4071-B566-4018D0AE8C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17" y="2585"/>
                  <a:ext cx="49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0" name="Line 50">
                  <a:extLst>
                    <a:ext uri="{FF2B5EF4-FFF2-40B4-BE49-F238E27FC236}">
                      <a16:creationId xmlns:a16="http://schemas.microsoft.com/office/drawing/2014/main" id="{CB7AB8B5-8167-4D48-9DE7-674A49B985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60" y="1640"/>
                  <a:ext cx="474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1" name="Line 51">
                  <a:extLst>
                    <a:ext uri="{FF2B5EF4-FFF2-40B4-BE49-F238E27FC236}">
                      <a16:creationId xmlns:a16="http://schemas.microsoft.com/office/drawing/2014/main" id="{620F5FF1-8049-4C03-967F-EF9E8A9F6A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60" y="2585"/>
                  <a:ext cx="474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2" name="Freeform 52">
                  <a:extLst>
                    <a:ext uri="{FF2B5EF4-FFF2-40B4-BE49-F238E27FC236}">
                      <a16:creationId xmlns:a16="http://schemas.microsoft.com/office/drawing/2014/main" id="{5D11F9A2-BDE2-4E68-9682-199C24BB43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1649"/>
                  <a:ext cx="1288" cy="1469"/>
                </a:xfrm>
                <a:custGeom>
                  <a:avLst/>
                  <a:gdLst>
                    <a:gd name="T0" fmla="*/ 0 w 1288"/>
                    <a:gd name="T1" fmla="*/ 0 h 1333"/>
                    <a:gd name="T2" fmla="*/ 0 w 1288"/>
                    <a:gd name="T3" fmla="*/ 487 h 1333"/>
                    <a:gd name="T4" fmla="*/ 700 w 1288"/>
                    <a:gd name="T5" fmla="*/ 487 h 1333"/>
                    <a:gd name="T6" fmla="*/ 700 w 1288"/>
                    <a:gd name="T7" fmla="*/ 2388 h 1333"/>
                    <a:gd name="T8" fmla="*/ 1288 w 1288"/>
                    <a:gd name="T9" fmla="*/ 2388 h 13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288" h="1333">
                      <a:moveTo>
                        <a:pt x="0" y="0"/>
                      </a:moveTo>
                      <a:lnTo>
                        <a:pt x="0" y="271"/>
                      </a:lnTo>
                      <a:lnTo>
                        <a:pt x="700" y="271"/>
                      </a:lnTo>
                      <a:lnTo>
                        <a:pt x="700" y="1333"/>
                      </a:lnTo>
                      <a:lnTo>
                        <a:pt x="1288" y="133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3" name="Line 53">
                  <a:extLst>
                    <a:ext uri="{FF2B5EF4-FFF2-40B4-BE49-F238E27FC236}">
                      <a16:creationId xmlns:a16="http://schemas.microsoft.com/office/drawing/2014/main" id="{BBBCE54F-5AB8-47F6-B162-6A7D3BE209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20" y="2473"/>
                  <a:ext cx="5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4" name="Freeform 54">
                  <a:extLst>
                    <a:ext uri="{FF2B5EF4-FFF2-40B4-BE49-F238E27FC236}">
                      <a16:creationId xmlns:a16="http://schemas.microsoft.com/office/drawing/2014/main" id="{DB4B18BC-A6E2-4051-8FA8-65CF788D90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2" y="1288"/>
                  <a:ext cx="734" cy="361"/>
                </a:xfrm>
                <a:custGeom>
                  <a:avLst/>
                  <a:gdLst>
                    <a:gd name="T0" fmla="*/ 0 w 734"/>
                    <a:gd name="T1" fmla="*/ 361 h 361"/>
                    <a:gd name="T2" fmla="*/ 282 w 734"/>
                    <a:gd name="T3" fmla="*/ 361 h 361"/>
                    <a:gd name="T4" fmla="*/ 282 w 734"/>
                    <a:gd name="T5" fmla="*/ 0 h 361"/>
                    <a:gd name="T6" fmla="*/ 734 w 734"/>
                    <a:gd name="T7" fmla="*/ 0 h 36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34" h="361">
                      <a:moveTo>
                        <a:pt x="0" y="361"/>
                      </a:moveTo>
                      <a:lnTo>
                        <a:pt x="282" y="361"/>
                      </a:lnTo>
                      <a:lnTo>
                        <a:pt x="282" y="0"/>
                      </a:lnTo>
                      <a:lnTo>
                        <a:pt x="734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5" name="Freeform 55">
                  <a:extLst>
                    <a:ext uri="{FF2B5EF4-FFF2-40B4-BE49-F238E27FC236}">
                      <a16:creationId xmlns:a16="http://schemas.microsoft.com/office/drawing/2014/main" id="{DB304D5B-2B2E-4270-A869-49246C3857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4" y="1638"/>
                  <a:ext cx="464" cy="237"/>
                </a:xfrm>
                <a:custGeom>
                  <a:avLst/>
                  <a:gdLst>
                    <a:gd name="T0" fmla="*/ 0 w 464"/>
                    <a:gd name="T1" fmla="*/ 0 h 237"/>
                    <a:gd name="T2" fmla="*/ 0 w 464"/>
                    <a:gd name="T3" fmla="*/ 237 h 237"/>
                    <a:gd name="T4" fmla="*/ 464 w 464"/>
                    <a:gd name="T5" fmla="*/ 237 h 23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64" h="237">
                      <a:moveTo>
                        <a:pt x="0" y="0"/>
                      </a:moveTo>
                      <a:lnTo>
                        <a:pt x="0" y="237"/>
                      </a:lnTo>
                      <a:lnTo>
                        <a:pt x="464" y="237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6" name="Freeform 56">
                  <a:extLst>
                    <a:ext uri="{FF2B5EF4-FFF2-40B4-BE49-F238E27FC236}">
                      <a16:creationId xmlns:a16="http://schemas.microsoft.com/office/drawing/2014/main" id="{73A2C76B-DD64-4845-8BC6-FCEDD6DE0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2236"/>
                  <a:ext cx="1084" cy="768"/>
                </a:xfrm>
                <a:custGeom>
                  <a:avLst/>
                  <a:gdLst>
                    <a:gd name="T0" fmla="*/ 0 w 1288"/>
                    <a:gd name="T1" fmla="*/ 552 h 712"/>
                    <a:gd name="T2" fmla="*/ 0 w 1288"/>
                    <a:gd name="T3" fmla="*/ 0 h 712"/>
                    <a:gd name="T4" fmla="*/ 357 w 1288"/>
                    <a:gd name="T5" fmla="*/ 0 h 712"/>
                    <a:gd name="T6" fmla="*/ 357 w 1288"/>
                    <a:gd name="T7" fmla="*/ 1121 h 712"/>
                    <a:gd name="T8" fmla="*/ 458 w 1288"/>
                    <a:gd name="T9" fmla="*/ 1121 h 7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288" h="712">
                      <a:moveTo>
                        <a:pt x="0" y="350"/>
                      </a:moveTo>
                      <a:lnTo>
                        <a:pt x="0" y="0"/>
                      </a:lnTo>
                      <a:lnTo>
                        <a:pt x="1005" y="0"/>
                      </a:lnTo>
                      <a:lnTo>
                        <a:pt x="1005" y="712"/>
                      </a:lnTo>
                      <a:lnTo>
                        <a:pt x="1288" y="71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7" name="Freeform 57">
                  <a:extLst>
                    <a:ext uri="{FF2B5EF4-FFF2-40B4-BE49-F238E27FC236}">
                      <a16:creationId xmlns:a16="http://schemas.microsoft.com/office/drawing/2014/main" id="{9BB9B529-1E7E-43BD-A9FD-410B28939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7" y="1954"/>
                  <a:ext cx="441" cy="282"/>
                </a:xfrm>
                <a:custGeom>
                  <a:avLst/>
                  <a:gdLst>
                    <a:gd name="T0" fmla="*/ 0 w 283"/>
                    <a:gd name="T1" fmla="*/ 282 h 282"/>
                    <a:gd name="T2" fmla="*/ 0 w 283"/>
                    <a:gd name="T3" fmla="*/ 0 h 282"/>
                    <a:gd name="T4" fmla="*/ 4053 w 283"/>
                    <a:gd name="T5" fmla="*/ 0 h 28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3" h="282">
                      <a:moveTo>
                        <a:pt x="0" y="282"/>
                      </a:moveTo>
                      <a:lnTo>
                        <a:pt x="0" y="0"/>
                      </a:lnTo>
                      <a:lnTo>
                        <a:pt x="28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8" name="Freeform 58">
                  <a:extLst>
                    <a:ext uri="{FF2B5EF4-FFF2-40B4-BE49-F238E27FC236}">
                      <a16:creationId xmlns:a16="http://schemas.microsoft.com/office/drawing/2014/main" id="{6127212E-70BE-4623-B2AD-8AC5A22A16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2" y="1378"/>
                  <a:ext cx="565" cy="1197"/>
                </a:xfrm>
                <a:custGeom>
                  <a:avLst/>
                  <a:gdLst>
                    <a:gd name="T0" fmla="*/ 0 w 746"/>
                    <a:gd name="T1" fmla="*/ 1197 h 1197"/>
                    <a:gd name="T2" fmla="*/ 108 w 746"/>
                    <a:gd name="T3" fmla="*/ 1197 h 1197"/>
                    <a:gd name="T4" fmla="*/ 111 w 746"/>
                    <a:gd name="T5" fmla="*/ 0 h 1197"/>
                    <a:gd name="T6" fmla="*/ 141 w 746"/>
                    <a:gd name="T7" fmla="*/ 0 h 119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46" h="1197">
                      <a:moveTo>
                        <a:pt x="0" y="1197"/>
                      </a:moveTo>
                      <a:lnTo>
                        <a:pt x="576" y="1197"/>
                      </a:lnTo>
                      <a:lnTo>
                        <a:pt x="587" y="0"/>
                      </a:lnTo>
                      <a:lnTo>
                        <a:pt x="746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19" name="Line 59">
                  <a:extLst>
                    <a:ext uri="{FF2B5EF4-FFF2-40B4-BE49-F238E27FC236}">
                      <a16:creationId xmlns:a16="http://schemas.microsoft.com/office/drawing/2014/main" id="{1081F129-6844-4F16-B661-272B116B21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34" y="2575"/>
                  <a:ext cx="374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20" name="Line 60">
                  <a:extLst>
                    <a:ext uri="{FF2B5EF4-FFF2-40B4-BE49-F238E27FC236}">
                      <a16:creationId xmlns:a16="http://schemas.microsoft.com/office/drawing/2014/main" id="{1B567D31-2EDE-4F2D-B001-DE6F9DECDC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59" y="3003"/>
                  <a:ext cx="24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21" name="Line 61">
                  <a:extLst>
                    <a:ext uri="{FF2B5EF4-FFF2-40B4-BE49-F238E27FC236}">
                      <a16:creationId xmlns:a16="http://schemas.microsoft.com/office/drawing/2014/main" id="{07DBE81D-6EAD-4596-9761-425AD69F20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82" y="1378"/>
                  <a:ext cx="214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32822" name="Group 62">
                  <a:extLst>
                    <a:ext uri="{FF2B5EF4-FFF2-40B4-BE49-F238E27FC236}">
                      <a16:creationId xmlns:a16="http://schemas.microsoft.com/office/drawing/2014/main" id="{897E21CA-3029-4AC0-A5D6-519AE59132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41" y="3560"/>
                  <a:ext cx="259" cy="305"/>
                  <a:chOff x="3795" y="1638"/>
                  <a:chExt cx="259" cy="305"/>
                </a:xfrm>
              </p:grpSpPr>
              <p:sp>
                <p:nvSpPr>
                  <p:cNvPr id="32838" name="Rectangle 63">
                    <a:extLst>
                      <a:ext uri="{FF2B5EF4-FFF2-40B4-BE49-F238E27FC236}">
                        <a16:creationId xmlns:a16="http://schemas.microsoft.com/office/drawing/2014/main" id="{00C62290-512D-4899-9F4C-9095D68ED6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5" y="1638"/>
                    <a:ext cx="181" cy="305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2839" name="Oval 64">
                    <a:extLst>
                      <a:ext uri="{FF2B5EF4-FFF2-40B4-BE49-F238E27FC236}">
                        <a16:creationId xmlns:a16="http://schemas.microsoft.com/office/drawing/2014/main" id="{F4900CE8-BAEF-4FA9-AAF3-52790E6B72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1739"/>
                    <a:ext cx="79" cy="79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2823" name="Line 65">
                  <a:extLst>
                    <a:ext uri="{FF2B5EF4-FFF2-40B4-BE49-F238E27FC236}">
                      <a16:creationId xmlns:a16="http://schemas.microsoft.com/office/drawing/2014/main" id="{C6EB6873-A016-41F2-BC78-0ECF3B80B8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3" y="3696"/>
                  <a:ext cx="44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24" name="Text Box 66">
                  <a:extLst>
                    <a:ext uri="{FF2B5EF4-FFF2-40B4-BE49-F238E27FC236}">
                      <a16:creationId xmlns:a16="http://schemas.microsoft.com/office/drawing/2014/main" id="{3EEC2F8C-4094-440A-9320-78AB3D60263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4" y="3535"/>
                  <a:ext cx="339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E</a:t>
                  </a:r>
                </a:p>
              </p:txBody>
            </p:sp>
            <p:sp>
              <p:nvSpPr>
                <p:cNvPr id="32825" name="Line 67">
                  <a:extLst>
                    <a:ext uri="{FF2B5EF4-FFF2-40B4-BE49-F238E27FC236}">
                      <a16:creationId xmlns:a16="http://schemas.microsoft.com/office/drawing/2014/main" id="{BE5891D7-1101-4291-8A01-1B590C3D35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1" y="3583"/>
                  <a:ext cx="13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26" name="Freeform 68">
                  <a:extLst>
                    <a:ext uri="{FF2B5EF4-FFF2-40B4-BE49-F238E27FC236}">
                      <a16:creationId xmlns:a16="http://schemas.microsoft.com/office/drawing/2014/main" id="{0532A2B5-F230-4DF7-85E2-71080864C1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5" y="1186"/>
                  <a:ext cx="1503" cy="2507"/>
                </a:xfrm>
                <a:custGeom>
                  <a:avLst/>
                  <a:gdLst>
                    <a:gd name="T0" fmla="*/ 0 w 1503"/>
                    <a:gd name="T1" fmla="*/ 4442 h 2236"/>
                    <a:gd name="T2" fmla="*/ 1344 w 1503"/>
                    <a:gd name="T3" fmla="*/ 4442 h 2236"/>
                    <a:gd name="T4" fmla="*/ 1344 w 1503"/>
                    <a:gd name="T5" fmla="*/ 0 h 2236"/>
                    <a:gd name="T6" fmla="*/ 1503 w 1503"/>
                    <a:gd name="T7" fmla="*/ 0 h 223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03" h="2236">
                      <a:moveTo>
                        <a:pt x="0" y="2236"/>
                      </a:moveTo>
                      <a:lnTo>
                        <a:pt x="1344" y="2236"/>
                      </a:lnTo>
                      <a:lnTo>
                        <a:pt x="1344" y="0"/>
                      </a:lnTo>
                      <a:lnTo>
                        <a:pt x="150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27" name="Line 69">
                  <a:extLst>
                    <a:ext uri="{FF2B5EF4-FFF2-40B4-BE49-F238E27FC236}">
                      <a16:creationId xmlns:a16="http://schemas.microsoft.com/office/drawing/2014/main" id="{0DA3DE9C-BFF1-4662-AAB7-3C5461609D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8" y="1784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28" name="Line 70">
                  <a:extLst>
                    <a:ext uri="{FF2B5EF4-FFF2-40B4-BE49-F238E27FC236}">
                      <a16:creationId xmlns:a16="http://schemas.microsoft.com/office/drawing/2014/main" id="{5C3DF0FE-E3AF-4C2D-89AF-22776B6D16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49" y="2383"/>
                  <a:ext cx="15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29" name="Line 71">
                  <a:extLst>
                    <a:ext uri="{FF2B5EF4-FFF2-40B4-BE49-F238E27FC236}">
                      <a16:creationId xmlns:a16="http://schemas.microsoft.com/office/drawing/2014/main" id="{1C79B7BE-E981-4131-99F6-A2AC7C6E90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049" y="2925"/>
                  <a:ext cx="15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30" name="Oval 72">
                  <a:extLst>
                    <a:ext uri="{FF2B5EF4-FFF2-40B4-BE49-F238E27FC236}">
                      <a16:creationId xmlns:a16="http://schemas.microsoft.com/office/drawing/2014/main" id="{996FEDA7-E691-4BC7-B55B-85600E5DE9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86" y="1616"/>
                  <a:ext cx="68" cy="68"/>
                </a:xfrm>
                <a:prstGeom prst="ellipse">
                  <a:avLst/>
                </a:prstGeom>
                <a:solidFill>
                  <a:schemeClr val="tx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31" name="Oval 73">
                  <a:extLst>
                    <a:ext uri="{FF2B5EF4-FFF2-40B4-BE49-F238E27FC236}">
                      <a16:creationId xmlns:a16="http://schemas.microsoft.com/office/drawing/2014/main" id="{C6BE5383-DE66-4C4D-9404-C8BF97B538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86" y="2554"/>
                  <a:ext cx="68" cy="68"/>
                </a:xfrm>
                <a:prstGeom prst="ellipse">
                  <a:avLst/>
                </a:prstGeom>
                <a:solidFill>
                  <a:schemeClr val="tx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32" name="Oval 74">
                  <a:extLst>
                    <a:ext uri="{FF2B5EF4-FFF2-40B4-BE49-F238E27FC236}">
                      <a16:creationId xmlns:a16="http://schemas.microsoft.com/office/drawing/2014/main" id="{630F3A6B-504A-40EE-AE5F-364FCF845F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10" y="1616"/>
                  <a:ext cx="68" cy="68"/>
                </a:xfrm>
                <a:prstGeom prst="ellipse">
                  <a:avLst/>
                </a:prstGeom>
                <a:solidFill>
                  <a:schemeClr val="tx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33" name="Oval 75">
                  <a:extLst>
                    <a:ext uri="{FF2B5EF4-FFF2-40B4-BE49-F238E27FC236}">
                      <a16:creationId xmlns:a16="http://schemas.microsoft.com/office/drawing/2014/main" id="{C43ED7DD-2F0E-4127-BDDD-E8DCA288C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2" y="2203"/>
                  <a:ext cx="68" cy="68"/>
                </a:xfrm>
                <a:prstGeom prst="ellipse">
                  <a:avLst/>
                </a:prstGeom>
                <a:solidFill>
                  <a:schemeClr val="tx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34" name="Oval 76">
                  <a:extLst>
                    <a:ext uri="{FF2B5EF4-FFF2-40B4-BE49-F238E27FC236}">
                      <a16:creationId xmlns:a16="http://schemas.microsoft.com/office/drawing/2014/main" id="{8979C124-2A6B-451B-8536-8A2E7BDC01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7" y="2542"/>
                  <a:ext cx="68" cy="68"/>
                </a:xfrm>
                <a:prstGeom prst="ellipse">
                  <a:avLst/>
                </a:prstGeom>
                <a:solidFill>
                  <a:schemeClr val="tx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35" name="Oval 77">
                  <a:extLst>
                    <a:ext uri="{FF2B5EF4-FFF2-40B4-BE49-F238E27FC236}">
                      <a16:creationId xmlns:a16="http://schemas.microsoft.com/office/drawing/2014/main" id="{B03B90A4-F85C-4790-82E5-4F30549BFE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14" y="2881"/>
                  <a:ext cx="68" cy="68"/>
                </a:xfrm>
                <a:prstGeom prst="ellipse">
                  <a:avLst/>
                </a:prstGeom>
                <a:solidFill>
                  <a:schemeClr val="tx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36" name="Oval 78">
                  <a:extLst>
                    <a:ext uri="{FF2B5EF4-FFF2-40B4-BE49-F238E27FC236}">
                      <a16:creationId xmlns:a16="http://schemas.microsoft.com/office/drawing/2014/main" id="{6A7DED83-ECFC-4EAE-9BF8-05CF2AD850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14" y="2350"/>
                  <a:ext cx="68" cy="68"/>
                </a:xfrm>
                <a:prstGeom prst="ellipse">
                  <a:avLst/>
                </a:prstGeom>
                <a:solidFill>
                  <a:schemeClr val="tx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2837" name="Oval 79">
                  <a:extLst>
                    <a:ext uri="{FF2B5EF4-FFF2-40B4-BE49-F238E27FC236}">
                      <a16:creationId xmlns:a16="http://schemas.microsoft.com/office/drawing/2014/main" id="{6D606677-8CF7-4B41-B3FE-D9D0CEF7EA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14" y="1751"/>
                  <a:ext cx="68" cy="68"/>
                </a:xfrm>
                <a:prstGeom prst="ellipse">
                  <a:avLst/>
                </a:prstGeom>
                <a:solidFill>
                  <a:schemeClr val="tx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2780" name="Text Box 80">
                <a:extLst>
                  <a:ext uri="{FF2B5EF4-FFF2-40B4-BE49-F238E27FC236}">
                    <a16:creationId xmlns:a16="http://schemas.microsoft.com/office/drawing/2014/main" id="{D62D7ACA-DD35-4F0D-A23C-CC3837A467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04" y="2230"/>
                <a:ext cx="1051" cy="596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输入缓冲反相门</a:t>
                </a:r>
              </a:p>
            </p:txBody>
          </p:sp>
          <p:sp>
            <p:nvSpPr>
              <p:cNvPr id="32781" name="Text Box 81">
                <a:extLst>
                  <a:ext uri="{FF2B5EF4-FFF2-40B4-BE49-F238E27FC236}">
                    <a16:creationId xmlns:a16="http://schemas.microsoft.com/office/drawing/2014/main" id="{D3FE6072-2224-4594-90DF-DDF0B99156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609"/>
                <a:ext cx="239" cy="21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32782" name="Text Box 82">
                <a:extLst>
                  <a:ext uri="{FF2B5EF4-FFF2-40B4-BE49-F238E27FC236}">
                    <a16:creationId xmlns:a16="http://schemas.microsoft.com/office/drawing/2014/main" id="{BFC0E739-03DA-46D6-BD16-F8F39B1B1C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00" y="989"/>
                <a:ext cx="239" cy="21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2783" name="Text Box 83">
                <a:extLst>
                  <a:ext uri="{FF2B5EF4-FFF2-40B4-BE49-F238E27FC236}">
                    <a16:creationId xmlns:a16="http://schemas.microsoft.com/office/drawing/2014/main" id="{F3C0EEC5-68FD-454A-A13C-0632F499E4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50" y="989"/>
                <a:ext cx="239" cy="21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2784" name="Text Box 84">
                <a:extLst>
                  <a:ext uri="{FF2B5EF4-FFF2-40B4-BE49-F238E27FC236}">
                    <a16:creationId xmlns:a16="http://schemas.microsoft.com/office/drawing/2014/main" id="{3FEF47B7-27E8-43B7-8559-5D3CEC4065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11" y="1902"/>
                <a:ext cx="239" cy="21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2785" name="Text Box 85">
                <a:extLst>
                  <a:ext uri="{FF2B5EF4-FFF2-40B4-BE49-F238E27FC236}">
                    <a16:creationId xmlns:a16="http://schemas.microsoft.com/office/drawing/2014/main" id="{32787C8E-35C2-4804-B073-B74CB8F24D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50" y="1902"/>
                <a:ext cx="239" cy="21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2786" name="Text Box 86">
                <a:extLst>
                  <a:ext uri="{FF2B5EF4-FFF2-40B4-BE49-F238E27FC236}">
                    <a16:creationId xmlns:a16="http://schemas.microsoft.com/office/drawing/2014/main" id="{A3A71457-0E34-411F-9C01-1E7CBE033E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11" y="3032"/>
                <a:ext cx="239" cy="21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2787" name="Text Box 87">
                <a:extLst>
                  <a:ext uri="{FF2B5EF4-FFF2-40B4-BE49-F238E27FC236}">
                    <a16:creationId xmlns:a16="http://schemas.microsoft.com/office/drawing/2014/main" id="{5F8C1308-26EF-4BA0-92D0-31E4A4B0C1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0" y="1196"/>
                <a:ext cx="239" cy="21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32788" name="Text Box 88">
                <a:extLst>
                  <a:ext uri="{FF2B5EF4-FFF2-40B4-BE49-F238E27FC236}">
                    <a16:creationId xmlns:a16="http://schemas.microsoft.com/office/drawing/2014/main" id="{40D5D074-2EE4-4D05-87C2-85D736FF73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1793"/>
                <a:ext cx="239" cy="21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32789" name="Text Box 89">
                <a:extLst>
                  <a:ext uri="{FF2B5EF4-FFF2-40B4-BE49-F238E27FC236}">
                    <a16:creationId xmlns:a16="http://schemas.microsoft.com/office/drawing/2014/main" id="{CD1C410D-9AF7-4AAA-BEEC-14FDD9012E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2337"/>
                <a:ext cx="239" cy="21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</p:grpSp>
        <p:sp>
          <p:nvSpPr>
            <p:cNvPr id="32775" name="Line 90">
              <a:extLst>
                <a:ext uri="{FF2B5EF4-FFF2-40B4-BE49-F238E27FC236}">
                  <a16:creationId xmlns:a16="http://schemas.microsoft.com/office/drawing/2014/main" id="{C404DAA1-048F-4331-A277-9BA2EE37F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6" y="663"/>
              <a:ext cx="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776" name="Line 91">
              <a:extLst>
                <a:ext uri="{FF2B5EF4-FFF2-40B4-BE49-F238E27FC236}">
                  <a16:creationId xmlns:a16="http://schemas.microsoft.com/office/drawing/2014/main" id="{8A03D877-576E-4D49-9FC8-3FDEA7659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7" y="1239"/>
              <a:ext cx="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777" name="Line 92">
              <a:extLst>
                <a:ext uri="{FF2B5EF4-FFF2-40B4-BE49-F238E27FC236}">
                  <a16:creationId xmlns:a16="http://schemas.microsoft.com/office/drawing/2014/main" id="{A89D4A7F-7E9E-45EC-9DF5-90EDB22B3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7" y="1826"/>
              <a:ext cx="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778" name="Line 93">
              <a:extLst>
                <a:ext uri="{FF2B5EF4-FFF2-40B4-BE49-F238E27FC236}">
                  <a16:creationId xmlns:a16="http://schemas.microsoft.com/office/drawing/2014/main" id="{1BE5D55E-91BB-4436-A0B7-43AE21AB5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7" y="2391"/>
              <a:ext cx="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500287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3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3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43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37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37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714" grpId="0"/>
      <p:bldP spid="243715" grpId="0" animBg="1" autoUpdateAnimBg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2">
            <a:extLst>
              <a:ext uri="{FF2B5EF4-FFF2-40B4-BE49-F238E27FC236}">
                <a16:creationId xmlns:a16="http://schemas.microsoft.com/office/drawing/2014/main" id="{47EE4D54-0508-48A8-8909-01B371D637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27025" y="468313"/>
            <a:ext cx="3128963" cy="4445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kumimoji="0" lang="zh-CN" altLang="en-US" sz="2800" b="1" dirty="0">
                <a:solidFill>
                  <a:srgbClr val="1F08F8"/>
                </a:solidFill>
              </a:rPr>
              <a:t>译码器的逻辑符号</a:t>
            </a:r>
          </a:p>
        </p:txBody>
      </p:sp>
      <p:sp>
        <p:nvSpPr>
          <p:cNvPr id="244739" name="Text Box 3">
            <a:extLst>
              <a:ext uri="{FF2B5EF4-FFF2-40B4-BE49-F238E27FC236}">
                <a16:creationId xmlns:a16="http://schemas.microsoft.com/office/drawing/2014/main" id="{64315D7A-6009-4929-904A-292F9641D1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7413" y="2098675"/>
            <a:ext cx="2976562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输出高电平有效</a:t>
            </a:r>
          </a:p>
        </p:txBody>
      </p:sp>
      <p:sp>
        <p:nvSpPr>
          <p:cNvPr id="244740" name="Text Box 4">
            <a:extLst>
              <a:ext uri="{FF2B5EF4-FFF2-40B4-BE49-F238E27FC236}">
                <a16:creationId xmlns:a16="http://schemas.microsoft.com/office/drawing/2014/main" id="{BB167BB2-ACEF-4314-B0B2-32629002B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5213" y="4195763"/>
            <a:ext cx="2976562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输出低电平有效</a:t>
            </a:r>
          </a:p>
        </p:txBody>
      </p:sp>
      <p:grpSp>
        <p:nvGrpSpPr>
          <p:cNvPr id="244741" name="Group 5">
            <a:extLst>
              <a:ext uri="{FF2B5EF4-FFF2-40B4-BE49-F238E27FC236}">
                <a16:creationId xmlns:a16="http://schemas.microsoft.com/office/drawing/2014/main" id="{8D4CE9CB-6E43-4D37-B724-81F0D0EF6018}"/>
              </a:ext>
            </a:extLst>
          </p:cNvPr>
          <p:cNvGrpSpPr>
            <a:grpSpLocks/>
          </p:cNvGrpSpPr>
          <p:nvPr/>
        </p:nvGrpSpPr>
        <p:grpSpPr bwMode="auto">
          <a:xfrm>
            <a:off x="1663700" y="1052513"/>
            <a:ext cx="2133600" cy="2303462"/>
            <a:chOff x="1048" y="663"/>
            <a:chExt cx="1344" cy="1451"/>
          </a:xfrm>
        </p:grpSpPr>
        <p:sp>
          <p:nvSpPr>
            <p:cNvPr id="33820" name="Rectangle 6">
              <a:extLst>
                <a:ext uri="{FF2B5EF4-FFF2-40B4-BE49-F238E27FC236}">
                  <a16:creationId xmlns:a16="http://schemas.microsoft.com/office/drawing/2014/main" id="{A7D875E1-77B5-462D-9B1D-9DFAAFEB6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" y="1219"/>
              <a:ext cx="1344" cy="531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21" name="Text Box 7">
              <a:extLst>
                <a:ext uri="{FF2B5EF4-FFF2-40B4-BE49-F238E27FC236}">
                  <a16:creationId xmlns:a16="http://schemas.microsoft.com/office/drawing/2014/main" id="{622AA797-3685-4738-8417-E556233E32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7" y="663"/>
              <a:ext cx="1186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33822" name="Text Box 8">
              <a:extLst>
                <a:ext uri="{FF2B5EF4-FFF2-40B4-BE49-F238E27FC236}">
                  <a16:creationId xmlns:a16="http://schemas.microsoft.com/office/drawing/2014/main" id="{F2ED14A5-8C19-429A-BFBC-BF1944B46E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1" y="1490"/>
              <a:ext cx="1017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  B     </a:t>
              </a:r>
            </a:p>
          </p:txBody>
        </p:sp>
        <p:sp>
          <p:nvSpPr>
            <p:cNvPr id="33823" name="Line 9">
              <a:extLst>
                <a:ext uri="{FF2B5EF4-FFF2-40B4-BE49-F238E27FC236}">
                  <a16:creationId xmlns:a16="http://schemas.microsoft.com/office/drawing/2014/main" id="{A2741830-354E-4F36-A712-9BC6848439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5" y="1873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24" name="Line 10">
              <a:extLst>
                <a:ext uri="{FF2B5EF4-FFF2-40B4-BE49-F238E27FC236}">
                  <a16:creationId xmlns:a16="http://schemas.microsoft.com/office/drawing/2014/main" id="{5F6E81EC-4BAD-481C-8DC1-5031EEF6E7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5" y="1761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25" name="Line 11">
              <a:extLst>
                <a:ext uri="{FF2B5EF4-FFF2-40B4-BE49-F238E27FC236}">
                  <a16:creationId xmlns:a16="http://schemas.microsoft.com/office/drawing/2014/main" id="{E6AD9E2A-F952-4339-B10F-4B2680B56C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1" y="1762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26" name="Line 12">
              <a:extLst>
                <a:ext uri="{FF2B5EF4-FFF2-40B4-BE49-F238E27FC236}">
                  <a16:creationId xmlns:a16="http://schemas.microsoft.com/office/drawing/2014/main" id="{6098763B-1049-4145-9913-1C98BC4333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2" y="1762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27" name="Line 13">
              <a:extLst>
                <a:ext uri="{FF2B5EF4-FFF2-40B4-BE49-F238E27FC236}">
                  <a16:creationId xmlns:a16="http://schemas.microsoft.com/office/drawing/2014/main" id="{B35EC616-FFF9-4C75-A38A-EA25EEEAE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0" y="959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28" name="Line 14">
              <a:extLst>
                <a:ext uri="{FF2B5EF4-FFF2-40B4-BE49-F238E27FC236}">
                  <a16:creationId xmlns:a16="http://schemas.microsoft.com/office/drawing/2014/main" id="{3E9DF567-0FAC-4154-A469-7CEF94EBD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" y="959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29" name="Line 15">
              <a:extLst>
                <a:ext uri="{FF2B5EF4-FFF2-40B4-BE49-F238E27FC236}">
                  <a16:creationId xmlns:a16="http://schemas.microsoft.com/office/drawing/2014/main" id="{60E8F60D-4FFF-475F-9BFD-4D77367949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3" y="959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30" name="Line 16">
              <a:extLst>
                <a:ext uri="{FF2B5EF4-FFF2-40B4-BE49-F238E27FC236}">
                  <a16:creationId xmlns:a16="http://schemas.microsoft.com/office/drawing/2014/main" id="{5D8C23BF-98AE-40AE-B362-74D66441D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1" y="970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31" name="Oval 17">
              <a:extLst>
                <a:ext uri="{FF2B5EF4-FFF2-40B4-BE49-F238E27FC236}">
                  <a16:creationId xmlns:a16="http://schemas.microsoft.com/office/drawing/2014/main" id="{23602484-1F6F-46ED-BD7A-7FBA79EA3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1751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32" name="Text Box 18">
              <a:extLst>
                <a:ext uri="{FF2B5EF4-FFF2-40B4-BE49-F238E27FC236}">
                  <a16:creationId xmlns:a16="http://schemas.microsoft.com/office/drawing/2014/main" id="{2B8B553A-C962-48A6-B453-2550B27C2A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8" y="1826"/>
              <a:ext cx="261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</a:t>
              </a:r>
            </a:p>
          </p:txBody>
        </p:sp>
      </p:grpSp>
      <p:grpSp>
        <p:nvGrpSpPr>
          <p:cNvPr id="244755" name="Group 19">
            <a:extLst>
              <a:ext uri="{FF2B5EF4-FFF2-40B4-BE49-F238E27FC236}">
                <a16:creationId xmlns:a16="http://schemas.microsoft.com/office/drawing/2014/main" id="{881972CE-29A1-4DC6-ADB6-5D62935EE5E3}"/>
              </a:ext>
            </a:extLst>
          </p:cNvPr>
          <p:cNvGrpSpPr>
            <a:grpSpLocks/>
          </p:cNvGrpSpPr>
          <p:nvPr/>
        </p:nvGrpSpPr>
        <p:grpSpPr bwMode="auto">
          <a:xfrm>
            <a:off x="1809750" y="3557588"/>
            <a:ext cx="2166938" cy="2197100"/>
            <a:chOff x="1140" y="2241"/>
            <a:chExt cx="1365" cy="1384"/>
          </a:xfrm>
        </p:grpSpPr>
        <p:sp>
          <p:nvSpPr>
            <p:cNvPr id="33819" name="Text Box 40">
              <a:extLst>
                <a:ext uri="{FF2B5EF4-FFF2-40B4-BE49-F238E27FC236}">
                  <a16:creationId xmlns:a16="http://schemas.microsoft.com/office/drawing/2014/main" id="{48424916-D25C-486D-B8BA-E96712A82C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8" y="3337"/>
              <a:ext cx="261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</a:t>
              </a:r>
            </a:p>
          </p:txBody>
        </p:sp>
        <p:sp>
          <p:nvSpPr>
            <p:cNvPr id="33799" name="Rectangle 20">
              <a:extLst>
                <a:ext uri="{FF2B5EF4-FFF2-40B4-BE49-F238E27FC236}">
                  <a16:creationId xmlns:a16="http://schemas.microsoft.com/office/drawing/2014/main" id="{78B76096-350A-4B9C-98CE-B9B5A3B7F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2553"/>
              <a:ext cx="1344" cy="531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00" name="Text Box 21">
              <a:extLst>
                <a:ext uri="{FF2B5EF4-FFF2-40B4-BE49-F238E27FC236}">
                  <a16:creationId xmlns:a16="http://schemas.microsoft.com/office/drawing/2014/main" id="{4A77F56F-1698-439F-8037-C15E88756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9" y="2241"/>
              <a:ext cx="1186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33801" name="Text Box 22">
              <a:extLst>
                <a:ext uri="{FF2B5EF4-FFF2-40B4-BE49-F238E27FC236}">
                  <a16:creationId xmlns:a16="http://schemas.microsoft.com/office/drawing/2014/main" id="{44DA84D0-745C-418F-BC88-DB9BBD4B3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3" y="2824"/>
              <a:ext cx="1017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  B     </a:t>
              </a:r>
            </a:p>
          </p:txBody>
        </p:sp>
        <p:sp>
          <p:nvSpPr>
            <p:cNvPr id="33802" name="Line 23">
              <a:extLst>
                <a:ext uri="{FF2B5EF4-FFF2-40B4-BE49-F238E27FC236}">
                  <a16:creationId xmlns:a16="http://schemas.microsoft.com/office/drawing/2014/main" id="{A643DD73-B6AA-4A1B-94CE-DBBA32FF88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7" y="3095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03" name="Line 24">
              <a:extLst>
                <a:ext uri="{FF2B5EF4-FFF2-40B4-BE49-F238E27FC236}">
                  <a16:creationId xmlns:a16="http://schemas.microsoft.com/office/drawing/2014/main" id="{924EBF2D-E291-4AC9-A248-15673EBAC7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3" y="3096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04" name="Line 25">
              <a:extLst>
                <a:ext uri="{FF2B5EF4-FFF2-40B4-BE49-F238E27FC236}">
                  <a16:creationId xmlns:a16="http://schemas.microsoft.com/office/drawing/2014/main" id="{518EA467-DD48-433D-A861-E5EDCCE7A2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4" y="3096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05" name="Line 26">
              <a:extLst>
                <a:ext uri="{FF2B5EF4-FFF2-40B4-BE49-F238E27FC236}">
                  <a16:creationId xmlns:a16="http://schemas.microsoft.com/office/drawing/2014/main" id="{F3D9464F-5847-45BE-9199-74EBB46663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2" y="2293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06" name="Line 27">
              <a:extLst>
                <a:ext uri="{FF2B5EF4-FFF2-40B4-BE49-F238E27FC236}">
                  <a16:creationId xmlns:a16="http://schemas.microsoft.com/office/drawing/2014/main" id="{DBCAB6CA-BF4E-4CCF-B0C1-A9D91BF819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2" y="2293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07" name="Line 28">
              <a:extLst>
                <a:ext uri="{FF2B5EF4-FFF2-40B4-BE49-F238E27FC236}">
                  <a16:creationId xmlns:a16="http://schemas.microsoft.com/office/drawing/2014/main" id="{0F7B8A86-B512-499C-90E9-4110A186EE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5" y="2293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08" name="Line 29">
              <a:extLst>
                <a:ext uri="{FF2B5EF4-FFF2-40B4-BE49-F238E27FC236}">
                  <a16:creationId xmlns:a16="http://schemas.microsoft.com/office/drawing/2014/main" id="{184CD8DC-DF5F-4ACD-AEA7-AC95FDB09B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3" y="2304"/>
              <a:ext cx="0" cy="24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09" name="Line 30">
              <a:extLst>
                <a:ext uri="{FF2B5EF4-FFF2-40B4-BE49-F238E27FC236}">
                  <a16:creationId xmlns:a16="http://schemas.microsoft.com/office/drawing/2014/main" id="{67E56AC5-515D-446E-9739-41BD2784E7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5" y="2300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10" name="Line 31">
              <a:extLst>
                <a:ext uri="{FF2B5EF4-FFF2-40B4-BE49-F238E27FC236}">
                  <a16:creationId xmlns:a16="http://schemas.microsoft.com/office/drawing/2014/main" id="{DA1B8E85-A6DB-4F5E-A398-3F80168162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7" y="2300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11" name="Line 32">
              <a:extLst>
                <a:ext uri="{FF2B5EF4-FFF2-40B4-BE49-F238E27FC236}">
                  <a16:creationId xmlns:a16="http://schemas.microsoft.com/office/drawing/2014/main" id="{BF9E4160-A64F-44DD-B54D-42A9DA1963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7" y="2310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12" name="Line 33">
              <a:extLst>
                <a:ext uri="{FF2B5EF4-FFF2-40B4-BE49-F238E27FC236}">
                  <a16:creationId xmlns:a16="http://schemas.microsoft.com/office/drawing/2014/main" id="{2763BB72-49CD-4729-AC5A-6E653F2226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8" y="2300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13" name="Oval 34">
              <a:extLst>
                <a:ext uri="{FF2B5EF4-FFF2-40B4-BE49-F238E27FC236}">
                  <a16:creationId xmlns:a16="http://schemas.microsoft.com/office/drawing/2014/main" id="{5EE021A6-92FB-44CE-BEB5-56796C11B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3084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14" name="Oval 35">
              <a:extLst>
                <a:ext uri="{FF2B5EF4-FFF2-40B4-BE49-F238E27FC236}">
                  <a16:creationId xmlns:a16="http://schemas.microsoft.com/office/drawing/2014/main" id="{EA98D3AE-FC1A-42CA-9070-2F721EE1D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474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15" name="Oval 36">
              <a:extLst>
                <a:ext uri="{FF2B5EF4-FFF2-40B4-BE49-F238E27FC236}">
                  <a16:creationId xmlns:a16="http://schemas.microsoft.com/office/drawing/2014/main" id="{3BADA015-DCA3-4AFC-A5B4-ADA113F81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0" y="2474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16" name="Oval 37">
              <a:extLst>
                <a:ext uri="{FF2B5EF4-FFF2-40B4-BE49-F238E27FC236}">
                  <a16:creationId xmlns:a16="http://schemas.microsoft.com/office/drawing/2014/main" id="{EB52BA8C-1D32-4434-B98D-3A2705077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9" y="2474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17" name="Oval 38">
              <a:extLst>
                <a:ext uri="{FF2B5EF4-FFF2-40B4-BE49-F238E27FC236}">
                  <a16:creationId xmlns:a16="http://schemas.microsoft.com/office/drawing/2014/main" id="{8D65F582-46AC-4C6E-B16D-BEB1E7203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2474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818" name="Line 39">
              <a:extLst>
                <a:ext uri="{FF2B5EF4-FFF2-40B4-BE49-F238E27FC236}">
                  <a16:creationId xmlns:a16="http://schemas.microsoft.com/office/drawing/2014/main" id="{48B110D7-5AB0-485D-9838-AF1C1DF269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5" y="3384"/>
              <a:ext cx="11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107314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47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47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3" dur="500"/>
                                        <p:tgtEl>
                                          <p:spTgt spid="244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447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47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4" dur="500"/>
                                        <p:tgtEl>
                                          <p:spTgt spid="244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447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447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738" grpId="0" autoUpdateAnimBg="0"/>
      <p:bldP spid="244739" grpId="0" animBg="1" autoUpdateAnimBg="0"/>
      <p:bldP spid="244740" grpId="0" animBg="1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2">
            <a:extLst>
              <a:ext uri="{FF2B5EF4-FFF2-40B4-BE49-F238E27FC236}">
                <a16:creationId xmlns:a16="http://schemas.microsoft.com/office/drawing/2014/main" id="{7F94BD55-14D9-491E-A2A7-35566AA043B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71550" y="644525"/>
            <a:ext cx="3576638" cy="460375"/>
          </a:xfrm>
        </p:spPr>
        <p:txBody>
          <a:bodyPr/>
          <a:lstStyle/>
          <a:p>
            <a:pPr algn="l" eaLnBrk="1" hangingPunct="1"/>
            <a:r>
              <a:rPr kumimoji="0" lang="zh-CN" altLang="en-US" sz="2800" b="1">
                <a:solidFill>
                  <a:schemeClr val="tx1"/>
                </a:solidFill>
              </a:rPr>
              <a:t>双二</a:t>
            </a:r>
            <a:r>
              <a:rPr kumimoji="0" lang="en-US" altLang="zh-CN" sz="2800" b="1">
                <a:solidFill>
                  <a:schemeClr val="tx1"/>
                </a:solidFill>
                <a:latin typeface="Arial" panose="020B0604020202020204" pitchFamily="34" charset="0"/>
              </a:rPr>
              <a:t>——</a:t>
            </a:r>
            <a:r>
              <a:rPr kumimoji="0" lang="zh-CN" altLang="en-US" sz="2800" b="1">
                <a:solidFill>
                  <a:schemeClr val="tx1"/>
                </a:solidFill>
              </a:rPr>
              <a:t>四线译码器</a:t>
            </a:r>
          </a:p>
        </p:txBody>
      </p:sp>
      <p:grpSp>
        <p:nvGrpSpPr>
          <p:cNvPr id="245763" name="Group 3">
            <a:extLst>
              <a:ext uri="{FF2B5EF4-FFF2-40B4-BE49-F238E27FC236}">
                <a16:creationId xmlns:a16="http://schemas.microsoft.com/office/drawing/2014/main" id="{947041CA-C02A-4334-8A79-152A8B29C681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2057400"/>
            <a:ext cx="5638800" cy="3313113"/>
            <a:chOff x="912" y="1296"/>
            <a:chExt cx="3552" cy="2087"/>
          </a:xfrm>
        </p:grpSpPr>
        <p:sp>
          <p:nvSpPr>
            <p:cNvPr id="34820" name="Rectangle 4">
              <a:extLst>
                <a:ext uri="{FF2B5EF4-FFF2-40B4-BE49-F238E27FC236}">
                  <a16:creationId xmlns:a16="http://schemas.microsoft.com/office/drawing/2014/main" id="{4B4E933B-7B57-4564-8D7D-AD8975FA8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283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21" name="Rectangle 5">
              <a:extLst>
                <a:ext uri="{FF2B5EF4-FFF2-40B4-BE49-F238E27FC236}">
                  <a16:creationId xmlns:a16="http://schemas.microsoft.com/office/drawing/2014/main" id="{634EA11F-C4D2-4EE6-99CC-94EF04103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2832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22" name="Rectangle 6">
              <a:extLst>
                <a:ext uri="{FF2B5EF4-FFF2-40B4-BE49-F238E27FC236}">
                  <a16:creationId xmlns:a16="http://schemas.microsoft.com/office/drawing/2014/main" id="{FE33FE92-2776-4090-8295-D1F026423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283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23" name="Rectangle 7">
              <a:extLst>
                <a:ext uri="{FF2B5EF4-FFF2-40B4-BE49-F238E27FC236}">
                  <a16:creationId xmlns:a16="http://schemas.microsoft.com/office/drawing/2014/main" id="{76C509BC-353F-400B-A50E-5AC6AEAD9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83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24" name="Rectangle 8">
              <a:extLst>
                <a:ext uri="{FF2B5EF4-FFF2-40B4-BE49-F238E27FC236}">
                  <a16:creationId xmlns:a16="http://schemas.microsoft.com/office/drawing/2014/main" id="{5CCF8D47-293C-45A8-B059-582008D9A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2832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25" name="Rectangle 9">
              <a:extLst>
                <a:ext uri="{FF2B5EF4-FFF2-40B4-BE49-F238E27FC236}">
                  <a16:creationId xmlns:a16="http://schemas.microsoft.com/office/drawing/2014/main" id="{C6CF77A4-9AD5-491F-BE8D-EDBE3755D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83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26" name="Rectangle 10">
              <a:extLst>
                <a:ext uri="{FF2B5EF4-FFF2-40B4-BE49-F238E27FC236}">
                  <a16:creationId xmlns:a16="http://schemas.microsoft.com/office/drawing/2014/main" id="{6386C444-7E64-4A13-ABA6-18C7E65B9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83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27" name="Rectangle 11">
              <a:extLst>
                <a:ext uri="{FF2B5EF4-FFF2-40B4-BE49-F238E27FC236}">
                  <a16:creationId xmlns:a16="http://schemas.microsoft.com/office/drawing/2014/main" id="{BD06BF7B-12C9-40A8-8EDE-6248D056E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832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28" name="Rectangle 12">
              <a:extLst>
                <a:ext uri="{FF2B5EF4-FFF2-40B4-BE49-F238E27FC236}">
                  <a16:creationId xmlns:a16="http://schemas.microsoft.com/office/drawing/2014/main" id="{C142D802-7888-41A3-892A-818E451B4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1584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29" name="Rectangle 13">
              <a:extLst>
                <a:ext uri="{FF2B5EF4-FFF2-40B4-BE49-F238E27FC236}">
                  <a16:creationId xmlns:a16="http://schemas.microsoft.com/office/drawing/2014/main" id="{CC4F76AC-2C02-4F5F-9E49-C5BD2B4CF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584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0" name="Rectangle 14">
              <a:extLst>
                <a:ext uri="{FF2B5EF4-FFF2-40B4-BE49-F238E27FC236}">
                  <a16:creationId xmlns:a16="http://schemas.microsoft.com/office/drawing/2014/main" id="{DE17A432-10E6-43C8-93A9-18B854ECF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1584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1" name="Rectangle 15">
              <a:extLst>
                <a:ext uri="{FF2B5EF4-FFF2-40B4-BE49-F238E27FC236}">
                  <a16:creationId xmlns:a16="http://schemas.microsoft.com/office/drawing/2014/main" id="{519CD296-EBB6-48CA-AAFC-19C5658F7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584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2" name="Rectangle 16">
              <a:extLst>
                <a:ext uri="{FF2B5EF4-FFF2-40B4-BE49-F238E27FC236}">
                  <a16:creationId xmlns:a16="http://schemas.microsoft.com/office/drawing/2014/main" id="{1689EFA7-CF0C-4BBA-B9D0-C3E61BD02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584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3" name="Rectangle 17">
              <a:extLst>
                <a:ext uri="{FF2B5EF4-FFF2-40B4-BE49-F238E27FC236}">
                  <a16:creationId xmlns:a16="http://schemas.microsoft.com/office/drawing/2014/main" id="{4284278C-8FC4-47D3-9062-CB20352F0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584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4" name="Rectangle 18">
              <a:extLst>
                <a:ext uri="{FF2B5EF4-FFF2-40B4-BE49-F238E27FC236}">
                  <a16:creationId xmlns:a16="http://schemas.microsoft.com/office/drawing/2014/main" id="{EB56625A-E614-42D8-A483-59475F618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584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5" name="Rectangle 19">
              <a:extLst>
                <a:ext uri="{FF2B5EF4-FFF2-40B4-BE49-F238E27FC236}">
                  <a16:creationId xmlns:a16="http://schemas.microsoft.com/office/drawing/2014/main" id="{808C550F-C390-4CC3-8EC2-913A2961A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1584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6" name="Text Box 20">
              <a:extLst>
                <a:ext uri="{FF2B5EF4-FFF2-40B4-BE49-F238E27FC236}">
                  <a16:creationId xmlns:a16="http://schemas.microsoft.com/office/drawing/2014/main" id="{0272FFF7-A9EE-452E-AB53-FA61999117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569"/>
              <a:ext cx="29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1        2        3        4        5        6       7       8</a:t>
              </a:r>
              <a:endParaRPr kumimoji="1" lang="en-US" altLang="zh-CN" sz="2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34837" name="Text Box 21">
              <a:extLst>
                <a:ext uri="{FF2B5EF4-FFF2-40B4-BE49-F238E27FC236}">
                  <a16:creationId xmlns:a16="http://schemas.microsoft.com/office/drawing/2014/main" id="{F8C5F9BC-0DA1-43E5-B6FE-989162B68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" y="3095"/>
              <a:ext cx="339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1E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1A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</a:t>
              </a:r>
              <a:r>
                <a:rPr kumimoji="1" lang="zh-CN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地</a:t>
              </a:r>
              <a:r>
                <a:rPr kumimoji="1" lang="zh-CN" altLang="en-US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zh-CN" altLang="en-US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</a:p>
          </p:txBody>
        </p:sp>
        <p:sp>
          <p:nvSpPr>
            <p:cNvPr id="34838" name="Line 22">
              <a:extLst>
                <a:ext uri="{FF2B5EF4-FFF2-40B4-BE49-F238E27FC236}">
                  <a16:creationId xmlns:a16="http://schemas.microsoft.com/office/drawing/2014/main" id="{FC09AA83-FDF0-4542-B411-2843CDE8C8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" y="3156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39" name="Line 23">
              <a:extLst>
                <a:ext uri="{FF2B5EF4-FFF2-40B4-BE49-F238E27FC236}">
                  <a16:creationId xmlns:a16="http://schemas.microsoft.com/office/drawing/2014/main" id="{41042E0E-A823-4B10-B79D-820F3A0FD4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9" y="3151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0" name="Line 24">
              <a:extLst>
                <a:ext uri="{FF2B5EF4-FFF2-40B4-BE49-F238E27FC236}">
                  <a16:creationId xmlns:a16="http://schemas.microsoft.com/office/drawing/2014/main" id="{F26F129E-B874-40C4-A216-548A746BAB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5" y="3151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1" name="Text Box 25">
              <a:extLst>
                <a:ext uri="{FF2B5EF4-FFF2-40B4-BE49-F238E27FC236}">
                  <a16:creationId xmlns:a16="http://schemas.microsoft.com/office/drawing/2014/main" id="{40701CCD-3A8C-4D4E-BBA2-73A3DBD6A2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2" y="1296"/>
              <a:ext cx="339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+V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CC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2E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3</a:t>
              </a:r>
            </a:p>
          </p:txBody>
        </p:sp>
        <p:sp>
          <p:nvSpPr>
            <p:cNvPr id="34842" name="Line 26">
              <a:extLst>
                <a:ext uri="{FF2B5EF4-FFF2-40B4-BE49-F238E27FC236}">
                  <a16:creationId xmlns:a16="http://schemas.microsoft.com/office/drawing/2014/main" id="{AE90DD35-4C41-4BC6-90D3-33658B2B09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1355"/>
              <a:ext cx="96" cy="0"/>
            </a:xfrm>
            <a:prstGeom prst="line">
              <a:avLst/>
            </a:prstGeom>
            <a:noFill/>
            <a:ln w="28575" cap="sq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3" name="Line 27">
              <a:extLst>
                <a:ext uri="{FF2B5EF4-FFF2-40B4-BE49-F238E27FC236}">
                  <a16:creationId xmlns:a16="http://schemas.microsoft.com/office/drawing/2014/main" id="{1126DDC7-0A67-4D36-8B76-00E1681A8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3" y="3150"/>
              <a:ext cx="96" cy="0"/>
            </a:xfrm>
            <a:prstGeom prst="line">
              <a:avLst/>
            </a:prstGeom>
            <a:noFill/>
            <a:ln w="28575" cap="sq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4" name="Line 28">
              <a:extLst>
                <a:ext uri="{FF2B5EF4-FFF2-40B4-BE49-F238E27FC236}">
                  <a16:creationId xmlns:a16="http://schemas.microsoft.com/office/drawing/2014/main" id="{993ABB9F-A9B5-4DA1-96C7-07F598CE03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2" y="3152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5" name="Line 29">
              <a:extLst>
                <a:ext uri="{FF2B5EF4-FFF2-40B4-BE49-F238E27FC236}">
                  <a16:creationId xmlns:a16="http://schemas.microsoft.com/office/drawing/2014/main" id="{51537248-7272-4219-AA1D-2BB58620DE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1344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6" name="Line 30">
              <a:extLst>
                <a:ext uri="{FF2B5EF4-FFF2-40B4-BE49-F238E27FC236}">
                  <a16:creationId xmlns:a16="http://schemas.microsoft.com/office/drawing/2014/main" id="{A3C215E5-3AD7-401D-B05C-84DADAF0DC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5" y="1344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7" name="Line 31">
              <a:extLst>
                <a:ext uri="{FF2B5EF4-FFF2-40B4-BE49-F238E27FC236}">
                  <a16:creationId xmlns:a16="http://schemas.microsoft.com/office/drawing/2014/main" id="{031279BA-D6C5-4B3C-8F99-CCB4206E0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" y="1344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8" name="Line 32">
              <a:extLst>
                <a:ext uri="{FF2B5EF4-FFF2-40B4-BE49-F238E27FC236}">
                  <a16:creationId xmlns:a16="http://schemas.microsoft.com/office/drawing/2014/main" id="{A339DF56-31DE-4897-879F-BD79391E71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5" y="1344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49" name="Rectangle 33">
              <a:extLst>
                <a:ext uri="{FF2B5EF4-FFF2-40B4-BE49-F238E27FC236}">
                  <a16:creationId xmlns:a16="http://schemas.microsoft.com/office/drawing/2014/main" id="{56F12714-6817-41E2-A328-5EE59A429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1824"/>
              <a:ext cx="3168" cy="1008"/>
            </a:xfrm>
            <a:prstGeom prst="rect">
              <a:avLst/>
            </a:prstGeom>
            <a:solidFill>
              <a:srgbClr val="FFFF99"/>
            </a:solidFill>
            <a:ln w="38100" cap="sq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74</a:t>
              </a:r>
              <a:r>
                <a:rPr kumimoji="1" lang="en-US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  <a:sym typeface="Symbol" panose="05050102010706020507" pitchFamily="18" charset="2"/>
                </a:rPr>
                <a:t></a:t>
              </a:r>
              <a:r>
                <a:rPr kumimoji="1" lang="en-US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139</a:t>
              </a:r>
            </a:p>
          </p:txBody>
        </p:sp>
        <p:sp>
          <p:nvSpPr>
            <p:cNvPr id="34850" name="Text Box 34">
              <a:extLst>
                <a:ext uri="{FF2B5EF4-FFF2-40B4-BE49-F238E27FC236}">
                  <a16:creationId xmlns:a16="http://schemas.microsoft.com/office/drawing/2014/main" id="{3A86FBC4-5B59-417C-8D74-36A4B608FC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1824"/>
              <a:ext cx="29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just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16      15      14      13     12     11      10        9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34851" name="Text Box 35">
              <a:extLst>
                <a:ext uri="{FF2B5EF4-FFF2-40B4-BE49-F238E27FC236}">
                  <a16:creationId xmlns:a16="http://schemas.microsoft.com/office/drawing/2014/main" id="{D5B4DFCB-7485-47D6-9EBE-E4FB7CCF1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569"/>
              <a:ext cx="29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1        2        3        4        5        6       7       8</a:t>
              </a:r>
              <a:endParaRPr kumimoji="1" lang="en-US" altLang="zh-CN" sz="2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34852" name="Arc 36">
              <a:extLst>
                <a:ext uri="{FF2B5EF4-FFF2-40B4-BE49-F238E27FC236}">
                  <a16:creationId xmlns:a16="http://schemas.microsoft.com/office/drawing/2014/main" id="{A1DDBB0E-81DA-4905-8C9B-7A96DA6F6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08"/>
              <a:ext cx="192" cy="14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853" name="Arc 37">
              <a:extLst>
                <a:ext uri="{FF2B5EF4-FFF2-40B4-BE49-F238E27FC236}">
                  <a16:creationId xmlns:a16="http://schemas.microsoft.com/office/drawing/2014/main" id="{FD07FE59-4AFF-454D-9CD2-D90A9C616CA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008" y="2352"/>
              <a:ext cx="192" cy="14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373099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57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57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3" dur="500"/>
                                        <p:tgtEl>
                                          <p:spTgt spid="245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762" grpId="0" autoUpdateAnimBg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2">
            <a:extLst>
              <a:ext uri="{FF2B5EF4-FFF2-40B4-BE49-F238E27FC236}">
                <a16:creationId xmlns:a16="http://schemas.microsoft.com/office/drawing/2014/main" id="{4982BA7E-4D91-4E44-8219-5DFF19D37B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11150" y="1865313"/>
            <a:ext cx="3128963" cy="550862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kumimoji="0" lang="zh-CN" altLang="en-US" sz="2800" b="1">
                <a:solidFill>
                  <a:schemeClr val="tx1"/>
                </a:solidFill>
              </a:rPr>
              <a:t>三</a:t>
            </a:r>
            <a:r>
              <a:rPr kumimoji="0" lang="en-US" altLang="zh-CN" sz="2800" b="1">
                <a:solidFill>
                  <a:schemeClr val="tx1"/>
                </a:solidFill>
                <a:latin typeface="Arial" panose="020B0604020202020204" pitchFamily="34" charset="0"/>
              </a:rPr>
              <a:t>——</a:t>
            </a:r>
            <a:r>
              <a:rPr kumimoji="0" lang="zh-CN" altLang="en-US" sz="2800" b="1">
                <a:solidFill>
                  <a:schemeClr val="tx1"/>
                </a:solidFill>
              </a:rPr>
              <a:t>八线译码器</a:t>
            </a:r>
          </a:p>
        </p:txBody>
      </p:sp>
      <p:grpSp>
        <p:nvGrpSpPr>
          <p:cNvPr id="246787" name="Group 3">
            <a:extLst>
              <a:ext uri="{FF2B5EF4-FFF2-40B4-BE49-F238E27FC236}">
                <a16:creationId xmlns:a16="http://schemas.microsoft.com/office/drawing/2014/main" id="{F09091BF-23BC-4235-A5F8-E66350B99080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355600"/>
            <a:ext cx="5638800" cy="3313113"/>
            <a:chOff x="2208" y="224"/>
            <a:chExt cx="3552" cy="2087"/>
          </a:xfrm>
        </p:grpSpPr>
        <p:sp>
          <p:nvSpPr>
            <p:cNvPr id="35885" name="Text Box 4">
              <a:extLst>
                <a:ext uri="{FF2B5EF4-FFF2-40B4-BE49-F238E27FC236}">
                  <a16:creationId xmlns:a16="http://schemas.microsoft.com/office/drawing/2014/main" id="{C2908A83-75DE-4A7C-BA80-6621AE362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7" y="2023"/>
              <a:ext cx="3393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</a:t>
              </a:r>
              <a:r>
                <a:rPr kumimoji="1" lang="en-US" altLang="zh-CN" sz="2400" b="0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en-US" altLang="zh-CN" sz="2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3</a:t>
              </a:r>
              <a:r>
                <a:rPr kumimoji="1" lang="en-US" altLang="zh-CN" sz="2400" b="0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  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7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</a:t>
              </a:r>
              <a:r>
                <a:rPr kumimoji="1" lang="zh-CN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地</a:t>
              </a:r>
              <a:r>
                <a:rPr kumimoji="1" lang="zh-CN" altLang="en-US" sz="2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zh-CN" altLang="en-US" sz="2000" b="0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</a:p>
          </p:txBody>
        </p:sp>
        <p:sp>
          <p:nvSpPr>
            <p:cNvPr id="35886" name="Rectangle 5">
              <a:extLst>
                <a:ext uri="{FF2B5EF4-FFF2-40B4-BE49-F238E27FC236}">
                  <a16:creationId xmlns:a16="http://schemas.microsoft.com/office/drawing/2014/main" id="{D76ACC02-17E3-445A-9EF1-41E975848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1760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87" name="Rectangle 6">
              <a:extLst>
                <a:ext uri="{FF2B5EF4-FFF2-40B4-BE49-F238E27FC236}">
                  <a16:creationId xmlns:a16="http://schemas.microsoft.com/office/drawing/2014/main" id="{0F727ABC-C405-452F-9DE6-20EA87439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760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88" name="Rectangle 7">
              <a:extLst>
                <a:ext uri="{FF2B5EF4-FFF2-40B4-BE49-F238E27FC236}">
                  <a16:creationId xmlns:a16="http://schemas.microsoft.com/office/drawing/2014/main" id="{A1303DDD-221A-4369-9087-49533878D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760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89" name="Rectangle 8">
              <a:extLst>
                <a:ext uri="{FF2B5EF4-FFF2-40B4-BE49-F238E27FC236}">
                  <a16:creationId xmlns:a16="http://schemas.microsoft.com/office/drawing/2014/main" id="{20A8D671-E54C-40B9-8C1A-952C1231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760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0" name="Rectangle 9">
              <a:extLst>
                <a:ext uri="{FF2B5EF4-FFF2-40B4-BE49-F238E27FC236}">
                  <a16:creationId xmlns:a16="http://schemas.microsoft.com/office/drawing/2014/main" id="{87A96A55-52A9-4190-9709-4A629C2FE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1760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1" name="Rectangle 10">
              <a:extLst>
                <a:ext uri="{FF2B5EF4-FFF2-40B4-BE49-F238E27FC236}">
                  <a16:creationId xmlns:a16="http://schemas.microsoft.com/office/drawing/2014/main" id="{DEE84D62-8697-4891-9EC2-ECFF5073A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5" y="1760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2" name="Rectangle 11">
              <a:extLst>
                <a:ext uri="{FF2B5EF4-FFF2-40B4-BE49-F238E27FC236}">
                  <a16:creationId xmlns:a16="http://schemas.microsoft.com/office/drawing/2014/main" id="{A6122377-8150-4754-B94D-BDF69572F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1" y="1760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3" name="Rectangle 12">
              <a:extLst>
                <a:ext uri="{FF2B5EF4-FFF2-40B4-BE49-F238E27FC236}">
                  <a16:creationId xmlns:a16="http://schemas.microsoft.com/office/drawing/2014/main" id="{2AE33414-B9F6-47EB-AD17-032446B41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8" y="1760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4" name="Rectangle 13">
              <a:extLst>
                <a:ext uri="{FF2B5EF4-FFF2-40B4-BE49-F238E27FC236}">
                  <a16:creationId xmlns:a16="http://schemas.microsoft.com/office/drawing/2014/main" id="{91A121A6-E963-4079-8423-F7FBDCA2E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51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5" name="Rectangle 14">
              <a:extLst>
                <a:ext uri="{FF2B5EF4-FFF2-40B4-BE49-F238E27FC236}">
                  <a16:creationId xmlns:a16="http://schemas.microsoft.com/office/drawing/2014/main" id="{9941EC40-0195-4C2D-8CAF-D71AF40A8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512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6" name="Rectangle 15">
              <a:extLst>
                <a:ext uri="{FF2B5EF4-FFF2-40B4-BE49-F238E27FC236}">
                  <a16:creationId xmlns:a16="http://schemas.microsoft.com/office/drawing/2014/main" id="{1D414C9F-B129-42CC-BBA7-95C4805BF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51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7" name="Rectangle 16">
              <a:extLst>
                <a:ext uri="{FF2B5EF4-FFF2-40B4-BE49-F238E27FC236}">
                  <a16:creationId xmlns:a16="http://schemas.microsoft.com/office/drawing/2014/main" id="{015D2FC0-4FB3-40FE-9E01-50ABC4823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51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8" name="Rectangle 17">
              <a:extLst>
                <a:ext uri="{FF2B5EF4-FFF2-40B4-BE49-F238E27FC236}">
                  <a16:creationId xmlns:a16="http://schemas.microsoft.com/office/drawing/2014/main" id="{89ECDA74-4B5E-4B6E-80AF-A40C47EEE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512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99" name="Rectangle 18">
              <a:extLst>
                <a:ext uri="{FF2B5EF4-FFF2-40B4-BE49-F238E27FC236}">
                  <a16:creationId xmlns:a16="http://schemas.microsoft.com/office/drawing/2014/main" id="{06B356F0-DF03-429B-95DF-0FA376277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5" y="51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00" name="Rectangle 19">
              <a:extLst>
                <a:ext uri="{FF2B5EF4-FFF2-40B4-BE49-F238E27FC236}">
                  <a16:creationId xmlns:a16="http://schemas.microsoft.com/office/drawing/2014/main" id="{B71D996C-EF93-425B-AE88-E3FA33181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1" y="512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01" name="Rectangle 20">
              <a:extLst>
                <a:ext uri="{FF2B5EF4-FFF2-40B4-BE49-F238E27FC236}">
                  <a16:creationId xmlns:a16="http://schemas.microsoft.com/office/drawing/2014/main" id="{700B92DF-6E0F-4B4F-8857-0BC2FC544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8" y="512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02" name="Text Box 21">
              <a:extLst>
                <a:ext uri="{FF2B5EF4-FFF2-40B4-BE49-F238E27FC236}">
                  <a16:creationId xmlns:a16="http://schemas.microsoft.com/office/drawing/2014/main" id="{F65C99CB-B6B7-4121-A0BF-C9EC1A52F2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2" y="1497"/>
              <a:ext cx="2916" cy="250"/>
            </a:xfrm>
            <a:prstGeom prst="rect">
              <a:avLst/>
            </a:prstGeom>
            <a:noFill/>
            <a:ln w="28575" cap="sq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1        2        3        4        5        6       7       8</a:t>
              </a:r>
              <a:endParaRPr kumimoji="1" lang="en-US" altLang="zh-CN" sz="2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35903" name="Line 22">
              <a:extLst>
                <a:ext uri="{FF2B5EF4-FFF2-40B4-BE49-F238E27FC236}">
                  <a16:creationId xmlns:a16="http://schemas.microsoft.com/office/drawing/2014/main" id="{B5BAE61F-EF3C-4397-8A8D-70AE788B1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5" y="2073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04" name="Line 23">
              <a:extLst>
                <a:ext uri="{FF2B5EF4-FFF2-40B4-BE49-F238E27FC236}">
                  <a16:creationId xmlns:a16="http://schemas.microsoft.com/office/drawing/2014/main" id="{120164F6-C233-48A4-A3D1-A137BF1B9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9" y="2068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05" name="Line 24">
              <a:extLst>
                <a:ext uri="{FF2B5EF4-FFF2-40B4-BE49-F238E27FC236}">
                  <a16:creationId xmlns:a16="http://schemas.microsoft.com/office/drawing/2014/main" id="{726AC317-D543-42E0-8CEA-524FC270E6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9" y="2068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06" name="Text Box 25">
              <a:extLst>
                <a:ext uri="{FF2B5EF4-FFF2-40B4-BE49-F238E27FC236}">
                  <a16:creationId xmlns:a16="http://schemas.microsoft.com/office/drawing/2014/main" id="{80A04FBD-17AC-421D-87DE-7A441BA818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224"/>
              <a:ext cx="3394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+V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CC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 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3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4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5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6</a:t>
              </a:r>
            </a:p>
          </p:txBody>
        </p:sp>
        <p:sp>
          <p:nvSpPr>
            <p:cNvPr id="35907" name="Line 26">
              <a:extLst>
                <a:ext uri="{FF2B5EF4-FFF2-40B4-BE49-F238E27FC236}">
                  <a16:creationId xmlns:a16="http://schemas.microsoft.com/office/drawing/2014/main" id="{F1E38B75-790B-45FB-BCED-D900D4FC1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4" y="272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08" name="Line 27">
              <a:extLst>
                <a:ext uri="{FF2B5EF4-FFF2-40B4-BE49-F238E27FC236}">
                  <a16:creationId xmlns:a16="http://schemas.microsoft.com/office/drawing/2014/main" id="{7560F4D5-516E-461C-904C-11448F27B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272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09" name="Line 28">
              <a:extLst>
                <a:ext uri="{FF2B5EF4-FFF2-40B4-BE49-F238E27FC236}">
                  <a16:creationId xmlns:a16="http://schemas.microsoft.com/office/drawing/2014/main" id="{DC4380CA-9CF3-4586-A1CA-28860894B7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" y="272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10" name="Line 29">
              <a:extLst>
                <a:ext uri="{FF2B5EF4-FFF2-40B4-BE49-F238E27FC236}">
                  <a16:creationId xmlns:a16="http://schemas.microsoft.com/office/drawing/2014/main" id="{E1AED00D-9204-46C7-9826-EB5EBF335F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4" y="272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11" name="Line 30">
              <a:extLst>
                <a:ext uri="{FF2B5EF4-FFF2-40B4-BE49-F238E27FC236}">
                  <a16:creationId xmlns:a16="http://schemas.microsoft.com/office/drawing/2014/main" id="{E236180F-7535-46F0-9515-CBA43D985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3" y="272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12" name="Line 31">
              <a:extLst>
                <a:ext uri="{FF2B5EF4-FFF2-40B4-BE49-F238E27FC236}">
                  <a16:creationId xmlns:a16="http://schemas.microsoft.com/office/drawing/2014/main" id="{816F617F-3503-43B8-8816-1A236BFF0E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4" y="272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13" name="Line 32">
              <a:extLst>
                <a:ext uri="{FF2B5EF4-FFF2-40B4-BE49-F238E27FC236}">
                  <a16:creationId xmlns:a16="http://schemas.microsoft.com/office/drawing/2014/main" id="{385CB220-3165-42AA-BC33-BF5D1F3B76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8" y="272"/>
              <a:ext cx="9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14" name="Rectangle 33">
              <a:extLst>
                <a:ext uri="{FF2B5EF4-FFF2-40B4-BE49-F238E27FC236}">
                  <a16:creationId xmlns:a16="http://schemas.microsoft.com/office/drawing/2014/main" id="{F5251459-8E75-4C6F-9E90-4CF3631E1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752"/>
              <a:ext cx="3168" cy="1008"/>
            </a:xfrm>
            <a:prstGeom prst="rect">
              <a:avLst/>
            </a:prstGeom>
            <a:solidFill>
              <a:srgbClr val="FFFF99"/>
            </a:solidFill>
            <a:ln w="38100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74</a:t>
              </a:r>
              <a:r>
                <a:rPr kumimoji="1" lang="en-US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  <a:sym typeface="Symbol" panose="05050102010706020507" pitchFamily="18" charset="2"/>
                </a:rPr>
                <a:t></a:t>
              </a:r>
              <a:r>
                <a:rPr kumimoji="1" lang="en-US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138</a:t>
              </a:r>
            </a:p>
          </p:txBody>
        </p:sp>
        <p:sp>
          <p:nvSpPr>
            <p:cNvPr id="35915" name="Text Box 34">
              <a:extLst>
                <a:ext uri="{FF2B5EF4-FFF2-40B4-BE49-F238E27FC236}">
                  <a16:creationId xmlns:a16="http://schemas.microsoft.com/office/drawing/2014/main" id="{3CB14534-3E0C-412C-A942-EA40F3B447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2" y="752"/>
              <a:ext cx="2996" cy="250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just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16      15      14      13     12     11      10        9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35916" name="Text Box 35">
              <a:extLst>
                <a:ext uri="{FF2B5EF4-FFF2-40B4-BE49-F238E27FC236}">
                  <a16:creationId xmlns:a16="http://schemas.microsoft.com/office/drawing/2014/main" id="{E587E459-3600-4A34-BEA7-29973600F1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2" y="1497"/>
              <a:ext cx="2916" cy="250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1        2        3        4        5        6       7       8</a:t>
              </a:r>
              <a:endParaRPr kumimoji="1" lang="en-US" altLang="zh-CN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35917" name="Arc 36">
              <a:extLst>
                <a:ext uri="{FF2B5EF4-FFF2-40B4-BE49-F238E27FC236}">
                  <a16:creationId xmlns:a16="http://schemas.microsoft.com/office/drawing/2014/main" id="{5A94491C-5CD0-405E-93E0-767ECD7AC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136"/>
              <a:ext cx="192" cy="14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918" name="Arc 37">
              <a:extLst>
                <a:ext uri="{FF2B5EF4-FFF2-40B4-BE49-F238E27FC236}">
                  <a16:creationId xmlns:a16="http://schemas.microsoft.com/office/drawing/2014/main" id="{EDE63E92-82B9-408C-8977-7B06D0F663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304" y="1280"/>
              <a:ext cx="192" cy="14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6822" name="Group 38">
            <a:extLst>
              <a:ext uri="{FF2B5EF4-FFF2-40B4-BE49-F238E27FC236}">
                <a16:creationId xmlns:a16="http://schemas.microsoft.com/office/drawing/2014/main" id="{44EEEBBB-EA65-45EF-B770-4728E7D0ABF1}"/>
              </a:ext>
            </a:extLst>
          </p:cNvPr>
          <p:cNvGrpSpPr>
            <a:grpSpLocks/>
          </p:cNvGrpSpPr>
          <p:nvPr/>
        </p:nvGrpSpPr>
        <p:grpSpPr bwMode="auto">
          <a:xfrm>
            <a:off x="680403" y="3705226"/>
            <a:ext cx="3624262" cy="3040062"/>
            <a:chOff x="395" y="2319"/>
            <a:chExt cx="2283" cy="1915"/>
          </a:xfrm>
        </p:grpSpPr>
        <p:sp>
          <p:nvSpPr>
            <p:cNvPr id="35845" name="Line 39">
              <a:extLst>
                <a:ext uri="{FF2B5EF4-FFF2-40B4-BE49-F238E27FC236}">
                  <a16:creationId xmlns:a16="http://schemas.microsoft.com/office/drawing/2014/main" id="{970AA5A4-C9B9-4573-9486-8F060A000E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7" y="2348"/>
              <a:ext cx="1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4" name="Text Box 68">
              <a:extLst>
                <a:ext uri="{FF2B5EF4-FFF2-40B4-BE49-F238E27FC236}">
                  <a16:creationId xmlns:a16="http://schemas.microsoft.com/office/drawing/2014/main" id="{89DA62F7-3E1A-465A-9025-6D5C7D0A7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" y="2319"/>
              <a:ext cx="174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35846" name="Rectangle 40">
              <a:extLst>
                <a:ext uri="{FF2B5EF4-FFF2-40B4-BE49-F238E27FC236}">
                  <a16:creationId xmlns:a16="http://schemas.microsoft.com/office/drawing/2014/main" id="{1B290DD3-EC76-4D59-8A56-79ABCCCA6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" y="2839"/>
              <a:ext cx="1852" cy="8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47" name="Text Box 41">
              <a:extLst>
                <a:ext uri="{FF2B5EF4-FFF2-40B4-BE49-F238E27FC236}">
                  <a16:creationId xmlns:a16="http://schemas.microsoft.com/office/drawing/2014/main" id="{B6E1F857-4B6D-45C3-A3C5-3133881C4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" y="3119"/>
              <a:ext cx="120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138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48" name="Text Box 42">
              <a:extLst>
                <a:ext uri="{FF2B5EF4-FFF2-40B4-BE49-F238E27FC236}">
                  <a16:creationId xmlns:a16="http://schemas.microsoft.com/office/drawing/2014/main" id="{77E9E1A0-0DE2-4295-820F-B257D40B26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" y="2839"/>
              <a:ext cx="174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35849" name="Text Box 43">
              <a:extLst>
                <a:ext uri="{FF2B5EF4-FFF2-40B4-BE49-F238E27FC236}">
                  <a16:creationId xmlns:a16="http://schemas.microsoft.com/office/drawing/2014/main" id="{E73C45D3-8B46-4FC6-9D8B-C89BB4B9E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" y="3416"/>
              <a:ext cx="2225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35850" name="Line 44">
              <a:extLst>
                <a:ext uri="{FF2B5EF4-FFF2-40B4-BE49-F238E27FC236}">
                  <a16:creationId xmlns:a16="http://schemas.microsoft.com/office/drawing/2014/main" id="{32037C36-5880-413C-97A8-2E4F213779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" y="2585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1" name="Line 45">
              <a:extLst>
                <a:ext uri="{FF2B5EF4-FFF2-40B4-BE49-F238E27FC236}">
                  <a16:creationId xmlns:a16="http://schemas.microsoft.com/office/drawing/2014/main" id="{EE655FFB-4CDD-4525-B6F7-7EBAE5EE35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" y="2595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2" name="Line 46">
              <a:extLst>
                <a:ext uri="{FF2B5EF4-FFF2-40B4-BE49-F238E27FC236}">
                  <a16:creationId xmlns:a16="http://schemas.microsoft.com/office/drawing/2014/main" id="{BC7D705F-D848-49C5-957F-4133120DB7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" y="2607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3" name="Line 47">
              <a:extLst>
                <a:ext uri="{FF2B5EF4-FFF2-40B4-BE49-F238E27FC236}">
                  <a16:creationId xmlns:a16="http://schemas.microsoft.com/office/drawing/2014/main" id="{C8F8C096-4D6C-4158-A5CF-15218E5448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3" y="2596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4" name="Line 48">
              <a:extLst>
                <a:ext uri="{FF2B5EF4-FFF2-40B4-BE49-F238E27FC236}">
                  <a16:creationId xmlns:a16="http://schemas.microsoft.com/office/drawing/2014/main" id="{92535F8B-8262-4126-9A47-8E09EFDAB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4" y="2596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5" name="Line 49">
              <a:extLst>
                <a:ext uri="{FF2B5EF4-FFF2-40B4-BE49-F238E27FC236}">
                  <a16:creationId xmlns:a16="http://schemas.microsoft.com/office/drawing/2014/main" id="{3F1E147D-157B-4B1E-A891-BEF31092DD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8" y="2585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6" name="Line 50">
              <a:extLst>
                <a:ext uri="{FF2B5EF4-FFF2-40B4-BE49-F238E27FC236}">
                  <a16:creationId xmlns:a16="http://schemas.microsoft.com/office/drawing/2014/main" id="{A9608F54-3469-466F-B1D6-2C4EDF1B29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2" y="2596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7" name="Line 51">
              <a:extLst>
                <a:ext uri="{FF2B5EF4-FFF2-40B4-BE49-F238E27FC236}">
                  <a16:creationId xmlns:a16="http://schemas.microsoft.com/office/drawing/2014/main" id="{07EF8EDE-F15E-4598-AFBA-786EEC8E05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6" y="2585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8" name="Line 52">
              <a:extLst>
                <a:ext uri="{FF2B5EF4-FFF2-40B4-BE49-F238E27FC236}">
                  <a16:creationId xmlns:a16="http://schemas.microsoft.com/office/drawing/2014/main" id="{0445A311-03DC-4D39-8FB2-5F3492DFF1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" y="3700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59" name="Line 53">
              <a:extLst>
                <a:ext uri="{FF2B5EF4-FFF2-40B4-BE49-F238E27FC236}">
                  <a16:creationId xmlns:a16="http://schemas.microsoft.com/office/drawing/2014/main" id="{976C25DA-FDB3-4588-A24E-780246A2A1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5" y="3711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0" name="Line 54">
              <a:extLst>
                <a:ext uri="{FF2B5EF4-FFF2-40B4-BE49-F238E27FC236}">
                  <a16:creationId xmlns:a16="http://schemas.microsoft.com/office/drawing/2014/main" id="{3C89BBE6-8DD1-4347-9CFB-EF676C16F8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06" y="3700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1" name="Line 55">
              <a:extLst>
                <a:ext uri="{FF2B5EF4-FFF2-40B4-BE49-F238E27FC236}">
                  <a16:creationId xmlns:a16="http://schemas.microsoft.com/office/drawing/2014/main" id="{8B77D6A0-395B-4EDD-BF56-EF746AC64A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4" y="3700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2" name="Line 56">
              <a:extLst>
                <a:ext uri="{FF2B5EF4-FFF2-40B4-BE49-F238E27FC236}">
                  <a16:creationId xmlns:a16="http://schemas.microsoft.com/office/drawing/2014/main" id="{ABC9B2F6-0820-4AF5-8030-EAC68E928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0" y="3699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3" name="Line 57">
              <a:extLst>
                <a:ext uri="{FF2B5EF4-FFF2-40B4-BE49-F238E27FC236}">
                  <a16:creationId xmlns:a16="http://schemas.microsoft.com/office/drawing/2014/main" id="{E46E7E15-6320-4377-8959-6719B8E72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7" y="3700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4" name="Oval 58">
              <a:extLst>
                <a:ext uri="{FF2B5EF4-FFF2-40B4-BE49-F238E27FC236}">
                  <a16:creationId xmlns:a16="http://schemas.microsoft.com/office/drawing/2014/main" id="{A7BB4819-7106-425C-8E8A-995193C78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370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5" name="Oval 59">
              <a:extLst>
                <a:ext uri="{FF2B5EF4-FFF2-40B4-BE49-F238E27FC236}">
                  <a16:creationId xmlns:a16="http://schemas.microsoft.com/office/drawing/2014/main" id="{AD43DBBC-0C3E-4FB4-B974-E693AAD32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371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6" name="Oval 60">
              <a:extLst>
                <a:ext uri="{FF2B5EF4-FFF2-40B4-BE49-F238E27FC236}">
                  <a16:creationId xmlns:a16="http://schemas.microsoft.com/office/drawing/2014/main" id="{4D0F4D29-7AF8-40AD-9DC1-6DB87666F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27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7" name="Oval 61">
              <a:extLst>
                <a:ext uri="{FF2B5EF4-FFF2-40B4-BE49-F238E27FC236}">
                  <a16:creationId xmlns:a16="http://schemas.microsoft.com/office/drawing/2014/main" id="{939700FA-C3DC-49BE-8C71-D6CCAE0B4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274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8" name="Oval 62">
              <a:extLst>
                <a:ext uri="{FF2B5EF4-FFF2-40B4-BE49-F238E27FC236}">
                  <a16:creationId xmlns:a16="http://schemas.microsoft.com/office/drawing/2014/main" id="{6E289401-566A-45A1-9099-741F393A7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" y="27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69" name="Oval 63">
              <a:extLst>
                <a:ext uri="{FF2B5EF4-FFF2-40B4-BE49-F238E27FC236}">
                  <a16:creationId xmlns:a16="http://schemas.microsoft.com/office/drawing/2014/main" id="{76CDC865-C055-4DA6-9E29-48F444BD7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274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0" name="Oval 64">
              <a:extLst>
                <a:ext uri="{FF2B5EF4-FFF2-40B4-BE49-F238E27FC236}">
                  <a16:creationId xmlns:a16="http://schemas.microsoft.com/office/drawing/2014/main" id="{617C5AE3-2B50-4DCD-BCDB-82A1AFB87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74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1" name="Oval 65">
              <a:extLst>
                <a:ext uri="{FF2B5EF4-FFF2-40B4-BE49-F238E27FC236}">
                  <a16:creationId xmlns:a16="http://schemas.microsoft.com/office/drawing/2014/main" id="{760CB1E0-03F4-467C-9373-DDFFE3E07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74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2" name="Oval 66">
              <a:extLst>
                <a:ext uri="{FF2B5EF4-FFF2-40B4-BE49-F238E27FC236}">
                  <a16:creationId xmlns:a16="http://schemas.microsoft.com/office/drawing/2014/main" id="{009FC6F7-C562-45C8-A645-D0FFE3B71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27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3" name="Oval 67">
              <a:extLst>
                <a:ext uri="{FF2B5EF4-FFF2-40B4-BE49-F238E27FC236}">
                  <a16:creationId xmlns:a16="http://schemas.microsoft.com/office/drawing/2014/main" id="{9CF3BCCF-0C3E-4671-ABEE-055D8DCE1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74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5" name="Line 69">
              <a:extLst>
                <a:ext uri="{FF2B5EF4-FFF2-40B4-BE49-F238E27FC236}">
                  <a16:creationId xmlns:a16="http://schemas.microsoft.com/office/drawing/2014/main" id="{D12196BE-292F-4551-8F95-4D6C785149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" y="2371"/>
              <a:ext cx="1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6" name="Line 70">
              <a:extLst>
                <a:ext uri="{FF2B5EF4-FFF2-40B4-BE49-F238E27FC236}">
                  <a16:creationId xmlns:a16="http://schemas.microsoft.com/office/drawing/2014/main" id="{E71CCF50-8F2A-4BD2-A216-1A2C8195E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9" y="2371"/>
              <a:ext cx="1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7" name="Line 71">
              <a:extLst>
                <a:ext uri="{FF2B5EF4-FFF2-40B4-BE49-F238E27FC236}">
                  <a16:creationId xmlns:a16="http://schemas.microsoft.com/office/drawing/2014/main" id="{4FF8B308-5897-4B88-A46E-6B933E991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371"/>
              <a:ext cx="1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8" name="Line 72">
              <a:extLst>
                <a:ext uri="{FF2B5EF4-FFF2-40B4-BE49-F238E27FC236}">
                  <a16:creationId xmlns:a16="http://schemas.microsoft.com/office/drawing/2014/main" id="{DF23DEED-7F7B-4E07-8B17-216F562E5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4" y="2371"/>
              <a:ext cx="1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79" name="Line 73">
              <a:extLst>
                <a:ext uri="{FF2B5EF4-FFF2-40B4-BE49-F238E27FC236}">
                  <a16:creationId xmlns:a16="http://schemas.microsoft.com/office/drawing/2014/main" id="{3B574A0D-A956-4110-9C23-87F40BD6CB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7" y="2371"/>
              <a:ext cx="1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80" name="Line 74">
              <a:extLst>
                <a:ext uri="{FF2B5EF4-FFF2-40B4-BE49-F238E27FC236}">
                  <a16:creationId xmlns:a16="http://schemas.microsoft.com/office/drawing/2014/main" id="{B0973DBA-FEE7-4E7C-A80B-A7495F2F7C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2" y="2371"/>
              <a:ext cx="1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81" name="Line 75">
              <a:extLst>
                <a:ext uri="{FF2B5EF4-FFF2-40B4-BE49-F238E27FC236}">
                  <a16:creationId xmlns:a16="http://schemas.microsoft.com/office/drawing/2014/main" id="{484A1874-955C-4E76-82DD-CFB299C409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4" y="2371"/>
              <a:ext cx="1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82" name="Text Box 76">
              <a:extLst>
                <a:ext uri="{FF2B5EF4-FFF2-40B4-BE49-F238E27FC236}">
                  <a16:creationId xmlns:a16="http://schemas.microsoft.com/office/drawing/2014/main" id="{F783CCE5-EEE6-469B-9091-5CF277139D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0" y="3907"/>
              <a:ext cx="1096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5883" name="Line 77">
              <a:extLst>
                <a:ext uri="{FF2B5EF4-FFF2-40B4-BE49-F238E27FC236}">
                  <a16:creationId xmlns:a16="http://schemas.microsoft.com/office/drawing/2014/main" id="{89944863-FAF8-42F7-81CE-03E0E9FCB9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3" y="3965"/>
              <a:ext cx="15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884" name="Line 78">
              <a:extLst>
                <a:ext uri="{FF2B5EF4-FFF2-40B4-BE49-F238E27FC236}">
                  <a16:creationId xmlns:a16="http://schemas.microsoft.com/office/drawing/2014/main" id="{408057E9-086A-40F1-8730-988E8E54A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9" y="3965"/>
              <a:ext cx="15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0407721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67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67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46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8" dur="500"/>
                                        <p:tgtEl>
                                          <p:spTgt spid="246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786" grpId="0" autoUpdateAnimBg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Rectangle 2">
            <a:extLst>
              <a:ext uri="{FF2B5EF4-FFF2-40B4-BE49-F238E27FC236}">
                <a16:creationId xmlns:a16="http://schemas.microsoft.com/office/drawing/2014/main" id="{6B9E07CB-983D-4CB1-8962-12628FF712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5588" y="2913063"/>
            <a:ext cx="2751137" cy="604837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74</a:t>
            </a:r>
            <a:r>
              <a:rPr lang="en-US" altLang="zh-CN" sz="2800" b="1" dirty="0">
                <a:solidFill>
                  <a:srgbClr val="FF0000"/>
                </a:solidFill>
                <a:sym typeface="Symbol" panose="05050102010706020507" pitchFamily="18" charset="2"/>
              </a:rPr>
              <a:t></a:t>
            </a:r>
            <a:r>
              <a:rPr lang="en-US" altLang="zh-CN" sz="2800" b="1" dirty="0">
                <a:solidFill>
                  <a:srgbClr val="FF0000"/>
                </a:solidFill>
              </a:rPr>
              <a:t>138</a:t>
            </a:r>
            <a:r>
              <a:rPr lang="zh-CN" altLang="en-US" sz="2800" b="1" dirty="0">
                <a:solidFill>
                  <a:schemeClr val="tx1"/>
                </a:solidFill>
              </a:rPr>
              <a:t>逻辑图</a:t>
            </a:r>
          </a:p>
        </p:txBody>
      </p:sp>
      <p:grpSp>
        <p:nvGrpSpPr>
          <p:cNvPr id="247811" name="Group 3">
            <a:extLst>
              <a:ext uri="{FF2B5EF4-FFF2-40B4-BE49-F238E27FC236}">
                <a16:creationId xmlns:a16="http://schemas.microsoft.com/office/drawing/2014/main" id="{64266649-B223-4FF9-AC9C-B74BE78FAF2F}"/>
              </a:ext>
            </a:extLst>
          </p:cNvPr>
          <p:cNvGrpSpPr>
            <a:grpSpLocks/>
          </p:cNvGrpSpPr>
          <p:nvPr/>
        </p:nvGrpSpPr>
        <p:grpSpPr bwMode="auto">
          <a:xfrm>
            <a:off x="2795588" y="265113"/>
            <a:ext cx="5622925" cy="6261100"/>
            <a:chOff x="1761" y="167"/>
            <a:chExt cx="3542" cy="3944"/>
          </a:xfrm>
        </p:grpSpPr>
        <p:grpSp>
          <p:nvGrpSpPr>
            <p:cNvPr id="36868" name="Group 4">
              <a:extLst>
                <a:ext uri="{FF2B5EF4-FFF2-40B4-BE49-F238E27FC236}">
                  <a16:creationId xmlns:a16="http://schemas.microsoft.com/office/drawing/2014/main" id="{95EF8F93-219C-4F79-AC4F-7F38FCB2E3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61" y="167"/>
              <a:ext cx="3542" cy="3944"/>
              <a:chOff x="1761" y="167"/>
              <a:chExt cx="3542" cy="3944"/>
            </a:xfrm>
          </p:grpSpPr>
          <p:pic>
            <p:nvPicPr>
              <p:cNvPr id="36885" name="Picture 5">
                <a:extLst>
                  <a:ext uri="{FF2B5EF4-FFF2-40B4-BE49-F238E27FC236}">
                    <a16:creationId xmlns:a16="http://schemas.microsoft.com/office/drawing/2014/main" id="{C6F86693-84DA-484E-8C59-F254EF31A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6488" t="4860" r="1317" b="11800"/>
              <a:stretch>
                <a:fillRect/>
              </a:stretch>
            </p:blipFill>
            <p:spPr bwMode="auto">
              <a:xfrm>
                <a:off x="1767" y="167"/>
                <a:ext cx="3536" cy="3944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36886" name="Text Box 6">
                <a:extLst>
                  <a:ext uri="{FF2B5EF4-FFF2-40B4-BE49-F238E27FC236}">
                    <a16:creationId xmlns:a16="http://schemas.microsoft.com/office/drawing/2014/main" id="{5994871F-1413-4E4C-B5CC-CA7029A205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31" y="699"/>
                <a:ext cx="340" cy="288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6887" name="Text Box 7">
                <a:extLst>
                  <a:ext uri="{FF2B5EF4-FFF2-40B4-BE49-F238E27FC236}">
                    <a16:creationId xmlns:a16="http://schemas.microsoft.com/office/drawing/2014/main" id="{F49773DB-9874-42C8-AB4A-8BEC766102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31" y="1252"/>
                <a:ext cx="340" cy="288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6888" name="Text Box 8">
                <a:extLst>
                  <a:ext uri="{FF2B5EF4-FFF2-40B4-BE49-F238E27FC236}">
                    <a16:creationId xmlns:a16="http://schemas.microsoft.com/office/drawing/2014/main" id="{1F4058AB-2C39-4E5A-B9CB-E4A1C7522E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31" y="1749"/>
                <a:ext cx="340" cy="288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36889" name="Line 9">
                <a:extLst>
                  <a:ext uri="{FF2B5EF4-FFF2-40B4-BE49-F238E27FC236}">
                    <a16:creationId xmlns:a16="http://schemas.microsoft.com/office/drawing/2014/main" id="{317FCDD7-940E-4048-AC92-EAD6790BD6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37" y="361"/>
                <a:ext cx="1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890" name="Line 10">
                <a:extLst>
                  <a:ext uri="{FF2B5EF4-FFF2-40B4-BE49-F238E27FC236}">
                    <a16:creationId xmlns:a16="http://schemas.microsoft.com/office/drawing/2014/main" id="{B29528AA-3243-4E18-AD95-76A36C12D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59" y="835"/>
                <a:ext cx="1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891" name="Line 11">
                <a:extLst>
                  <a:ext uri="{FF2B5EF4-FFF2-40B4-BE49-F238E27FC236}">
                    <a16:creationId xmlns:a16="http://schemas.microsoft.com/office/drawing/2014/main" id="{56DAA1E4-24E7-4E2E-96A1-808095F42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70" y="1310"/>
                <a:ext cx="1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892" name="Line 12">
                <a:extLst>
                  <a:ext uri="{FF2B5EF4-FFF2-40B4-BE49-F238E27FC236}">
                    <a16:creationId xmlns:a16="http://schemas.microsoft.com/office/drawing/2014/main" id="{D30E4B85-7F37-4343-BE15-81BDB835B5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82" y="1784"/>
                <a:ext cx="1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893" name="Line 13">
                <a:extLst>
                  <a:ext uri="{FF2B5EF4-FFF2-40B4-BE49-F238E27FC236}">
                    <a16:creationId xmlns:a16="http://schemas.microsoft.com/office/drawing/2014/main" id="{C2685D1A-5E40-419A-ADA4-05D0C0BEE6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70" y="2259"/>
                <a:ext cx="1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894" name="Line 14">
                <a:extLst>
                  <a:ext uri="{FF2B5EF4-FFF2-40B4-BE49-F238E27FC236}">
                    <a16:creationId xmlns:a16="http://schemas.microsoft.com/office/drawing/2014/main" id="{83E859B9-7A91-40D6-96C7-C7B4AF3870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3" y="2733"/>
                <a:ext cx="1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895" name="Line 15">
                <a:extLst>
                  <a:ext uri="{FF2B5EF4-FFF2-40B4-BE49-F238E27FC236}">
                    <a16:creationId xmlns:a16="http://schemas.microsoft.com/office/drawing/2014/main" id="{1B72FF64-C2F7-458F-B4FF-9B824CB7B7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82" y="3230"/>
                <a:ext cx="1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896" name="Line 16">
                <a:extLst>
                  <a:ext uri="{FF2B5EF4-FFF2-40B4-BE49-F238E27FC236}">
                    <a16:creationId xmlns:a16="http://schemas.microsoft.com/office/drawing/2014/main" id="{8619FB62-9E87-4FFD-BF60-21373AC741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3" y="3682"/>
                <a:ext cx="1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897" name="Text Box 17">
                <a:extLst>
                  <a:ext uri="{FF2B5EF4-FFF2-40B4-BE49-F238E27FC236}">
                    <a16:creationId xmlns:a16="http://schemas.microsoft.com/office/drawing/2014/main" id="{450EABCA-C3F9-410E-9B89-47C561DDBD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8" y="2946"/>
                <a:ext cx="465" cy="288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36898" name="Text Box 18">
                <a:extLst>
                  <a:ext uri="{FF2B5EF4-FFF2-40B4-BE49-F238E27FC236}">
                    <a16:creationId xmlns:a16="http://schemas.microsoft.com/office/drawing/2014/main" id="{53E4E59A-89F7-4E4C-B70C-5BA7F0F4A3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8" y="2946"/>
                <a:ext cx="465" cy="288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36899" name="Text Box 19">
                <a:extLst>
                  <a:ext uri="{FF2B5EF4-FFF2-40B4-BE49-F238E27FC236}">
                    <a16:creationId xmlns:a16="http://schemas.microsoft.com/office/drawing/2014/main" id="{640F1FFD-935A-46CA-A044-E09EA29509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61" y="3319"/>
                <a:ext cx="465" cy="288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36900" name="Text Box 20">
                <a:extLst>
                  <a:ext uri="{FF2B5EF4-FFF2-40B4-BE49-F238E27FC236}">
                    <a16:creationId xmlns:a16="http://schemas.microsoft.com/office/drawing/2014/main" id="{349C9794-1234-4B63-B869-B90C59E62C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61" y="3703"/>
                <a:ext cx="465" cy="288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</a:p>
            </p:txBody>
          </p:sp>
          <p:sp>
            <p:nvSpPr>
              <p:cNvPr id="36901" name="Line 21">
                <a:extLst>
                  <a:ext uri="{FF2B5EF4-FFF2-40B4-BE49-F238E27FC236}">
                    <a16:creationId xmlns:a16="http://schemas.microsoft.com/office/drawing/2014/main" id="{C6A1FDB7-E218-4273-998E-9EA0E4D021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8" y="3366"/>
                <a:ext cx="28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902" name="Line 22">
                <a:extLst>
                  <a:ext uri="{FF2B5EF4-FFF2-40B4-BE49-F238E27FC236}">
                    <a16:creationId xmlns:a16="http://schemas.microsoft.com/office/drawing/2014/main" id="{7F58EF4F-5C30-4174-A095-DD7616DD3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8" y="3750"/>
                <a:ext cx="28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6903" name="Line 23">
                <a:extLst>
                  <a:ext uri="{FF2B5EF4-FFF2-40B4-BE49-F238E27FC236}">
                    <a16:creationId xmlns:a16="http://schemas.microsoft.com/office/drawing/2014/main" id="{D634D382-F17D-414F-9994-7CFB0DE6F6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57" y="3061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6869" name="Text Box 24">
              <a:extLst>
                <a:ext uri="{FF2B5EF4-FFF2-40B4-BE49-F238E27FC236}">
                  <a16:creationId xmlns:a16="http://schemas.microsoft.com/office/drawing/2014/main" id="{62514773-1A82-4168-B844-F18268EAA8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1" y="2902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6870" name="Text Box 25">
              <a:extLst>
                <a:ext uri="{FF2B5EF4-FFF2-40B4-BE49-F238E27FC236}">
                  <a16:creationId xmlns:a16="http://schemas.microsoft.com/office/drawing/2014/main" id="{C6A4D82A-F30C-47FB-A120-79B5C73918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0" y="641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6871" name="Text Box 26">
              <a:extLst>
                <a:ext uri="{FF2B5EF4-FFF2-40B4-BE49-F238E27FC236}">
                  <a16:creationId xmlns:a16="http://schemas.microsoft.com/office/drawing/2014/main" id="{8D7CB4FB-B982-4751-879E-1142FE1DE7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631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6872" name="Text Box 27">
              <a:extLst>
                <a:ext uri="{FF2B5EF4-FFF2-40B4-BE49-F238E27FC236}">
                  <a16:creationId xmlns:a16="http://schemas.microsoft.com/office/drawing/2014/main" id="{29987BF0-DBE8-4584-A950-5789889D33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2" y="1185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6873" name="Text Box 28">
              <a:extLst>
                <a:ext uri="{FF2B5EF4-FFF2-40B4-BE49-F238E27FC236}">
                  <a16:creationId xmlns:a16="http://schemas.microsoft.com/office/drawing/2014/main" id="{FC338CA1-C73E-414B-8CB1-014076A172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174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6874" name="Text Box 29">
              <a:extLst>
                <a:ext uri="{FF2B5EF4-FFF2-40B4-BE49-F238E27FC236}">
                  <a16:creationId xmlns:a16="http://schemas.microsoft.com/office/drawing/2014/main" id="{3BA51BC7-DB2E-40E0-B892-425508DEA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1" y="1696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6875" name="Text Box 30">
              <a:extLst>
                <a:ext uri="{FF2B5EF4-FFF2-40B4-BE49-F238E27FC236}">
                  <a16:creationId xmlns:a16="http://schemas.microsoft.com/office/drawing/2014/main" id="{3419645F-293E-4C17-9FF0-DD47EFF5FA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3" y="1707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6876" name="Text Box 31">
              <a:extLst>
                <a:ext uri="{FF2B5EF4-FFF2-40B4-BE49-F238E27FC236}">
                  <a16:creationId xmlns:a16="http://schemas.microsoft.com/office/drawing/2014/main" id="{7D23BFD2-027D-4133-872E-725A97939A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2869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6877" name="Text Box 32">
              <a:extLst>
                <a:ext uri="{FF2B5EF4-FFF2-40B4-BE49-F238E27FC236}">
                  <a16:creationId xmlns:a16="http://schemas.microsoft.com/office/drawing/2014/main" id="{D2E9AB15-91A3-4859-9E9C-FD346F2178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8" y="239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6878" name="Text Box 33">
              <a:extLst>
                <a:ext uri="{FF2B5EF4-FFF2-40B4-BE49-F238E27FC236}">
                  <a16:creationId xmlns:a16="http://schemas.microsoft.com/office/drawing/2014/main" id="{060FD53E-AC7A-4E8B-BA48-952E88784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0" y="707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6879" name="Text Box 34">
              <a:extLst>
                <a:ext uri="{FF2B5EF4-FFF2-40B4-BE49-F238E27FC236}">
                  <a16:creationId xmlns:a16="http://schemas.microsoft.com/office/drawing/2014/main" id="{7DC97767-83E9-44F2-BCA9-D757DC6188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1" y="1196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6880" name="Text Box 35">
              <a:extLst>
                <a:ext uri="{FF2B5EF4-FFF2-40B4-BE49-F238E27FC236}">
                  <a16:creationId xmlns:a16="http://schemas.microsoft.com/office/drawing/2014/main" id="{B4B08F14-8024-4C11-BB38-437DEBD320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1" y="1663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6881" name="Text Box 36">
              <a:extLst>
                <a:ext uri="{FF2B5EF4-FFF2-40B4-BE49-F238E27FC236}">
                  <a16:creationId xmlns:a16="http://schemas.microsoft.com/office/drawing/2014/main" id="{775B488F-6F0D-4D83-BB39-A69A67E90F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0" y="2152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6882" name="Text Box 37">
              <a:extLst>
                <a:ext uri="{FF2B5EF4-FFF2-40B4-BE49-F238E27FC236}">
                  <a16:creationId xmlns:a16="http://schemas.microsoft.com/office/drawing/2014/main" id="{CA424184-C683-45EF-BDC2-FFD5AA08D2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1" y="2598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6883" name="Text Box 38">
              <a:extLst>
                <a:ext uri="{FF2B5EF4-FFF2-40B4-BE49-F238E27FC236}">
                  <a16:creationId xmlns:a16="http://schemas.microsoft.com/office/drawing/2014/main" id="{A7F4BB8A-073F-4431-BEFA-F70EDD142B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0" y="3098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6884" name="Text Box 39">
              <a:extLst>
                <a:ext uri="{FF2B5EF4-FFF2-40B4-BE49-F238E27FC236}">
                  <a16:creationId xmlns:a16="http://schemas.microsoft.com/office/drawing/2014/main" id="{6E1976EB-4622-4B90-A49E-A31167F0BC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1" y="3587"/>
              <a:ext cx="207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281181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78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78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47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810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2">
            <a:extLst>
              <a:ext uri="{FF2B5EF4-FFF2-40B4-BE49-F238E27FC236}">
                <a16:creationId xmlns:a16="http://schemas.microsoft.com/office/drawing/2014/main" id="{EDC61A98-FA76-4D47-8D72-0BBA2B8C2B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20675"/>
            <a:ext cx="1443038" cy="533400"/>
          </a:xfrm>
        </p:spPr>
        <p:txBody>
          <a:bodyPr/>
          <a:lstStyle/>
          <a:p>
            <a:pPr algn="l" eaLnBrk="1" hangingPunct="1"/>
            <a:r>
              <a:rPr kumimoji="0" lang="zh-CN" altLang="en-US" sz="2800" b="1" dirty="0">
                <a:solidFill>
                  <a:srgbClr val="1F08F8"/>
                </a:solidFill>
              </a:rPr>
              <a:t>功能表</a:t>
            </a:r>
          </a:p>
        </p:txBody>
      </p:sp>
      <p:grpSp>
        <p:nvGrpSpPr>
          <p:cNvPr id="248835" name="Group 3">
            <a:extLst>
              <a:ext uri="{FF2B5EF4-FFF2-40B4-BE49-F238E27FC236}">
                <a16:creationId xmlns:a16="http://schemas.microsoft.com/office/drawing/2014/main" id="{F25EF958-F39F-4261-A25D-01D8BB37E0FD}"/>
              </a:ext>
            </a:extLst>
          </p:cNvPr>
          <p:cNvGrpSpPr>
            <a:grpSpLocks/>
          </p:cNvGrpSpPr>
          <p:nvPr/>
        </p:nvGrpSpPr>
        <p:grpSpPr bwMode="auto">
          <a:xfrm>
            <a:off x="1506538" y="124383"/>
            <a:ext cx="7315200" cy="4475163"/>
            <a:chOff x="949" y="110"/>
            <a:chExt cx="4608" cy="2819"/>
          </a:xfrm>
        </p:grpSpPr>
        <p:sp>
          <p:nvSpPr>
            <p:cNvPr id="37900" name="Line 4">
              <a:extLst>
                <a:ext uri="{FF2B5EF4-FFF2-40B4-BE49-F238E27FC236}">
                  <a16:creationId xmlns:a16="http://schemas.microsoft.com/office/drawing/2014/main" id="{E2F10FFE-1B44-4E58-A36C-ACF7B39528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5" y="778"/>
              <a:ext cx="4416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01" name="Line 5">
              <a:extLst>
                <a:ext uri="{FF2B5EF4-FFF2-40B4-BE49-F238E27FC236}">
                  <a16:creationId xmlns:a16="http://schemas.microsoft.com/office/drawing/2014/main" id="{AF34FC16-9F17-44A2-A6E0-BBD0890838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5" y="138"/>
              <a:ext cx="4320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02" name="Line 6">
              <a:extLst>
                <a:ext uri="{FF2B5EF4-FFF2-40B4-BE49-F238E27FC236}">
                  <a16:creationId xmlns:a16="http://schemas.microsoft.com/office/drawing/2014/main" id="{78AE01E5-EAA9-40A8-9244-44B4DFB136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1" y="137"/>
              <a:ext cx="0" cy="276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03" name="Line 7">
              <a:extLst>
                <a:ext uri="{FF2B5EF4-FFF2-40B4-BE49-F238E27FC236}">
                  <a16:creationId xmlns:a16="http://schemas.microsoft.com/office/drawing/2014/main" id="{B02E8E8E-7EBD-4587-BFCD-B651178E7A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5" y="418"/>
              <a:ext cx="4368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04" name="Rectangle 8">
              <a:extLst>
                <a:ext uri="{FF2B5EF4-FFF2-40B4-BE49-F238E27FC236}">
                  <a16:creationId xmlns:a16="http://schemas.microsoft.com/office/drawing/2014/main" id="{6A1AF00B-F58D-4724-945F-E2D1CB70D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28"/>
              <a:ext cx="1192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输       入</a:t>
              </a:r>
            </a:p>
          </p:txBody>
        </p:sp>
        <p:sp>
          <p:nvSpPr>
            <p:cNvPr id="37905" name="Rectangle 9">
              <a:extLst>
                <a:ext uri="{FF2B5EF4-FFF2-40B4-BE49-F238E27FC236}">
                  <a16:creationId xmlns:a16="http://schemas.microsoft.com/office/drawing/2014/main" id="{AFDC75DA-DC13-4718-B389-E72A21A3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" y="449"/>
              <a:ext cx="22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S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7906" name="Rectangle 10">
              <a:extLst>
                <a:ext uri="{FF2B5EF4-FFF2-40B4-BE49-F238E27FC236}">
                  <a16:creationId xmlns:a16="http://schemas.microsoft.com/office/drawing/2014/main" id="{0ECAFC26-7849-410A-AA76-592FE91B3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10"/>
              <a:ext cx="129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输        出</a:t>
              </a:r>
            </a:p>
          </p:txBody>
        </p:sp>
        <p:sp>
          <p:nvSpPr>
            <p:cNvPr id="37907" name="Rectangle 11">
              <a:extLst>
                <a:ext uri="{FF2B5EF4-FFF2-40B4-BE49-F238E27FC236}">
                  <a16:creationId xmlns:a16="http://schemas.microsoft.com/office/drawing/2014/main" id="{B3E3D1C6-3C50-4208-9518-74F19349C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1" y="463"/>
              <a:ext cx="240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37908" name="Rectangle 12">
              <a:extLst>
                <a:ext uri="{FF2B5EF4-FFF2-40B4-BE49-F238E27FC236}">
                  <a16:creationId xmlns:a16="http://schemas.microsoft.com/office/drawing/2014/main" id="{46E7E258-EED9-4FD7-95E3-12AFF0BF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952"/>
              <a:ext cx="446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1                         1    1    1    1    1     1    1    1</a:t>
              </a:r>
            </a:p>
          </p:txBody>
        </p:sp>
        <p:sp>
          <p:nvSpPr>
            <p:cNvPr id="37909" name="Rectangle 13">
              <a:extLst>
                <a:ext uri="{FF2B5EF4-FFF2-40B4-BE49-F238E27FC236}">
                  <a16:creationId xmlns:a16="http://schemas.microsoft.com/office/drawing/2014/main" id="{FBF3E890-5F20-403F-B648-44147EA18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1125"/>
              <a:ext cx="45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           1                    1    1    1    1    1     1    1    1</a:t>
              </a:r>
            </a:p>
          </p:txBody>
        </p:sp>
        <p:sp>
          <p:nvSpPr>
            <p:cNvPr id="37910" name="Rectangle 14">
              <a:extLst>
                <a:ext uri="{FF2B5EF4-FFF2-40B4-BE49-F238E27FC236}">
                  <a16:creationId xmlns:a16="http://schemas.microsoft.com/office/drawing/2014/main" id="{666D2B24-FFE4-4A6B-A7A0-83DE16BC2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1356"/>
              <a:ext cx="456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0     0     0     0      0    1    1    1    1    1     1    1    0</a:t>
              </a:r>
            </a:p>
          </p:txBody>
        </p:sp>
        <p:sp>
          <p:nvSpPr>
            <p:cNvPr id="37911" name="Rectangle 15">
              <a:extLst>
                <a:ext uri="{FF2B5EF4-FFF2-40B4-BE49-F238E27FC236}">
                  <a16:creationId xmlns:a16="http://schemas.microsoft.com/office/drawing/2014/main" id="{EE107E1E-8EA4-4001-9EE2-1C74B81DF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1540"/>
              <a:ext cx="4464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0     0     0     0      1    1    1    1    1    1     1    0    1</a:t>
              </a:r>
            </a:p>
          </p:txBody>
        </p:sp>
        <p:sp>
          <p:nvSpPr>
            <p:cNvPr id="37912" name="Rectangle 16">
              <a:extLst>
                <a:ext uri="{FF2B5EF4-FFF2-40B4-BE49-F238E27FC236}">
                  <a16:creationId xmlns:a16="http://schemas.microsoft.com/office/drawing/2014/main" id="{8CD46E36-8723-43E5-A072-00C3B2450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1723"/>
              <a:ext cx="45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0     0     0     1      0    1    1    1    1    1     0    1    1</a:t>
              </a:r>
            </a:p>
          </p:txBody>
        </p:sp>
        <p:sp>
          <p:nvSpPr>
            <p:cNvPr id="37913" name="Rectangle 17">
              <a:extLst>
                <a:ext uri="{FF2B5EF4-FFF2-40B4-BE49-F238E27FC236}">
                  <a16:creationId xmlns:a16="http://schemas.microsoft.com/office/drawing/2014/main" id="{74700595-16A1-4599-AC06-D2C81EF92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1906"/>
              <a:ext cx="446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0     0     0     1      1    1    1    1    1    0     1    1    1</a:t>
              </a:r>
            </a:p>
          </p:txBody>
        </p:sp>
        <p:sp>
          <p:nvSpPr>
            <p:cNvPr id="37914" name="Rectangle 18">
              <a:extLst>
                <a:ext uri="{FF2B5EF4-FFF2-40B4-BE49-F238E27FC236}">
                  <a16:creationId xmlns:a16="http://schemas.microsoft.com/office/drawing/2014/main" id="{81166440-9C25-4F73-8754-A6FEE0347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2090"/>
              <a:ext cx="45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0     0     1     0      0    1    1    1    0    1     1    1    1</a:t>
              </a:r>
            </a:p>
          </p:txBody>
        </p:sp>
        <p:sp>
          <p:nvSpPr>
            <p:cNvPr id="37915" name="Line 19">
              <a:extLst>
                <a:ext uri="{FF2B5EF4-FFF2-40B4-BE49-F238E27FC236}">
                  <a16:creationId xmlns:a16="http://schemas.microsoft.com/office/drawing/2014/main" id="{DDEE4A58-14A3-4796-AB47-2C41110AD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5" y="2897"/>
              <a:ext cx="4512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16" name="Line 20">
              <a:extLst>
                <a:ext uri="{FF2B5EF4-FFF2-40B4-BE49-F238E27FC236}">
                  <a16:creationId xmlns:a16="http://schemas.microsoft.com/office/drawing/2014/main" id="{C56F89E7-CDC3-4819-BD0B-23234A8FC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5" y="1404"/>
              <a:ext cx="4464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17" name="Rectangle 21">
              <a:extLst>
                <a:ext uri="{FF2B5EF4-FFF2-40B4-BE49-F238E27FC236}">
                  <a16:creationId xmlns:a16="http://schemas.microsoft.com/office/drawing/2014/main" id="{C2EF1683-BD7A-446C-8DCE-21C63F670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2273"/>
              <a:ext cx="438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0     0     1     0      1    1    1    0    1    1     1    1    1</a:t>
              </a:r>
            </a:p>
          </p:txBody>
        </p:sp>
        <p:sp>
          <p:nvSpPr>
            <p:cNvPr id="37918" name="Rectangle 22">
              <a:extLst>
                <a:ext uri="{FF2B5EF4-FFF2-40B4-BE49-F238E27FC236}">
                  <a16:creationId xmlns:a16="http://schemas.microsoft.com/office/drawing/2014/main" id="{C41E01AB-DBCF-41C1-A4A7-12C9860CD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2457"/>
              <a:ext cx="4388" cy="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0     0     1     1      0    1    0    1    1    1     1    1    1</a:t>
              </a:r>
            </a:p>
          </p:txBody>
        </p:sp>
        <p:sp>
          <p:nvSpPr>
            <p:cNvPr id="37919" name="Rectangle 23">
              <a:extLst>
                <a:ext uri="{FF2B5EF4-FFF2-40B4-BE49-F238E27FC236}">
                  <a16:creationId xmlns:a16="http://schemas.microsoft.com/office/drawing/2014/main" id="{77E11DEE-E6FA-4580-BC63-ECE55F3F4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2641"/>
              <a:ext cx="438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0     0     1     1      1    0    1    1    1    1     1    1    1</a:t>
              </a:r>
            </a:p>
          </p:txBody>
        </p:sp>
        <p:sp>
          <p:nvSpPr>
            <p:cNvPr id="37920" name="Line 24">
              <a:extLst>
                <a:ext uri="{FF2B5EF4-FFF2-40B4-BE49-F238E27FC236}">
                  <a16:creationId xmlns:a16="http://schemas.microsoft.com/office/drawing/2014/main" id="{5655D823-8D98-4388-928A-5068A940E0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8" y="496"/>
              <a:ext cx="13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21" name="Line 25">
              <a:extLst>
                <a:ext uri="{FF2B5EF4-FFF2-40B4-BE49-F238E27FC236}">
                  <a16:creationId xmlns:a16="http://schemas.microsoft.com/office/drawing/2014/main" id="{9D16330C-5555-4142-AD5E-0B88AF5A8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9" y="499"/>
              <a:ext cx="1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22" name="Line 26">
              <a:extLst>
                <a:ext uri="{FF2B5EF4-FFF2-40B4-BE49-F238E27FC236}">
                  <a16:creationId xmlns:a16="http://schemas.microsoft.com/office/drawing/2014/main" id="{B74F8AE5-01CA-473A-AE65-1A5B15916F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7" y="499"/>
              <a:ext cx="1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23" name="Line 27">
              <a:extLst>
                <a:ext uri="{FF2B5EF4-FFF2-40B4-BE49-F238E27FC236}">
                  <a16:creationId xmlns:a16="http://schemas.microsoft.com/office/drawing/2014/main" id="{DC59B225-3492-4D02-9DC8-F4C3FCD346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5" y="499"/>
              <a:ext cx="1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24" name="Line 28">
              <a:extLst>
                <a:ext uri="{FF2B5EF4-FFF2-40B4-BE49-F238E27FC236}">
                  <a16:creationId xmlns:a16="http://schemas.microsoft.com/office/drawing/2014/main" id="{49B1A54A-0ED2-4CB0-A9F6-362132C4F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1" y="499"/>
              <a:ext cx="1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25" name="Line 29">
              <a:extLst>
                <a:ext uri="{FF2B5EF4-FFF2-40B4-BE49-F238E27FC236}">
                  <a16:creationId xmlns:a16="http://schemas.microsoft.com/office/drawing/2014/main" id="{0B23B14A-3E84-4CD0-B55F-31B6165D9D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9" y="499"/>
              <a:ext cx="1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26" name="Line 30">
              <a:extLst>
                <a:ext uri="{FF2B5EF4-FFF2-40B4-BE49-F238E27FC236}">
                  <a16:creationId xmlns:a16="http://schemas.microsoft.com/office/drawing/2014/main" id="{81E6E3D0-192D-4707-82D4-96B7D33B0E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7" y="499"/>
              <a:ext cx="1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27" name="Line 31">
              <a:extLst>
                <a:ext uri="{FF2B5EF4-FFF2-40B4-BE49-F238E27FC236}">
                  <a16:creationId xmlns:a16="http://schemas.microsoft.com/office/drawing/2014/main" id="{9083DEFD-5B61-4C5D-83B8-84471A41F8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5" y="499"/>
              <a:ext cx="1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28" name="Line 32">
              <a:extLst>
                <a:ext uri="{FF2B5EF4-FFF2-40B4-BE49-F238E27FC236}">
                  <a16:creationId xmlns:a16="http://schemas.microsoft.com/office/drawing/2014/main" id="{24FBB3D0-5984-4084-BCED-CAE478E4E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3" y="499"/>
              <a:ext cx="1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929" name="Rectangle 33">
              <a:extLst>
                <a:ext uri="{FF2B5EF4-FFF2-40B4-BE49-F238E27FC236}">
                  <a16:creationId xmlns:a16="http://schemas.microsoft.com/office/drawing/2014/main" id="{E6C8A969-C108-4E6E-9D5A-1C36875B0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772"/>
              <a:ext cx="446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                         1    1    1    1    1     1    1    1</a:t>
              </a:r>
            </a:p>
          </p:txBody>
        </p:sp>
        <p:sp>
          <p:nvSpPr>
            <p:cNvPr id="37930" name="Line 34">
              <a:extLst>
                <a:ext uri="{FF2B5EF4-FFF2-40B4-BE49-F238E27FC236}">
                  <a16:creationId xmlns:a16="http://schemas.microsoft.com/office/drawing/2014/main" id="{4542FB73-3D48-4E82-A8C2-21FCA0827D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7" y="507"/>
              <a:ext cx="138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8875" name="Group 43">
            <a:extLst>
              <a:ext uri="{FF2B5EF4-FFF2-40B4-BE49-F238E27FC236}">
                <a16:creationId xmlns:a16="http://schemas.microsoft.com/office/drawing/2014/main" id="{40BF130B-A7B4-4805-A0F3-580522A5DF68}"/>
              </a:ext>
            </a:extLst>
          </p:cNvPr>
          <p:cNvGrpSpPr>
            <a:grpSpLocks/>
          </p:cNvGrpSpPr>
          <p:nvPr/>
        </p:nvGrpSpPr>
        <p:grpSpPr bwMode="auto">
          <a:xfrm>
            <a:off x="159616" y="4857986"/>
            <a:ext cx="8650288" cy="1800225"/>
            <a:chOff x="142" y="3032"/>
            <a:chExt cx="5449" cy="1134"/>
          </a:xfrm>
        </p:grpSpPr>
        <p:sp>
          <p:nvSpPr>
            <p:cNvPr id="37893" name="Text Box 36">
              <a:extLst>
                <a:ext uri="{FF2B5EF4-FFF2-40B4-BE49-F238E27FC236}">
                  <a16:creationId xmlns:a16="http://schemas.microsoft.com/office/drawing/2014/main" id="{21D80B0C-D987-44B3-96EF-32EF718EC3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" y="3032"/>
              <a:ext cx="5449" cy="1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 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、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、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zh-CN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是译码器输入端，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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  <a:r>
                <a:rPr kumimoji="1" lang="zh-CN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是译码器输出端，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且低电平有效。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、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、</a:t>
              </a:r>
              <a:r>
                <a:rPr kumimoji="1" lang="zh-CN" altLang="en-US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为三个使能输入端，只有当它们分别为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、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、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，译码器才正常译码；否则不论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zh-CN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为何值，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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  <a:r>
                <a:rPr kumimoji="1" lang="zh-CN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都输出高电平。</a:t>
              </a:r>
              <a:endParaRPr kumimoji="1" lang="zh-CN" altLang="en-US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894" name="Line 37">
              <a:extLst>
                <a:ext uri="{FF2B5EF4-FFF2-40B4-BE49-F238E27FC236}">
                  <a16:creationId xmlns:a16="http://schemas.microsoft.com/office/drawing/2014/main" id="{C372A9CB-855E-4AAA-9589-7672D6A276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6" y="3354"/>
              <a:ext cx="1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895" name="Line 38">
              <a:extLst>
                <a:ext uri="{FF2B5EF4-FFF2-40B4-BE49-F238E27FC236}">
                  <a16:creationId xmlns:a16="http://schemas.microsoft.com/office/drawing/2014/main" id="{C84D26AE-B615-46C3-8CB0-AC737430E0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3365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896" name="Line 39">
              <a:extLst>
                <a:ext uri="{FF2B5EF4-FFF2-40B4-BE49-F238E27FC236}">
                  <a16:creationId xmlns:a16="http://schemas.microsoft.com/office/drawing/2014/main" id="{11F7BD1C-593A-40CF-8264-113601003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6" y="3095"/>
              <a:ext cx="135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897" name="Line 40">
              <a:extLst>
                <a:ext uri="{FF2B5EF4-FFF2-40B4-BE49-F238E27FC236}">
                  <a16:creationId xmlns:a16="http://schemas.microsoft.com/office/drawing/2014/main" id="{7D0E5D28-7DE6-4A76-987B-1E9921A77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8" y="3095"/>
              <a:ext cx="135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898" name="Line 41">
              <a:extLst>
                <a:ext uri="{FF2B5EF4-FFF2-40B4-BE49-F238E27FC236}">
                  <a16:creationId xmlns:a16="http://schemas.microsoft.com/office/drawing/2014/main" id="{985BA147-B01A-420A-BCA1-A5F0FAF9C5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3" y="3905"/>
              <a:ext cx="135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899" name="Line 42">
              <a:extLst>
                <a:ext uri="{FF2B5EF4-FFF2-40B4-BE49-F238E27FC236}">
                  <a16:creationId xmlns:a16="http://schemas.microsoft.com/office/drawing/2014/main" id="{6E42809C-BA2C-40C7-B1ED-727FAC11DF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7" y="3905"/>
              <a:ext cx="135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1712390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88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88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48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2000"/>
                                        <p:tgtEl>
                                          <p:spTgt spid="248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8834" grpId="0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8" name="Rectangle 2">
            <a:extLst>
              <a:ext uri="{FF2B5EF4-FFF2-40B4-BE49-F238E27FC236}">
                <a16:creationId xmlns:a16="http://schemas.microsoft.com/office/drawing/2014/main" id="{7D3F78A8-A456-4D96-B9FE-9C358EAE34C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0513" y="268288"/>
            <a:ext cx="3163887" cy="390525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kumimoji="0" lang="zh-CN" altLang="en-US" sz="2800" b="1" dirty="0">
                <a:solidFill>
                  <a:srgbClr val="1F08F8"/>
                </a:solidFill>
              </a:rPr>
              <a:t>使能端的功能</a:t>
            </a:r>
          </a:p>
        </p:txBody>
      </p:sp>
      <p:grpSp>
        <p:nvGrpSpPr>
          <p:cNvPr id="301059" name="Group 3">
            <a:extLst>
              <a:ext uri="{FF2B5EF4-FFF2-40B4-BE49-F238E27FC236}">
                <a16:creationId xmlns:a16="http://schemas.microsoft.com/office/drawing/2014/main" id="{2938C1B2-772E-4715-A727-C10125B529D8}"/>
              </a:ext>
            </a:extLst>
          </p:cNvPr>
          <p:cNvGrpSpPr>
            <a:grpSpLocks/>
          </p:cNvGrpSpPr>
          <p:nvPr/>
        </p:nvGrpSpPr>
        <p:grpSpPr bwMode="auto">
          <a:xfrm>
            <a:off x="304800" y="862013"/>
            <a:ext cx="8516938" cy="2074863"/>
            <a:chOff x="192" y="543"/>
            <a:chExt cx="5365" cy="1307"/>
          </a:xfrm>
        </p:grpSpPr>
        <p:sp>
          <p:nvSpPr>
            <p:cNvPr id="38946" name="Text Box 4">
              <a:extLst>
                <a:ext uri="{FF2B5EF4-FFF2-40B4-BE49-F238E27FC236}">
                  <a16:creationId xmlns:a16="http://schemas.microsoft.com/office/drawing/2014/main" id="{8B2928E6-5C83-4CF7-B95E-0ABEB4B468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543"/>
              <a:ext cx="5365" cy="130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CCCCFF"/>
                </a:buClr>
                <a:buSzPct val="70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在集成电路中增加控制使能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(Enable)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端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，是电路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CCCCFF"/>
                </a:buClr>
                <a:buSzPct val="70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设计中常用的技术，使得集成电路更加灵活、可靠。</a:t>
              </a:r>
            </a:p>
            <a:p>
              <a:pPr lvl="0" eaLnBrk="1" hangingPunct="1">
                <a:buClr>
                  <a:srgbClr val="CCCCFF"/>
                </a:buClr>
                <a:buSzPct val="70000"/>
                <a:buNone/>
                <a:defRPr/>
              </a:pPr>
              <a:r>
                <a:rPr kumimoji="0" lang="en-US" altLang="zh-CN" sz="2800" dirty="0"/>
                <a:t>	</a:t>
              </a:r>
              <a:r>
                <a:rPr kumimoji="0" lang="zh-CN" altLang="en-US" sz="2800" dirty="0"/>
                <a:t>可靠：用于选通</a:t>
              </a:r>
              <a:endPara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CCCCFF"/>
                </a:buClr>
                <a:buSzPct val="70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	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灵活：用于扩展   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947" name="Line 5">
              <a:extLst>
                <a:ext uri="{FF2B5EF4-FFF2-40B4-BE49-F238E27FC236}">
                  <a16:creationId xmlns:a16="http://schemas.microsoft.com/office/drawing/2014/main" id="{5088B169-AE1B-49C2-A690-4712F23966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9" y="587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1062" name="Group 6">
            <a:extLst>
              <a:ext uri="{FF2B5EF4-FFF2-40B4-BE49-F238E27FC236}">
                <a16:creationId xmlns:a16="http://schemas.microsoft.com/office/drawing/2014/main" id="{8B51E289-DDD1-4BA9-A321-8DEF950F20E5}"/>
              </a:ext>
            </a:extLst>
          </p:cNvPr>
          <p:cNvGrpSpPr>
            <a:grpSpLocks/>
          </p:cNvGrpSpPr>
          <p:nvPr/>
        </p:nvGrpSpPr>
        <p:grpSpPr bwMode="auto">
          <a:xfrm>
            <a:off x="449263" y="3030538"/>
            <a:ext cx="8426450" cy="519112"/>
            <a:chOff x="283" y="1909"/>
            <a:chExt cx="5308" cy="327"/>
          </a:xfrm>
        </p:grpSpPr>
        <p:sp>
          <p:nvSpPr>
            <p:cNvPr id="38944" name="Text Box 7">
              <a:extLst>
                <a:ext uri="{FF2B5EF4-FFF2-40B4-BE49-F238E27FC236}">
                  <a16:creationId xmlns:a16="http://schemas.microsoft.com/office/drawing/2014/main" id="{EBC5A869-6296-4473-8E75-24CBCBE800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" y="1909"/>
              <a:ext cx="5308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 typeface="Arial Unicode MS" panose="020B0604020202020204" pitchFamily="34" charset="-122"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① E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用于选通，消除输出的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rPr>
                <a:t>“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rPr>
                <a:t>”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重叠和尖峰信号</a:t>
              </a:r>
            </a:p>
          </p:txBody>
        </p:sp>
        <p:sp>
          <p:nvSpPr>
            <p:cNvPr id="38945" name="Line 8">
              <a:extLst>
                <a:ext uri="{FF2B5EF4-FFF2-40B4-BE49-F238E27FC236}">
                  <a16:creationId xmlns:a16="http://schemas.microsoft.com/office/drawing/2014/main" id="{C345295D-25C6-45DF-BFBA-56697FE9F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" y="1954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1093" name="Group 37">
            <a:extLst>
              <a:ext uri="{FF2B5EF4-FFF2-40B4-BE49-F238E27FC236}">
                <a16:creationId xmlns:a16="http://schemas.microsoft.com/office/drawing/2014/main" id="{0B0813DE-B7BD-4AE9-AD52-50ECC7733964}"/>
              </a:ext>
            </a:extLst>
          </p:cNvPr>
          <p:cNvGrpSpPr>
            <a:grpSpLocks/>
          </p:cNvGrpSpPr>
          <p:nvPr/>
        </p:nvGrpSpPr>
        <p:grpSpPr bwMode="auto">
          <a:xfrm>
            <a:off x="1976438" y="3616325"/>
            <a:ext cx="5065712" cy="3025775"/>
            <a:chOff x="1245" y="2278"/>
            <a:chExt cx="3191" cy="1906"/>
          </a:xfrm>
        </p:grpSpPr>
        <p:grpSp>
          <p:nvGrpSpPr>
            <p:cNvPr id="38918" name="Group 9">
              <a:extLst>
                <a:ext uri="{FF2B5EF4-FFF2-40B4-BE49-F238E27FC236}">
                  <a16:creationId xmlns:a16="http://schemas.microsoft.com/office/drawing/2014/main" id="{ED5B8432-E04B-4452-B2CC-3A840F2CD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5" y="2278"/>
              <a:ext cx="3191" cy="1906"/>
              <a:chOff x="1245" y="2278"/>
              <a:chExt cx="3191" cy="1906"/>
            </a:xfrm>
          </p:grpSpPr>
          <p:pic>
            <p:nvPicPr>
              <p:cNvPr id="38932" name="Picture 10">
                <a:extLst>
                  <a:ext uri="{FF2B5EF4-FFF2-40B4-BE49-F238E27FC236}">
                    <a16:creationId xmlns:a16="http://schemas.microsoft.com/office/drawing/2014/main" id="{FFBA3CB5-C5C6-437F-8A65-19903D9E1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45" y="2278"/>
                <a:ext cx="3144" cy="190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8933" name="Rectangle 11">
                <a:extLst>
                  <a:ext uri="{FF2B5EF4-FFF2-40B4-BE49-F238E27FC236}">
                    <a16:creationId xmlns:a16="http://schemas.microsoft.com/office/drawing/2014/main" id="{16BA95EC-6F5E-4725-96D7-FCB06DAE1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372"/>
                <a:ext cx="192" cy="1389"/>
              </a:xfrm>
              <a:prstGeom prst="rect">
                <a:avLst/>
              </a:prstGeom>
              <a:solidFill>
                <a:schemeClr val="bg1"/>
              </a:solidFill>
              <a:ln w="38100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8934" name="Rectangle 12">
                <a:extLst>
                  <a:ext uri="{FF2B5EF4-FFF2-40B4-BE49-F238E27FC236}">
                    <a16:creationId xmlns:a16="http://schemas.microsoft.com/office/drawing/2014/main" id="{B0C0D07F-4DB5-4CA5-B665-764B71BB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2473"/>
                <a:ext cx="203" cy="1513"/>
              </a:xfrm>
              <a:prstGeom prst="rect">
                <a:avLst/>
              </a:prstGeom>
              <a:solidFill>
                <a:schemeClr val="bg1"/>
              </a:solidFill>
              <a:ln w="38100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8935" name="Group 13">
                <a:extLst>
                  <a:ext uri="{FF2B5EF4-FFF2-40B4-BE49-F238E27FC236}">
                    <a16:creationId xmlns:a16="http://schemas.microsoft.com/office/drawing/2014/main" id="{D7D1788B-C61F-40AD-85F5-C6B644F503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89" y="2372"/>
                <a:ext cx="294" cy="327"/>
                <a:chOff x="1434" y="3648"/>
                <a:chExt cx="294" cy="327"/>
              </a:xfrm>
            </p:grpSpPr>
            <p:sp>
              <p:nvSpPr>
                <p:cNvPr id="38942" name="Text Box 14">
                  <a:extLst>
                    <a:ext uri="{FF2B5EF4-FFF2-40B4-BE49-F238E27FC236}">
                      <a16:creationId xmlns:a16="http://schemas.microsoft.com/office/drawing/2014/main" id="{9E59B2A4-B4E2-4AE0-9B7F-C48949C272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434" y="3648"/>
                  <a:ext cx="294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E</a:t>
                  </a:r>
                </a:p>
              </p:txBody>
            </p:sp>
            <p:sp>
              <p:nvSpPr>
                <p:cNvPr id="38943" name="Line 15">
                  <a:extLst>
                    <a:ext uri="{FF2B5EF4-FFF2-40B4-BE49-F238E27FC236}">
                      <a16:creationId xmlns:a16="http://schemas.microsoft.com/office/drawing/2014/main" id="{1CBC7659-1007-4038-8D52-AE4DA7C827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80" y="3693"/>
                  <a:ext cx="135" cy="0"/>
                </a:xfrm>
                <a:prstGeom prst="line">
                  <a:avLst/>
                </a:prstGeom>
                <a:noFill/>
                <a:ln w="38100">
                  <a:noFill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8936" name="Text Box 16">
                <a:extLst>
                  <a:ext uri="{FF2B5EF4-FFF2-40B4-BE49-F238E27FC236}">
                    <a16:creationId xmlns:a16="http://schemas.microsoft.com/office/drawing/2014/main" id="{D25E55E3-DB63-46A0-98DE-30F1AB4FCD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11" y="3378"/>
                <a:ext cx="328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38937" name="Text Box 17">
                <a:extLst>
                  <a:ext uri="{FF2B5EF4-FFF2-40B4-BE49-F238E27FC236}">
                    <a16:creationId xmlns:a16="http://schemas.microsoft.com/office/drawing/2014/main" id="{860329C1-B0DB-4545-A531-3BC42CB765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89" y="2857"/>
                <a:ext cx="328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38938" name="Text Box 18">
                <a:extLst>
                  <a:ext uri="{FF2B5EF4-FFF2-40B4-BE49-F238E27FC236}">
                    <a16:creationId xmlns:a16="http://schemas.microsoft.com/office/drawing/2014/main" id="{7355C1C8-030D-4B21-9CA9-A3C885AA81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20" y="2428"/>
                <a:ext cx="37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8939" name="Text Box 19">
                <a:extLst>
                  <a:ext uri="{FF2B5EF4-FFF2-40B4-BE49-F238E27FC236}">
                    <a16:creationId xmlns:a16="http://schemas.microsoft.com/office/drawing/2014/main" id="{3C16CE47-524C-405C-B675-301EA6990A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41" y="2880"/>
                <a:ext cx="37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38940" name="Text Box 20">
                <a:extLst>
                  <a:ext uri="{FF2B5EF4-FFF2-40B4-BE49-F238E27FC236}">
                    <a16:creationId xmlns:a16="http://schemas.microsoft.com/office/drawing/2014/main" id="{8AAF6CBC-0711-47E1-9A33-978B4EEE28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52" y="3287"/>
                <a:ext cx="37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38941" name="Text Box 21">
                <a:extLst>
                  <a:ext uri="{FF2B5EF4-FFF2-40B4-BE49-F238E27FC236}">
                    <a16:creationId xmlns:a16="http://schemas.microsoft.com/office/drawing/2014/main" id="{830FEDD4-92E3-48A3-B889-9B191143FB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63" y="3738"/>
                <a:ext cx="37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</p:grpSp>
        <p:sp>
          <p:nvSpPr>
            <p:cNvPr id="38919" name="Text Box 24">
              <a:extLst>
                <a:ext uri="{FF2B5EF4-FFF2-40B4-BE49-F238E27FC236}">
                  <a16:creationId xmlns:a16="http://schemas.microsoft.com/office/drawing/2014/main" id="{567200B8-1087-477A-8EB9-1EAC87E7A5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8" y="2384"/>
              <a:ext cx="464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8920" name="Text Box 25">
              <a:extLst>
                <a:ext uri="{FF2B5EF4-FFF2-40B4-BE49-F238E27FC236}">
                  <a16:creationId xmlns:a16="http://schemas.microsoft.com/office/drawing/2014/main" id="{6A1D17BD-4E42-49C4-AD51-5911A68FC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0" y="2880"/>
              <a:ext cx="464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8921" name="Text Box 26">
              <a:extLst>
                <a:ext uri="{FF2B5EF4-FFF2-40B4-BE49-F238E27FC236}">
                  <a16:creationId xmlns:a16="http://schemas.microsoft.com/office/drawing/2014/main" id="{4F9C9D31-5C4C-4C25-B4D7-A7D184672E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8" y="3384"/>
              <a:ext cx="464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8922" name="Text Box 27">
              <a:extLst>
                <a:ext uri="{FF2B5EF4-FFF2-40B4-BE49-F238E27FC236}">
                  <a16:creationId xmlns:a16="http://schemas.microsoft.com/office/drawing/2014/main" id="{BDE9EAAB-5D7D-4EA6-8320-7207DAAAF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8" y="2888"/>
              <a:ext cx="464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8923" name="Text Box 28">
              <a:extLst>
                <a:ext uri="{FF2B5EF4-FFF2-40B4-BE49-F238E27FC236}">
                  <a16:creationId xmlns:a16="http://schemas.microsoft.com/office/drawing/2014/main" id="{6A441C08-B58B-4A12-BCC6-8CC3F6F0E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0" y="3384"/>
              <a:ext cx="464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38924" name="Text Box 29">
              <a:extLst>
                <a:ext uri="{FF2B5EF4-FFF2-40B4-BE49-F238E27FC236}">
                  <a16:creationId xmlns:a16="http://schemas.microsoft.com/office/drawing/2014/main" id="{DC280FE2-0BD3-4FE2-9F11-5AA634776A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0" y="2448"/>
              <a:ext cx="464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8925" name="Text Box 30">
              <a:extLst>
                <a:ext uri="{FF2B5EF4-FFF2-40B4-BE49-F238E27FC236}">
                  <a16:creationId xmlns:a16="http://schemas.microsoft.com/office/drawing/2014/main" id="{C995C430-19BF-4AA0-BA21-4421EEFE9D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6" y="2888"/>
              <a:ext cx="464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8926" name="Text Box 31">
              <a:extLst>
                <a:ext uri="{FF2B5EF4-FFF2-40B4-BE49-F238E27FC236}">
                  <a16:creationId xmlns:a16="http://schemas.microsoft.com/office/drawing/2014/main" id="{186D13A9-4F93-4EC5-A8FC-33D0A80609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6" y="3328"/>
              <a:ext cx="464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8927" name="Text Box 32">
              <a:extLst>
                <a:ext uri="{FF2B5EF4-FFF2-40B4-BE49-F238E27FC236}">
                  <a16:creationId xmlns:a16="http://schemas.microsoft.com/office/drawing/2014/main" id="{92D66158-2088-4776-A191-892843848B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6" y="3744"/>
              <a:ext cx="464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38928" name="Line 33">
              <a:extLst>
                <a:ext uri="{FF2B5EF4-FFF2-40B4-BE49-F238E27FC236}">
                  <a16:creationId xmlns:a16="http://schemas.microsoft.com/office/drawing/2014/main" id="{0A50392A-1337-41C2-9AFC-5EA78061C9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2" y="2480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929" name="Line 34">
              <a:extLst>
                <a:ext uri="{FF2B5EF4-FFF2-40B4-BE49-F238E27FC236}">
                  <a16:creationId xmlns:a16="http://schemas.microsoft.com/office/drawing/2014/main" id="{6E98FB17-F237-4D8F-AB26-DA4FE8765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4" y="2928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930" name="Line 35">
              <a:extLst>
                <a:ext uri="{FF2B5EF4-FFF2-40B4-BE49-F238E27FC236}">
                  <a16:creationId xmlns:a16="http://schemas.microsoft.com/office/drawing/2014/main" id="{7B002314-F2A1-4E52-BABE-AB1165BDE1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2" y="3344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931" name="Line 36">
              <a:extLst>
                <a:ext uri="{FF2B5EF4-FFF2-40B4-BE49-F238E27FC236}">
                  <a16:creationId xmlns:a16="http://schemas.microsoft.com/office/drawing/2014/main" id="{D2EB2F09-4F41-4E69-9096-4C345A73BD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0" y="3800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301946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1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10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01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1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301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058" grpId="0" autoUpdateAnimBg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2" name="Rectangle 2">
            <a:extLst>
              <a:ext uri="{FF2B5EF4-FFF2-40B4-BE49-F238E27FC236}">
                <a16:creationId xmlns:a16="http://schemas.microsoft.com/office/drawing/2014/main" id="{72455DE3-37FE-4394-80BA-FA12E0F65C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6075" y="182563"/>
            <a:ext cx="2698750" cy="550862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chemeClr val="tx1"/>
                </a:solidFill>
              </a:rPr>
              <a:t>延迟产生尖峰</a:t>
            </a:r>
          </a:p>
        </p:txBody>
      </p:sp>
      <p:sp>
        <p:nvSpPr>
          <p:cNvPr id="302083" name="Text Box 3">
            <a:extLst>
              <a:ext uri="{FF2B5EF4-FFF2-40B4-BE49-F238E27FC236}">
                <a16:creationId xmlns:a16="http://schemas.microsoft.com/office/drawing/2014/main" id="{2DB452EA-6474-444C-A56A-06CD4B68C4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0138" y="1309688"/>
            <a:ext cx="213360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AB=11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00</a:t>
            </a:r>
            <a:endParaRPr kumimoji="1" lang="en-US" altLang="zh-CN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2084" name="AutoShape 4">
            <a:extLst>
              <a:ext uri="{FF2B5EF4-FFF2-40B4-BE49-F238E27FC236}">
                <a16:creationId xmlns:a16="http://schemas.microsoft.com/office/drawing/2014/main" id="{E064F78C-A864-4A82-8CFE-E073AC87758C}"/>
              </a:ext>
            </a:extLst>
          </p:cNvPr>
          <p:cNvSpPr>
            <a:spLocks/>
          </p:cNvSpPr>
          <p:nvPr/>
        </p:nvSpPr>
        <p:spPr bwMode="auto">
          <a:xfrm>
            <a:off x="3033713" y="1112838"/>
            <a:ext cx="250825" cy="879475"/>
          </a:xfrm>
          <a:prstGeom prst="leftBrace">
            <a:avLst>
              <a:gd name="adj1" fmla="val 29219"/>
              <a:gd name="adj2" fmla="val 50000"/>
            </a:avLst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2087" name="Text Box 7">
            <a:extLst>
              <a:ext uri="{FF2B5EF4-FFF2-40B4-BE49-F238E27FC236}">
                <a16:creationId xmlns:a16="http://schemas.microsoft.com/office/drawing/2014/main" id="{246D944E-B7C8-47E9-BC90-65DF6E59C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313" y="2690813"/>
            <a:ext cx="2366962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理想化波形</a:t>
            </a:r>
          </a:p>
        </p:txBody>
      </p:sp>
      <p:grpSp>
        <p:nvGrpSpPr>
          <p:cNvPr id="302115" name="Group 35">
            <a:extLst>
              <a:ext uri="{FF2B5EF4-FFF2-40B4-BE49-F238E27FC236}">
                <a16:creationId xmlns:a16="http://schemas.microsoft.com/office/drawing/2014/main" id="{AFCCAE2A-8E88-4A03-B44F-AE0336FB18DA}"/>
              </a:ext>
            </a:extLst>
          </p:cNvPr>
          <p:cNvGrpSpPr>
            <a:grpSpLocks/>
          </p:cNvGrpSpPr>
          <p:nvPr/>
        </p:nvGrpSpPr>
        <p:grpSpPr bwMode="auto">
          <a:xfrm>
            <a:off x="2832100" y="3065463"/>
            <a:ext cx="4106863" cy="3140075"/>
            <a:chOff x="1784" y="1931"/>
            <a:chExt cx="2587" cy="1978"/>
          </a:xfrm>
        </p:grpSpPr>
        <p:grpSp>
          <p:nvGrpSpPr>
            <p:cNvPr id="39953" name="Group 9">
              <a:extLst>
                <a:ext uri="{FF2B5EF4-FFF2-40B4-BE49-F238E27FC236}">
                  <a16:creationId xmlns:a16="http://schemas.microsoft.com/office/drawing/2014/main" id="{93BA7890-3492-4AC2-B9E8-538DAA6E47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84" y="1931"/>
              <a:ext cx="2587" cy="1978"/>
              <a:chOff x="1762" y="1840"/>
              <a:chExt cx="2587" cy="1978"/>
            </a:xfrm>
          </p:grpSpPr>
          <p:sp>
            <p:nvSpPr>
              <p:cNvPr id="39958" name="Freeform 10">
                <a:extLst>
                  <a:ext uri="{FF2B5EF4-FFF2-40B4-BE49-F238E27FC236}">
                    <a16:creationId xmlns:a16="http://schemas.microsoft.com/office/drawing/2014/main" id="{F9585974-F47E-46EF-90F7-BE8F94EA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011"/>
                <a:ext cx="1570" cy="226"/>
              </a:xfrm>
              <a:custGeom>
                <a:avLst/>
                <a:gdLst>
                  <a:gd name="T0" fmla="*/ 0 w 1570"/>
                  <a:gd name="T1" fmla="*/ 0 h 226"/>
                  <a:gd name="T2" fmla="*/ 779 w 1570"/>
                  <a:gd name="T3" fmla="*/ 0 h 226"/>
                  <a:gd name="T4" fmla="*/ 779 w 1570"/>
                  <a:gd name="T5" fmla="*/ 226 h 226"/>
                  <a:gd name="T6" fmla="*/ 1570 w 1570"/>
                  <a:gd name="T7" fmla="*/ 226 h 2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70" h="226">
                    <a:moveTo>
                      <a:pt x="0" y="0"/>
                    </a:moveTo>
                    <a:lnTo>
                      <a:pt x="779" y="0"/>
                    </a:lnTo>
                    <a:lnTo>
                      <a:pt x="779" y="226"/>
                    </a:lnTo>
                    <a:lnTo>
                      <a:pt x="1570" y="22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9959" name="Text Box 11">
                <a:extLst>
                  <a:ext uri="{FF2B5EF4-FFF2-40B4-BE49-F238E27FC236}">
                    <a16:creationId xmlns:a16="http://schemas.microsoft.com/office/drawing/2014/main" id="{1B2B8A55-DF0F-4FC1-AF1E-D39BC1A502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44" y="1840"/>
                <a:ext cx="486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39960" name="Freeform 12">
                <a:extLst>
                  <a:ext uri="{FF2B5EF4-FFF2-40B4-BE49-F238E27FC236}">
                    <a16:creationId xmlns:a16="http://schemas.microsoft.com/office/drawing/2014/main" id="{5B280D68-AF0E-4CD8-AE59-F2E83162A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350"/>
                <a:ext cx="1570" cy="226"/>
              </a:xfrm>
              <a:custGeom>
                <a:avLst/>
                <a:gdLst>
                  <a:gd name="T0" fmla="*/ 0 w 1570"/>
                  <a:gd name="T1" fmla="*/ 0 h 226"/>
                  <a:gd name="T2" fmla="*/ 779 w 1570"/>
                  <a:gd name="T3" fmla="*/ 0 h 226"/>
                  <a:gd name="T4" fmla="*/ 779 w 1570"/>
                  <a:gd name="T5" fmla="*/ 226 h 226"/>
                  <a:gd name="T6" fmla="*/ 1570 w 1570"/>
                  <a:gd name="T7" fmla="*/ 226 h 2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70" h="226">
                    <a:moveTo>
                      <a:pt x="0" y="0"/>
                    </a:moveTo>
                    <a:lnTo>
                      <a:pt x="779" y="0"/>
                    </a:lnTo>
                    <a:lnTo>
                      <a:pt x="779" y="226"/>
                    </a:lnTo>
                    <a:lnTo>
                      <a:pt x="1570" y="22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9961" name="Freeform 13">
                <a:extLst>
                  <a:ext uri="{FF2B5EF4-FFF2-40B4-BE49-F238E27FC236}">
                    <a16:creationId xmlns:a16="http://schemas.microsoft.com/office/drawing/2014/main" id="{C7BC0D90-6D4D-4571-A8D0-7A53FCC03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722"/>
                <a:ext cx="1570" cy="226"/>
              </a:xfrm>
              <a:custGeom>
                <a:avLst/>
                <a:gdLst>
                  <a:gd name="T0" fmla="*/ 0 w 1570"/>
                  <a:gd name="T1" fmla="*/ 0 h 226"/>
                  <a:gd name="T2" fmla="*/ 779 w 1570"/>
                  <a:gd name="T3" fmla="*/ 0 h 226"/>
                  <a:gd name="T4" fmla="*/ 779 w 1570"/>
                  <a:gd name="T5" fmla="*/ 226 h 226"/>
                  <a:gd name="T6" fmla="*/ 1570 w 1570"/>
                  <a:gd name="T7" fmla="*/ 226 h 2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70" h="226">
                    <a:moveTo>
                      <a:pt x="0" y="0"/>
                    </a:moveTo>
                    <a:lnTo>
                      <a:pt x="779" y="0"/>
                    </a:lnTo>
                    <a:lnTo>
                      <a:pt x="779" y="226"/>
                    </a:lnTo>
                    <a:lnTo>
                      <a:pt x="1570" y="22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9962" name="Freeform 14">
                <a:extLst>
                  <a:ext uri="{FF2B5EF4-FFF2-40B4-BE49-F238E27FC236}">
                    <a16:creationId xmlns:a16="http://schemas.microsoft.com/office/drawing/2014/main" id="{9C906502-2336-45F3-83FB-B8C3E570A4E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271" y="3060"/>
                <a:ext cx="1570" cy="226"/>
              </a:xfrm>
              <a:custGeom>
                <a:avLst/>
                <a:gdLst>
                  <a:gd name="T0" fmla="*/ 0 w 1570"/>
                  <a:gd name="T1" fmla="*/ 0 h 226"/>
                  <a:gd name="T2" fmla="*/ 779 w 1570"/>
                  <a:gd name="T3" fmla="*/ 0 h 226"/>
                  <a:gd name="T4" fmla="*/ 779 w 1570"/>
                  <a:gd name="T5" fmla="*/ 226 h 226"/>
                  <a:gd name="T6" fmla="*/ 1570 w 1570"/>
                  <a:gd name="T7" fmla="*/ 226 h 2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70" h="226">
                    <a:moveTo>
                      <a:pt x="0" y="0"/>
                    </a:moveTo>
                    <a:lnTo>
                      <a:pt x="779" y="0"/>
                    </a:lnTo>
                    <a:lnTo>
                      <a:pt x="779" y="226"/>
                    </a:lnTo>
                    <a:lnTo>
                      <a:pt x="1570" y="22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9963" name="Text Box 15">
                <a:extLst>
                  <a:ext uri="{FF2B5EF4-FFF2-40B4-BE49-F238E27FC236}">
                    <a16:creationId xmlns:a16="http://schemas.microsoft.com/office/drawing/2014/main" id="{628C7943-2448-4866-B0DF-7CBA8A3298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33" y="2180"/>
                <a:ext cx="486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39964" name="Text Box 16">
                <a:extLst>
                  <a:ext uri="{FF2B5EF4-FFF2-40B4-BE49-F238E27FC236}">
                    <a16:creationId xmlns:a16="http://schemas.microsoft.com/office/drawing/2014/main" id="{25844C85-0756-43FC-81BA-EEE79B2C85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7" y="2586"/>
                <a:ext cx="486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39965" name="Text Box 17">
                <a:extLst>
                  <a:ext uri="{FF2B5EF4-FFF2-40B4-BE49-F238E27FC236}">
                    <a16:creationId xmlns:a16="http://schemas.microsoft.com/office/drawing/2014/main" id="{01189EB1-183E-4EEA-A5DD-CC8E98054A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5" y="3073"/>
                <a:ext cx="486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39966" name="Line 18">
                <a:extLst>
                  <a:ext uri="{FF2B5EF4-FFF2-40B4-BE49-F238E27FC236}">
                    <a16:creationId xmlns:a16="http://schemas.microsoft.com/office/drawing/2014/main" id="{B4BB99E8-A4AB-4C3E-97F4-B65C6BA57A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49" y="1909"/>
                <a:ext cx="0" cy="1909"/>
              </a:xfrm>
              <a:prstGeom prst="line">
                <a:avLst/>
              </a:prstGeom>
              <a:noFill/>
              <a:ln w="12700">
                <a:solidFill>
                  <a:srgbClr val="9090F4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9967" name="Line 19">
                <a:extLst>
                  <a:ext uri="{FF2B5EF4-FFF2-40B4-BE49-F238E27FC236}">
                    <a16:creationId xmlns:a16="http://schemas.microsoft.com/office/drawing/2014/main" id="{F2094825-4A3B-4FB4-A351-6734F633D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70" y="3433"/>
                <a:ext cx="155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9968" name="Text Box 20">
                <a:extLst>
                  <a:ext uri="{FF2B5EF4-FFF2-40B4-BE49-F238E27FC236}">
                    <a16:creationId xmlns:a16="http://schemas.microsoft.com/office/drawing/2014/main" id="{684A790F-AB1E-4365-8941-A9112B7A8C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62" y="3343"/>
                <a:ext cx="768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39969" name="Text Box 21">
                <a:extLst>
                  <a:ext uri="{FF2B5EF4-FFF2-40B4-BE49-F238E27FC236}">
                    <a16:creationId xmlns:a16="http://schemas.microsoft.com/office/drawing/2014/main" id="{7D38179E-8E73-4CEF-A3AC-8AEB46A9E7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84" y="3263"/>
                <a:ext cx="565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“1”</a:t>
                </a:r>
              </a:p>
            </p:txBody>
          </p:sp>
        </p:grpSp>
        <p:sp>
          <p:nvSpPr>
            <p:cNvPr id="39954" name="Line 24">
              <a:extLst>
                <a:ext uri="{FF2B5EF4-FFF2-40B4-BE49-F238E27FC236}">
                  <a16:creationId xmlns:a16="http://schemas.microsoft.com/office/drawing/2014/main" id="{72DF68C8-A3F3-4941-B79C-9B479041CF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720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955" name="Line 25">
              <a:extLst>
                <a:ext uri="{FF2B5EF4-FFF2-40B4-BE49-F238E27FC236}">
                  <a16:creationId xmlns:a16="http://schemas.microsoft.com/office/drawing/2014/main" id="{460AC9EC-0827-48A1-AD30-C8BFF3FBB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8" y="3208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956" name="Line 26">
              <a:extLst>
                <a:ext uri="{FF2B5EF4-FFF2-40B4-BE49-F238E27FC236}">
                  <a16:creationId xmlns:a16="http://schemas.microsoft.com/office/drawing/2014/main" id="{1F5C5E0A-87B8-4594-8D08-51ADABA0A6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3488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957" name="Line 27">
              <a:extLst>
                <a:ext uri="{FF2B5EF4-FFF2-40B4-BE49-F238E27FC236}">
                  <a16:creationId xmlns:a16="http://schemas.microsoft.com/office/drawing/2014/main" id="{C4871545-EAEE-40A3-BDA8-CDB7CE4136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0" y="3480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2113" name="Group 33">
            <a:extLst>
              <a:ext uri="{FF2B5EF4-FFF2-40B4-BE49-F238E27FC236}">
                <a16:creationId xmlns:a16="http://schemas.microsoft.com/office/drawing/2014/main" id="{F411EF95-02C7-4B8C-8AD1-5BAAD7B878E4}"/>
              </a:ext>
            </a:extLst>
          </p:cNvPr>
          <p:cNvGrpSpPr>
            <a:grpSpLocks/>
          </p:cNvGrpSpPr>
          <p:nvPr/>
        </p:nvGrpSpPr>
        <p:grpSpPr bwMode="auto">
          <a:xfrm>
            <a:off x="3340100" y="949325"/>
            <a:ext cx="1722438" cy="519113"/>
            <a:chOff x="2104" y="598"/>
            <a:chExt cx="1085" cy="327"/>
          </a:xfrm>
        </p:grpSpPr>
        <p:sp>
          <p:nvSpPr>
            <p:cNvPr id="39951" name="Text Box 5">
              <a:extLst>
                <a:ext uri="{FF2B5EF4-FFF2-40B4-BE49-F238E27FC236}">
                  <a16:creationId xmlns:a16="http://schemas.microsoft.com/office/drawing/2014/main" id="{41CB4CCD-78AE-4278-972B-9FC119B260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04" y="598"/>
              <a:ext cx="1085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1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952" name="Line 28">
              <a:extLst>
                <a:ext uri="{FF2B5EF4-FFF2-40B4-BE49-F238E27FC236}">
                  <a16:creationId xmlns:a16="http://schemas.microsoft.com/office/drawing/2014/main" id="{88B36A88-200E-4F74-A212-97174798F2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8" y="648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2112" name="Group 32">
            <a:extLst>
              <a:ext uri="{FF2B5EF4-FFF2-40B4-BE49-F238E27FC236}">
                <a16:creationId xmlns:a16="http://schemas.microsoft.com/office/drawing/2014/main" id="{557FD9B7-39B1-44DB-9B2F-74CD0B007C95}"/>
              </a:ext>
            </a:extLst>
          </p:cNvPr>
          <p:cNvGrpSpPr>
            <a:grpSpLocks/>
          </p:cNvGrpSpPr>
          <p:nvPr/>
        </p:nvGrpSpPr>
        <p:grpSpPr bwMode="auto">
          <a:xfrm>
            <a:off x="5062538" y="966788"/>
            <a:ext cx="1722437" cy="519112"/>
            <a:chOff x="3189" y="609"/>
            <a:chExt cx="1085" cy="327"/>
          </a:xfrm>
        </p:grpSpPr>
        <p:sp>
          <p:nvSpPr>
            <p:cNvPr id="39949" name="Text Box 6">
              <a:extLst>
                <a:ext uri="{FF2B5EF4-FFF2-40B4-BE49-F238E27FC236}">
                  <a16:creationId xmlns:a16="http://schemas.microsoft.com/office/drawing/2014/main" id="{40FFCFB8-9EA3-4F0A-8D66-D8D7E5299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9" y="609"/>
              <a:ext cx="1085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0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950" name="Line 29">
              <a:extLst>
                <a:ext uri="{FF2B5EF4-FFF2-40B4-BE49-F238E27FC236}">
                  <a16:creationId xmlns:a16="http://schemas.microsoft.com/office/drawing/2014/main" id="{83E10093-EEC3-442B-99EE-9D21BB4CFC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656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2114" name="Group 34">
            <a:extLst>
              <a:ext uri="{FF2B5EF4-FFF2-40B4-BE49-F238E27FC236}">
                <a16:creationId xmlns:a16="http://schemas.microsoft.com/office/drawing/2014/main" id="{2AD38EA7-AB95-421F-84B1-024B35ED5DC4}"/>
              </a:ext>
            </a:extLst>
          </p:cNvPr>
          <p:cNvGrpSpPr>
            <a:grpSpLocks/>
          </p:cNvGrpSpPr>
          <p:nvPr/>
        </p:nvGrpSpPr>
        <p:grpSpPr bwMode="auto">
          <a:xfrm>
            <a:off x="3394075" y="1647825"/>
            <a:ext cx="1631950" cy="519113"/>
            <a:chOff x="2138" y="1038"/>
            <a:chExt cx="1028" cy="327"/>
          </a:xfrm>
        </p:grpSpPr>
        <p:sp>
          <p:nvSpPr>
            <p:cNvPr id="39946" name="Text Box 8">
              <a:extLst>
                <a:ext uri="{FF2B5EF4-FFF2-40B4-BE49-F238E27FC236}">
                  <a16:creationId xmlns:a16="http://schemas.microsoft.com/office/drawing/2014/main" id="{99951716-BE51-4D7B-AAC5-2BC35DF24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8" y="1038"/>
              <a:ext cx="1028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</a:p>
          </p:txBody>
        </p:sp>
        <p:sp>
          <p:nvSpPr>
            <p:cNvPr id="39947" name="Line 30">
              <a:extLst>
                <a:ext uri="{FF2B5EF4-FFF2-40B4-BE49-F238E27FC236}">
                  <a16:creationId xmlns:a16="http://schemas.microsoft.com/office/drawing/2014/main" id="{58039F65-2920-4B86-8057-81F2B3FDE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0" y="1080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948" name="Line 31">
              <a:extLst>
                <a:ext uri="{FF2B5EF4-FFF2-40B4-BE49-F238E27FC236}">
                  <a16:creationId xmlns:a16="http://schemas.microsoft.com/office/drawing/2014/main" id="{D1573FAD-0EA6-4062-8B8E-95597CF16A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4" y="1080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625418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20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20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02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02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302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302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2000" fill="hold"/>
                                        <p:tgtEl>
                                          <p:spTgt spid="302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2000" fill="hold"/>
                                        <p:tgtEl>
                                          <p:spTgt spid="302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302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302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020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020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6" dur="2000"/>
                                        <p:tgtEl>
                                          <p:spTgt spid="302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2082" grpId="0" autoUpdateAnimBg="0"/>
      <p:bldP spid="302083" grpId="0" animBg="1" autoUpdateAnimBg="0"/>
      <p:bldP spid="302084" grpId="0" animBg="1"/>
      <p:bldP spid="302087" grpId="0" animBg="1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106" name="Rectangle 2">
            <a:extLst>
              <a:ext uri="{FF2B5EF4-FFF2-40B4-BE49-F238E27FC236}">
                <a16:creationId xmlns:a16="http://schemas.microsoft.com/office/drawing/2014/main" id="{D6C529B0-4501-4BB8-AD6F-5578523E820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4000" y="104775"/>
            <a:ext cx="3543300" cy="515938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尖峰信号和零重叠</a:t>
            </a:r>
          </a:p>
        </p:txBody>
      </p:sp>
      <p:sp>
        <p:nvSpPr>
          <p:cNvPr id="303107" name="Rectangle 3">
            <a:extLst>
              <a:ext uri="{FF2B5EF4-FFF2-40B4-BE49-F238E27FC236}">
                <a16:creationId xmlns:a16="http://schemas.microsoft.com/office/drawing/2014/main" id="{78852B62-DF42-4BD0-93EA-05D5666B5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609600"/>
            <a:ext cx="8367713" cy="946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由于门的传输延迟，造成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上出现了尖峰，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同时，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,Y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有一段时间同时为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“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”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，即零重叠。</a:t>
            </a:r>
          </a:p>
        </p:txBody>
      </p:sp>
      <p:grpSp>
        <p:nvGrpSpPr>
          <p:cNvPr id="303108" name="Group 4">
            <a:extLst>
              <a:ext uri="{FF2B5EF4-FFF2-40B4-BE49-F238E27FC236}">
                <a16:creationId xmlns:a16="http://schemas.microsoft.com/office/drawing/2014/main" id="{EC8D14B1-5016-4F5C-A3C2-2871956B4594}"/>
              </a:ext>
            </a:extLst>
          </p:cNvPr>
          <p:cNvGrpSpPr>
            <a:grpSpLocks/>
          </p:cNvGrpSpPr>
          <p:nvPr/>
        </p:nvGrpSpPr>
        <p:grpSpPr bwMode="auto">
          <a:xfrm>
            <a:off x="3925888" y="1733550"/>
            <a:ext cx="4178300" cy="665163"/>
            <a:chOff x="2473" y="1411"/>
            <a:chExt cx="2632" cy="419"/>
          </a:xfrm>
        </p:grpSpPr>
        <p:sp>
          <p:nvSpPr>
            <p:cNvPr id="41063" name="Freeform 5">
              <a:extLst>
                <a:ext uri="{FF2B5EF4-FFF2-40B4-BE49-F238E27FC236}">
                  <a16:creationId xmlns:a16="http://schemas.microsoft.com/office/drawing/2014/main" id="{1D9F5485-7026-449D-B841-5DAF6493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581"/>
              <a:ext cx="2394" cy="249"/>
            </a:xfrm>
            <a:custGeom>
              <a:avLst/>
              <a:gdLst>
                <a:gd name="T0" fmla="*/ 0 w 2394"/>
                <a:gd name="T1" fmla="*/ 0 h 249"/>
                <a:gd name="T2" fmla="*/ 564 w 2394"/>
                <a:gd name="T3" fmla="*/ 0 h 249"/>
                <a:gd name="T4" fmla="*/ 564 w 2394"/>
                <a:gd name="T5" fmla="*/ 249 h 249"/>
                <a:gd name="T6" fmla="*/ 2394 w 2394"/>
                <a:gd name="T7" fmla="*/ 249 h 2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94" h="249">
                  <a:moveTo>
                    <a:pt x="0" y="0"/>
                  </a:moveTo>
                  <a:lnTo>
                    <a:pt x="564" y="0"/>
                  </a:lnTo>
                  <a:lnTo>
                    <a:pt x="564" y="249"/>
                  </a:lnTo>
                  <a:lnTo>
                    <a:pt x="2394" y="24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64" name="Text Box 6">
              <a:extLst>
                <a:ext uri="{FF2B5EF4-FFF2-40B4-BE49-F238E27FC236}">
                  <a16:creationId xmlns:a16="http://schemas.microsoft.com/office/drawing/2014/main" id="{4EA1B0BA-3DCE-4923-8433-5415BF6B73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3" y="1411"/>
              <a:ext cx="395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</p:grpSp>
      <p:grpSp>
        <p:nvGrpSpPr>
          <p:cNvPr id="303111" name="Group 7">
            <a:extLst>
              <a:ext uri="{FF2B5EF4-FFF2-40B4-BE49-F238E27FC236}">
                <a16:creationId xmlns:a16="http://schemas.microsoft.com/office/drawing/2014/main" id="{138B9D99-A10A-4689-B03F-492E7961ACD4}"/>
              </a:ext>
            </a:extLst>
          </p:cNvPr>
          <p:cNvGrpSpPr>
            <a:grpSpLocks/>
          </p:cNvGrpSpPr>
          <p:nvPr/>
        </p:nvGrpSpPr>
        <p:grpSpPr bwMode="auto">
          <a:xfrm>
            <a:off x="3927475" y="2309813"/>
            <a:ext cx="4176713" cy="679450"/>
            <a:chOff x="2474" y="1774"/>
            <a:chExt cx="2631" cy="428"/>
          </a:xfrm>
        </p:grpSpPr>
        <p:sp>
          <p:nvSpPr>
            <p:cNvPr id="41061" name="Freeform 8">
              <a:extLst>
                <a:ext uri="{FF2B5EF4-FFF2-40B4-BE49-F238E27FC236}">
                  <a16:creationId xmlns:a16="http://schemas.microsoft.com/office/drawing/2014/main" id="{5248596E-F549-464B-9625-86FE546C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943"/>
              <a:ext cx="2394" cy="259"/>
            </a:xfrm>
            <a:custGeom>
              <a:avLst/>
              <a:gdLst>
                <a:gd name="T0" fmla="*/ 0 w 2394"/>
                <a:gd name="T1" fmla="*/ 0 h 259"/>
                <a:gd name="T2" fmla="*/ 1468 w 2394"/>
                <a:gd name="T3" fmla="*/ 0 h 259"/>
                <a:gd name="T4" fmla="*/ 1468 w 2394"/>
                <a:gd name="T5" fmla="*/ 259 h 259"/>
                <a:gd name="T6" fmla="*/ 2394 w 2394"/>
                <a:gd name="T7" fmla="*/ 259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94" h="259">
                  <a:moveTo>
                    <a:pt x="0" y="0"/>
                  </a:moveTo>
                  <a:lnTo>
                    <a:pt x="1468" y="0"/>
                  </a:lnTo>
                  <a:lnTo>
                    <a:pt x="1468" y="259"/>
                  </a:lnTo>
                  <a:lnTo>
                    <a:pt x="2394" y="25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62" name="Text Box 9">
              <a:extLst>
                <a:ext uri="{FF2B5EF4-FFF2-40B4-BE49-F238E27FC236}">
                  <a16:creationId xmlns:a16="http://schemas.microsoft.com/office/drawing/2014/main" id="{9B1E45E2-82C8-4B36-81E7-76C72E3159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4" y="1774"/>
              <a:ext cx="429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</p:grpSp>
      <p:grpSp>
        <p:nvGrpSpPr>
          <p:cNvPr id="303114" name="Group 10">
            <a:extLst>
              <a:ext uri="{FF2B5EF4-FFF2-40B4-BE49-F238E27FC236}">
                <a16:creationId xmlns:a16="http://schemas.microsoft.com/office/drawing/2014/main" id="{DD2E240E-380E-4CE5-B4D2-C92DDECB1F20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1679575"/>
            <a:ext cx="1452563" cy="4395788"/>
            <a:chOff x="3264" y="1058"/>
            <a:chExt cx="915" cy="2769"/>
          </a:xfrm>
        </p:grpSpPr>
        <p:sp>
          <p:nvSpPr>
            <p:cNvPr id="41057" name="Line 11">
              <a:extLst>
                <a:ext uri="{FF2B5EF4-FFF2-40B4-BE49-F238E27FC236}">
                  <a16:creationId xmlns:a16="http://schemas.microsoft.com/office/drawing/2014/main" id="{20D9C8F3-F88F-4941-871F-E92660D940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5" y="1104"/>
              <a:ext cx="0" cy="2699"/>
            </a:xfrm>
            <a:prstGeom prst="line">
              <a:avLst/>
            </a:prstGeom>
            <a:noFill/>
            <a:ln w="12700">
              <a:solidFill>
                <a:srgbClr val="FF33CC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58" name="Line 12">
              <a:extLst>
                <a:ext uri="{FF2B5EF4-FFF2-40B4-BE49-F238E27FC236}">
                  <a16:creationId xmlns:a16="http://schemas.microsoft.com/office/drawing/2014/main" id="{621608A6-7993-40D5-BD96-DD28C41A20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9" y="1117"/>
              <a:ext cx="0" cy="2710"/>
            </a:xfrm>
            <a:prstGeom prst="line">
              <a:avLst/>
            </a:prstGeom>
            <a:noFill/>
            <a:ln w="12700">
              <a:solidFill>
                <a:srgbClr val="FF33CC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59" name="Line 13">
              <a:extLst>
                <a:ext uri="{FF2B5EF4-FFF2-40B4-BE49-F238E27FC236}">
                  <a16:creationId xmlns:a16="http://schemas.microsoft.com/office/drawing/2014/main" id="{315B3E2E-1970-494D-B93B-C376715A74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" y="1386"/>
              <a:ext cx="915" cy="0"/>
            </a:xfrm>
            <a:prstGeom prst="line">
              <a:avLst/>
            </a:prstGeom>
            <a:noFill/>
            <a:ln w="25400">
              <a:solidFill>
                <a:srgbClr val="1F08F8"/>
              </a:solidFill>
              <a:round/>
              <a:headEnd type="stealth" w="sm" len="lg"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60" name="Text Box 14">
              <a:extLst>
                <a:ext uri="{FF2B5EF4-FFF2-40B4-BE49-F238E27FC236}">
                  <a16:creationId xmlns:a16="http://schemas.microsoft.com/office/drawing/2014/main" id="{6ED91D78-8941-46FB-AA45-DA710B93E2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" y="1058"/>
              <a:ext cx="655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t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skew</a:t>
              </a:r>
              <a:endPara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3125" name="Group 21">
            <a:extLst>
              <a:ext uri="{FF2B5EF4-FFF2-40B4-BE49-F238E27FC236}">
                <a16:creationId xmlns:a16="http://schemas.microsoft.com/office/drawing/2014/main" id="{BA3A42F1-D211-4C36-A9BF-6DBD380EABDA}"/>
              </a:ext>
            </a:extLst>
          </p:cNvPr>
          <p:cNvGrpSpPr>
            <a:grpSpLocks/>
          </p:cNvGrpSpPr>
          <p:nvPr/>
        </p:nvGrpSpPr>
        <p:grpSpPr bwMode="auto">
          <a:xfrm>
            <a:off x="4714875" y="5243513"/>
            <a:ext cx="1597025" cy="985837"/>
            <a:chOff x="2959" y="3264"/>
            <a:chExt cx="1006" cy="621"/>
          </a:xfrm>
        </p:grpSpPr>
        <p:sp>
          <p:nvSpPr>
            <p:cNvPr id="41053" name="Line 22">
              <a:extLst>
                <a:ext uri="{FF2B5EF4-FFF2-40B4-BE49-F238E27FC236}">
                  <a16:creationId xmlns:a16="http://schemas.microsoft.com/office/drawing/2014/main" id="{F0643CF4-7518-4E70-9889-CF71686986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92" y="3264"/>
              <a:ext cx="11" cy="52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54" name="Line 23">
              <a:extLst>
                <a:ext uri="{FF2B5EF4-FFF2-40B4-BE49-F238E27FC236}">
                  <a16:creationId xmlns:a16="http://schemas.microsoft.com/office/drawing/2014/main" id="{DF050B95-033A-4C27-9356-949738C600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9" y="3603"/>
              <a:ext cx="3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55" name="Line 24">
              <a:extLst>
                <a:ext uri="{FF2B5EF4-FFF2-40B4-BE49-F238E27FC236}">
                  <a16:creationId xmlns:a16="http://schemas.microsoft.com/office/drawing/2014/main" id="{A721BEB5-2C69-443D-9A9B-AC2892BDC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02" y="3603"/>
              <a:ext cx="3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56" name="Text Box 25">
              <a:extLst>
                <a:ext uri="{FF2B5EF4-FFF2-40B4-BE49-F238E27FC236}">
                  <a16:creationId xmlns:a16="http://schemas.microsoft.com/office/drawing/2014/main" id="{C003088D-C634-454D-8048-14C616F5C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74" y="3558"/>
              <a:ext cx="791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t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pLH3</a:t>
              </a:r>
            </a:p>
          </p:txBody>
        </p:sp>
      </p:grpSp>
      <p:sp>
        <p:nvSpPr>
          <p:cNvPr id="303133" name="Freeform 29">
            <a:extLst>
              <a:ext uri="{FF2B5EF4-FFF2-40B4-BE49-F238E27FC236}">
                <a16:creationId xmlns:a16="http://schemas.microsoft.com/office/drawing/2014/main" id="{DC9C46A6-27E3-4CD5-8F9C-47E774001FED}"/>
              </a:ext>
            </a:extLst>
          </p:cNvPr>
          <p:cNvSpPr>
            <a:spLocks/>
          </p:cNvSpPr>
          <p:nvPr/>
        </p:nvSpPr>
        <p:spPr bwMode="auto">
          <a:xfrm>
            <a:off x="6634163" y="3424238"/>
            <a:ext cx="1470025" cy="412750"/>
          </a:xfrm>
          <a:custGeom>
            <a:avLst/>
            <a:gdLst>
              <a:gd name="T0" fmla="*/ 0 w 926"/>
              <a:gd name="T1" fmla="*/ 0 h 260"/>
              <a:gd name="T2" fmla="*/ 2147483647 w 926"/>
              <a:gd name="T3" fmla="*/ 0 h 260"/>
              <a:gd name="T4" fmla="*/ 2147483647 w 926"/>
              <a:gd name="T5" fmla="*/ 2147483647 h 260"/>
              <a:gd name="T6" fmla="*/ 2147483647 w 926"/>
              <a:gd name="T7" fmla="*/ 2147483647 h 26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26" h="260">
                <a:moveTo>
                  <a:pt x="0" y="0"/>
                </a:moveTo>
                <a:lnTo>
                  <a:pt x="248" y="0"/>
                </a:lnTo>
                <a:lnTo>
                  <a:pt x="248" y="260"/>
                </a:lnTo>
                <a:lnTo>
                  <a:pt x="926" y="26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303134" name="Group 30">
            <a:extLst>
              <a:ext uri="{FF2B5EF4-FFF2-40B4-BE49-F238E27FC236}">
                <a16:creationId xmlns:a16="http://schemas.microsoft.com/office/drawing/2014/main" id="{6F113A75-3D4F-4197-BA17-B12D456B2AD6}"/>
              </a:ext>
            </a:extLst>
          </p:cNvPr>
          <p:cNvGrpSpPr>
            <a:grpSpLocks/>
          </p:cNvGrpSpPr>
          <p:nvPr/>
        </p:nvGrpSpPr>
        <p:grpSpPr bwMode="auto">
          <a:xfrm>
            <a:off x="6165850" y="3533775"/>
            <a:ext cx="1508125" cy="519113"/>
            <a:chOff x="3874" y="2237"/>
            <a:chExt cx="950" cy="327"/>
          </a:xfrm>
        </p:grpSpPr>
        <p:sp>
          <p:nvSpPr>
            <p:cNvPr id="41050" name="Line 31">
              <a:extLst>
                <a:ext uri="{FF2B5EF4-FFF2-40B4-BE49-F238E27FC236}">
                  <a16:creationId xmlns:a16="http://schemas.microsoft.com/office/drawing/2014/main" id="{3609A029-9BC7-4976-B8AF-A6448566A8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" y="2257"/>
              <a:ext cx="305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51" name="Line 32">
              <a:extLst>
                <a:ext uri="{FF2B5EF4-FFF2-40B4-BE49-F238E27FC236}">
                  <a16:creationId xmlns:a16="http://schemas.microsoft.com/office/drawing/2014/main" id="{A0F7A971-7448-4192-B553-EF1002594C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16" y="2247"/>
              <a:ext cx="305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52" name="Text Box 33">
              <a:extLst>
                <a:ext uri="{FF2B5EF4-FFF2-40B4-BE49-F238E27FC236}">
                  <a16:creationId xmlns:a16="http://schemas.microsoft.com/office/drawing/2014/main" id="{8D858336-8E80-405C-BAA1-4ADB0FB925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4" y="2237"/>
              <a:ext cx="870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t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pHL2</a:t>
              </a:r>
            </a:p>
          </p:txBody>
        </p:sp>
      </p:grpSp>
      <p:sp>
        <p:nvSpPr>
          <p:cNvPr id="303138" name="Freeform 34">
            <a:extLst>
              <a:ext uri="{FF2B5EF4-FFF2-40B4-BE49-F238E27FC236}">
                <a16:creationId xmlns:a16="http://schemas.microsoft.com/office/drawing/2014/main" id="{8E9A049A-33C6-4669-8C97-73AF246A0AA6}"/>
              </a:ext>
            </a:extLst>
          </p:cNvPr>
          <p:cNvSpPr>
            <a:spLocks/>
          </p:cNvSpPr>
          <p:nvPr/>
        </p:nvSpPr>
        <p:spPr bwMode="auto">
          <a:xfrm>
            <a:off x="6597650" y="4408488"/>
            <a:ext cx="1506538" cy="411162"/>
          </a:xfrm>
          <a:custGeom>
            <a:avLst/>
            <a:gdLst>
              <a:gd name="T0" fmla="*/ 0 w 949"/>
              <a:gd name="T1" fmla="*/ 2147483647 h 259"/>
              <a:gd name="T2" fmla="*/ 2147483647 w 949"/>
              <a:gd name="T3" fmla="*/ 2147483647 h 259"/>
              <a:gd name="T4" fmla="*/ 2147483647 w 949"/>
              <a:gd name="T5" fmla="*/ 0 h 259"/>
              <a:gd name="T6" fmla="*/ 2147483647 w 949"/>
              <a:gd name="T7" fmla="*/ 0 h 25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49" h="259">
                <a:moveTo>
                  <a:pt x="0" y="259"/>
                </a:moveTo>
                <a:lnTo>
                  <a:pt x="407" y="259"/>
                </a:lnTo>
                <a:lnTo>
                  <a:pt x="407" y="0"/>
                </a:lnTo>
                <a:lnTo>
                  <a:pt x="949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303139" name="Group 35">
            <a:extLst>
              <a:ext uri="{FF2B5EF4-FFF2-40B4-BE49-F238E27FC236}">
                <a16:creationId xmlns:a16="http://schemas.microsoft.com/office/drawing/2014/main" id="{58FF909B-9359-4501-A3D1-1AC026AD1C64}"/>
              </a:ext>
            </a:extLst>
          </p:cNvPr>
          <p:cNvGrpSpPr>
            <a:grpSpLocks/>
          </p:cNvGrpSpPr>
          <p:nvPr/>
        </p:nvGrpSpPr>
        <p:grpSpPr bwMode="auto">
          <a:xfrm>
            <a:off x="6189663" y="4657725"/>
            <a:ext cx="1595437" cy="519113"/>
            <a:chOff x="3898" y="2802"/>
            <a:chExt cx="1005" cy="327"/>
          </a:xfrm>
        </p:grpSpPr>
        <p:sp>
          <p:nvSpPr>
            <p:cNvPr id="41047" name="Line 36">
              <a:extLst>
                <a:ext uri="{FF2B5EF4-FFF2-40B4-BE49-F238E27FC236}">
                  <a16:creationId xmlns:a16="http://schemas.microsoft.com/office/drawing/2014/main" id="{12DEB3E9-71A0-4AF8-8C1D-EB28D8FDB8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2847"/>
              <a:ext cx="316" cy="0"/>
            </a:xfrm>
            <a:prstGeom prst="line">
              <a:avLst/>
            </a:prstGeom>
            <a:noFill/>
            <a:ln w="38100">
              <a:noFill/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48" name="Line 37">
              <a:extLst>
                <a:ext uri="{FF2B5EF4-FFF2-40B4-BE49-F238E27FC236}">
                  <a16:creationId xmlns:a16="http://schemas.microsoft.com/office/drawing/2014/main" id="{DF4421B2-E829-4721-9A7E-8D45E71BD8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63" y="2847"/>
              <a:ext cx="316" cy="0"/>
            </a:xfrm>
            <a:prstGeom prst="line">
              <a:avLst/>
            </a:prstGeom>
            <a:noFill/>
            <a:ln w="38100">
              <a:noFill/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49" name="Text Box 38">
              <a:extLst>
                <a:ext uri="{FF2B5EF4-FFF2-40B4-BE49-F238E27FC236}">
                  <a16:creationId xmlns:a16="http://schemas.microsoft.com/office/drawing/2014/main" id="{E0037CE5-250D-47D7-A0FE-4CBACF68C3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2" y="2802"/>
              <a:ext cx="791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t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pLH3</a:t>
              </a:r>
            </a:p>
          </p:txBody>
        </p:sp>
      </p:grpSp>
      <p:grpSp>
        <p:nvGrpSpPr>
          <p:cNvPr id="303143" name="Group 39">
            <a:extLst>
              <a:ext uri="{FF2B5EF4-FFF2-40B4-BE49-F238E27FC236}">
                <a16:creationId xmlns:a16="http://schemas.microsoft.com/office/drawing/2014/main" id="{949A078B-8AE0-4D73-9AA3-F87F2E3FE8AD}"/>
              </a:ext>
            </a:extLst>
          </p:cNvPr>
          <p:cNvGrpSpPr>
            <a:grpSpLocks/>
          </p:cNvGrpSpPr>
          <p:nvPr/>
        </p:nvGrpSpPr>
        <p:grpSpPr bwMode="auto">
          <a:xfrm>
            <a:off x="5521325" y="3962400"/>
            <a:ext cx="1722438" cy="661988"/>
            <a:chOff x="3479" y="2586"/>
            <a:chExt cx="1085" cy="417"/>
          </a:xfrm>
        </p:grpSpPr>
        <p:sp>
          <p:nvSpPr>
            <p:cNvPr id="41043" name="Line 40">
              <a:extLst>
                <a:ext uri="{FF2B5EF4-FFF2-40B4-BE49-F238E27FC236}">
                  <a16:creationId xmlns:a16="http://schemas.microsoft.com/office/drawing/2014/main" id="{981EA328-9D3E-4ABA-9157-BE91DEC0CF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9" y="2586"/>
              <a:ext cx="0" cy="395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44" name="Line 41">
              <a:extLst>
                <a:ext uri="{FF2B5EF4-FFF2-40B4-BE49-F238E27FC236}">
                  <a16:creationId xmlns:a16="http://schemas.microsoft.com/office/drawing/2014/main" id="{EA04CEED-BFE1-4C25-B997-35F0A05CEA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4" y="2608"/>
              <a:ext cx="0" cy="3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45" name="Line 42">
              <a:extLst>
                <a:ext uri="{FF2B5EF4-FFF2-40B4-BE49-F238E27FC236}">
                  <a16:creationId xmlns:a16="http://schemas.microsoft.com/office/drawing/2014/main" id="{037578C5-16DE-475C-9D4C-F49CCE0439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9" y="2665"/>
              <a:ext cx="107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sm" len="lg"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46" name="Text Box 43">
              <a:extLst>
                <a:ext uri="{FF2B5EF4-FFF2-40B4-BE49-F238E27FC236}">
                  <a16:creationId xmlns:a16="http://schemas.microsoft.com/office/drawing/2014/main" id="{C7D16360-F550-48DF-B4B6-E86DFC9DD2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3" y="2641"/>
              <a:ext cx="869" cy="250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尖峰信号</a:t>
              </a:r>
            </a:p>
          </p:txBody>
        </p:sp>
      </p:grpSp>
      <p:grpSp>
        <p:nvGrpSpPr>
          <p:cNvPr id="303148" name="Group 44">
            <a:extLst>
              <a:ext uri="{FF2B5EF4-FFF2-40B4-BE49-F238E27FC236}">
                <a16:creationId xmlns:a16="http://schemas.microsoft.com/office/drawing/2014/main" id="{6B8AC9B2-711E-4C65-8375-04217538C362}"/>
              </a:ext>
            </a:extLst>
          </p:cNvPr>
          <p:cNvGrpSpPr>
            <a:grpSpLocks/>
          </p:cNvGrpSpPr>
          <p:nvPr/>
        </p:nvGrpSpPr>
        <p:grpSpPr bwMode="auto">
          <a:xfrm>
            <a:off x="4948238" y="3873500"/>
            <a:ext cx="2833687" cy="2879725"/>
            <a:chOff x="3117" y="2440"/>
            <a:chExt cx="1785" cy="1814"/>
          </a:xfrm>
        </p:grpSpPr>
        <p:grpSp>
          <p:nvGrpSpPr>
            <p:cNvPr id="41031" name="Group 45">
              <a:extLst>
                <a:ext uri="{FF2B5EF4-FFF2-40B4-BE49-F238E27FC236}">
                  <a16:creationId xmlns:a16="http://schemas.microsoft.com/office/drawing/2014/main" id="{4C667B04-BFFA-47FA-B63A-7542204C07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8" y="2440"/>
              <a:ext cx="1549" cy="1814"/>
              <a:chOff x="3308" y="2440"/>
              <a:chExt cx="1549" cy="1814"/>
            </a:xfrm>
          </p:grpSpPr>
          <p:sp>
            <p:nvSpPr>
              <p:cNvPr id="41036" name="Line 46">
                <a:extLst>
                  <a:ext uri="{FF2B5EF4-FFF2-40B4-BE49-F238E27FC236}">
                    <a16:creationId xmlns:a16="http://schemas.microsoft.com/office/drawing/2014/main" id="{49BFABB9-860B-4D02-920D-438072B956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7" y="2440"/>
                <a:ext cx="0" cy="1547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1037" name="Group 47">
                <a:extLst>
                  <a:ext uri="{FF2B5EF4-FFF2-40B4-BE49-F238E27FC236}">
                    <a16:creationId xmlns:a16="http://schemas.microsoft.com/office/drawing/2014/main" id="{235688EC-393D-48A2-B3B5-0E9AB79347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08" y="2993"/>
                <a:ext cx="1549" cy="1261"/>
                <a:chOff x="3308" y="2993"/>
                <a:chExt cx="1549" cy="1261"/>
              </a:xfrm>
            </p:grpSpPr>
            <p:sp>
              <p:nvSpPr>
                <p:cNvPr id="41038" name="Line 48">
                  <a:extLst>
                    <a:ext uri="{FF2B5EF4-FFF2-40B4-BE49-F238E27FC236}">
                      <a16:creationId xmlns:a16="http://schemas.microsoft.com/office/drawing/2014/main" id="{EC61F527-A68E-463A-8403-12DC8341EE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467" y="3016"/>
                  <a:ext cx="0" cy="101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1039" name="Line 49">
                  <a:extLst>
                    <a:ext uri="{FF2B5EF4-FFF2-40B4-BE49-F238E27FC236}">
                      <a16:creationId xmlns:a16="http://schemas.microsoft.com/office/drawing/2014/main" id="{32C74CC8-122E-48B0-9956-04F1B00AD5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03" y="3004"/>
                  <a:ext cx="0" cy="101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1040" name="Line 50">
                  <a:extLst>
                    <a:ext uri="{FF2B5EF4-FFF2-40B4-BE49-F238E27FC236}">
                      <a16:creationId xmlns:a16="http://schemas.microsoft.com/office/drawing/2014/main" id="{A07CC070-C4E3-4639-B928-528C39D1BE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52" y="2993"/>
                  <a:ext cx="0" cy="101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1041" name="Text Box 51">
                  <a:extLst>
                    <a:ext uri="{FF2B5EF4-FFF2-40B4-BE49-F238E27FC236}">
                      <a16:creationId xmlns:a16="http://schemas.microsoft.com/office/drawing/2014/main" id="{0E1BE447-4968-47BC-A2C3-05DB99AB3D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08" y="4004"/>
                  <a:ext cx="679" cy="250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“0”</a:t>
                  </a: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重叠</a:t>
                  </a:r>
                </a:p>
              </p:txBody>
            </p:sp>
            <p:sp>
              <p:nvSpPr>
                <p:cNvPr id="41042" name="Text Box 52">
                  <a:extLst>
                    <a:ext uri="{FF2B5EF4-FFF2-40B4-BE49-F238E27FC236}">
                      <a16:creationId xmlns:a16="http://schemas.microsoft.com/office/drawing/2014/main" id="{E4659CE4-182C-4EC3-ACD5-D564DB664CF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167" y="3958"/>
                  <a:ext cx="690" cy="250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“0”</a:t>
                  </a:r>
                  <a:r>
                    <a:rPr kumimoji="1" lang="zh-CN" altLang="en-US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重叠</a:t>
                  </a:r>
                </a:p>
              </p:txBody>
            </p:sp>
          </p:grpSp>
        </p:grpSp>
        <p:sp>
          <p:nvSpPr>
            <p:cNvPr id="41032" name="Line 53">
              <a:extLst>
                <a:ext uri="{FF2B5EF4-FFF2-40B4-BE49-F238E27FC236}">
                  <a16:creationId xmlns:a16="http://schemas.microsoft.com/office/drawing/2014/main" id="{35C41090-9068-45AB-AC1C-B49F719AF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7" y="3930"/>
              <a:ext cx="36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33" name="Line 54">
              <a:extLst>
                <a:ext uri="{FF2B5EF4-FFF2-40B4-BE49-F238E27FC236}">
                  <a16:creationId xmlns:a16="http://schemas.microsoft.com/office/drawing/2014/main" id="{1AA5B947-D066-4367-ACB2-67C88163E9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91" y="3930"/>
              <a:ext cx="3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34" name="Line 55">
              <a:extLst>
                <a:ext uri="{FF2B5EF4-FFF2-40B4-BE49-F238E27FC236}">
                  <a16:creationId xmlns:a16="http://schemas.microsoft.com/office/drawing/2014/main" id="{7F5D2EF2-1CD8-41B2-B887-9A62B28E8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51" y="3930"/>
              <a:ext cx="35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35" name="Line 56">
              <a:extLst>
                <a:ext uri="{FF2B5EF4-FFF2-40B4-BE49-F238E27FC236}">
                  <a16:creationId xmlns:a16="http://schemas.microsoft.com/office/drawing/2014/main" id="{6589DC54-555F-4C9C-B907-C6EA1F95F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9" y="3930"/>
              <a:ext cx="329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3161" name="Group 57">
            <a:extLst>
              <a:ext uri="{FF2B5EF4-FFF2-40B4-BE49-F238E27FC236}">
                <a16:creationId xmlns:a16="http://schemas.microsoft.com/office/drawing/2014/main" id="{31B1EFD5-F92B-4010-9242-7D996FA76531}"/>
              </a:ext>
            </a:extLst>
          </p:cNvPr>
          <p:cNvGrpSpPr>
            <a:grpSpLocks/>
          </p:cNvGrpSpPr>
          <p:nvPr/>
        </p:nvGrpSpPr>
        <p:grpSpPr bwMode="auto">
          <a:xfrm>
            <a:off x="4681538" y="4497391"/>
            <a:ext cx="1504950" cy="998538"/>
            <a:chOff x="904" y="3500"/>
            <a:chExt cx="948" cy="629"/>
          </a:xfrm>
        </p:grpSpPr>
        <p:grpSp>
          <p:nvGrpSpPr>
            <p:cNvPr id="41026" name="Group 58">
              <a:extLst>
                <a:ext uri="{FF2B5EF4-FFF2-40B4-BE49-F238E27FC236}">
                  <a16:creationId xmlns:a16="http://schemas.microsoft.com/office/drawing/2014/main" id="{AE7F3306-A7FF-4FBA-814D-8FB5A118DB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4" y="3777"/>
              <a:ext cx="948" cy="352"/>
              <a:chOff x="2970" y="2823"/>
              <a:chExt cx="948" cy="352"/>
            </a:xfrm>
          </p:grpSpPr>
          <p:sp>
            <p:nvSpPr>
              <p:cNvPr id="41028" name="Line 59">
                <a:extLst>
                  <a:ext uri="{FF2B5EF4-FFF2-40B4-BE49-F238E27FC236}">
                    <a16:creationId xmlns:a16="http://schemas.microsoft.com/office/drawing/2014/main" id="{BF04A9EA-604C-4B10-9DB1-4CEF949A70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0" y="2833"/>
                <a:ext cx="305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29" name="Line 60">
                <a:extLst>
                  <a:ext uri="{FF2B5EF4-FFF2-40B4-BE49-F238E27FC236}">
                    <a16:creationId xmlns:a16="http://schemas.microsoft.com/office/drawing/2014/main" id="{69E60665-5B66-417F-AA69-BFA511F4F5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90" y="2823"/>
                <a:ext cx="305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30" name="Text Box 61">
                <a:extLst>
                  <a:ext uri="{FF2B5EF4-FFF2-40B4-BE49-F238E27FC236}">
                    <a16:creationId xmlns:a16="http://schemas.microsoft.com/office/drawing/2014/main" id="{F57C11B1-75B0-46D6-96B2-849CD9FF36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48" y="2848"/>
                <a:ext cx="870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pHL2</a:t>
                </a:r>
              </a:p>
            </p:txBody>
          </p:sp>
        </p:grpSp>
        <p:sp>
          <p:nvSpPr>
            <p:cNvPr id="41027" name="Line 62">
              <a:extLst>
                <a:ext uri="{FF2B5EF4-FFF2-40B4-BE49-F238E27FC236}">
                  <a16:creationId xmlns:a16="http://schemas.microsoft.com/office/drawing/2014/main" id="{9A01108F-DB7F-4EA7-B283-CCE34CC61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3" y="3500"/>
              <a:ext cx="0" cy="452"/>
            </a:xfrm>
            <a:prstGeom prst="line">
              <a:avLst/>
            </a:prstGeom>
            <a:noFill/>
            <a:ln w="25400">
              <a:solidFill>
                <a:srgbClr val="FF33CC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303167" name="Text Box 63">
            <a:extLst>
              <a:ext uri="{FF2B5EF4-FFF2-40B4-BE49-F238E27FC236}">
                <a16:creationId xmlns:a16="http://schemas.microsoft.com/office/drawing/2014/main" id="{DF481388-078F-4521-9856-F2DBC33C17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" y="4681538"/>
            <a:ext cx="2598738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“0”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重叠时间</a:t>
            </a:r>
          </a:p>
        </p:txBody>
      </p:sp>
      <p:sp>
        <p:nvSpPr>
          <p:cNvPr id="303168" name="Text Box 64">
            <a:extLst>
              <a:ext uri="{FF2B5EF4-FFF2-40B4-BE49-F238E27FC236}">
                <a16:creationId xmlns:a16="http://schemas.microsoft.com/office/drawing/2014/main" id="{E5EE643A-C0ED-45D9-A267-DAD5CE6DED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675" y="6234113"/>
            <a:ext cx="365760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t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sp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=t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skew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+t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pLH3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–t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pHL2</a:t>
            </a:r>
            <a:endParaRPr kumimoji="1" lang="en-US" altLang="zh-CN" sz="2800" b="1" i="0" u="none" strike="noStrike" kern="1200" cap="none" spc="0" normalizeH="0" baseline="-25000" noProof="0" dirty="0">
              <a:ln>
                <a:noFill/>
              </a:ln>
              <a:solidFill>
                <a:srgbClr val="1F08F8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303169" name="Text Box 65">
            <a:extLst>
              <a:ext uri="{FF2B5EF4-FFF2-40B4-BE49-F238E27FC236}">
                <a16:creationId xmlns:a16="http://schemas.microsoft.com/office/drawing/2014/main" id="{F1B1D1F9-BA9B-4545-9AFE-699E9E734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5718175"/>
            <a:ext cx="2760663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尖峰脉冲宽度</a:t>
            </a:r>
          </a:p>
        </p:txBody>
      </p:sp>
      <p:sp>
        <p:nvSpPr>
          <p:cNvPr id="303170" name="Text Box 66">
            <a:extLst>
              <a:ext uri="{FF2B5EF4-FFF2-40B4-BE49-F238E27FC236}">
                <a16:creationId xmlns:a16="http://schemas.microsoft.com/office/drawing/2014/main" id="{4514F853-B73C-4D74-BFBD-70DA7D45B7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" y="5164138"/>
            <a:ext cx="2563813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t</a:t>
            </a:r>
            <a:r>
              <a:rPr kumimoji="1" lang="en-US" altLang="zh-CN" sz="2800" b="1" i="0" u="none" strike="noStrike" kern="1200" cap="none" spc="0" normalizeH="0" baseline="-2500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o</a:t>
            </a:r>
            <a:r>
              <a:rPr kumimoji="1" lang="en-US" altLang="zh-CN" sz="2800" b="1" i="1" u="none" strike="noStrike" kern="1200" cap="none" spc="0" normalizeH="0" baseline="-2500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l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=t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pLH3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–t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pHL2</a:t>
            </a:r>
          </a:p>
        </p:txBody>
      </p:sp>
      <p:grpSp>
        <p:nvGrpSpPr>
          <p:cNvPr id="303204" name="Group 100">
            <a:extLst>
              <a:ext uri="{FF2B5EF4-FFF2-40B4-BE49-F238E27FC236}">
                <a16:creationId xmlns:a16="http://schemas.microsoft.com/office/drawing/2014/main" id="{84BD6347-D9F2-472C-8241-0B756C3499BE}"/>
              </a:ext>
            </a:extLst>
          </p:cNvPr>
          <p:cNvGrpSpPr>
            <a:grpSpLocks/>
          </p:cNvGrpSpPr>
          <p:nvPr/>
        </p:nvGrpSpPr>
        <p:grpSpPr bwMode="auto">
          <a:xfrm>
            <a:off x="238125" y="1597025"/>
            <a:ext cx="3411538" cy="3025775"/>
            <a:chOff x="150" y="1006"/>
            <a:chExt cx="2149" cy="1906"/>
          </a:xfrm>
        </p:grpSpPr>
        <p:grpSp>
          <p:nvGrpSpPr>
            <p:cNvPr id="40995" name="Group 69">
              <a:extLst>
                <a:ext uri="{FF2B5EF4-FFF2-40B4-BE49-F238E27FC236}">
                  <a16:creationId xmlns:a16="http://schemas.microsoft.com/office/drawing/2014/main" id="{93EB5D83-7821-4A2D-9444-34CDA69EB9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" y="1006"/>
              <a:ext cx="2149" cy="1906"/>
              <a:chOff x="150" y="1006"/>
              <a:chExt cx="2149" cy="1906"/>
            </a:xfrm>
          </p:grpSpPr>
          <p:grpSp>
            <p:nvGrpSpPr>
              <p:cNvPr id="41009" name="Group 70">
                <a:extLst>
                  <a:ext uri="{FF2B5EF4-FFF2-40B4-BE49-F238E27FC236}">
                    <a16:creationId xmlns:a16="http://schemas.microsoft.com/office/drawing/2014/main" id="{34E4BA97-F521-463A-B3E4-EFEB21E396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" y="1006"/>
                <a:ext cx="2149" cy="1906"/>
                <a:chOff x="150" y="1006"/>
                <a:chExt cx="2149" cy="1906"/>
              </a:xfrm>
            </p:grpSpPr>
            <p:pic>
              <p:nvPicPr>
                <p:cNvPr id="41014" name="Picture 71">
                  <a:extLst>
                    <a:ext uri="{FF2B5EF4-FFF2-40B4-BE49-F238E27FC236}">
                      <a16:creationId xmlns:a16="http://schemas.microsoft.com/office/drawing/2014/main" id="{BA0F0F7F-2CFD-4872-9F93-49DFCE4F637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0" y="1006"/>
                  <a:ext cx="1975" cy="190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1015" name="Rectangle 72">
                  <a:extLst>
                    <a:ext uri="{FF2B5EF4-FFF2-40B4-BE49-F238E27FC236}">
                      <a16:creationId xmlns:a16="http://schemas.microsoft.com/office/drawing/2014/main" id="{D9C7888B-D487-4992-8A61-6ECF4208D2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2" y="1100"/>
                  <a:ext cx="121" cy="1389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1016" name="Rectangle 73">
                  <a:extLst>
                    <a:ext uri="{FF2B5EF4-FFF2-40B4-BE49-F238E27FC236}">
                      <a16:creationId xmlns:a16="http://schemas.microsoft.com/office/drawing/2014/main" id="{41411F44-5665-41F6-8B12-9824A644A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7" y="1201"/>
                  <a:ext cx="128" cy="1513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1017" name="Group 74">
                  <a:extLst>
                    <a:ext uri="{FF2B5EF4-FFF2-40B4-BE49-F238E27FC236}">
                      <a16:creationId xmlns:a16="http://schemas.microsoft.com/office/drawing/2014/main" id="{B8156CD2-54DB-46E1-B6D9-B0449365E7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" y="1100"/>
                  <a:ext cx="185" cy="327"/>
                  <a:chOff x="207" y="1100"/>
                  <a:chExt cx="185" cy="327"/>
                </a:xfrm>
              </p:grpSpPr>
              <p:sp>
                <p:nvSpPr>
                  <p:cNvPr id="41024" name="Text Box 75">
                    <a:extLst>
                      <a:ext uri="{FF2B5EF4-FFF2-40B4-BE49-F238E27FC236}">
                        <a16:creationId xmlns:a16="http://schemas.microsoft.com/office/drawing/2014/main" id="{1737EEE7-F6B7-4065-AAD1-01FDF3DEE11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07" y="1100"/>
                    <a:ext cx="185" cy="327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E</a:t>
                    </a:r>
                  </a:p>
                </p:txBody>
              </p:sp>
              <p:sp>
                <p:nvSpPr>
                  <p:cNvPr id="41025" name="Line 76">
                    <a:extLst>
                      <a:ext uri="{FF2B5EF4-FFF2-40B4-BE49-F238E27FC236}">
                        <a16:creationId xmlns:a16="http://schemas.microsoft.com/office/drawing/2014/main" id="{3F51B457-CF4B-47B3-BB7C-843750A5FE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8" y="1159"/>
                    <a:ext cx="134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1018" name="Text Box 77">
                  <a:extLst>
                    <a:ext uri="{FF2B5EF4-FFF2-40B4-BE49-F238E27FC236}">
                      <a16:creationId xmlns:a16="http://schemas.microsoft.com/office/drawing/2014/main" id="{32E02F61-E9F7-4418-847B-A404696C57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6" y="2084"/>
                  <a:ext cx="206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</a:p>
              </p:txBody>
            </p:sp>
            <p:sp>
              <p:nvSpPr>
                <p:cNvPr id="41019" name="Text Box 78">
                  <a:extLst>
                    <a:ext uri="{FF2B5EF4-FFF2-40B4-BE49-F238E27FC236}">
                      <a16:creationId xmlns:a16="http://schemas.microsoft.com/office/drawing/2014/main" id="{746767B9-3F36-448F-B6B8-6E58969707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7" y="1156"/>
                  <a:ext cx="403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1020" name="Text Box 79">
                  <a:extLst>
                    <a:ext uri="{FF2B5EF4-FFF2-40B4-BE49-F238E27FC236}">
                      <a16:creationId xmlns:a16="http://schemas.microsoft.com/office/drawing/2014/main" id="{89FA2227-8B4B-4B2E-AB28-7BA44A5731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17" y="1608"/>
                  <a:ext cx="482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41021" name="Text Box 80">
                  <a:extLst>
                    <a:ext uri="{FF2B5EF4-FFF2-40B4-BE49-F238E27FC236}">
                      <a16:creationId xmlns:a16="http://schemas.microsoft.com/office/drawing/2014/main" id="{41B5FA96-7020-4489-9789-2B263A9A3C4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02" y="2015"/>
                  <a:ext cx="404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41022" name="Text Box 81">
                  <a:extLst>
                    <a:ext uri="{FF2B5EF4-FFF2-40B4-BE49-F238E27FC236}">
                      <a16:creationId xmlns:a16="http://schemas.microsoft.com/office/drawing/2014/main" id="{04BA018A-0F5F-41F2-B62E-3E737C752B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19" y="2466"/>
                  <a:ext cx="380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41023" name="Text Box 82">
                  <a:extLst>
                    <a:ext uri="{FF2B5EF4-FFF2-40B4-BE49-F238E27FC236}">
                      <a16:creationId xmlns:a16="http://schemas.microsoft.com/office/drawing/2014/main" id="{63DC7F22-0310-4BB1-B269-2826B3C790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3" y="1585"/>
                  <a:ext cx="207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B</a:t>
                  </a:r>
                </a:p>
              </p:txBody>
            </p:sp>
          </p:grpSp>
          <p:sp>
            <p:nvSpPr>
              <p:cNvPr id="41011" name="Line 84">
                <a:extLst>
                  <a:ext uri="{FF2B5EF4-FFF2-40B4-BE49-F238E27FC236}">
                    <a16:creationId xmlns:a16="http://schemas.microsoft.com/office/drawing/2014/main" id="{11D8978D-6A64-465A-B9BA-CE1E7A86FC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2" y="1828"/>
                <a:ext cx="3" cy="321"/>
              </a:xfrm>
              <a:prstGeom prst="line">
                <a:avLst/>
              </a:prstGeom>
              <a:noFill/>
              <a:ln w="19050">
                <a:noFill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12" name="Line 85">
                <a:extLst>
                  <a:ext uri="{FF2B5EF4-FFF2-40B4-BE49-F238E27FC236}">
                    <a16:creationId xmlns:a16="http://schemas.microsoft.com/office/drawing/2014/main" id="{D860361E-50BE-47F9-9A9D-455DF87580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4" y="1828"/>
                <a:ext cx="3" cy="299"/>
              </a:xfrm>
              <a:prstGeom prst="line">
                <a:avLst/>
              </a:prstGeom>
              <a:noFill/>
              <a:ln w="19050">
                <a:noFill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1013" name="Oval 86">
                <a:extLst>
                  <a:ext uri="{FF2B5EF4-FFF2-40B4-BE49-F238E27FC236}">
                    <a16:creationId xmlns:a16="http://schemas.microsoft.com/office/drawing/2014/main" id="{806A12AC-4079-4839-B7CC-5E8FBD4E0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1983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38100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0996" name="Text Box 87">
              <a:extLst>
                <a:ext uri="{FF2B5EF4-FFF2-40B4-BE49-F238E27FC236}">
                  <a16:creationId xmlns:a16="http://schemas.microsoft.com/office/drawing/2014/main" id="{FD6A4DD2-EDF7-4A16-9596-1A8070CAA3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" y="1112"/>
              <a:ext cx="336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0997" name="Text Box 88">
              <a:extLst>
                <a:ext uri="{FF2B5EF4-FFF2-40B4-BE49-F238E27FC236}">
                  <a16:creationId xmlns:a16="http://schemas.microsoft.com/office/drawing/2014/main" id="{54646A13-C26A-405E-8FA0-868F6D4F8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" y="1608"/>
              <a:ext cx="336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0998" name="Text Box 89">
              <a:extLst>
                <a:ext uri="{FF2B5EF4-FFF2-40B4-BE49-F238E27FC236}">
                  <a16:creationId xmlns:a16="http://schemas.microsoft.com/office/drawing/2014/main" id="{3A217E63-EB46-499D-BD1A-40ED84CBE5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" y="2112"/>
              <a:ext cx="336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0999" name="Text Box 90">
              <a:extLst>
                <a:ext uri="{FF2B5EF4-FFF2-40B4-BE49-F238E27FC236}">
                  <a16:creationId xmlns:a16="http://schemas.microsoft.com/office/drawing/2014/main" id="{02D9565C-8090-4F4E-9468-8AEAF74B86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8" y="1616"/>
              <a:ext cx="336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1000" name="Text Box 91">
              <a:extLst>
                <a:ext uri="{FF2B5EF4-FFF2-40B4-BE49-F238E27FC236}">
                  <a16:creationId xmlns:a16="http://schemas.microsoft.com/office/drawing/2014/main" id="{4F465203-F161-4D4B-95C0-C644AF2D5D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8" y="2120"/>
              <a:ext cx="336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1001" name="Text Box 92">
              <a:extLst>
                <a:ext uri="{FF2B5EF4-FFF2-40B4-BE49-F238E27FC236}">
                  <a16:creationId xmlns:a16="http://schemas.microsoft.com/office/drawing/2014/main" id="{17FEB23A-7E3C-4E8F-B4BA-1B7A3BC71E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1184"/>
              <a:ext cx="336" cy="19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41002" name="Text Box 93">
              <a:extLst>
                <a:ext uri="{FF2B5EF4-FFF2-40B4-BE49-F238E27FC236}">
                  <a16:creationId xmlns:a16="http://schemas.microsoft.com/office/drawing/2014/main" id="{AF7B1136-C784-4661-9C7F-6E1F8AFE5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1632"/>
              <a:ext cx="336" cy="19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41003" name="Text Box 94">
              <a:extLst>
                <a:ext uri="{FF2B5EF4-FFF2-40B4-BE49-F238E27FC236}">
                  <a16:creationId xmlns:a16="http://schemas.microsoft.com/office/drawing/2014/main" id="{80DFAEEE-EE5C-477B-A0D5-69FEB46A7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2064"/>
              <a:ext cx="336" cy="19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41004" name="Text Box 95">
              <a:extLst>
                <a:ext uri="{FF2B5EF4-FFF2-40B4-BE49-F238E27FC236}">
                  <a16:creationId xmlns:a16="http://schemas.microsoft.com/office/drawing/2014/main" id="{19BBF408-BB10-47E9-A925-FE79510303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4" y="2488"/>
              <a:ext cx="336" cy="19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41005" name="Line 96">
              <a:extLst>
                <a:ext uri="{FF2B5EF4-FFF2-40B4-BE49-F238E27FC236}">
                  <a16:creationId xmlns:a16="http://schemas.microsoft.com/office/drawing/2014/main" id="{E14C7464-5524-4A8D-927A-59A313FC5E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1216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06" name="Line 97">
              <a:extLst>
                <a:ext uri="{FF2B5EF4-FFF2-40B4-BE49-F238E27FC236}">
                  <a16:creationId xmlns:a16="http://schemas.microsoft.com/office/drawing/2014/main" id="{19EA8E16-94D5-4699-BE2B-84B6DDCDA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1664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07" name="Line 98">
              <a:extLst>
                <a:ext uri="{FF2B5EF4-FFF2-40B4-BE49-F238E27FC236}">
                  <a16:creationId xmlns:a16="http://schemas.microsoft.com/office/drawing/2014/main" id="{6887B33B-C9E1-4FD0-81A7-48F6C5F9B4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2072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008" name="Line 99">
              <a:extLst>
                <a:ext uri="{FF2B5EF4-FFF2-40B4-BE49-F238E27FC236}">
                  <a16:creationId xmlns:a16="http://schemas.microsoft.com/office/drawing/2014/main" id="{685AD8F1-9F70-451E-991A-E4B759DD3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8" y="2520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3208" name="Group 104">
            <a:extLst>
              <a:ext uri="{FF2B5EF4-FFF2-40B4-BE49-F238E27FC236}">
                <a16:creationId xmlns:a16="http://schemas.microsoft.com/office/drawing/2014/main" id="{B2F0B6AB-D27E-4F6E-9794-79415CCC9130}"/>
              </a:ext>
            </a:extLst>
          </p:cNvPr>
          <p:cNvGrpSpPr>
            <a:grpSpLocks/>
          </p:cNvGrpSpPr>
          <p:nvPr/>
        </p:nvGrpSpPr>
        <p:grpSpPr bwMode="auto">
          <a:xfrm>
            <a:off x="3835400" y="3048000"/>
            <a:ext cx="2798763" cy="519113"/>
            <a:chOff x="2416" y="1920"/>
            <a:chExt cx="1763" cy="327"/>
          </a:xfrm>
        </p:grpSpPr>
        <p:grpSp>
          <p:nvGrpSpPr>
            <p:cNvPr id="40991" name="Group 26">
              <a:extLst>
                <a:ext uri="{FF2B5EF4-FFF2-40B4-BE49-F238E27FC236}">
                  <a16:creationId xmlns:a16="http://schemas.microsoft.com/office/drawing/2014/main" id="{E74F727B-5C2D-4A84-9C28-D9E251386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16" y="1920"/>
              <a:ext cx="1763" cy="327"/>
              <a:chOff x="2416" y="1920"/>
              <a:chExt cx="1763" cy="327"/>
            </a:xfrm>
          </p:grpSpPr>
          <p:sp>
            <p:nvSpPr>
              <p:cNvPr id="40993" name="Line 27">
                <a:extLst>
                  <a:ext uri="{FF2B5EF4-FFF2-40B4-BE49-F238E27FC236}">
                    <a16:creationId xmlns:a16="http://schemas.microsoft.com/office/drawing/2014/main" id="{61F002A1-E086-4A48-8F08-EADA58EDF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11" y="2157"/>
                <a:ext cx="146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994" name="Text Box 28">
                <a:extLst>
                  <a:ext uri="{FF2B5EF4-FFF2-40B4-BE49-F238E27FC236}">
                    <a16:creationId xmlns:a16="http://schemas.microsoft.com/office/drawing/2014/main" id="{7C383CCA-EC2C-4A1A-A9B0-DF3FC3F73D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6" y="1920"/>
                <a:ext cx="440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</p:grpSp>
        <p:sp>
          <p:nvSpPr>
            <p:cNvPr id="40992" name="Line 101">
              <a:extLst>
                <a:ext uri="{FF2B5EF4-FFF2-40B4-BE49-F238E27FC236}">
                  <a16:creationId xmlns:a16="http://schemas.microsoft.com/office/drawing/2014/main" id="{C291D54B-3BC5-4073-BA14-1550712D96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2" y="1960"/>
              <a:ext cx="144" cy="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3209" name="Group 105">
            <a:extLst>
              <a:ext uri="{FF2B5EF4-FFF2-40B4-BE49-F238E27FC236}">
                <a16:creationId xmlns:a16="http://schemas.microsoft.com/office/drawing/2014/main" id="{EDC02F23-F7EC-408D-BB48-8010D54E5AC7}"/>
              </a:ext>
            </a:extLst>
          </p:cNvPr>
          <p:cNvGrpSpPr>
            <a:grpSpLocks/>
          </p:cNvGrpSpPr>
          <p:nvPr/>
        </p:nvGrpSpPr>
        <p:grpSpPr bwMode="auto">
          <a:xfrm>
            <a:off x="3800475" y="4068763"/>
            <a:ext cx="2833688" cy="750887"/>
            <a:chOff x="2394" y="2563"/>
            <a:chExt cx="1785" cy="473"/>
          </a:xfrm>
        </p:grpSpPr>
        <p:grpSp>
          <p:nvGrpSpPr>
            <p:cNvPr id="40987" name="Group 15">
              <a:extLst>
                <a:ext uri="{FF2B5EF4-FFF2-40B4-BE49-F238E27FC236}">
                  <a16:creationId xmlns:a16="http://schemas.microsoft.com/office/drawing/2014/main" id="{349832CA-0E60-49B1-AEA5-AA5E56984C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4" y="2563"/>
              <a:ext cx="1785" cy="473"/>
              <a:chOff x="2394" y="2497"/>
              <a:chExt cx="1785" cy="473"/>
            </a:xfrm>
          </p:grpSpPr>
          <p:sp>
            <p:nvSpPr>
              <p:cNvPr id="40989" name="Freeform 16">
                <a:extLst>
                  <a:ext uri="{FF2B5EF4-FFF2-40B4-BE49-F238E27FC236}">
                    <a16:creationId xmlns:a16="http://schemas.microsoft.com/office/drawing/2014/main" id="{6523C0FB-E83D-4B5E-AC9A-B54D06BCA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711"/>
                <a:ext cx="1468" cy="259"/>
              </a:xfrm>
              <a:custGeom>
                <a:avLst/>
                <a:gdLst>
                  <a:gd name="T0" fmla="*/ 0 w 1468"/>
                  <a:gd name="T1" fmla="*/ 0 h 259"/>
                  <a:gd name="T2" fmla="*/ 768 w 1468"/>
                  <a:gd name="T3" fmla="*/ 0 h 259"/>
                  <a:gd name="T4" fmla="*/ 768 w 1468"/>
                  <a:gd name="T5" fmla="*/ 259 h 259"/>
                  <a:gd name="T6" fmla="*/ 1468 w 1468"/>
                  <a:gd name="T7" fmla="*/ 259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8" h="259">
                    <a:moveTo>
                      <a:pt x="0" y="0"/>
                    </a:moveTo>
                    <a:lnTo>
                      <a:pt x="768" y="0"/>
                    </a:lnTo>
                    <a:lnTo>
                      <a:pt x="768" y="259"/>
                    </a:lnTo>
                    <a:lnTo>
                      <a:pt x="1468" y="25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990" name="Text Box 17">
                <a:extLst>
                  <a:ext uri="{FF2B5EF4-FFF2-40B4-BE49-F238E27FC236}">
                    <a16:creationId xmlns:a16="http://schemas.microsoft.com/office/drawing/2014/main" id="{86CAD8E2-85D5-4CD9-AB18-35788F1C6F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94" y="2497"/>
                <a:ext cx="486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40988" name="Line 102">
              <a:extLst>
                <a:ext uri="{FF2B5EF4-FFF2-40B4-BE49-F238E27FC236}">
                  <a16:creationId xmlns:a16="http://schemas.microsoft.com/office/drawing/2014/main" id="{43217F37-3FCF-4B81-908F-FF5E5D2C09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6" y="2616"/>
              <a:ext cx="144" cy="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3210" name="Group 106">
            <a:extLst>
              <a:ext uri="{FF2B5EF4-FFF2-40B4-BE49-F238E27FC236}">
                <a16:creationId xmlns:a16="http://schemas.microsoft.com/office/drawing/2014/main" id="{F35BA001-91D2-409D-8B24-CAA4BFDD19A4}"/>
              </a:ext>
            </a:extLst>
          </p:cNvPr>
          <p:cNvGrpSpPr>
            <a:grpSpLocks/>
          </p:cNvGrpSpPr>
          <p:nvPr/>
        </p:nvGrpSpPr>
        <p:grpSpPr bwMode="auto">
          <a:xfrm>
            <a:off x="3783013" y="5268913"/>
            <a:ext cx="4321175" cy="590550"/>
            <a:chOff x="2383" y="3319"/>
            <a:chExt cx="2722" cy="372"/>
          </a:xfrm>
        </p:grpSpPr>
        <p:grpSp>
          <p:nvGrpSpPr>
            <p:cNvPr id="40983" name="Group 18">
              <a:extLst>
                <a:ext uri="{FF2B5EF4-FFF2-40B4-BE49-F238E27FC236}">
                  <a16:creationId xmlns:a16="http://schemas.microsoft.com/office/drawing/2014/main" id="{49A91337-A5EF-4841-A2E2-B5A93D441C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3" y="3319"/>
              <a:ext cx="2722" cy="372"/>
              <a:chOff x="2383" y="3253"/>
              <a:chExt cx="2722" cy="372"/>
            </a:xfrm>
          </p:grpSpPr>
          <p:sp>
            <p:nvSpPr>
              <p:cNvPr id="40985" name="Freeform 19">
                <a:extLst>
                  <a:ext uri="{FF2B5EF4-FFF2-40B4-BE49-F238E27FC236}">
                    <a16:creationId xmlns:a16="http://schemas.microsoft.com/office/drawing/2014/main" id="{D8E52074-9251-49C6-8F52-1699E1F8F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253"/>
                <a:ext cx="2394" cy="259"/>
              </a:xfrm>
              <a:custGeom>
                <a:avLst/>
                <a:gdLst>
                  <a:gd name="T0" fmla="*/ 0 w 2394"/>
                  <a:gd name="T1" fmla="*/ 259 h 259"/>
                  <a:gd name="T2" fmla="*/ 892 w 2394"/>
                  <a:gd name="T3" fmla="*/ 259 h 259"/>
                  <a:gd name="T4" fmla="*/ 892 w 2394"/>
                  <a:gd name="T5" fmla="*/ 0 h 259"/>
                  <a:gd name="T6" fmla="*/ 2394 w 2394"/>
                  <a:gd name="T7" fmla="*/ 0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94" h="259">
                    <a:moveTo>
                      <a:pt x="0" y="259"/>
                    </a:moveTo>
                    <a:lnTo>
                      <a:pt x="892" y="259"/>
                    </a:lnTo>
                    <a:lnTo>
                      <a:pt x="892" y="0"/>
                    </a:lnTo>
                    <a:lnTo>
                      <a:pt x="239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0986" name="Text Box 20">
                <a:extLst>
                  <a:ext uri="{FF2B5EF4-FFF2-40B4-BE49-F238E27FC236}">
                    <a16:creationId xmlns:a16="http://schemas.microsoft.com/office/drawing/2014/main" id="{562D6B61-3FAC-4E68-AF16-332BEA0429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" y="3298"/>
                <a:ext cx="610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</p:grpSp>
        <p:sp>
          <p:nvSpPr>
            <p:cNvPr id="40984" name="Line 103">
              <a:extLst>
                <a:ext uri="{FF2B5EF4-FFF2-40B4-BE49-F238E27FC236}">
                  <a16:creationId xmlns:a16="http://schemas.microsoft.com/office/drawing/2014/main" id="{DDC1E4F6-A283-422B-98D0-F11EA84E7B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0" y="3408"/>
              <a:ext cx="144" cy="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281146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3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3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03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2000"/>
                                        <p:tgtEl>
                                          <p:spTgt spid="303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03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03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303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03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303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2000"/>
                                        <p:tgtEl>
                                          <p:spTgt spid="303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03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303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03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303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03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03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303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8" dur="500"/>
                                        <p:tgtEl>
                                          <p:spTgt spid="303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303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303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03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03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303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303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303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03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106" grpId="0" autoUpdateAnimBg="0"/>
      <p:bldP spid="303107" grpId="0" autoUpdateAnimBg="0"/>
      <p:bldP spid="303167" grpId="0" animBg="1" autoUpdateAnimBg="0"/>
      <p:bldP spid="303168" grpId="0" animBg="1" autoUpdateAnimBg="0"/>
      <p:bldP spid="303169" grpId="0" animBg="1" autoUpdateAnimBg="0"/>
      <p:bldP spid="303170" grpId="0" animBg="1" autoUpdateAnimBg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170" name="Group 42">
            <a:extLst>
              <a:ext uri="{FF2B5EF4-FFF2-40B4-BE49-F238E27FC236}">
                <a16:creationId xmlns:a16="http://schemas.microsoft.com/office/drawing/2014/main" id="{F54BF1CE-2B5A-4EE6-9A12-138761A0725A}"/>
              </a:ext>
            </a:extLst>
          </p:cNvPr>
          <p:cNvGrpSpPr>
            <a:grpSpLocks/>
          </p:cNvGrpSpPr>
          <p:nvPr/>
        </p:nvGrpSpPr>
        <p:grpSpPr bwMode="auto">
          <a:xfrm>
            <a:off x="6435725" y="2219325"/>
            <a:ext cx="1355725" cy="519112"/>
            <a:chOff x="3794" y="1783"/>
            <a:chExt cx="854" cy="327"/>
          </a:xfrm>
        </p:grpSpPr>
        <p:sp>
          <p:nvSpPr>
            <p:cNvPr id="42077" name="Line 43">
              <a:extLst>
                <a:ext uri="{FF2B5EF4-FFF2-40B4-BE49-F238E27FC236}">
                  <a16:creationId xmlns:a16="http://schemas.microsoft.com/office/drawing/2014/main" id="{BD2C393A-AE79-4D95-8AC2-89B8932C2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70" y="1829"/>
              <a:ext cx="26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78" name="Line 44">
              <a:extLst>
                <a:ext uri="{FF2B5EF4-FFF2-40B4-BE49-F238E27FC236}">
                  <a16:creationId xmlns:a16="http://schemas.microsoft.com/office/drawing/2014/main" id="{57E75DB1-2658-4973-BE53-B807998F7E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4" y="1829"/>
              <a:ext cx="26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2079" name="Group 45">
              <a:extLst>
                <a:ext uri="{FF2B5EF4-FFF2-40B4-BE49-F238E27FC236}">
                  <a16:creationId xmlns:a16="http://schemas.microsoft.com/office/drawing/2014/main" id="{0281518C-AB8B-40A3-BBD5-45CE035D30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8" y="1783"/>
              <a:ext cx="610" cy="327"/>
              <a:chOff x="3215" y="3521"/>
              <a:chExt cx="610" cy="327"/>
            </a:xfrm>
          </p:grpSpPr>
          <p:sp>
            <p:nvSpPr>
              <p:cNvPr id="42080" name="Text Box 46">
                <a:extLst>
                  <a:ext uri="{FF2B5EF4-FFF2-40B4-BE49-F238E27FC236}">
                    <a16:creationId xmlns:a16="http://schemas.microsoft.com/office/drawing/2014/main" id="{CCC8022C-A935-4CF9-9702-C2A575244F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5" y="3521"/>
                <a:ext cx="610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800" b="1" i="0" u="none" strike="noStrike" kern="1200" cap="none" spc="0" normalizeH="0" baseline="-2500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hE</a:t>
                </a:r>
                <a:endPara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81" name="Line 47">
                <a:extLst>
                  <a:ext uri="{FF2B5EF4-FFF2-40B4-BE49-F238E27FC236}">
                    <a16:creationId xmlns:a16="http://schemas.microsoft.com/office/drawing/2014/main" id="{AF504498-1F20-4568-AA87-B2ED621FD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45" y="3671"/>
                <a:ext cx="67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sp>
        <p:nvSpPr>
          <p:cNvPr id="304130" name="Rectangle 2" descr="羊皮纸">
            <a:extLst>
              <a:ext uri="{FF2B5EF4-FFF2-40B4-BE49-F238E27FC236}">
                <a16:creationId xmlns:a16="http://schemas.microsoft.com/office/drawing/2014/main" id="{C8A77A11-78D9-4ED5-AAD3-A4CF308A2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750" y="5607050"/>
            <a:ext cx="5916613" cy="104616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38100">
            <a:solidFill>
              <a:schemeClr val="accent1">
                <a:lumMod val="40000"/>
                <a:lumOff val="60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4131" name="Rectangle 3">
            <a:extLst>
              <a:ext uri="{FF2B5EF4-FFF2-40B4-BE49-F238E27FC236}">
                <a16:creationId xmlns:a16="http://schemas.microsoft.com/office/drawing/2014/main" id="{B4C661AF-DE86-4619-9D15-DABF2A443D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19075" y="130175"/>
            <a:ext cx="5657850" cy="496888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用使能端</a:t>
            </a:r>
            <a:r>
              <a:rPr lang="en-US" altLang="zh-CN" sz="2800" b="1" dirty="0">
                <a:solidFill>
                  <a:srgbClr val="1F08F8"/>
                </a:solidFill>
              </a:rPr>
              <a:t>E</a:t>
            </a:r>
            <a:r>
              <a:rPr lang="zh-CN" altLang="en-US" sz="2800" b="1" dirty="0">
                <a:solidFill>
                  <a:srgbClr val="1F08F8"/>
                </a:solidFill>
              </a:rPr>
              <a:t>消除尖峰信号和零重叠</a:t>
            </a:r>
          </a:p>
        </p:txBody>
      </p:sp>
      <p:grpSp>
        <p:nvGrpSpPr>
          <p:cNvPr id="304150" name="Group 22">
            <a:extLst>
              <a:ext uri="{FF2B5EF4-FFF2-40B4-BE49-F238E27FC236}">
                <a16:creationId xmlns:a16="http://schemas.microsoft.com/office/drawing/2014/main" id="{C1ADB6E0-F91C-41C0-B3CA-CE8004CEF174}"/>
              </a:ext>
            </a:extLst>
          </p:cNvPr>
          <p:cNvGrpSpPr>
            <a:grpSpLocks/>
          </p:cNvGrpSpPr>
          <p:nvPr/>
        </p:nvGrpSpPr>
        <p:grpSpPr bwMode="auto">
          <a:xfrm>
            <a:off x="4197350" y="1149350"/>
            <a:ext cx="4178300" cy="665163"/>
            <a:chOff x="2473" y="1411"/>
            <a:chExt cx="2632" cy="419"/>
          </a:xfrm>
        </p:grpSpPr>
        <p:sp>
          <p:nvSpPr>
            <p:cNvPr id="42095" name="Freeform 23">
              <a:extLst>
                <a:ext uri="{FF2B5EF4-FFF2-40B4-BE49-F238E27FC236}">
                  <a16:creationId xmlns:a16="http://schemas.microsoft.com/office/drawing/2014/main" id="{92696280-5360-4EF6-A170-3F14DDB0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581"/>
              <a:ext cx="2394" cy="249"/>
            </a:xfrm>
            <a:custGeom>
              <a:avLst/>
              <a:gdLst>
                <a:gd name="T0" fmla="*/ 0 w 2394"/>
                <a:gd name="T1" fmla="*/ 0 h 249"/>
                <a:gd name="T2" fmla="*/ 564 w 2394"/>
                <a:gd name="T3" fmla="*/ 0 h 249"/>
                <a:gd name="T4" fmla="*/ 564 w 2394"/>
                <a:gd name="T5" fmla="*/ 249 h 249"/>
                <a:gd name="T6" fmla="*/ 2394 w 2394"/>
                <a:gd name="T7" fmla="*/ 249 h 2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94" h="249">
                  <a:moveTo>
                    <a:pt x="0" y="0"/>
                  </a:moveTo>
                  <a:lnTo>
                    <a:pt x="564" y="0"/>
                  </a:lnTo>
                  <a:lnTo>
                    <a:pt x="564" y="249"/>
                  </a:lnTo>
                  <a:lnTo>
                    <a:pt x="2394" y="24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96" name="Text Box 24">
              <a:extLst>
                <a:ext uri="{FF2B5EF4-FFF2-40B4-BE49-F238E27FC236}">
                  <a16:creationId xmlns:a16="http://schemas.microsoft.com/office/drawing/2014/main" id="{651756B7-E762-4A3D-880A-C959F8390B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3" y="1411"/>
              <a:ext cx="395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</p:grpSp>
      <p:grpSp>
        <p:nvGrpSpPr>
          <p:cNvPr id="304153" name="Group 25">
            <a:extLst>
              <a:ext uri="{FF2B5EF4-FFF2-40B4-BE49-F238E27FC236}">
                <a16:creationId xmlns:a16="http://schemas.microsoft.com/office/drawing/2014/main" id="{A6D7136F-CE33-4AF9-9165-CB4144C3A8A6}"/>
              </a:ext>
            </a:extLst>
          </p:cNvPr>
          <p:cNvGrpSpPr>
            <a:grpSpLocks/>
          </p:cNvGrpSpPr>
          <p:nvPr/>
        </p:nvGrpSpPr>
        <p:grpSpPr bwMode="auto">
          <a:xfrm>
            <a:off x="4178300" y="542925"/>
            <a:ext cx="4176713" cy="679450"/>
            <a:chOff x="2632" y="342"/>
            <a:chExt cx="2631" cy="428"/>
          </a:xfrm>
        </p:grpSpPr>
        <p:sp>
          <p:nvSpPr>
            <p:cNvPr id="42093" name="Freeform 26">
              <a:extLst>
                <a:ext uri="{FF2B5EF4-FFF2-40B4-BE49-F238E27FC236}">
                  <a16:creationId xmlns:a16="http://schemas.microsoft.com/office/drawing/2014/main" id="{9C06635E-42F4-49B2-A226-1B6FBFF11C6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69" y="511"/>
              <a:ext cx="2394" cy="259"/>
            </a:xfrm>
            <a:custGeom>
              <a:avLst/>
              <a:gdLst>
                <a:gd name="T0" fmla="*/ 0 w 2394"/>
                <a:gd name="T1" fmla="*/ 0 h 259"/>
                <a:gd name="T2" fmla="*/ 1468 w 2394"/>
                <a:gd name="T3" fmla="*/ 0 h 259"/>
                <a:gd name="T4" fmla="*/ 1468 w 2394"/>
                <a:gd name="T5" fmla="*/ 259 h 259"/>
                <a:gd name="T6" fmla="*/ 2394 w 2394"/>
                <a:gd name="T7" fmla="*/ 259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94" h="259">
                  <a:moveTo>
                    <a:pt x="0" y="0"/>
                  </a:moveTo>
                  <a:lnTo>
                    <a:pt x="1468" y="0"/>
                  </a:lnTo>
                  <a:lnTo>
                    <a:pt x="1468" y="259"/>
                  </a:lnTo>
                  <a:lnTo>
                    <a:pt x="2394" y="259"/>
                  </a:lnTo>
                </a:path>
              </a:pathLst>
            </a:custGeom>
            <a:noFill/>
            <a:ln w="38100" cap="flat" cmpd="sng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94" name="Text Box 27">
              <a:extLst>
                <a:ext uri="{FF2B5EF4-FFF2-40B4-BE49-F238E27FC236}">
                  <a16:creationId xmlns:a16="http://schemas.microsoft.com/office/drawing/2014/main" id="{AB62A183-94EF-4AE5-B394-85DB32136B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2" y="342"/>
              <a:ext cx="429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</p:grpSp>
      <p:grpSp>
        <p:nvGrpSpPr>
          <p:cNvPr id="304156" name="Group 28">
            <a:extLst>
              <a:ext uri="{FF2B5EF4-FFF2-40B4-BE49-F238E27FC236}">
                <a16:creationId xmlns:a16="http://schemas.microsoft.com/office/drawing/2014/main" id="{A6E5F448-E978-4C6F-BDC3-4918E38BBAEA}"/>
              </a:ext>
            </a:extLst>
          </p:cNvPr>
          <p:cNvGrpSpPr>
            <a:grpSpLocks/>
          </p:cNvGrpSpPr>
          <p:nvPr/>
        </p:nvGrpSpPr>
        <p:grpSpPr bwMode="auto">
          <a:xfrm>
            <a:off x="5432425" y="523875"/>
            <a:ext cx="1452563" cy="2671763"/>
            <a:chOff x="3422" y="330"/>
            <a:chExt cx="915" cy="1683"/>
          </a:xfrm>
        </p:grpSpPr>
        <p:sp>
          <p:nvSpPr>
            <p:cNvPr id="42089" name="Line 29">
              <a:extLst>
                <a:ext uri="{FF2B5EF4-FFF2-40B4-BE49-F238E27FC236}">
                  <a16:creationId xmlns:a16="http://schemas.microsoft.com/office/drawing/2014/main" id="{8C65572F-E201-4E23-87C6-5C2279FE7C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3" y="464"/>
              <a:ext cx="0" cy="1533"/>
            </a:xfrm>
            <a:prstGeom prst="line">
              <a:avLst/>
            </a:prstGeom>
            <a:noFill/>
            <a:ln w="12700">
              <a:solidFill>
                <a:srgbClr val="FF00FF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90" name="Line 30">
              <a:extLst>
                <a:ext uri="{FF2B5EF4-FFF2-40B4-BE49-F238E27FC236}">
                  <a16:creationId xmlns:a16="http://schemas.microsoft.com/office/drawing/2014/main" id="{891DDF23-666E-4965-BFD2-4136FB5500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7" y="429"/>
              <a:ext cx="0" cy="1584"/>
            </a:xfrm>
            <a:prstGeom prst="line">
              <a:avLst/>
            </a:prstGeom>
            <a:noFill/>
            <a:ln w="12700">
              <a:solidFill>
                <a:srgbClr val="FF00FF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91" name="Line 31">
              <a:extLst>
                <a:ext uri="{FF2B5EF4-FFF2-40B4-BE49-F238E27FC236}">
                  <a16:creationId xmlns:a16="http://schemas.microsoft.com/office/drawing/2014/main" id="{FC843914-4665-4249-A27C-0B5BFE070A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2" y="663"/>
              <a:ext cx="915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stealth" w="sm" len="lg"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92" name="Text Box 32">
              <a:extLst>
                <a:ext uri="{FF2B5EF4-FFF2-40B4-BE49-F238E27FC236}">
                  <a16:creationId xmlns:a16="http://schemas.microsoft.com/office/drawing/2014/main" id="{6E1EB0C4-846B-4ED6-87B9-806B60A572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5" y="330"/>
              <a:ext cx="65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t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skew</a:t>
              </a:r>
            </a:p>
          </p:txBody>
        </p:sp>
      </p:grpSp>
      <p:grpSp>
        <p:nvGrpSpPr>
          <p:cNvPr id="304161" name="Group 33">
            <a:extLst>
              <a:ext uri="{FF2B5EF4-FFF2-40B4-BE49-F238E27FC236}">
                <a16:creationId xmlns:a16="http://schemas.microsoft.com/office/drawing/2014/main" id="{ED49137F-CAA7-4982-842E-33A86722F1AF}"/>
              </a:ext>
            </a:extLst>
          </p:cNvPr>
          <p:cNvGrpSpPr>
            <a:grpSpLocks/>
          </p:cNvGrpSpPr>
          <p:nvPr/>
        </p:nvGrpSpPr>
        <p:grpSpPr bwMode="auto">
          <a:xfrm>
            <a:off x="4768850" y="2274888"/>
            <a:ext cx="1146175" cy="536575"/>
            <a:chOff x="2744" y="1818"/>
            <a:chExt cx="722" cy="338"/>
          </a:xfrm>
        </p:grpSpPr>
        <p:sp>
          <p:nvSpPr>
            <p:cNvPr id="42084" name="Line 34">
              <a:extLst>
                <a:ext uri="{FF2B5EF4-FFF2-40B4-BE49-F238E27FC236}">
                  <a16:creationId xmlns:a16="http://schemas.microsoft.com/office/drawing/2014/main" id="{64D137D8-0814-47B2-8A13-97ECB85281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4" y="1818"/>
              <a:ext cx="26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85" name="Line 35">
              <a:extLst>
                <a:ext uri="{FF2B5EF4-FFF2-40B4-BE49-F238E27FC236}">
                  <a16:creationId xmlns:a16="http://schemas.microsoft.com/office/drawing/2014/main" id="{58DEB1B4-19CE-4235-9594-1DF909B2A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5" y="1818"/>
              <a:ext cx="26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2086" name="Group 36">
              <a:extLst>
                <a:ext uri="{FF2B5EF4-FFF2-40B4-BE49-F238E27FC236}">
                  <a16:creationId xmlns:a16="http://schemas.microsoft.com/office/drawing/2014/main" id="{6FA8DAA6-447F-4767-B599-9BA62283D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58" y="1829"/>
              <a:ext cx="508" cy="327"/>
              <a:chOff x="892" y="3512"/>
              <a:chExt cx="508" cy="327"/>
            </a:xfrm>
          </p:grpSpPr>
          <p:sp>
            <p:nvSpPr>
              <p:cNvPr id="42087" name="Text Box 37">
                <a:extLst>
                  <a:ext uri="{FF2B5EF4-FFF2-40B4-BE49-F238E27FC236}">
                    <a16:creationId xmlns:a16="http://schemas.microsoft.com/office/drawing/2014/main" id="{005CA76B-54A2-4033-9452-88809F54A3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92" y="3512"/>
                <a:ext cx="508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800" b="1" i="0" u="none" strike="noStrike" kern="1200" cap="none" spc="0" normalizeH="0" baseline="-2500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suE</a:t>
                </a:r>
                <a:endPara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88" name="Line 38">
                <a:extLst>
                  <a:ext uri="{FF2B5EF4-FFF2-40B4-BE49-F238E27FC236}">
                    <a16:creationId xmlns:a16="http://schemas.microsoft.com/office/drawing/2014/main" id="{BF4A5BE7-6C8A-4A27-9820-0D0D58420C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63" y="3671"/>
                <a:ext cx="9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04167" name="Group 39">
            <a:extLst>
              <a:ext uri="{FF2B5EF4-FFF2-40B4-BE49-F238E27FC236}">
                <a16:creationId xmlns:a16="http://schemas.microsoft.com/office/drawing/2014/main" id="{52CC6415-05A4-485D-A6A8-84E512F3D993}"/>
              </a:ext>
            </a:extLst>
          </p:cNvPr>
          <p:cNvGrpSpPr>
            <a:grpSpLocks/>
          </p:cNvGrpSpPr>
          <p:nvPr/>
        </p:nvGrpSpPr>
        <p:grpSpPr bwMode="auto">
          <a:xfrm>
            <a:off x="3817938" y="4479925"/>
            <a:ext cx="2636837" cy="519113"/>
            <a:chOff x="327" y="3387"/>
            <a:chExt cx="1661" cy="327"/>
          </a:xfrm>
        </p:grpSpPr>
        <p:sp>
          <p:nvSpPr>
            <p:cNvPr id="42082" name="Text Box 40">
              <a:extLst>
                <a:ext uri="{FF2B5EF4-FFF2-40B4-BE49-F238E27FC236}">
                  <a16:creationId xmlns:a16="http://schemas.microsoft.com/office/drawing/2014/main" id="{06CAA2EE-7EAD-43F8-BD73-5FB987240F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" y="3387"/>
              <a:ext cx="166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t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suE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建立时间</a:t>
              </a:r>
            </a:p>
          </p:txBody>
        </p:sp>
        <p:sp>
          <p:nvSpPr>
            <p:cNvPr id="42083" name="Line 41">
              <a:extLst>
                <a:ext uri="{FF2B5EF4-FFF2-40B4-BE49-F238E27FC236}">
                  <a16:creationId xmlns:a16="http://schemas.microsoft.com/office/drawing/2014/main" id="{BD6BEC52-504C-40DB-83F2-BB881BBB3C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" y="3546"/>
              <a:ext cx="113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4176" name="Group 48">
            <a:extLst>
              <a:ext uri="{FF2B5EF4-FFF2-40B4-BE49-F238E27FC236}">
                <a16:creationId xmlns:a16="http://schemas.microsoft.com/office/drawing/2014/main" id="{65FF3F67-9AB1-461A-BCF4-6CA44C1F3023}"/>
              </a:ext>
            </a:extLst>
          </p:cNvPr>
          <p:cNvGrpSpPr>
            <a:grpSpLocks/>
          </p:cNvGrpSpPr>
          <p:nvPr/>
        </p:nvGrpSpPr>
        <p:grpSpPr bwMode="auto">
          <a:xfrm>
            <a:off x="6507163" y="4391025"/>
            <a:ext cx="2636837" cy="519113"/>
            <a:chOff x="327" y="3387"/>
            <a:chExt cx="1661" cy="327"/>
          </a:xfrm>
        </p:grpSpPr>
        <p:sp>
          <p:nvSpPr>
            <p:cNvPr id="42075" name="Text Box 49">
              <a:extLst>
                <a:ext uri="{FF2B5EF4-FFF2-40B4-BE49-F238E27FC236}">
                  <a16:creationId xmlns:a16="http://schemas.microsoft.com/office/drawing/2014/main" id="{0A648767-19C8-49AD-975E-5144A40E6B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" y="3387"/>
              <a:ext cx="1661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t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hE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保持时间</a:t>
              </a:r>
            </a:p>
          </p:txBody>
        </p:sp>
        <p:sp>
          <p:nvSpPr>
            <p:cNvPr id="42076" name="Line 50">
              <a:extLst>
                <a:ext uri="{FF2B5EF4-FFF2-40B4-BE49-F238E27FC236}">
                  <a16:creationId xmlns:a16="http://schemas.microsoft.com/office/drawing/2014/main" id="{2EB8148B-A642-446B-BC0B-83F11E7B4D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" y="3546"/>
              <a:ext cx="113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4182" name="Group 54">
            <a:extLst>
              <a:ext uri="{FF2B5EF4-FFF2-40B4-BE49-F238E27FC236}">
                <a16:creationId xmlns:a16="http://schemas.microsoft.com/office/drawing/2014/main" id="{4B509622-62D0-4BB9-9A6A-84F3D04C453F}"/>
              </a:ext>
            </a:extLst>
          </p:cNvPr>
          <p:cNvGrpSpPr>
            <a:grpSpLocks/>
          </p:cNvGrpSpPr>
          <p:nvPr/>
        </p:nvGrpSpPr>
        <p:grpSpPr bwMode="auto">
          <a:xfrm>
            <a:off x="4787900" y="2454275"/>
            <a:ext cx="1541463" cy="1236663"/>
            <a:chOff x="3016" y="1546"/>
            <a:chExt cx="971" cy="779"/>
          </a:xfrm>
        </p:grpSpPr>
        <p:sp>
          <p:nvSpPr>
            <p:cNvPr id="42068" name="Line 55">
              <a:extLst>
                <a:ext uri="{FF2B5EF4-FFF2-40B4-BE49-F238E27FC236}">
                  <a16:creationId xmlns:a16="http://schemas.microsoft.com/office/drawing/2014/main" id="{0F425E71-F9BE-49A2-BCD0-8B700C7371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3" y="1546"/>
              <a:ext cx="0" cy="7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69" name="Line 56">
              <a:extLst>
                <a:ext uri="{FF2B5EF4-FFF2-40B4-BE49-F238E27FC236}">
                  <a16:creationId xmlns:a16="http://schemas.microsoft.com/office/drawing/2014/main" id="{5D2631D9-93DD-4C7F-9397-0522505570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1546"/>
              <a:ext cx="0" cy="7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70" name="Line 57">
              <a:extLst>
                <a:ext uri="{FF2B5EF4-FFF2-40B4-BE49-F238E27FC236}">
                  <a16:creationId xmlns:a16="http://schemas.microsoft.com/office/drawing/2014/main" id="{E8718A79-F9D9-46FB-B4C4-15A26B9F26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6" y="1964"/>
              <a:ext cx="2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71" name="Line 58">
              <a:extLst>
                <a:ext uri="{FF2B5EF4-FFF2-40B4-BE49-F238E27FC236}">
                  <a16:creationId xmlns:a16="http://schemas.microsoft.com/office/drawing/2014/main" id="{F2F295FC-5C23-4A4E-B82D-E810A03F62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60" y="1953"/>
              <a:ext cx="2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2072" name="Group 59">
              <a:extLst>
                <a:ext uri="{FF2B5EF4-FFF2-40B4-BE49-F238E27FC236}">
                  <a16:creationId xmlns:a16="http://schemas.microsoft.com/office/drawing/2014/main" id="{46EB683B-8684-4779-9CAA-30E3643C6F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4" y="1998"/>
              <a:ext cx="893" cy="327"/>
              <a:chOff x="2225" y="3625"/>
              <a:chExt cx="893" cy="327"/>
            </a:xfrm>
          </p:grpSpPr>
          <p:sp>
            <p:nvSpPr>
              <p:cNvPr id="42073" name="Text Box 60">
                <a:extLst>
                  <a:ext uri="{FF2B5EF4-FFF2-40B4-BE49-F238E27FC236}">
                    <a16:creationId xmlns:a16="http://schemas.microsoft.com/office/drawing/2014/main" id="{18EDF0CC-0A2D-4831-A0C2-9633275987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25" y="3625"/>
                <a:ext cx="89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800" b="1" i="0" u="none" strike="noStrike" kern="1200" cap="none" spc="0" normalizeH="0" baseline="-2500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pLHE</a:t>
                </a:r>
                <a:r>
                  <a:rPr kumimoji="1" lang="en-US" altLang="zh-CN" sz="2800" b="1" i="0" u="none" strike="noStrike" kern="1200" cap="none" spc="0" normalizeH="0" baseline="-2500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Y</a:t>
                </a:r>
                <a:endPara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74" name="Line 61">
                <a:extLst>
                  <a:ext uri="{FF2B5EF4-FFF2-40B4-BE49-F238E27FC236}">
                    <a16:creationId xmlns:a16="http://schemas.microsoft.com/office/drawing/2014/main" id="{1B19FC50-ED04-4D10-8BB3-1FCA840A54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4" y="3772"/>
                <a:ext cx="6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04190" name="Group 62">
            <a:extLst>
              <a:ext uri="{FF2B5EF4-FFF2-40B4-BE49-F238E27FC236}">
                <a16:creationId xmlns:a16="http://schemas.microsoft.com/office/drawing/2014/main" id="{298F234E-7D2C-410B-A021-A984ED4AFAD9}"/>
              </a:ext>
            </a:extLst>
          </p:cNvPr>
          <p:cNvGrpSpPr>
            <a:grpSpLocks/>
          </p:cNvGrpSpPr>
          <p:nvPr/>
        </p:nvGrpSpPr>
        <p:grpSpPr bwMode="auto">
          <a:xfrm>
            <a:off x="6921500" y="2500313"/>
            <a:ext cx="1576388" cy="1919287"/>
            <a:chOff x="4360" y="1575"/>
            <a:chExt cx="993" cy="1209"/>
          </a:xfrm>
        </p:grpSpPr>
        <p:sp>
          <p:nvSpPr>
            <p:cNvPr id="42061" name="Line 63">
              <a:extLst>
                <a:ext uri="{FF2B5EF4-FFF2-40B4-BE49-F238E27FC236}">
                  <a16:creationId xmlns:a16="http://schemas.microsoft.com/office/drawing/2014/main" id="{ECE0E750-292D-42BB-9E70-6318910D85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3" y="1575"/>
              <a:ext cx="0" cy="120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62" name="Line 64">
              <a:extLst>
                <a:ext uri="{FF2B5EF4-FFF2-40B4-BE49-F238E27FC236}">
                  <a16:creationId xmlns:a16="http://schemas.microsoft.com/office/drawing/2014/main" id="{3AEABC4A-6A0B-45EA-BB3D-5A3879BD67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6" y="1575"/>
              <a:ext cx="0" cy="120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63" name="Line 65">
              <a:extLst>
                <a:ext uri="{FF2B5EF4-FFF2-40B4-BE49-F238E27FC236}">
                  <a16:creationId xmlns:a16="http://schemas.microsoft.com/office/drawing/2014/main" id="{8F505F48-80BD-4724-8C3E-7C0946A4F3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0" y="1959"/>
              <a:ext cx="29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64" name="Line 66">
              <a:extLst>
                <a:ext uri="{FF2B5EF4-FFF2-40B4-BE49-F238E27FC236}">
                  <a16:creationId xmlns:a16="http://schemas.microsoft.com/office/drawing/2014/main" id="{3C830004-10B8-4ECF-9D84-142A6E64C1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60" y="1970"/>
              <a:ext cx="29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2065" name="Group 67">
              <a:extLst>
                <a:ext uri="{FF2B5EF4-FFF2-40B4-BE49-F238E27FC236}">
                  <a16:creationId xmlns:a16="http://schemas.microsoft.com/office/drawing/2014/main" id="{38604F25-D466-4F81-929D-118A50578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1933"/>
              <a:ext cx="882" cy="327"/>
              <a:chOff x="181" y="3993"/>
              <a:chExt cx="882" cy="327"/>
            </a:xfrm>
          </p:grpSpPr>
          <p:sp>
            <p:nvSpPr>
              <p:cNvPr id="42066" name="Text Box 68">
                <a:extLst>
                  <a:ext uri="{FF2B5EF4-FFF2-40B4-BE49-F238E27FC236}">
                    <a16:creationId xmlns:a16="http://schemas.microsoft.com/office/drawing/2014/main" id="{6351DAD0-5BF1-431C-BC1A-98DAF504E4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" y="3993"/>
                <a:ext cx="882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800" b="1" i="0" u="none" strike="noStrike" kern="1200" cap="none" spc="0" normalizeH="0" baseline="-2500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pHLE</a:t>
                </a:r>
                <a:r>
                  <a:rPr kumimoji="1" lang="en-US" altLang="zh-CN" sz="2800" b="1" i="0" u="none" strike="noStrike" kern="1200" cap="none" spc="0" normalizeH="0" baseline="-25000" noProof="0" dirty="0" err="1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Y</a:t>
                </a:r>
                <a:endPara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42067" name="Line 69">
                <a:extLst>
                  <a:ext uri="{FF2B5EF4-FFF2-40B4-BE49-F238E27FC236}">
                    <a16:creationId xmlns:a16="http://schemas.microsoft.com/office/drawing/2014/main" id="{59D61EDD-A800-4D38-9B41-49B9C2004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0" y="4151"/>
                <a:ext cx="6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04198" name="Group 70">
            <a:extLst>
              <a:ext uri="{FF2B5EF4-FFF2-40B4-BE49-F238E27FC236}">
                <a16:creationId xmlns:a16="http://schemas.microsoft.com/office/drawing/2014/main" id="{540830D1-405E-42A1-AADF-B2D0D406889E}"/>
              </a:ext>
            </a:extLst>
          </p:cNvPr>
          <p:cNvGrpSpPr>
            <a:grpSpLocks/>
          </p:cNvGrpSpPr>
          <p:nvPr/>
        </p:nvGrpSpPr>
        <p:grpSpPr bwMode="auto">
          <a:xfrm>
            <a:off x="576263" y="4718050"/>
            <a:ext cx="8567737" cy="996950"/>
            <a:chOff x="182" y="3455"/>
            <a:chExt cx="5397" cy="628"/>
          </a:xfrm>
        </p:grpSpPr>
        <p:grpSp>
          <p:nvGrpSpPr>
            <p:cNvPr id="42054" name="Group 71">
              <a:extLst>
                <a:ext uri="{FF2B5EF4-FFF2-40B4-BE49-F238E27FC236}">
                  <a16:creationId xmlns:a16="http://schemas.microsoft.com/office/drawing/2014/main" id="{2418D4E7-5DD8-4F3C-A235-2868A90991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" y="3455"/>
              <a:ext cx="893" cy="327"/>
              <a:chOff x="192" y="3455"/>
              <a:chExt cx="893" cy="327"/>
            </a:xfrm>
          </p:grpSpPr>
          <p:sp>
            <p:nvSpPr>
              <p:cNvPr id="42059" name="Text Box 72">
                <a:extLst>
                  <a:ext uri="{FF2B5EF4-FFF2-40B4-BE49-F238E27FC236}">
                    <a16:creationId xmlns:a16="http://schemas.microsoft.com/office/drawing/2014/main" id="{AA52EBB0-6829-4B9A-B7FF-D18253001C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" y="3455"/>
                <a:ext cx="893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pLHE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Y</a:t>
                </a:r>
                <a:endPara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60" name="Line 73">
                <a:extLst>
                  <a:ext uri="{FF2B5EF4-FFF2-40B4-BE49-F238E27FC236}">
                    <a16:creationId xmlns:a16="http://schemas.microsoft.com/office/drawing/2014/main" id="{E434CC21-3D39-49A2-B9F0-EF1F34B4E0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1" y="3613"/>
                <a:ext cx="68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42055" name="Group 74">
              <a:extLst>
                <a:ext uri="{FF2B5EF4-FFF2-40B4-BE49-F238E27FC236}">
                  <a16:creationId xmlns:a16="http://schemas.microsoft.com/office/drawing/2014/main" id="{34B3A623-1917-4E00-96B3-25E0A755BA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" y="3756"/>
              <a:ext cx="882" cy="327"/>
              <a:chOff x="181" y="3993"/>
              <a:chExt cx="882" cy="327"/>
            </a:xfrm>
          </p:grpSpPr>
          <p:sp>
            <p:nvSpPr>
              <p:cNvPr id="42057" name="Text Box 75">
                <a:extLst>
                  <a:ext uri="{FF2B5EF4-FFF2-40B4-BE49-F238E27FC236}">
                    <a16:creationId xmlns:a16="http://schemas.microsoft.com/office/drawing/2014/main" id="{643389D5-B559-4F20-9A24-8740E41FA7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" y="3993"/>
                <a:ext cx="88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</a:t>
                </a:r>
                <a:r>
                  <a:rPr kumimoji="1" lang="en-US" altLang="zh-CN" sz="2800" b="1" i="0" u="none" strike="noStrike" kern="1200" cap="none" spc="0" normalizeH="0" baseline="-25000" noProof="0" dirty="0" err="1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pHLE</a:t>
                </a:r>
                <a:r>
                  <a:rPr kumimoji="1" lang="en-US" altLang="zh-CN" sz="2800" b="1" i="0" u="none" strike="noStrike" kern="1200" cap="none" spc="0" normalizeH="0" baseline="-25000" noProof="0" dirty="0" err="1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Y</a:t>
                </a:r>
                <a:endPara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42058" name="Line 76">
                <a:extLst>
                  <a:ext uri="{FF2B5EF4-FFF2-40B4-BE49-F238E27FC236}">
                    <a16:creationId xmlns:a16="http://schemas.microsoft.com/office/drawing/2014/main" id="{B7A96E5C-9ADF-4043-9FF1-2A4CE38367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0" y="4151"/>
                <a:ext cx="68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2056" name="Text Box 77">
              <a:extLst>
                <a:ext uri="{FF2B5EF4-FFF2-40B4-BE49-F238E27FC236}">
                  <a16:creationId xmlns:a16="http://schemas.microsoft.com/office/drawing/2014/main" id="{E738831E-7E62-4FA2-AB94-2858625FD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8" y="3659"/>
              <a:ext cx="463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—E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信号由输入到输出的延迟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(2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级门延迟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)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304206" name="Text Box 78">
            <a:extLst>
              <a:ext uri="{FF2B5EF4-FFF2-40B4-BE49-F238E27FC236}">
                <a16:creationId xmlns:a16="http://schemas.microsoft.com/office/drawing/2014/main" id="{324F0A33-27BF-4ECF-BB84-99E8F2FA92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9138" y="5643563"/>
            <a:ext cx="5953125" cy="94615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81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E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的正跳变可以和输入跳变同时到来，而    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t</a:t>
            </a:r>
            <a:r>
              <a:rPr kumimoji="1" lang="en-US" altLang="zh-CN" sz="2800" b="1" i="0" u="none" strike="noStrike" kern="1200" cap="none" spc="0" normalizeH="0" baseline="-25000" noProof="0" dirty="0" err="1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hE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t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pHLE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  <a:sym typeface="Symbol" panose="05050102010706020507" pitchFamily="18" charset="2"/>
              </a:rPr>
              <a:t>Y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≥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t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pHL3</a:t>
            </a:r>
          </a:p>
        </p:txBody>
      </p:sp>
      <p:grpSp>
        <p:nvGrpSpPr>
          <p:cNvPr id="304207" name="Group 79">
            <a:extLst>
              <a:ext uri="{FF2B5EF4-FFF2-40B4-BE49-F238E27FC236}">
                <a16:creationId xmlns:a16="http://schemas.microsoft.com/office/drawing/2014/main" id="{C19737D3-FC2D-4718-93C5-A73E2593EFD9}"/>
              </a:ext>
            </a:extLst>
          </p:cNvPr>
          <p:cNvGrpSpPr>
            <a:grpSpLocks/>
          </p:cNvGrpSpPr>
          <p:nvPr/>
        </p:nvGrpSpPr>
        <p:grpSpPr bwMode="auto">
          <a:xfrm>
            <a:off x="4157663" y="2114550"/>
            <a:ext cx="4205287" cy="554038"/>
            <a:chOff x="2619" y="1332"/>
            <a:chExt cx="2649" cy="349"/>
          </a:xfrm>
        </p:grpSpPr>
        <p:grpSp>
          <p:nvGrpSpPr>
            <p:cNvPr id="42050" name="Group 80">
              <a:extLst>
                <a:ext uri="{FF2B5EF4-FFF2-40B4-BE49-F238E27FC236}">
                  <a16:creationId xmlns:a16="http://schemas.microsoft.com/office/drawing/2014/main" id="{2C41F14F-F601-48F1-9510-0BF57907E9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9" y="1354"/>
              <a:ext cx="475" cy="327"/>
              <a:chOff x="1468" y="3750"/>
              <a:chExt cx="475" cy="327"/>
            </a:xfrm>
          </p:grpSpPr>
          <p:sp>
            <p:nvSpPr>
              <p:cNvPr id="42052" name="Text Box 81">
                <a:extLst>
                  <a:ext uri="{FF2B5EF4-FFF2-40B4-BE49-F238E27FC236}">
                    <a16:creationId xmlns:a16="http://schemas.microsoft.com/office/drawing/2014/main" id="{FC27BA79-924A-4927-8E14-89D5B1C6CE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68" y="3750"/>
                <a:ext cx="475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</a:t>
                </a:r>
              </a:p>
            </p:txBody>
          </p:sp>
          <p:sp>
            <p:nvSpPr>
              <p:cNvPr id="42053" name="Line 82">
                <a:extLst>
                  <a:ext uri="{FF2B5EF4-FFF2-40B4-BE49-F238E27FC236}">
                    <a16:creationId xmlns:a16="http://schemas.microsoft.com/office/drawing/2014/main" id="{D16A7841-0898-427B-A71A-8E869475F0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5" y="3795"/>
                <a:ext cx="1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2051" name="Freeform 83">
              <a:extLst>
                <a:ext uri="{FF2B5EF4-FFF2-40B4-BE49-F238E27FC236}">
                  <a16:creationId xmlns:a16="http://schemas.microsoft.com/office/drawing/2014/main" id="{6BC7C5DD-269C-4EED-BF40-DD54452C5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332"/>
              <a:ext cx="2394" cy="282"/>
            </a:xfrm>
            <a:custGeom>
              <a:avLst/>
              <a:gdLst>
                <a:gd name="T0" fmla="*/ 0 w 2394"/>
                <a:gd name="T1" fmla="*/ 276 h 282"/>
                <a:gd name="T2" fmla="*/ 390 w 2394"/>
                <a:gd name="T3" fmla="*/ 276 h 282"/>
                <a:gd name="T4" fmla="*/ 390 w 2394"/>
                <a:gd name="T5" fmla="*/ 0 h 282"/>
                <a:gd name="T6" fmla="*/ 1782 w 2394"/>
                <a:gd name="T7" fmla="*/ 0 h 282"/>
                <a:gd name="T8" fmla="*/ 1782 w 2394"/>
                <a:gd name="T9" fmla="*/ 282 h 282"/>
                <a:gd name="T10" fmla="*/ 2394 w 2394"/>
                <a:gd name="T11" fmla="*/ 282 h 2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4" h="282">
                  <a:moveTo>
                    <a:pt x="0" y="276"/>
                  </a:moveTo>
                  <a:lnTo>
                    <a:pt x="390" y="276"/>
                  </a:lnTo>
                  <a:lnTo>
                    <a:pt x="390" y="0"/>
                  </a:lnTo>
                  <a:lnTo>
                    <a:pt x="1782" y="0"/>
                  </a:lnTo>
                  <a:lnTo>
                    <a:pt x="1782" y="282"/>
                  </a:lnTo>
                  <a:lnTo>
                    <a:pt x="2394" y="28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4217" name="Group 89">
            <a:extLst>
              <a:ext uri="{FF2B5EF4-FFF2-40B4-BE49-F238E27FC236}">
                <a16:creationId xmlns:a16="http://schemas.microsoft.com/office/drawing/2014/main" id="{E1F94B19-0461-4107-A65C-84B05458C873}"/>
              </a:ext>
            </a:extLst>
          </p:cNvPr>
          <p:cNvGrpSpPr>
            <a:grpSpLocks/>
          </p:cNvGrpSpPr>
          <p:nvPr/>
        </p:nvGrpSpPr>
        <p:grpSpPr bwMode="auto">
          <a:xfrm>
            <a:off x="301625" y="657225"/>
            <a:ext cx="3411538" cy="3025775"/>
            <a:chOff x="150" y="1006"/>
            <a:chExt cx="2149" cy="1906"/>
          </a:xfrm>
        </p:grpSpPr>
        <p:grpSp>
          <p:nvGrpSpPr>
            <p:cNvPr id="42019" name="Group 90">
              <a:extLst>
                <a:ext uri="{FF2B5EF4-FFF2-40B4-BE49-F238E27FC236}">
                  <a16:creationId xmlns:a16="http://schemas.microsoft.com/office/drawing/2014/main" id="{40B2947D-C4E4-4AF7-A6C2-19ED17DFE9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" y="1006"/>
              <a:ext cx="2149" cy="1906"/>
              <a:chOff x="150" y="1006"/>
              <a:chExt cx="2149" cy="1906"/>
            </a:xfrm>
          </p:grpSpPr>
          <p:grpSp>
            <p:nvGrpSpPr>
              <p:cNvPr id="42033" name="Group 91">
                <a:extLst>
                  <a:ext uri="{FF2B5EF4-FFF2-40B4-BE49-F238E27FC236}">
                    <a16:creationId xmlns:a16="http://schemas.microsoft.com/office/drawing/2014/main" id="{5F27178F-7E5F-4F12-9639-8EDD49C9BD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" y="1006"/>
                <a:ext cx="2149" cy="1906"/>
                <a:chOff x="150" y="1006"/>
                <a:chExt cx="2149" cy="1906"/>
              </a:xfrm>
            </p:grpSpPr>
            <p:pic>
              <p:nvPicPr>
                <p:cNvPr id="42038" name="Picture 92">
                  <a:extLst>
                    <a:ext uri="{FF2B5EF4-FFF2-40B4-BE49-F238E27FC236}">
                      <a16:creationId xmlns:a16="http://schemas.microsoft.com/office/drawing/2014/main" id="{3B69082B-9F8E-4F21-974C-73F7AEB4D33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0" y="1006"/>
                  <a:ext cx="1975" cy="190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2039" name="Rectangle 93">
                  <a:extLst>
                    <a:ext uri="{FF2B5EF4-FFF2-40B4-BE49-F238E27FC236}">
                      <a16:creationId xmlns:a16="http://schemas.microsoft.com/office/drawing/2014/main" id="{E3270405-4442-4778-A316-A5A39881BA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2" y="1100"/>
                  <a:ext cx="121" cy="1389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2040" name="Rectangle 94">
                  <a:extLst>
                    <a:ext uri="{FF2B5EF4-FFF2-40B4-BE49-F238E27FC236}">
                      <a16:creationId xmlns:a16="http://schemas.microsoft.com/office/drawing/2014/main" id="{C3741EDB-101F-4396-B850-D44E973E34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7" y="1201"/>
                  <a:ext cx="128" cy="1513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42041" name="Group 95">
                  <a:extLst>
                    <a:ext uri="{FF2B5EF4-FFF2-40B4-BE49-F238E27FC236}">
                      <a16:creationId xmlns:a16="http://schemas.microsoft.com/office/drawing/2014/main" id="{F559F2F3-05E5-4A3F-8E29-88F24D04A8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" y="1100"/>
                  <a:ext cx="185" cy="327"/>
                  <a:chOff x="207" y="1100"/>
                  <a:chExt cx="185" cy="327"/>
                </a:xfrm>
              </p:grpSpPr>
              <p:sp>
                <p:nvSpPr>
                  <p:cNvPr id="42048" name="Text Box 96">
                    <a:extLst>
                      <a:ext uri="{FF2B5EF4-FFF2-40B4-BE49-F238E27FC236}">
                        <a16:creationId xmlns:a16="http://schemas.microsoft.com/office/drawing/2014/main" id="{2C8FAE54-D213-4082-BC22-E7B70CB1D0D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07" y="1100"/>
                    <a:ext cx="185" cy="327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38100">
                        <a:solidFill>
                          <a:schemeClr val="bg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E</a:t>
                    </a:r>
                  </a:p>
                </p:txBody>
              </p:sp>
              <p:sp>
                <p:nvSpPr>
                  <p:cNvPr id="42049" name="Line 97">
                    <a:extLst>
                      <a:ext uri="{FF2B5EF4-FFF2-40B4-BE49-F238E27FC236}">
                        <a16:creationId xmlns:a16="http://schemas.microsoft.com/office/drawing/2014/main" id="{A8393C97-91EA-45BA-95EF-19943324E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8" y="1159"/>
                    <a:ext cx="134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42042" name="Text Box 98">
                  <a:extLst>
                    <a:ext uri="{FF2B5EF4-FFF2-40B4-BE49-F238E27FC236}">
                      <a16:creationId xmlns:a16="http://schemas.microsoft.com/office/drawing/2014/main" id="{58D61764-0581-4B43-AC19-48FF6591437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6" y="2084"/>
                  <a:ext cx="206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</a:p>
              </p:txBody>
            </p:sp>
            <p:sp>
              <p:nvSpPr>
                <p:cNvPr id="42043" name="Text Box 99">
                  <a:extLst>
                    <a:ext uri="{FF2B5EF4-FFF2-40B4-BE49-F238E27FC236}">
                      <a16:creationId xmlns:a16="http://schemas.microsoft.com/office/drawing/2014/main" id="{E324F20B-2F02-4372-B593-FB163A1481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7" y="1156"/>
                  <a:ext cx="403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42044" name="Text Box 100">
                  <a:extLst>
                    <a:ext uri="{FF2B5EF4-FFF2-40B4-BE49-F238E27FC236}">
                      <a16:creationId xmlns:a16="http://schemas.microsoft.com/office/drawing/2014/main" id="{F7A77774-166E-4749-9A7B-00BE97C9AD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17" y="1608"/>
                  <a:ext cx="482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42045" name="Text Box 101">
                  <a:extLst>
                    <a:ext uri="{FF2B5EF4-FFF2-40B4-BE49-F238E27FC236}">
                      <a16:creationId xmlns:a16="http://schemas.microsoft.com/office/drawing/2014/main" id="{DD8B8980-62F5-446B-9F08-4FAEDA16B2A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02" y="2015"/>
                  <a:ext cx="404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42046" name="Text Box 102">
                  <a:extLst>
                    <a:ext uri="{FF2B5EF4-FFF2-40B4-BE49-F238E27FC236}">
                      <a16:creationId xmlns:a16="http://schemas.microsoft.com/office/drawing/2014/main" id="{DB05607E-CC71-46C2-9394-73805F7C83C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19" y="2466"/>
                  <a:ext cx="380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42047" name="Text Box 103">
                  <a:extLst>
                    <a:ext uri="{FF2B5EF4-FFF2-40B4-BE49-F238E27FC236}">
                      <a16:creationId xmlns:a16="http://schemas.microsoft.com/office/drawing/2014/main" id="{1349B6F3-E779-4662-8917-4BBA04F3003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3" y="1585"/>
                  <a:ext cx="207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B</a:t>
                  </a:r>
                </a:p>
              </p:txBody>
            </p:sp>
          </p:grpSp>
          <p:sp>
            <p:nvSpPr>
              <p:cNvPr id="42034" name="Rectangle 104">
                <a:extLst>
                  <a:ext uri="{FF2B5EF4-FFF2-40B4-BE49-F238E27FC236}">
                    <a16:creationId xmlns:a16="http://schemas.microsoft.com/office/drawing/2014/main" id="{98D0FD2F-7E5E-42BC-A20C-A5E0B595A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1927"/>
                <a:ext cx="89" cy="122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35" name="Line 105">
                <a:extLst>
                  <a:ext uri="{FF2B5EF4-FFF2-40B4-BE49-F238E27FC236}">
                    <a16:creationId xmlns:a16="http://schemas.microsoft.com/office/drawing/2014/main" id="{2C46386B-B6B5-432A-BA24-208C1DC96E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2" y="1828"/>
                <a:ext cx="3" cy="3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36" name="Line 106">
                <a:extLst>
                  <a:ext uri="{FF2B5EF4-FFF2-40B4-BE49-F238E27FC236}">
                    <a16:creationId xmlns:a16="http://schemas.microsoft.com/office/drawing/2014/main" id="{E022B2CA-3193-4DA6-A218-23B50890D1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4" y="1828"/>
                <a:ext cx="3" cy="29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37" name="Oval 107">
                <a:extLst>
                  <a:ext uri="{FF2B5EF4-FFF2-40B4-BE49-F238E27FC236}">
                    <a16:creationId xmlns:a16="http://schemas.microsoft.com/office/drawing/2014/main" id="{0A5B6CCC-1AA1-4E62-B738-CC6D00DB1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1983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2020" name="Text Box 108">
              <a:extLst>
                <a:ext uri="{FF2B5EF4-FFF2-40B4-BE49-F238E27FC236}">
                  <a16:creationId xmlns:a16="http://schemas.microsoft.com/office/drawing/2014/main" id="{BD09B8E8-071E-4BC0-B9C2-BAA9119EEC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" y="1112"/>
              <a:ext cx="33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2021" name="Text Box 109">
              <a:extLst>
                <a:ext uri="{FF2B5EF4-FFF2-40B4-BE49-F238E27FC236}">
                  <a16:creationId xmlns:a16="http://schemas.microsoft.com/office/drawing/2014/main" id="{FC2AB774-C51A-4031-806B-DC2E1BC9B9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" y="1608"/>
              <a:ext cx="33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2022" name="Text Box 110">
              <a:extLst>
                <a:ext uri="{FF2B5EF4-FFF2-40B4-BE49-F238E27FC236}">
                  <a16:creationId xmlns:a16="http://schemas.microsoft.com/office/drawing/2014/main" id="{AC32FCB0-3010-49C9-B7F8-175F9A26C0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" y="2112"/>
              <a:ext cx="33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2023" name="Text Box 111">
              <a:extLst>
                <a:ext uri="{FF2B5EF4-FFF2-40B4-BE49-F238E27FC236}">
                  <a16:creationId xmlns:a16="http://schemas.microsoft.com/office/drawing/2014/main" id="{52EE5EEA-74FA-4849-8AB9-ADDB82AB36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8" y="1616"/>
              <a:ext cx="33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2024" name="Text Box 112">
              <a:extLst>
                <a:ext uri="{FF2B5EF4-FFF2-40B4-BE49-F238E27FC236}">
                  <a16:creationId xmlns:a16="http://schemas.microsoft.com/office/drawing/2014/main" id="{2D8A8595-D19C-43CD-8DC5-CBF9602BAF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8" y="2120"/>
              <a:ext cx="336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2025" name="Text Box 113">
              <a:extLst>
                <a:ext uri="{FF2B5EF4-FFF2-40B4-BE49-F238E27FC236}">
                  <a16:creationId xmlns:a16="http://schemas.microsoft.com/office/drawing/2014/main" id="{4CF51D27-DE54-48DC-A76F-B3A2258E01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1184"/>
              <a:ext cx="33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42026" name="Text Box 114">
              <a:extLst>
                <a:ext uri="{FF2B5EF4-FFF2-40B4-BE49-F238E27FC236}">
                  <a16:creationId xmlns:a16="http://schemas.microsoft.com/office/drawing/2014/main" id="{0E1D9AAE-B24D-4B14-90ED-E3FC532F36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1632"/>
              <a:ext cx="33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42027" name="Text Box 115">
              <a:extLst>
                <a:ext uri="{FF2B5EF4-FFF2-40B4-BE49-F238E27FC236}">
                  <a16:creationId xmlns:a16="http://schemas.microsoft.com/office/drawing/2014/main" id="{ACF36C53-B6D0-48A0-8FE3-0501315F7F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2064"/>
              <a:ext cx="33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42028" name="Text Box 116">
              <a:extLst>
                <a:ext uri="{FF2B5EF4-FFF2-40B4-BE49-F238E27FC236}">
                  <a16:creationId xmlns:a16="http://schemas.microsoft.com/office/drawing/2014/main" id="{BC5DC525-5580-44C9-B7DA-F170839B50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4" y="2488"/>
              <a:ext cx="33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42029" name="Line 117">
              <a:extLst>
                <a:ext uri="{FF2B5EF4-FFF2-40B4-BE49-F238E27FC236}">
                  <a16:creationId xmlns:a16="http://schemas.microsoft.com/office/drawing/2014/main" id="{4B74BF49-018A-4541-B3D5-1FDE478A6F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1216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30" name="Line 118">
              <a:extLst>
                <a:ext uri="{FF2B5EF4-FFF2-40B4-BE49-F238E27FC236}">
                  <a16:creationId xmlns:a16="http://schemas.microsoft.com/office/drawing/2014/main" id="{FEC40B29-C0B1-4600-B653-627D08B77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1664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31" name="Line 119">
              <a:extLst>
                <a:ext uri="{FF2B5EF4-FFF2-40B4-BE49-F238E27FC236}">
                  <a16:creationId xmlns:a16="http://schemas.microsoft.com/office/drawing/2014/main" id="{7FD7F743-65CB-43D0-B54E-6C1D1A0862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" y="2072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32" name="Line 120">
              <a:extLst>
                <a:ext uri="{FF2B5EF4-FFF2-40B4-BE49-F238E27FC236}">
                  <a16:creationId xmlns:a16="http://schemas.microsoft.com/office/drawing/2014/main" id="{F693A27F-2074-43A8-8036-B8E2898C8F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8" y="2520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4251" name="Group 123">
            <a:extLst>
              <a:ext uri="{FF2B5EF4-FFF2-40B4-BE49-F238E27FC236}">
                <a16:creationId xmlns:a16="http://schemas.microsoft.com/office/drawing/2014/main" id="{1D689362-9458-462A-9C9A-6D12F31B0962}"/>
              </a:ext>
            </a:extLst>
          </p:cNvPr>
          <p:cNvGrpSpPr>
            <a:grpSpLocks/>
          </p:cNvGrpSpPr>
          <p:nvPr/>
        </p:nvGrpSpPr>
        <p:grpSpPr bwMode="auto">
          <a:xfrm>
            <a:off x="23813" y="3721100"/>
            <a:ext cx="3938588" cy="1146175"/>
            <a:chOff x="15" y="2344"/>
            <a:chExt cx="2481" cy="722"/>
          </a:xfrm>
        </p:grpSpPr>
        <p:grpSp>
          <p:nvGrpSpPr>
            <p:cNvPr id="42012" name="Group 17">
              <a:extLst>
                <a:ext uri="{FF2B5EF4-FFF2-40B4-BE49-F238E27FC236}">
                  <a16:creationId xmlns:a16="http://schemas.microsoft.com/office/drawing/2014/main" id="{D1AF091A-0624-4ED2-8A11-0C064867B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" y="2344"/>
              <a:ext cx="2481" cy="722"/>
              <a:chOff x="493" y="2880"/>
              <a:chExt cx="2481" cy="722"/>
            </a:xfrm>
          </p:grpSpPr>
          <p:sp>
            <p:nvSpPr>
              <p:cNvPr id="42015" name="Text Box 18">
                <a:extLst>
                  <a:ext uri="{FF2B5EF4-FFF2-40B4-BE49-F238E27FC236}">
                    <a16:creationId xmlns:a16="http://schemas.microsoft.com/office/drawing/2014/main" id="{1D9A0FF0-3654-4776-BB4B-864C51E470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3" y="3062"/>
                <a:ext cx="1344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AB=10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01</a:t>
                </a:r>
                <a:endPara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16" name="AutoShape 19">
                <a:extLst>
                  <a:ext uri="{FF2B5EF4-FFF2-40B4-BE49-F238E27FC236}">
                    <a16:creationId xmlns:a16="http://schemas.microsoft.com/office/drawing/2014/main" id="{C40E3DD2-B7D8-4951-A993-426429D8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983"/>
                <a:ext cx="158" cy="554"/>
              </a:xfrm>
              <a:prstGeom prst="leftBrace">
                <a:avLst>
                  <a:gd name="adj1" fmla="val 29219"/>
                  <a:gd name="adj2" fmla="val 50000"/>
                </a:avLst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17" name="Text Box 20">
                <a:extLst>
                  <a:ext uri="{FF2B5EF4-FFF2-40B4-BE49-F238E27FC236}">
                    <a16:creationId xmlns:a16="http://schemas.microsoft.com/office/drawing/2014/main" id="{C7142880-4373-4AC4-8051-992CC87BF7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89" y="2880"/>
                <a:ext cx="1085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=0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1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18" name="Text Box 21">
                <a:extLst>
                  <a:ext uri="{FF2B5EF4-FFF2-40B4-BE49-F238E27FC236}">
                    <a16:creationId xmlns:a16="http://schemas.microsoft.com/office/drawing/2014/main" id="{1B7207FD-96BF-4222-947B-8B8B9AA3A6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89" y="3275"/>
                <a:ext cx="1085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0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2013" name="Line 121">
              <a:extLst>
                <a:ext uri="{FF2B5EF4-FFF2-40B4-BE49-F238E27FC236}">
                  <a16:creationId xmlns:a16="http://schemas.microsoft.com/office/drawing/2014/main" id="{A1C3EC26-353F-4762-B8B7-917C16F2E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0" y="2400"/>
              <a:ext cx="144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014" name="Line 122">
              <a:extLst>
                <a:ext uri="{FF2B5EF4-FFF2-40B4-BE49-F238E27FC236}">
                  <a16:creationId xmlns:a16="http://schemas.microsoft.com/office/drawing/2014/main" id="{28C0324D-821D-46F5-95BA-750C030766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2" y="2800"/>
              <a:ext cx="144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4254" name="Group 126">
            <a:extLst>
              <a:ext uri="{FF2B5EF4-FFF2-40B4-BE49-F238E27FC236}">
                <a16:creationId xmlns:a16="http://schemas.microsoft.com/office/drawing/2014/main" id="{540F97BA-4720-4A5D-8D86-CD3D0C02B9C1}"/>
              </a:ext>
            </a:extLst>
          </p:cNvPr>
          <p:cNvGrpSpPr>
            <a:grpSpLocks/>
          </p:cNvGrpSpPr>
          <p:nvPr/>
        </p:nvGrpSpPr>
        <p:grpSpPr bwMode="auto">
          <a:xfrm>
            <a:off x="4087813" y="2867025"/>
            <a:ext cx="4267200" cy="555625"/>
            <a:chOff x="2575" y="1806"/>
            <a:chExt cx="2688" cy="350"/>
          </a:xfrm>
        </p:grpSpPr>
        <p:grpSp>
          <p:nvGrpSpPr>
            <p:cNvPr id="42008" name="Group 51">
              <a:extLst>
                <a:ext uri="{FF2B5EF4-FFF2-40B4-BE49-F238E27FC236}">
                  <a16:creationId xmlns:a16="http://schemas.microsoft.com/office/drawing/2014/main" id="{70078FBA-CFD9-4ABE-9CE0-55D1DA60F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5" y="1806"/>
              <a:ext cx="2688" cy="350"/>
              <a:chOff x="2315" y="2191"/>
              <a:chExt cx="2688" cy="350"/>
            </a:xfrm>
          </p:grpSpPr>
          <p:sp>
            <p:nvSpPr>
              <p:cNvPr id="42010" name="Freeform 52">
                <a:extLst>
                  <a:ext uri="{FF2B5EF4-FFF2-40B4-BE49-F238E27FC236}">
                    <a16:creationId xmlns:a16="http://schemas.microsoft.com/office/drawing/2014/main" id="{7B2AC113-B19A-479D-A813-39AB5DDE6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191"/>
                <a:ext cx="2383" cy="260"/>
              </a:xfrm>
              <a:custGeom>
                <a:avLst/>
                <a:gdLst>
                  <a:gd name="T0" fmla="*/ 0 w 2383"/>
                  <a:gd name="T1" fmla="*/ 260 h 260"/>
                  <a:gd name="T2" fmla="*/ 768 w 2383"/>
                  <a:gd name="T3" fmla="*/ 260 h 260"/>
                  <a:gd name="T4" fmla="*/ 768 w 2383"/>
                  <a:gd name="T5" fmla="*/ 0 h 260"/>
                  <a:gd name="T6" fmla="*/ 2383 w 2383"/>
                  <a:gd name="T7" fmla="*/ 0 h 2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83" h="260">
                    <a:moveTo>
                      <a:pt x="0" y="260"/>
                    </a:moveTo>
                    <a:lnTo>
                      <a:pt x="768" y="260"/>
                    </a:lnTo>
                    <a:lnTo>
                      <a:pt x="768" y="0"/>
                    </a:lnTo>
                    <a:lnTo>
                      <a:pt x="238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2011" name="Text Box 53">
                <a:extLst>
                  <a:ext uri="{FF2B5EF4-FFF2-40B4-BE49-F238E27FC236}">
                    <a16:creationId xmlns:a16="http://schemas.microsoft.com/office/drawing/2014/main" id="{36AECA80-8FE9-4B80-9C84-1F375E4EEB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5" y="2214"/>
                <a:ext cx="508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</p:grpSp>
        <p:sp>
          <p:nvSpPr>
            <p:cNvPr id="42009" name="Line 124">
              <a:extLst>
                <a:ext uri="{FF2B5EF4-FFF2-40B4-BE49-F238E27FC236}">
                  <a16:creationId xmlns:a16="http://schemas.microsoft.com/office/drawing/2014/main" id="{A6733178-3F69-4553-9716-6E69662173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6" y="1880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4255" name="Group 127">
            <a:extLst>
              <a:ext uri="{FF2B5EF4-FFF2-40B4-BE49-F238E27FC236}">
                <a16:creationId xmlns:a16="http://schemas.microsoft.com/office/drawing/2014/main" id="{0DB4A4AA-8158-4939-AD7F-DE83744BB0BB}"/>
              </a:ext>
            </a:extLst>
          </p:cNvPr>
          <p:cNvGrpSpPr>
            <a:grpSpLocks/>
          </p:cNvGrpSpPr>
          <p:nvPr/>
        </p:nvGrpSpPr>
        <p:grpSpPr bwMode="auto">
          <a:xfrm>
            <a:off x="4016375" y="3540125"/>
            <a:ext cx="4451350" cy="650875"/>
            <a:chOff x="2530" y="2230"/>
            <a:chExt cx="2804" cy="410"/>
          </a:xfrm>
        </p:grpSpPr>
        <p:grpSp>
          <p:nvGrpSpPr>
            <p:cNvPr id="42004" name="Group 84">
              <a:extLst>
                <a:ext uri="{FF2B5EF4-FFF2-40B4-BE49-F238E27FC236}">
                  <a16:creationId xmlns:a16="http://schemas.microsoft.com/office/drawing/2014/main" id="{79C068BE-89E6-4D73-81F7-D55A19B76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0" y="2230"/>
              <a:ext cx="2804" cy="410"/>
              <a:chOff x="2530" y="2230"/>
              <a:chExt cx="2804" cy="410"/>
            </a:xfrm>
          </p:grpSpPr>
          <p:sp>
            <p:nvSpPr>
              <p:cNvPr id="42006" name="Text Box 85">
                <a:extLst>
                  <a:ext uri="{FF2B5EF4-FFF2-40B4-BE49-F238E27FC236}">
                    <a16:creationId xmlns:a16="http://schemas.microsoft.com/office/drawing/2014/main" id="{CCEA0469-FC33-49B2-9A7B-0314E60853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30" y="2230"/>
                <a:ext cx="56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42007" name="Freeform 86">
                <a:extLst>
                  <a:ext uri="{FF2B5EF4-FFF2-40B4-BE49-F238E27FC236}">
                    <a16:creationId xmlns:a16="http://schemas.microsoft.com/office/drawing/2014/main" id="{B22354BC-51F1-49A0-BB2B-7F722E857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370"/>
                <a:ext cx="2442" cy="270"/>
              </a:xfrm>
              <a:custGeom>
                <a:avLst/>
                <a:gdLst>
                  <a:gd name="T0" fmla="*/ 0 w 2442"/>
                  <a:gd name="T1" fmla="*/ 0 h 270"/>
                  <a:gd name="T2" fmla="*/ 2148 w 2442"/>
                  <a:gd name="T3" fmla="*/ 0 h 270"/>
                  <a:gd name="T4" fmla="*/ 2148 w 2442"/>
                  <a:gd name="T5" fmla="*/ 270 h 270"/>
                  <a:gd name="T6" fmla="*/ 2442 w 2442"/>
                  <a:gd name="T7" fmla="*/ 270 h 2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42" h="270">
                    <a:moveTo>
                      <a:pt x="0" y="0"/>
                    </a:moveTo>
                    <a:lnTo>
                      <a:pt x="2148" y="0"/>
                    </a:lnTo>
                    <a:lnTo>
                      <a:pt x="2148" y="270"/>
                    </a:lnTo>
                    <a:lnTo>
                      <a:pt x="2442" y="27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2005" name="Line 125">
              <a:extLst>
                <a:ext uri="{FF2B5EF4-FFF2-40B4-BE49-F238E27FC236}">
                  <a16:creationId xmlns:a16="http://schemas.microsoft.com/office/drawing/2014/main" id="{AFBB1F5A-451E-4300-91B0-67F0FF83BC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0" y="2280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4359964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04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2000"/>
                                        <p:tgtEl>
                                          <p:spTgt spid="304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000"/>
                                        <p:tgtEl>
                                          <p:spTgt spid="304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04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04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304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04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2000"/>
                                        <p:tgtEl>
                                          <p:spTgt spid="304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304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2000"/>
                                        <p:tgtEl>
                                          <p:spTgt spid="304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04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04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04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4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04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304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304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304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89" dur="500"/>
                                        <p:tgtEl>
                                          <p:spTgt spid="304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3" dur="500"/>
                                        <p:tgtEl>
                                          <p:spTgt spid="304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4130" grpId="0" animBg="1"/>
      <p:bldP spid="304131" grpId="0" autoUpdateAnimBg="0"/>
      <p:bldP spid="304206" grpId="0" animBg="1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2">
            <a:extLst>
              <a:ext uri="{FF2B5EF4-FFF2-40B4-BE49-F238E27FC236}">
                <a16:creationId xmlns:a16="http://schemas.microsoft.com/office/drawing/2014/main" id="{3CE9B2CC-4608-4633-93F9-D3568BF9B5E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87313" y="447675"/>
            <a:ext cx="8759825" cy="442913"/>
          </a:xfrm>
        </p:spPr>
        <p:txBody>
          <a:bodyPr/>
          <a:lstStyle/>
          <a:p>
            <a:pPr algn="l" eaLnBrk="1" hangingPunct="1"/>
            <a:r>
              <a:rPr kumimoji="0" lang="zh-CN" altLang="en-US" sz="2800" b="1" dirty="0">
                <a:solidFill>
                  <a:srgbClr val="1F08F8"/>
                </a:solidFill>
              </a:rPr>
              <a:t>使用</a:t>
            </a:r>
            <a:r>
              <a:rPr kumimoji="0" lang="en-US" altLang="zh-CN" sz="2800" b="1" dirty="0">
                <a:solidFill>
                  <a:srgbClr val="1F08F8"/>
                </a:solidFill>
              </a:rPr>
              <a:t>E</a:t>
            </a:r>
            <a:r>
              <a:rPr kumimoji="0" lang="zh-CN" altLang="en-US" sz="2800" b="1" dirty="0">
                <a:solidFill>
                  <a:srgbClr val="1F08F8"/>
                </a:solidFill>
              </a:rPr>
              <a:t>来抑制零重叠和尖峰，译码器的输出波形变窄了</a:t>
            </a:r>
            <a:r>
              <a:rPr kumimoji="0" lang="en-US" altLang="zh-CN" sz="2800" b="1" dirty="0">
                <a:solidFill>
                  <a:srgbClr val="1F08F8"/>
                </a:solidFill>
              </a:rPr>
              <a:t>.</a:t>
            </a:r>
          </a:p>
        </p:txBody>
      </p:sp>
      <p:grpSp>
        <p:nvGrpSpPr>
          <p:cNvPr id="305213" name="Group 61">
            <a:extLst>
              <a:ext uri="{FF2B5EF4-FFF2-40B4-BE49-F238E27FC236}">
                <a16:creationId xmlns:a16="http://schemas.microsoft.com/office/drawing/2014/main" id="{88A7E07B-262C-4595-B59A-3EB21E6606F6}"/>
              </a:ext>
            </a:extLst>
          </p:cNvPr>
          <p:cNvGrpSpPr>
            <a:grpSpLocks/>
          </p:cNvGrpSpPr>
          <p:nvPr/>
        </p:nvGrpSpPr>
        <p:grpSpPr bwMode="auto">
          <a:xfrm>
            <a:off x="608013" y="1371600"/>
            <a:ext cx="3751262" cy="4078288"/>
            <a:chOff x="383" y="864"/>
            <a:chExt cx="2363" cy="2569"/>
          </a:xfrm>
        </p:grpSpPr>
        <p:grpSp>
          <p:nvGrpSpPr>
            <p:cNvPr id="43045" name="Group 3">
              <a:extLst>
                <a:ext uri="{FF2B5EF4-FFF2-40B4-BE49-F238E27FC236}">
                  <a16:creationId xmlns:a16="http://schemas.microsoft.com/office/drawing/2014/main" id="{E4AA83C4-56AB-4E8E-8BB6-8AD1A98FF2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3" y="864"/>
              <a:ext cx="2363" cy="2569"/>
              <a:chOff x="383" y="864"/>
              <a:chExt cx="2363" cy="2569"/>
            </a:xfrm>
          </p:grpSpPr>
          <p:graphicFrame>
            <p:nvGraphicFramePr>
              <p:cNvPr id="43050" name="Object 4">
                <a:extLst>
                  <a:ext uri="{FF2B5EF4-FFF2-40B4-BE49-F238E27FC236}">
                    <a16:creationId xmlns:a16="http://schemas.microsoft.com/office/drawing/2014/main" id="{6CA5AC74-5994-4ECD-B203-49F7ADB524A6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728" y="1301"/>
              <a:ext cx="1965" cy="20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4772" name="位图图像" r:id="rId3" imgW="2352381" imgH="2572109" progId="Paint.Picture">
                      <p:embed/>
                    </p:oleObj>
                  </mc:Choice>
                  <mc:Fallback>
                    <p:oleObj name="位图图像" r:id="rId3" imgW="2352381" imgH="2572109" progId="Paint.Picture">
                      <p:embed/>
                      <p:pic>
                        <p:nvPicPr>
                          <p:cNvPr id="43050" name="Object 4">
                            <a:extLst>
                              <a:ext uri="{FF2B5EF4-FFF2-40B4-BE49-F238E27FC236}">
                                <a16:creationId xmlns:a16="http://schemas.microsoft.com/office/drawing/2014/main" id="{6CA5AC74-5994-4ECD-B203-49F7ADB524A6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728" y="1301"/>
                            <a:ext cx="1965" cy="208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43051" name="Text Box 5">
                <a:extLst>
                  <a:ext uri="{FF2B5EF4-FFF2-40B4-BE49-F238E27FC236}">
                    <a16:creationId xmlns:a16="http://schemas.microsoft.com/office/drawing/2014/main" id="{A55CC40C-690D-463D-9728-53C7230C8F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61" y="3111"/>
                <a:ext cx="363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rPr>
                  <a:t>“</a:t>
                </a:r>
                <a:r>
                  <a:rPr kumimoji="0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0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rPr>
                  <a:t>”</a:t>
                </a:r>
                <a:endParaRPr kumimoji="0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52" name="Line 6">
                <a:extLst>
                  <a:ext uri="{FF2B5EF4-FFF2-40B4-BE49-F238E27FC236}">
                    <a16:creationId xmlns:a16="http://schemas.microsoft.com/office/drawing/2014/main" id="{768B4F46-A12C-4779-88AD-0F1B796A10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36" y="1528"/>
                <a:ext cx="0" cy="7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53" name="Line 7">
                <a:extLst>
                  <a:ext uri="{FF2B5EF4-FFF2-40B4-BE49-F238E27FC236}">
                    <a16:creationId xmlns:a16="http://schemas.microsoft.com/office/drawing/2014/main" id="{3559556E-9F9A-441D-B456-B4DC337ACA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8" y="1528"/>
                <a:ext cx="0" cy="104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54" name="Line 8">
                <a:extLst>
                  <a:ext uri="{FF2B5EF4-FFF2-40B4-BE49-F238E27FC236}">
                    <a16:creationId xmlns:a16="http://schemas.microsoft.com/office/drawing/2014/main" id="{C73CC6CB-445E-41EF-901D-C22D8E4436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99" y="1528"/>
                <a:ext cx="0" cy="136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55" name="Line 9">
                <a:extLst>
                  <a:ext uri="{FF2B5EF4-FFF2-40B4-BE49-F238E27FC236}">
                    <a16:creationId xmlns:a16="http://schemas.microsoft.com/office/drawing/2014/main" id="{15BFFAD0-DF99-4AF3-8CB1-8BA1BA5A1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98" y="1528"/>
                <a:ext cx="0" cy="136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56" name="Line 10">
                <a:extLst>
                  <a:ext uri="{FF2B5EF4-FFF2-40B4-BE49-F238E27FC236}">
                    <a16:creationId xmlns:a16="http://schemas.microsoft.com/office/drawing/2014/main" id="{F010D047-20A4-4089-BEAC-D69FED95D9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9" y="1528"/>
                <a:ext cx="0" cy="7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57" name="Line 11">
                <a:extLst>
                  <a:ext uri="{FF2B5EF4-FFF2-40B4-BE49-F238E27FC236}">
                    <a16:creationId xmlns:a16="http://schemas.microsoft.com/office/drawing/2014/main" id="{B5B65A08-2E9D-4C53-AD4B-DDA6016DF5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61" y="1528"/>
                <a:ext cx="0" cy="104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58" name="Line 12">
                <a:extLst>
                  <a:ext uri="{FF2B5EF4-FFF2-40B4-BE49-F238E27FC236}">
                    <a16:creationId xmlns:a16="http://schemas.microsoft.com/office/drawing/2014/main" id="{C74A6D51-3281-43F2-A611-65BC6D424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70" y="1528"/>
                <a:ext cx="0" cy="136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59" name="Line 13">
                <a:extLst>
                  <a:ext uri="{FF2B5EF4-FFF2-40B4-BE49-F238E27FC236}">
                    <a16:creationId xmlns:a16="http://schemas.microsoft.com/office/drawing/2014/main" id="{36CCB625-61CC-4EE0-9D35-38D170DF57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2" y="1528"/>
                <a:ext cx="0" cy="136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60" name="Rectangle 14">
                <a:extLst>
                  <a:ext uri="{FF2B5EF4-FFF2-40B4-BE49-F238E27FC236}">
                    <a16:creationId xmlns:a16="http://schemas.microsoft.com/office/drawing/2014/main" id="{67C32E07-EE8D-4112-BB14-6D27BF2F9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" y="1310"/>
                <a:ext cx="463" cy="2066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61" name="Text Box 15">
                <a:extLst>
                  <a:ext uri="{FF2B5EF4-FFF2-40B4-BE49-F238E27FC236}">
                    <a16:creationId xmlns:a16="http://schemas.microsoft.com/office/drawing/2014/main" id="{E6BB32C5-7A53-46B5-88A7-C788070E16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0" y="1276"/>
                <a:ext cx="35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43062" name="Text Box 16">
                <a:extLst>
                  <a:ext uri="{FF2B5EF4-FFF2-40B4-BE49-F238E27FC236}">
                    <a16:creationId xmlns:a16="http://schemas.microsoft.com/office/drawing/2014/main" id="{79B079BC-6684-42E1-81DF-49F1308753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9" y="1559"/>
                <a:ext cx="35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43063" name="Text Box 17">
                <a:extLst>
                  <a:ext uri="{FF2B5EF4-FFF2-40B4-BE49-F238E27FC236}">
                    <a16:creationId xmlns:a16="http://schemas.microsoft.com/office/drawing/2014/main" id="{71FDEB84-03C5-4085-B82E-2C1325ACE7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5" y="1853"/>
                <a:ext cx="45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3064" name="Text Box 18">
                <a:extLst>
                  <a:ext uri="{FF2B5EF4-FFF2-40B4-BE49-F238E27FC236}">
                    <a16:creationId xmlns:a16="http://schemas.microsoft.com/office/drawing/2014/main" id="{F52361B1-F01C-41EC-9A13-F435474FEE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5" y="2181"/>
                <a:ext cx="45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43065" name="Text Box 19">
                <a:extLst>
                  <a:ext uri="{FF2B5EF4-FFF2-40B4-BE49-F238E27FC236}">
                    <a16:creationId xmlns:a16="http://schemas.microsoft.com/office/drawing/2014/main" id="{5A5BEDD5-3139-42E2-ADED-4635580747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5" y="2452"/>
                <a:ext cx="45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43066" name="Text Box 20">
                <a:extLst>
                  <a:ext uri="{FF2B5EF4-FFF2-40B4-BE49-F238E27FC236}">
                    <a16:creationId xmlns:a16="http://schemas.microsoft.com/office/drawing/2014/main" id="{D907E8B5-76DB-44A3-B24A-274CA01835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" y="2768"/>
                <a:ext cx="45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43067" name="Text Box 21">
                <a:extLst>
                  <a:ext uri="{FF2B5EF4-FFF2-40B4-BE49-F238E27FC236}">
                    <a16:creationId xmlns:a16="http://schemas.microsoft.com/office/drawing/2014/main" id="{E3D37CBC-DD21-4FA7-AA25-FB39C373A3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9" y="3106"/>
                <a:ext cx="4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</a:t>
                </a:r>
              </a:p>
            </p:txBody>
          </p:sp>
          <p:sp>
            <p:nvSpPr>
              <p:cNvPr id="43068" name="Line 22">
                <a:extLst>
                  <a:ext uri="{FF2B5EF4-FFF2-40B4-BE49-F238E27FC236}">
                    <a16:creationId xmlns:a16="http://schemas.microsoft.com/office/drawing/2014/main" id="{B48D0CF2-6624-4A3E-973D-F6580E185F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3" y="3151"/>
                <a:ext cx="14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3069" name="Group 23">
                <a:extLst>
                  <a:ext uri="{FF2B5EF4-FFF2-40B4-BE49-F238E27FC236}">
                    <a16:creationId xmlns:a16="http://schemas.microsoft.com/office/drawing/2014/main" id="{4D0E3194-5FDA-411F-BF38-E058A8FD94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74" y="864"/>
                <a:ext cx="940" cy="327"/>
                <a:chOff x="1173" y="864"/>
                <a:chExt cx="940" cy="327"/>
              </a:xfrm>
            </p:grpSpPr>
            <p:sp>
              <p:nvSpPr>
                <p:cNvPr id="43071" name="Rectangle 24">
                  <a:extLst>
                    <a:ext uri="{FF2B5EF4-FFF2-40B4-BE49-F238E27FC236}">
                      <a16:creationId xmlns:a16="http://schemas.microsoft.com/office/drawing/2014/main" id="{5BC9EEEB-0DC2-4AD9-818C-DC9E8F2EE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3" y="864"/>
                  <a:ext cx="940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zh-CN" altLang="en-US" sz="28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不使用</a:t>
                  </a:r>
                  <a:r>
                    <a:rPr kumimoji="0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E</a:t>
                  </a:r>
                </a:p>
              </p:txBody>
            </p:sp>
            <p:sp>
              <p:nvSpPr>
                <p:cNvPr id="43072" name="Line 25">
                  <a:extLst>
                    <a:ext uri="{FF2B5EF4-FFF2-40B4-BE49-F238E27FC236}">
                      <a16:creationId xmlns:a16="http://schemas.microsoft.com/office/drawing/2014/main" id="{0BA71370-40E4-442B-B4D9-C44CA4AE0C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8" y="926"/>
                  <a:ext cx="13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3070" name="Text Box 26">
                <a:extLst>
                  <a:ext uri="{FF2B5EF4-FFF2-40B4-BE49-F238E27FC236}">
                    <a16:creationId xmlns:a16="http://schemas.microsoft.com/office/drawing/2014/main" id="{F77C9890-2BED-40D4-BD9E-6C14933341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95" y="3027"/>
                <a:ext cx="451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“0”</a:t>
                </a:r>
              </a:p>
            </p:txBody>
          </p:sp>
        </p:grpSp>
        <p:sp>
          <p:nvSpPr>
            <p:cNvPr id="43046" name="Line 57">
              <a:extLst>
                <a:ext uri="{FF2B5EF4-FFF2-40B4-BE49-F238E27FC236}">
                  <a16:creationId xmlns:a16="http://schemas.microsoft.com/office/drawing/2014/main" id="{F295AF70-4636-46E4-8A7C-D1D0997C5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" y="1904"/>
              <a:ext cx="11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47" name="Line 58">
              <a:extLst>
                <a:ext uri="{FF2B5EF4-FFF2-40B4-BE49-F238E27FC236}">
                  <a16:creationId xmlns:a16="http://schemas.microsoft.com/office/drawing/2014/main" id="{6E22E019-CCC6-49FE-AE0F-4D110E2247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" y="2240"/>
              <a:ext cx="11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48" name="Line 59">
              <a:extLst>
                <a:ext uri="{FF2B5EF4-FFF2-40B4-BE49-F238E27FC236}">
                  <a16:creationId xmlns:a16="http://schemas.microsoft.com/office/drawing/2014/main" id="{74A4F0E6-560E-4C4A-8DD1-C7F850989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" y="2504"/>
              <a:ext cx="11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49" name="Line 60">
              <a:extLst>
                <a:ext uri="{FF2B5EF4-FFF2-40B4-BE49-F238E27FC236}">
                  <a16:creationId xmlns:a16="http://schemas.microsoft.com/office/drawing/2014/main" id="{E5C79CDA-3FD3-4511-AEFA-AF7587DDF4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" y="2808"/>
              <a:ext cx="11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5218" name="Group 66">
            <a:extLst>
              <a:ext uri="{FF2B5EF4-FFF2-40B4-BE49-F238E27FC236}">
                <a16:creationId xmlns:a16="http://schemas.microsoft.com/office/drawing/2014/main" id="{FA5D6560-1CA1-4E8B-95C0-905E76D99725}"/>
              </a:ext>
            </a:extLst>
          </p:cNvPr>
          <p:cNvGrpSpPr>
            <a:grpSpLocks/>
          </p:cNvGrpSpPr>
          <p:nvPr/>
        </p:nvGrpSpPr>
        <p:grpSpPr bwMode="auto">
          <a:xfrm>
            <a:off x="5062538" y="1406525"/>
            <a:ext cx="3403600" cy="3970338"/>
            <a:chOff x="3189" y="886"/>
            <a:chExt cx="2144" cy="2501"/>
          </a:xfrm>
        </p:grpSpPr>
        <p:grpSp>
          <p:nvGrpSpPr>
            <p:cNvPr id="43013" name="Group 27">
              <a:extLst>
                <a:ext uri="{FF2B5EF4-FFF2-40B4-BE49-F238E27FC236}">
                  <a16:creationId xmlns:a16="http://schemas.microsoft.com/office/drawing/2014/main" id="{660F9FD1-536E-4519-8519-27D38D8F9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9" y="886"/>
              <a:ext cx="2144" cy="2501"/>
              <a:chOff x="3211" y="875"/>
              <a:chExt cx="2144" cy="2501"/>
            </a:xfrm>
          </p:grpSpPr>
          <p:graphicFrame>
            <p:nvGraphicFramePr>
              <p:cNvPr id="43018" name="Object 28">
                <a:extLst>
                  <a:ext uri="{FF2B5EF4-FFF2-40B4-BE49-F238E27FC236}">
                    <a16:creationId xmlns:a16="http://schemas.microsoft.com/office/drawing/2014/main" id="{D1AB1445-9EF0-4F36-80AC-7E5444085494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3211" y="1289"/>
              <a:ext cx="1914" cy="20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4773" name="位图图像" r:id="rId5" imgW="2314286" imgH="2647619" progId="Paint.Picture">
                      <p:embed/>
                    </p:oleObj>
                  </mc:Choice>
                  <mc:Fallback>
                    <p:oleObj name="位图图像" r:id="rId5" imgW="2314286" imgH="2647619" progId="Paint.Picture">
                      <p:embed/>
                      <p:pic>
                        <p:nvPicPr>
                          <p:cNvPr id="43018" name="Object 28">
                            <a:extLst>
                              <a:ext uri="{FF2B5EF4-FFF2-40B4-BE49-F238E27FC236}">
                                <a16:creationId xmlns:a16="http://schemas.microsoft.com/office/drawing/2014/main" id="{D1AB1445-9EF0-4F36-80AC-7E5444085494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211" y="1289"/>
                            <a:ext cx="1914" cy="208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43019" name="Line 29">
                <a:extLst>
                  <a:ext uri="{FF2B5EF4-FFF2-40B4-BE49-F238E27FC236}">
                    <a16:creationId xmlns:a16="http://schemas.microsoft.com/office/drawing/2014/main" id="{15D0F272-BE99-4081-A29C-B1760AC28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93" y="151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0" name="Line 30">
                <a:extLst>
                  <a:ext uri="{FF2B5EF4-FFF2-40B4-BE49-F238E27FC236}">
                    <a16:creationId xmlns:a16="http://schemas.microsoft.com/office/drawing/2014/main" id="{B3826453-2050-47DD-8E07-EC8775766E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74" y="151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1" name="Line 31">
                <a:extLst>
                  <a:ext uri="{FF2B5EF4-FFF2-40B4-BE49-F238E27FC236}">
                    <a16:creationId xmlns:a16="http://schemas.microsoft.com/office/drawing/2014/main" id="{D910F90A-0CC4-4706-9B60-8E93665921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6" y="151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2" name="Line 32">
                <a:extLst>
                  <a:ext uri="{FF2B5EF4-FFF2-40B4-BE49-F238E27FC236}">
                    <a16:creationId xmlns:a16="http://schemas.microsoft.com/office/drawing/2014/main" id="{2F01D5CB-0694-43CF-8BF5-126BF6075A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37" y="151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3" name="Line 33">
                <a:extLst>
                  <a:ext uri="{FF2B5EF4-FFF2-40B4-BE49-F238E27FC236}">
                    <a16:creationId xmlns:a16="http://schemas.microsoft.com/office/drawing/2014/main" id="{820D2ED4-B367-40CB-B365-8A22DA72B3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8" y="151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4" name="Line 34">
                <a:extLst>
                  <a:ext uri="{FF2B5EF4-FFF2-40B4-BE49-F238E27FC236}">
                    <a16:creationId xmlns:a16="http://schemas.microsoft.com/office/drawing/2014/main" id="{060E4EA6-7547-47E8-8E18-C6D0E8ED0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01" y="2106"/>
                <a:ext cx="0" cy="99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5" name="Line 35">
                <a:extLst>
                  <a:ext uri="{FF2B5EF4-FFF2-40B4-BE49-F238E27FC236}">
                    <a16:creationId xmlns:a16="http://schemas.microsoft.com/office/drawing/2014/main" id="{8FCEA762-63A1-47D4-A22F-0F933A3D9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2" y="2106"/>
                <a:ext cx="0" cy="99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6" name="Line 36">
                <a:extLst>
                  <a:ext uri="{FF2B5EF4-FFF2-40B4-BE49-F238E27FC236}">
                    <a16:creationId xmlns:a16="http://schemas.microsoft.com/office/drawing/2014/main" id="{7C738B3C-231A-4B31-9F51-1FB9D2284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10" y="2106"/>
                <a:ext cx="0" cy="7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7" name="Line 37">
                <a:extLst>
                  <a:ext uri="{FF2B5EF4-FFF2-40B4-BE49-F238E27FC236}">
                    <a16:creationId xmlns:a16="http://schemas.microsoft.com/office/drawing/2014/main" id="{40FEE655-E49A-4F5A-9811-872F0C467C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19" y="2106"/>
                <a:ext cx="0" cy="7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8" name="Line 38">
                <a:extLst>
                  <a:ext uri="{FF2B5EF4-FFF2-40B4-BE49-F238E27FC236}">
                    <a16:creationId xmlns:a16="http://schemas.microsoft.com/office/drawing/2014/main" id="{F92ECC2D-F30D-417A-8340-1420EC6F69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29" y="210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29" name="Line 39">
                <a:extLst>
                  <a:ext uri="{FF2B5EF4-FFF2-40B4-BE49-F238E27FC236}">
                    <a16:creationId xmlns:a16="http://schemas.microsoft.com/office/drawing/2014/main" id="{511C6C5D-70A5-4310-A0D8-C06DA21C6D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38" y="210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30" name="Line 40">
                <a:extLst>
                  <a:ext uri="{FF2B5EF4-FFF2-40B4-BE49-F238E27FC236}">
                    <a16:creationId xmlns:a16="http://schemas.microsoft.com/office/drawing/2014/main" id="{A4D7D002-24AE-4072-AA78-DC107DE957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47" y="2106"/>
                <a:ext cx="0" cy="1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31" name="Line 41">
                <a:extLst>
                  <a:ext uri="{FF2B5EF4-FFF2-40B4-BE49-F238E27FC236}">
                    <a16:creationId xmlns:a16="http://schemas.microsoft.com/office/drawing/2014/main" id="{14E800E6-7CA3-4B2A-BCBD-A10105D034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57" y="2106"/>
                <a:ext cx="0" cy="1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32" name="Line 42">
                <a:extLst>
                  <a:ext uri="{FF2B5EF4-FFF2-40B4-BE49-F238E27FC236}">
                    <a16:creationId xmlns:a16="http://schemas.microsoft.com/office/drawing/2014/main" id="{C0E262B6-CECC-4F92-8E97-F248D3AEA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57" y="151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lg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43033" name="Group 43">
                <a:extLst>
                  <a:ext uri="{FF2B5EF4-FFF2-40B4-BE49-F238E27FC236}">
                    <a16:creationId xmlns:a16="http://schemas.microsoft.com/office/drawing/2014/main" id="{9B80F8EB-EEC7-4FE9-86D3-047F27D432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71" y="875"/>
                <a:ext cx="940" cy="327"/>
                <a:chOff x="3771" y="875"/>
                <a:chExt cx="940" cy="327"/>
              </a:xfrm>
            </p:grpSpPr>
            <p:sp>
              <p:nvSpPr>
                <p:cNvPr id="43043" name="Rectangle 44">
                  <a:extLst>
                    <a:ext uri="{FF2B5EF4-FFF2-40B4-BE49-F238E27FC236}">
                      <a16:creationId xmlns:a16="http://schemas.microsoft.com/office/drawing/2014/main" id="{A7DBDED1-0160-4B68-8D3E-F3D44C3025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71" y="875"/>
                  <a:ext cx="940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使用</a:t>
                  </a:r>
                  <a:r>
                    <a:rPr kumimoji="0" lang="en-US" altLang="zh-CN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E</a:t>
                  </a:r>
                </a:p>
              </p:txBody>
            </p:sp>
            <p:sp>
              <p:nvSpPr>
                <p:cNvPr id="43044" name="Line 45">
                  <a:extLst>
                    <a:ext uri="{FF2B5EF4-FFF2-40B4-BE49-F238E27FC236}">
                      <a16:creationId xmlns:a16="http://schemas.microsoft.com/office/drawing/2014/main" id="{C7EE766C-CF83-4E89-B94B-718365C016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86" y="937"/>
                  <a:ext cx="13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3034" name="Rectangle 46">
                <a:extLst>
                  <a:ext uri="{FF2B5EF4-FFF2-40B4-BE49-F238E27FC236}">
                    <a16:creationId xmlns:a16="http://schemas.microsoft.com/office/drawing/2014/main" id="{EF4DD468-C0B3-4507-85E8-7A1BCF785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299"/>
                <a:ext cx="441" cy="2067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35" name="Text Box 47">
                <a:extLst>
                  <a:ext uri="{FF2B5EF4-FFF2-40B4-BE49-F238E27FC236}">
                    <a16:creationId xmlns:a16="http://schemas.microsoft.com/office/drawing/2014/main" id="{3B47663C-1E52-41E9-91F7-EA99CD85FA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7" y="1253"/>
                <a:ext cx="35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43036" name="Text Box 48">
                <a:extLst>
                  <a:ext uri="{FF2B5EF4-FFF2-40B4-BE49-F238E27FC236}">
                    <a16:creationId xmlns:a16="http://schemas.microsoft.com/office/drawing/2014/main" id="{0E976346-74BC-4F63-8D62-53ACB44CDE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80" y="1593"/>
                <a:ext cx="35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43037" name="Text Box 49">
                <a:extLst>
                  <a:ext uri="{FF2B5EF4-FFF2-40B4-BE49-F238E27FC236}">
                    <a16:creationId xmlns:a16="http://schemas.microsoft.com/office/drawing/2014/main" id="{84BA3C82-79BB-48A0-94F8-691D9E9E7C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3" y="1886"/>
                <a:ext cx="44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</a:t>
                </a:r>
              </a:p>
            </p:txBody>
          </p:sp>
          <p:sp>
            <p:nvSpPr>
              <p:cNvPr id="43038" name="Line 50">
                <a:extLst>
                  <a:ext uri="{FF2B5EF4-FFF2-40B4-BE49-F238E27FC236}">
                    <a16:creationId xmlns:a16="http://schemas.microsoft.com/office/drawing/2014/main" id="{0AE0F422-FA9B-4CB3-845D-59AD02A093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37" y="1931"/>
                <a:ext cx="14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3039" name="Text Box 51">
                <a:extLst>
                  <a:ext uri="{FF2B5EF4-FFF2-40B4-BE49-F238E27FC236}">
                    <a16:creationId xmlns:a16="http://schemas.microsoft.com/office/drawing/2014/main" id="{6BC2C305-30D9-4438-9869-8F4ECE4211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82" y="2124"/>
                <a:ext cx="45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3040" name="Text Box 52">
                <a:extLst>
                  <a:ext uri="{FF2B5EF4-FFF2-40B4-BE49-F238E27FC236}">
                    <a16:creationId xmlns:a16="http://schemas.microsoft.com/office/drawing/2014/main" id="{C5749F5F-A46F-435F-AB5E-C4D86828A9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03" y="2396"/>
                <a:ext cx="45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43041" name="Text Box 53">
                <a:extLst>
                  <a:ext uri="{FF2B5EF4-FFF2-40B4-BE49-F238E27FC236}">
                    <a16:creationId xmlns:a16="http://schemas.microsoft.com/office/drawing/2014/main" id="{B49D53CC-D098-46FE-A78F-7531BDC2C7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01" y="3037"/>
                <a:ext cx="45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43042" name="Text Box 54">
                <a:extLst>
                  <a:ext uri="{FF2B5EF4-FFF2-40B4-BE49-F238E27FC236}">
                    <a16:creationId xmlns:a16="http://schemas.microsoft.com/office/drawing/2014/main" id="{22116BF0-5288-4ED2-BD8A-B239411D8F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01" y="2689"/>
                <a:ext cx="45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</p:grpSp>
        <p:sp>
          <p:nvSpPr>
            <p:cNvPr id="43014" name="Line 62">
              <a:extLst>
                <a:ext uri="{FF2B5EF4-FFF2-40B4-BE49-F238E27FC236}">
                  <a16:creationId xmlns:a16="http://schemas.microsoft.com/office/drawing/2014/main" id="{22BF784F-6C52-476A-9D50-6CDA839356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4" y="2184"/>
              <a:ext cx="12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15" name="Line 63">
              <a:extLst>
                <a:ext uri="{FF2B5EF4-FFF2-40B4-BE49-F238E27FC236}">
                  <a16:creationId xmlns:a16="http://schemas.microsoft.com/office/drawing/2014/main" id="{C9E0F1C2-AB53-4FAF-BABD-2AA5F40F7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4" y="2464"/>
              <a:ext cx="12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16" name="Line 64">
              <a:extLst>
                <a:ext uri="{FF2B5EF4-FFF2-40B4-BE49-F238E27FC236}">
                  <a16:creationId xmlns:a16="http://schemas.microsoft.com/office/drawing/2014/main" id="{E936C0F7-E641-4B6C-882F-DE1D2B776B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6" y="2752"/>
              <a:ext cx="12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017" name="Line 65">
              <a:extLst>
                <a:ext uri="{FF2B5EF4-FFF2-40B4-BE49-F238E27FC236}">
                  <a16:creationId xmlns:a16="http://schemas.microsoft.com/office/drawing/2014/main" id="{82F6FFA9-7686-4FB2-9747-6E28C66E6B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4" y="3096"/>
              <a:ext cx="12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365762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05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305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7" dur="2000"/>
                                        <p:tgtEl>
                                          <p:spTgt spid="305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5154" grpId="0" autoUpdateAnimBg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9858" name="Group 2">
            <a:extLst>
              <a:ext uri="{FF2B5EF4-FFF2-40B4-BE49-F238E27FC236}">
                <a16:creationId xmlns:a16="http://schemas.microsoft.com/office/drawing/2014/main" id="{FE741DAB-D786-46A0-AEFB-1227860A22B2}"/>
              </a:ext>
            </a:extLst>
          </p:cNvPr>
          <p:cNvGrpSpPr>
            <a:grpSpLocks/>
          </p:cNvGrpSpPr>
          <p:nvPr/>
        </p:nvGrpSpPr>
        <p:grpSpPr bwMode="auto">
          <a:xfrm>
            <a:off x="227013" y="5389563"/>
            <a:ext cx="2544762" cy="519112"/>
            <a:chOff x="143" y="3230"/>
            <a:chExt cx="1603" cy="327"/>
          </a:xfrm>
        </p:grpSpPr>
        <p:sp>
          <p:nvSpPr>
            <p:cNvPr id="44151" name="Text Box 3">
              <a:extLst>
                <a:ext uri="{FF2B5EF4-FFF2-40B4-BE49-F238E27FC236}">
                  <a16:creationId xmlns:a16="http://schemas.microsoft.com/office/drawing/2014/main" id="{29E21160-A424-40BD-8990-52D8835934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" y="3230"/>
              <a:ext cx="1603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1  1 1  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=0</a:t>
              </a:r>
            </a:p>
          </p:txBody>
        </p:sp>
        <p:sp>
          <p:nvSpPr>
            <p:cNvPr id="44152" name="Line 4">
              <a:extLst>
                <a:ext uri="{FF2B5EF4-FFF2-40B4-BE49-F238E27FC236}">
                  <a16:creationId xmlns:a16="http://schemas.microsoft.com/office/drawing/2014/main" id="{405B49C1-B08A-42F6-AE7D-AE27F39877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9" y="3275"/>
              <a:ext cx="147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9861" name="Group 5">
            <a:extLst>
              <a:ext uri="{FF2B5EF4-FFF2-40B4-BE49-F238E27FC236}">
                <a16:creationId xmlns:a16="http://schemas.microsoft.com/office/drawing/2014/main" id="{5A70056D-B469-4110-9434-AEB39732CE54}"/>
              </a:ext>
            </a:extLst>
          </p:cNvPr>
          <p:cNvGrpSpPr>
            <a:grpSpLocks/>
          </p:cNvGrpSpPr>
          <p:nvPr/>
        </p:nvGrpSpPr>
        <p:grpSpPr bwMode="auto">
          <a:xfrm>
            <a:off x="227013" y="4384675"/>
            <a:ext cx="2330450" cy="519113"/>
            <a:chOff x="143" y="2597"/>
            <a:chExt cx="1468" cy="327"/>
          </a:xfrm>
        </p:grpSpPr>
        <p:sp>
          <p:nvSpPr>
            <p:cNvPr id="44149" name="Text Box 6">
              <a:extLst>
                <a:ext uri="{FF2B5EF4-FFF2-40B4-BE49-F238E27FC236}">
                  <a16:creationId xmlns:a16="http://schemas.microsoft.com/office/drawing/2014/main" id="{8E564D4E-E82C-431B-906E-C41407EC0A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" y="2597"/>
              <a:ext cx="146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0  0 0  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=0</a:t>
              </a:r>
            </a:p>
          </p:txBody>
        </p:sp>
        <p:sp>
          <p:nvSpPr>
            <p:cNvPr id="44150" name="Line 7">
              <a:extLst>
                <a:ext uri="{FF2B5EF4-FFF2-40B4-BE49-F238E27FC236}">
                  <a16:creationId xmlns:a16="http://schemas.microsoft.com/office/drawing/2014/main" id="{41830169-C36B-4889-B59F-E9C7D0E457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9" y="2643"/>
              <a:ext cx="147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9864" name="Group 8">
            <a:extLst>
              <a:ext uri="{FF2B5EF4-FFF2-40B4-BE49-F238E27FC236}">
                <a16:creationId xmlns:a16="http://schemas.microsoft.com/office/drawing/2014/main" id="{877A8CEB-01E1-46E7-8152-C2AE7D64EE1E}"/>
              </a:ext>
            </a:extLst>
          </p:cNvPr>
          <p:cNvGrpSpPr>
            <a:grpSpLocks/>
          </p:cNvGrpSpPr>
          <p:nvPr/>
        </p:nvGrpSpPr>
        <p:grpSpPr bwMode="auto">
          <a:xfrm>
            <a:off x="227013" y="3900488"/>
            <a:ext cx="2330450" cy="519112"/>
            <a:chOff x="143" y="2292"/>
            <a:chExt cx="1468" cy="327"/>
          </a:xfrm>
        </p:grpSpPr>
        <p:sp>
          <p:nvSpPr>
            <p:cNvPr id="44147" name="Text Box 9">
              <a:extLst>
                <a:ext uri="{FF2B5EF4-FFF2-40B4-BE49-F238E27FC236}">
                  <a16:creationId xmlns:a16="http://schemas.microsoft.com/office/drawing/2014/main" id="{DCD971FA-9697-4A70-9927-F3ED0669E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" y="2292"/>
              <a:ext cx="1468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1  1 1  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=0</a:t>
              </a:r>
            </a:p>
          </p:txBody>
        </p:sp>
        <p:sp>
          <p:nvSpPr>
            <p:cNvPr id="44148" name="Line 10">
              <a:extLst>
                <a:ext uri="{FF2B5EF4-FFF2-40B4-BE49-F238E27FC236}">
                  <a16:creationId xmlns:a16="http://schemas.microsoft.com/office/drawing/2014/main" id="{73F95427-7B95-4DD7-ABCA-0F8534515D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9" y="2338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9867" name="Group 11">
            <a:extLst>
              <a:ext uri="{FF2B5EF4-FFF2-40B4-BE49-F238E27FC236}">
                <a16:creationId xmlns:a16="http://schemas.microsoft.com/office/drawing/2014/main" id="{D65BF9E8-34CB-4DB1-9965-11096F10FABE}"/>
              </a:ext>
            </a:extLst>
          </p:cNvPr>
          <p:cNvGrpSpPr>
            <a:grpSpLocks/>
          </p:cNvGrpSpPr>
          <p:nvPr/>
        </p:nvGrpSpPr>
        <p:grpSpPr bwMode="auto">
          <a:xfrm>
            <a:off x="219075" y="2895600"/>
            <a:ext cx="2330450" cy="519113"/>
            <a:chOff x="138" y="1659"/>
            <a:chExt cx="1468" cy="327"/>
          </a:xfrm>
        </p:grpSpPr>
        <p:sp>
          <p:nvSpPr>
            <p:cNvPr id="44145" name="Text Box 12">
              <a:extLst>
                <a:ext uri="{FF2B5EF4-FFF2-40B4-BE49-F238E27FC236}">
                  <a16:creationId xmlns:a16="http://schemas.microsoft.com/office/drawing/2014/main" id="{F7C111AE-4995-4466-9621-37BD0067F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" y="1659"/>
              <a:ext cx="146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0  0 1  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=0</a:t>
              </a:r>
            </a:p>
          </p:txBody>
        </p:sp>
        <p:sp>
          <p:nvSpPr>
            <p:cNvPr id="44146" name="Line 13">
              <a:extLst>
                <a:ext uri="{FF2B5EF4-FFF2-40B4-BE49-F238E27FC236}">
                  <a16:creationId xmlns:a16="http://schemas.microsoft.com/office/drawing/2014/main" id="{92C5117B-4824-46FD-9D5F-55EB2719C9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8" y="1717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9870" name="Group 14">
            <a:extLst>
              <a:ext uri="{FF2B5EF4-FFF2-40B4-BE49-F238E27FC236}">
                <a16:creationId xmlns:a16="http://schemas.microsoft.com/office/drawing/2014/main" id="{0F74C9C9-FB8A-4496-8CCB-E32353A48BEF}"/>
              </a:ext>
            </a:extLst>
          </p:cNvPr>
          <p:cNvGrpSpPr>
            <a:grpSpLocks/>
          </p:cNvGrpSpPr>
          <p:nvPr/>
        </p:nvGrpSpPr>
        <p:grpSpPr bwMode="auto">
          <a:xfrm>
            <a:off x="217488" y="2519363"/>
            <a:ext cx="2330450" cy="519112"/>
            <a:chOff x="137" y="1422"/>
            <a:chExt cx="1468" cy="327"/>
          </a:xfrm>
        </p:grpSpPr>
        <p:sp>
          <p:nvSpPr>
            <p:cNvPr id="44143" name="Text Box 15">
              <a:extLst>
                <a:ext uri="{FF2B5EF4-FFF2-40B4-BE49-F238E27FC236}">
                  <a16:creationId xmlns:a16="http://schemas.microsoft.com/office/drawing/2014/main" id="{29F6C36A-8E48-479B-8554-ECE9EF9C8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" y="1422"/>
              <a:ext cx="1468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0  0 0  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=0</a:t>
              </a:r>
            </a:p>
          </p:txBody>
        </p:sp>
        <p:sp>
          <p:nvSpPr>
            <p:cNvPr id="44144" name="Line 16">
              <a:extLst>
                <a:ext uri="{FF2B5EF4-FFF2-40B4-BE49-F238E27FC236}">
                  <a16:creationId xmlns:a16="http://schemas.microsoft.com/office/drawing/2014/main" id="{826620DA-2434-4B67-A24D-D2FE5E11A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8" y="1477"/>
              <a:ext cx="181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49873" name="Rectangle 17">
            <a:extLst>
              <a:ext uri="{FF2B5EF4-FFF2-40B4-BE49-F238E27FC236}">
                <a16:creationId xmlns:a16="http://schemas.microsoft.com/office/drawing/2014/main" id="{BD88B851-EC69-4047-803A-DE476FE072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27025" y="250825"/>
            <a:ext cx="3814763" cy="42545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译码器的灵活应用</a:t>
            </a:r>
          </a:p>
        </p:txBody>
      </p:sp>
      <p:sp>
        <p:nvSpPr>
          <p:cNvPr id="249874" name="Rectangle 18">
            <a:extLst>
              <a:ext uri="{FF2B5EF4-FFF2-40B4-BE49-F238E27FC236}">
                <a16:creationId xmlns:a16="http://schemas.microsoft.com/office/drawing/2014/main" id="{1C4C159E-2E55-4ED1-87EA-E0E346F5E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6688" y="1387475"/>
            <a:ext cx="5761037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用两片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138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构成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4/16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线译码器。</a:t>
            </a:r>
          </a:p>
        </p:txBody>
      </p:sp>
      <p:sp>
        <p:nvSpPr>
          <p:cNvPr id="249875" name="Text Box 19">
            <a:extLst>
              <a:ext uri="{FF2B5EF4-FFF2-40B4-BE49-F238E27FC236}">
                <a16:creationId xmlns:a16="http://schemas.microsoft.com/office/drawing/2014/main" id="{6A1FE1C8-53E1-436F-AF07-951820ACDF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2109788"/>
            <a:ext cx="202565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sp>
        <p:nvSpPr>
          <p:cNvPr id="249876" name="Rectangle 20">
            <a:extLst>
              <a:ext uri="{FF2B5EF4-FFF2-40B4-BE49-F238E27FC236}">
                <a16:creationId xmlns:a16="http://schemas.microsoft.com/office/drawing/2014/main" id="{25C2B94F-F122-43F0-AF9C-295C811B33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00" y="2628900"/>
            <a:ext cx="1003300" cy="3279775"/>
          </a:xfrm>
          <a:prstGeom prst="rect">
            <a:avLst/>
          </a:prstGeom>
          <a:noFill/>
          <a:ln w="19050">
            <a:solidFill>
              <a:schemeClr val="accent2">
                <a:lumMod val="40000"/>
                <a:lumOff val="60000"/>
              </a:schemeClr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49877" name="Group 21">
            <a:extLst>
              <a:ext uri="{FF2B5EF4-FFF2-40B4-BE49-F238E27FC236}">
                <a16:creationId xmlns:a16="http://schemas.microsoft.com/office/drawing/2014/main" id="{01559E5E-6975-4122-B04C-9B7B2A50F19B}"/>
              </a:ext>
            </a:extLst>
          </p:cNvPr>
          <p:cNvGrpSpPr>
            <a:grpSpLocks/>
          </p:cNvGrpSpPr>
          <p:nvPr/>
        </p:nvGrpSpPr>
        <p:grpSpPr bwMode="auto">
          <a:xfrm>
            <a:off x="215900" y="2522538"/>
            <a:ext cx="536575" cy="1898650"/>
            <a:chOff x="136" y="1424"/>
            <a:chExt cx="338" cy="1196"/>
          </a:xfrm>
        </p:grpSpPr>
        <p:sp>
          <p:nvSpPr>
            <p:cNvPr id="44140" name="Text Box 22">
              <a:extLst>
                <a:ext uri="{FF2B5EF4-FFF2-40B4-BE49-F238E27FC236}">
                  <a16:creationId xmlns:a16="http://schemas.microsoft.com/office/drawing/2014/main" id="{0BD74490-5372-49B6-8E29-61A83E6C2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6" y="1424"/>
              <a:ext cx="327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4141" name="Text Box 23">
              <a:extLst>
                <a:ext uri="{FF2B5EF4-FFF2-40B4-BE49-F238E27FC236}">
                  <a16:creationId xmlns:a16="http://schemas.microsoft.com/office/drawing/2014/main" id="{F756DDE6-4EC9-4205-80B2-F8AE6E5237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6" y="1661"/>
              <a:ext cx="327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4142" name="Text Box 24">
              <a:extLst>
                <a:ext uri="{FF2B5EF4-FFF2-40B4-BE49-F238E27FC236}">
                  <a16:creationId xmlns:a16="http://schemas.microsoft.com/office/drawing/2014/main" id="{1D543C57-0A82-44E3-A881-AA8C7F2FA9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" y="2293"/>
              <a:ext cx="327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249881" name="Group 25">
            <a:extLst>
              <a:ext uri="{FF2B5EF4-FFF2-40B4-BE49-F238E27FC236}">
                <a16:creationId xmlns:a16="http://schemas.microsoft.com/office/drawing/2014/main" id="{FB785606-E007-445C-A287-80CEA8F4131D}"/>
              </a:ext>
            </a:extLst>
          </p:cNvPr>
          <p:cNvGrpSpPr>
            <a:grpSpLocks/>
          </p:cNvGrpSpPr>
          <p:nvPr/>
        </p:nvGrpSpPr>
        <p:grpSpPr bwMode="auto">
          <a:xfrm>
            <a:off x="215900" y="4383088"/>
            <a:ext cx="484188" cy="1524000"/>
            <a:chOff x="147" y="2596"/>
            <a:chExt cx="305" cy="960"/>
          </a:xfrm>
        </p:grpSpPr>
        <p:sp>
          <p:nvSpPr>
            <p:cNvPr id="44138" name="Text Box 26">
              <a:extLst>
                <a:ext uri="{FF2B5EF4-FFF2-40B4-BE49-F238E27FC236}">
                  <a16:creationId xmlns:a16="http://schemas.microsoft.com/office/drawing/2014/main" id="{C9853C7F-B0F8-4CD7-AFDC-C39689AD02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" y="3229"/>
              <a:ext cx="305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4139" name="Text Box 27">
              <a:extLst>
                <a:ext uri="{FF2B5EF4-FFF2-40B4-BE49-F238E27FC236}">
                  <a16:creationId xmlns:a16="http://schemas.microsoft.com/office/drawing/2014/main" id="{0EB9A605-9109-4494-8C26-53AF36B2D1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" y="2596"/>
              <a:ext cx="305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249884" name="Group 28">
            <a:extLst>
              <a:ext uri="{FF2B5EF4-FFF2-40B4-BE49-F238E27FC236}">
                <a16:creationId xmlns:a16="http://schemas.microsoft.com/office/drawing/2014/main" id="{14CFAF3D-6048-4A39-BFD1-8913D3046964}"/>
              </a:ext>
            </a:extLst>
          </p:cNvPr>
          <p:cNvGrpSpPr>
            <a:grpSpLocks/>
          </p:cNvGrpSpPr>
          <p:nvPr/>
        </p:nvGrpSpPr>
        <p:grpSpPr bwMode="auto">
          <a:xfrm>
            <a:off x="2636838" y="4251325"/>
            <a:ext cx="3800475" cy="1846263"/>
            <a:chOff x="1661" y="2513"/>
            <a:chExt cx="2394" cy="1163"/>
          </a:xfrm>
        </p:grpSpPr>
        <p:sp>
          <p:nvSpPr>
            <p:cNvPr id="44134" name="Line 29">
              <a:extLst>
                <a:ext uri="{FF2B5EF4-FFF2-40B4-BE49-F238E27FC236}">
                  <a16:creationId xmlns:a16="http://schemas.microsoft.com/office/drawing/2014/main" id="{78342798-0F60-4190-93AE-E915CD4B17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2" y="2524"/>
              <a:ext cx="0" cy="9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35" name="Freeform 30">
              <a:extLst>
                <a:ext uri="{FF2B5EF4-FFF2-40B4-BE49-F238E27FC236}">
                  <a16:creationId xmlns:a16="http://schemas.microsoft.com/office/drawing/2014/main" id="{1B920E7D-5E46-46F3-BDAC-88044522F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513"/>
              <a:ext cx="2203" cy="418"/>
            </a:xfrm>
            <a:custGeom>
              <a:avLst/>
              <a:gdLst>
                <a:gd name="T0" fmla="*/ 0 w 2203"/>
                <a:gd name="T1" fmla="*/ 418 h 418"/>
                <a:gd name="T2" fmla="*/ 2203 w 2203"/>
                <a:gd name="T3" fmla="*/ 418 h 418"/>
                <a:gd name="T4" fmla="*/ 2203 w 2203"/>
                <a:gd name="T5" fmla="*/ 0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3" h="418">
                  <a:moveTo>
                    <a:pt x="0" y="418"/>
                  </a:moveTo>
                  <a:lnTo>
                    <a:pt x="2203" y="418"/>
                  </a:lnTo>
                  <a:lnTo>
                    <a:pt x="22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36" name="Oval 31">
              <a:extLst>
                <a:ext uri="{FF2B5EF4-FFF2-40B4-BE49-F238E27FC236}">
                  <a16:creationId xmlns:a16="http://schemas.microsoft.com/office/drawing/2014/main" id="{31BB8FEA-0D82-4179-AB8E-7F8711026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2897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37" name="Text Box 32">
              <a:extLst>
                <a:ext uri="{FF2B5EF4-FFF2-40B4-BE49-F238E27FC236}">
                  <a16:creationId xmlns:a16="http://schemas.microsoft.com/office/drawing/2014/main" id="{46912270-D371-4123-BFB3-F4357072A4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1" y="3349"/>
              <a:ext cx="384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249889" name="Group 33">
            <a:extLst>
              <a:ext uri="{FF2B5EF4-FFF2-40B4-BE49-F238E27FC236}">
                <a16:creationId xmlns:a16="http://schemas.microsoft.com/office/drawing/2014/main" id="{22D51B09-385C-43E9-AC0A-E5348BFE3D9F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4251325"/>
            <a:ext cx="3690938" cy="1862138"/>
            <a:chOff x="1910" y="2513"/>
            <a:chExt cx="2325" cy="1173"/>
          </a:xfrm>
        </p:grpSpPr>
        <p:sp>
          <p:nvSpPr>
            <p:cNvPr id="44130" name="Line 34">
              <a:extLst>
                <a:ext uri="{FF2B5EF4-FFF2-40B4-BE49-F238E27FC236}">
                  <a16:creationId xmlns:a16="http://schemas.microsoft.com/office/drawing/2014/main" id="{585E6C48-7DD7-49FF-B6A3-3E86488E6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4" y="2524"/>
              <a:ext cx="0" cy="9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31" name="Freeform 35">
              <a:extLst>
                <a:ext uri="{FF2B5EF4-FFF2-40B4-BE49-F238E27FC236}">
                  <a16:creationId xmlns:a16="http://schemas.microsoft.com/office/drawing/2014/main" id="{35C4EF42-3D40-42BE-9B61-34760EAE9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513"/>
              <a:ext cx="2191" cy="497"/>
            </a:xfrm>
            <a:custGeom>
              <a:avLst/>
              <a:gdLst>
                <a:gd name="T0" fmla="*/ 0 w 2203"/>
                <a:gd name="T1" fmla="*/ 497 h 497"/>
                <a:gd name="T2" fmla="*/ 2131 w 2203"/>
                <a:gd name="T3" fmla="*/ 497 h 497"/>
                <a:gd name="T4" fmla="*/ 2131 w 2203"/>
                <a:gd name="T5" fmla="*/ 0 h 4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3" h="497">
                  <a:moveTo>
                    <a:pt x="0" y="497"/>
                  </a:moveTo>
                  <a:lnTo>
                    <a:pt x="2203" y="497"/>
                  </a:lnTo>
                  <a:lnTo>
                    <a:pt x="22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32" name="Oval 36">
              <a:extLst>
                <a:ext uri="{FF2B5EF4-FFF2-40B4-BE49-F238E27FC236}">
                  <a16:creationId xmlns:a16="http://schemas.microsoft.com/office/drawing/2014/main" id="{C9BBEEDF-3800-4EB4-B574-D854F4627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2987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33" name="Text Box 37">
              <a:extLst>
                <a:ext uri="{FF2B5EF4-FFF2-40B4-BE49-F238E27FC236}">
                  <a16:creationId xmlns:a16="http://schemas.microsoft.com/office/drawing/2014/main" id="{29EF314D-605A-47A5-BD26-D89EFEFAB6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0" y="3359"/>
              <a:ext cx="372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249894" name="Group 38">
            <a:extLst>
              <a:ext uri="{FF2B5EF4-FFF2-40B4-BE49-F238E27FC236}">
                <a16:creationId xmlns:a16="http://schemas.microsoft.com/office/drawing/2014/main" id="{46B8B426-20A9-406B-99A2-374601B8AB74}"/>
              </a:ext>
            </a:extLst>
          </p:cNvPr>
          <p:cNvGrpSpPr>
            <a:grpSpLocks/>
          </p:cNvGrpSpPr>
          <p:nvPr/>
        </p:nvGrpSpPr>
        <p:grpSpPr bwMode="auto">
          <a:xfrm>
            <a:off x="3389313" y="4251325"/>
            <a:ext cx="3656012" cy="1879600"/>
            <a:chOff x="2135" y="2513"/>
            <a:chExt cx="2303" cy="1184"/>
          </a:xfrm>
        </p:grpSpPr>
        <p:sp>
          <p:nvSpPr>
            <p:cNvPr id="44126" name="Line 39">
              <a:extLst>
                <a:ext uri="{FF2B5EF4-FFF2-40B4-BE49-F238E27FC236}">
                  <a16:creationId xmlns:a16="http://schemas.microsoft.com/office/drawing/2014/main" id="{06E3442B-95B2-45F3-BCF5-E76FF835A3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7" y="2524"/>
              <a:ext cx="0" cy="9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27" name="Freeform 40">
              <a:extLst>
                <a:ext uri="{FF2B5EF4-FFF2-40B4-BE49-F238E27FC236}">
                  <a16:creationId xmlns:a16="http://schemas.microsoft.com/office/drawing/2014/main" id="{BCF042F8-C4DC-4354-B89C-B6C1D5BF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13"/>
              <a:ext cx="2191" cy="576"/>
            </a:xfrm>
            <a:custGeom>
              <a:avLst/>
              <a:gdLst>
                <a:gd name="T0" fmla="*/ 0 w 2203"/>
                <a:gd name="T1" fmla="*/ 1205 h 497"/>
                <a:gd name="T2" fmla="*/ 2131 w 2203"/>
                <a:gd name="T3" fmla="*/ 1205 h 497"/>
                <a:gd name="T4" fmla="*/ 2131 w 2203"/>
                <a:gd name="T5" fmla="*/ 0 h 4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3" h="497">
                  <a:moveTo>
                    <a:pt x="0" y="497"/>
                  </a:moveTo>
                  <a:lnTo>
                    <a:pt x="2203" y="497"/>
                  </a:lnTo>
                  <a:lnTo>
                    <a:pt x="22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28" name="Oval 41">
              <a:extLst>
                <a:ext uri="{FF2B5EF4-FFF2-40B4-BE49-F238E27FC236}">
                  <a16:creationId xmlns:a16="http://schemas.microsoft.com/office/drawing/2014/main" id="{9B3B9830-F6BB-4F31-AFF6-94ACA4EE5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3053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29" name="Text Box 42">
              <a:extLst>
                <a:ext uri="{FF2B5EF4-FFF2-40B4-BE49-F238E27FC236}">
                  <a16:creationId xmlns:a16="http://schemas.microsoft.com/office/drawing/2014/main" id="{4833C235-48F1-4B40-BD52-167D368C6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370"/>
              <a:ext cx="42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</p:grpSp>
      <p:grpSp>
        <p:nvGrpSpPr>
          <p:cNvPr id="249899" name="Group 43">
            <a:extLst>
              <a:ext uri="{FF2B5EF4-FFF2-40B4-BE49-F238E27FC236}">
                <a16:creationId xmlns:a16="http://schemas.microsoft.com/office/drawing/2014/main" id="{B2E54CE6-684E-443B-BAF6-F6692246205D}"/>
              </a:ext>
            </a:extLst>
          </p:cNvPr>
          <p:cNvGrpSpPr>
            <a:grpSpLocks/>
          </p:cNvGrpSpPr>
          <p:nvPr/>
        </p:nvGrpSpPr>
        <p:grpSpPr bwMode="auto">
          <a:xfrm>
            <a:off x="3943350" y="4251325"/>
            <a:ext cx="4645025" cy="1863725"/>
            <a:chOff x="2484" y="2513"/>
            <a:chExt cx="2926" cy="1174"/>
          </a:xfrm>
        </p:grpSpPr>
        <p:sp>
          <p:nvSpPr>
            <p:cNvPr id="44122" name="Freeform 44">
              <a:extLst>
                <a:ext uri="{FF2B5EF4-FFF2-40B4-BE49-F238E27FC236}">
                  <a16:creationId xmlns:a16="http://schemas.microsoft.com/office/drawing/2014/main" id="{2B1F8731-48A8-47AD-B5C1-4AF8C7D2E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513"/>
              <a:ext cx="2801" cy="667"/>
            </a:xfrm>
            <a:custGeom>
              <a:avLst/>
              <a:gdLst>
                <a:gd name="T0" fmla="*/ 0 w 2891"/>
                <a:gd name="T1" fmla="*/ 0 h 633"/>
                <a:gd name="T2" fmla="*/ 0 w 2891"/>
                <a:gd name="T3" fmla="*/ 867 h 633"/>
                <a:gd name="T4" fmla="*/ 2392 w 2891"/>
                <a:gd name="T5" fmla="*/ 867 h 633"/>
                <a:gd name="T6" fmla="*/ 2392 w 2891"/>
                <a:gd name="T7" fmla="*/ 0 h 6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1" h="633">
                  <a:moveTo>
                    <a:pt x="0" y="0"/>
                  </a:moveTo>
                  <a:lnTo>
                    <a:pt x="0" y="633"/>
                  </a:lnTo>
                  <a:lnTo>
                    <a:pt x="2891" y="633"/>
                  </a:lnTo>
                  <a:lnTo>
                    <a:pt x="289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23" name="Line 45">
              <a:extLst>
                <a:ext uri="{FF2B5EF4-FFF2-40B4-BE49-F238E27FC236}">
                  <a16:creationId xmlns:a16="http://schemas.microsoft.com/office/drawing/2014/main" id="{DAB88F3A-7BE6-4595-8A3E-8C899B554D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9" y="3146"/>
              <a:ext cx="0" cy="29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24" name="Oval 46">
              <a:extLst>
                <a:ext uri="{FF2B5EF4-FFF2-40B4-BE49-F238E27FC236}">
                  <a16:creationId xmlns:a16="http://schemas.microsoft.com/office/drawing/2014/main" id="{2F621AA0-2B2F-46C8-A8A5-C317264FD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3146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25" name="Text Box 47">
              <a:extLst>
                <a:ext uri="{FF2B5EF4-FFF2-40B4-BE49-F238E27FC236}">
                  <a16:creationId xmlns:a16="http://schemas.microsoft.com/office/drawing/2014/main" id="{45DF93A1-E769-422A-A9B9-8EBF8B4C30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4" y="3360"/>
              <a:ext cx="395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</p:grpSp>
      <p:grpSp>
        <p:nvGrpSpPr>
          <p:cNvPr id="249904" name="Group 48">
            <a:extLst>
              <a:ext uri="{FF2B5EF4-FFF2-40B4-BE49-F238E27FC236}">
                <a16:creationId xmlns:a16="http://schemas.microsoft.com/office/drawing/2014/main" id="{4A4383F3-32E7-439D-A324-8A0C2787A03A}"/>
              </a:ext>
            </a:extLst>
          </p:cNvPr>
          <p:cNvGrpSpPr>
            <a:grpSpLocks/>
          </p:cNvGrpSpPr>
          <p:nvPr/>
        </p:nvGrpSpPr>
        <p:grpSpPr bwMode="auto">
          <a:xfrm>
            <a:off x="4697413" y="4233863"/>
            <a:ext cx="3460750" cy="2205037"/>
            <a:chOff x="2959" y="2733"/>
            <a:chExt cx="2180" cy="1389"/>
          </a:xfrm>
        </p:grpSpPr>
        <p:sp>
          <p:nvSpPr>
            <p:cNvPr id="44116" name="Freeform 49">
              <a:extLst>
                <a:ext uri="{FF2B5EF4-FFF2-40B4-BE49-F238E27FC236}">
                  <a16:creationId xmlns:a16="http://schemas.microsoft.com/office/drawing/2014/main" id="{74E0B869-66FA-4B47-B254-8B09B2C69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733"/>
              <a:ext cx="2180" cy="791"/>
            </a:xfrm>
            <a:custGeom>
              <a:avLst/>
              <a:gdLst>
                <a:gd name="T0" fmla="*/ 0 w 2180"/>
                <a:gd name="T1" fmla="*/ 0 h 791"/>
                <a:gd name="T2" fmla="*/ 0 w 2180"/>
                <a:gd name="T3" fmla="*/ 791 h 791"/>
                <a:gd name="T4" fmla="*/ 2180 w 2180"/>
                <a:gd name="T5" fmla="*/ 791 h 791"/>
                <a:gd name="T6" fmla="*/ 2180 w 2180"/>
                <a:gd name="T7" fmla="*/ 11 h 7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0" h="791">
                  <a:moveTo>
                    <a:pt x="0" y="0"/>
                  </a:moveTo>
                  <a:lnTo>
                    <a:pt x="0" y="791"/>
                  </a:lnTo>
                  <a:lnTo>
                    <a:pt x="2180" y="791"/>
                  </a:lnTo>
                  <a:lnTo>
                    <a:pt x="2180" y="1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17" name="Line 50">
              <a:extLst>
                <a:ext uri="{FF2B5EF4-FFF2-40B4-BE49-F238E27FC236}">
                  <a16:creationId xmlns:a16="http://schemas.microsoft.com/office/drawing/2014/main" id="{466643DE-2BA9-414B-BD8C-0B88FF83CB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0" y="3524"/>
              <a:ext cx="0" cy="27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18" name="Oval 51">
              <a:extLst>
                <a:ext uri="{FF2B5EF4-FFF2-40B4-BE49-F238E27FC236}">
                  <a16:creationId xmlns:a16="http://schemas.microsoft.com/office/drawing/2014/main" id="{B6FEAD86-E177-4E62-892C-93C58C6AF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3490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4119" name="Group 52">
              <a:extLst>
                <a:ext uri="{FF2B5EF4-FFF2-40B4-BE49-F238E27FC236}">
                  <a16:creationId xmlns:a16="http://schemas.microsoft.com/office/drawing/2014/main" id="{D17FA34E-5A2C-4E9C-888B-E7F6CA901D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6" y="3795"/>
              <a:ext cx="430" cy="327"/>
              <a:chOff x="2936" y="3806"/>
              <a:chExt cx="430" cy="327"/>
            </a:xfrm>
          </p:grpSpPr>
          <p:sp>
            <p:nvSpPr>
              <p:cNvPr id="44120" name="Text Box 53">
                <a:extLst>
                  <a:ext uri="{FF2B5EF4-FFF2-40B4-BE49-F238E27FC236}">
                    <a16:creationId xmlns:a16="http://schemas.microsoft.com/office/drawing/2014/main" id="{B56BA3C5-DBA8-41DF-8930-020E706A1D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6" y="3806"/>
                <a:ext cx="430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</a:t>
                </a:r>
              </a:p>
            </p:txBody>
          </p:sp>
          <p:sp>
            <p:nvSpPr>
              <p:cNvPr id="44121" name="Line 54">
                <a:extLst>
                  <a:ext uri="{FF2B5EF4-FFF2-40B4-BE49-F238E27FC236}">
                    <a16:creationId xmlns:a16="http://schemas.microsoft.com/office/drawing/2014/main" id="{8AE99DA3-A75E-4FD0-8736-8D44ECBBC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3" y="3862"/>
                <a:ext cx="11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249911" name="Group 55">
            <a:extLst>
              <a:ext uri="{FF2B5EF4-FFF2-40B4-BE49-F238E27FC236}">
                <a16:creationId xmlns:a16="http://schemas.microsoft.com/office/drawing/2014/main" id="{B9057B35-819E-4FDD-BCC0-F26DFDD1B9F8}"/>
              </a:ext>
            </a:extLst>
          </p:cNvPr>
          <p:cNvGrpSpPr>
            <a:grpSpLocks/>
          </p:cNvGrpSpPr>
          <p:nvPr/>
        </p:nvGrpSpPr>
        <p:grpSpPr bwMode="auto">
          <a:xfrm>
            <a:off x="5092700" y="4251325"/>
            <a:ext cx="2724150" cy="592138"/>
            <a:chOff x="3208" y="2744"/>
            <a:chExt cx="1716" cy="373"/>
          </a:xfrm>
        </p:grpSpPr>
        <p:sp>
          <p:nvSpPr>
            <p:cNvPr id="44113" name="Line 56">
              <a:extLst>
                <a:ext uri="{FF2B5EF4-FFF2-40B4-BE49-F238E27FC236}">
                  <a16:creationId xmlns:a16="http://schemas.microsoft.com/office/drawing/2014/main" id="{F1B4FB40-21CD-4B65-952D-08D3EAB64C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" y="2744"/>
              <a:ext cx="0" cy="2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14" name="Text Box 57">
              <a:extLst>
                <a:ext uri="{FF2B5EF4-FFF2-40B4-BE49-F238E27FC236}">
                  <a16:creationId xmlns:a16="http://schemas.microsoft.com/office/drawing/2014/main" id="{E7B64662-895E-4E44-93B2-A29711C157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8" y="2790"/>
              <a:ext cx="722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  <p:sp>
          <p:nvSpPr>
            <p:cNvPr id="44115" name="Freeform 58">
              <a:extLst>
                <a:ext uri="{FF2B5EF4-FFF2-40B4-BE49-F238E27FC236}">
                  <a16:creationId xmlns:a16="http://schemas.microsoft.com/office/drawing/2014/main" id="{73E8B1DD-B397-4A0A-BBBD-4FE411503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744"/>
              <a:ext cx="203" cy="238"/>
            </a:xfrm>
            <a:custGeom>
              <a:avLst/>
              <a:gdLst>
                <a:gd name="T0" fmla="*/ 90 w 203"/>
                <a:gd name="T1" fmla="*/ 0 h 238"/>
                <a:gd name="T2" fmla="*/ 90 w 203"/>
                <a:gd name="T3" fmla="*/ 238 h 238"/>
                <a:gd name="T4" fmla="*/ 203 w 203"/>
                <a:gd name="T5" fmla="*/ 238 h 238"/>
                <a:gd name="T6" fmla="*/ 0 w 203"/>
                <a:gd name="T7" fmla="*/ 238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3" h="238">
                  <a:moveTo>
                    <a:pt x="90" y="0"/>
                  </a:moveTo>
                  <a:lnTo>
                    <a:pt x="90" y="238"/>
                  </a:lnTo>
                  <a:lnTo>
                    <a:pt x="203" y="238"/>
                  </a:lnTo>
                  <a:lnTo>
                    <a:pt x="0" y="238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49915" name="Text Box 59">
            <a:extLst>
              <a:ext uri="{FF2B5EF4-FFF2-40B4-BE49-F238E27FC236}">
                <a16:creationId xmlns:a16="http://schemas.microsoft.com/office/drawing/2014/main" id="{9C3E6621-5BD8-45CC-860E-AA8A78C30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" y="1414463"/>
            <a:ext cx="161290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【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1】</a:t>
            </a:r>
          </a:p>
        </p:txBody>
      </p:sp>
      <p:grpSp>
        <p:nvGrpSpPr>
          <p:cNvPr id="249916" name="Group 60">
            <a:extLst>
              <a:ext uri="{FF2B5EF4-FFF2-40B4-BE49-F238E27FC236}">
                <a16:creationId xmlns:a16="http://schemas.microsoft.com/office/drawing/2014/main" id="{E6B8C20E-EC57-41B7-A9C4-2ABD731F207F}"/>
              </a:ext>
            </a:extLst>
          </p:cNvPr>
          <p:cNvGrpSpPr>
            <a:grpSpLocks/>
          </p:cNvGrpSpPr>
          <p:nvPr/>
        </p:nvGrpSpPr>
        <p:grpSpPr bwMode="auto">
          <a:xfrm>
            <a:off x="2608263" y="2082800"/>
            <a:ext cx="6310312" cy="474663"/>
            <a:chOff x="1643" y="1147"/>
            <a:chExt cx="3975" cy="299"/>
          </a:xfrm>
        </p:grpSpPr>
        <p:grpSp>
          <p:nvGrpSpPr>
            <p:cNvPr id="44104" name="Group 61">
              <a:extLst>
                <a:ext uri="{FF2B5EF4-FFF2-40B4-BE49-F238E27FC236}">
                  <a16:creationId xmlns:a16="http://schemas.microsoft.com/office/drawing/2014/main" id="{79DF425B-435B-41E1-BC1E-5219C74210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43" y="1147"/>
              <a:ext cx="3975" cy="299"/>
              <a:chOff x="1379" y="1378"/>
              <a:chExt cx="3975" cy="299"/>
            </a:xfrm>
          </p:grpSpPr>
          <p:sp>
            <p:nvSpPr>
              <p:cNvPr id="44109" name="Text Box 62">
                <a:extLst>
                  <a:ext uri="{FF2B5EF4-FFF2-40B4-BE49-F238E27FC236}">
                    <a16:creationId xmlns:a16="http://schemas.microsoft.com/office/drawing/2014/main" id="{599D37E1-0959-4D7C-BA2E-3AD5623D77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79" y="1388"/>
                <a:ext cx="429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44110" name="Text Box 63">
                <a:extLst>
                  <a:ext uri="{FF2B5EF4-FFF2-40B4-BE49-F238E27FC236}">
                    <a16:creationId xmlns:a16="http://schemas.microsoft.com/office/drawing/2014/main" id="{2D4555A0-B422-44CC-9A15-B53F904FC4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9" y="1389"/>
                <a:ext cx="394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8</a:t>
                </a:r>
              </a:p>
            </p:txBody>
          </p:sp>
          <p:sp>
            <p:nvSpPr>
              <p:cNvPr id="44111" name="Text Box 64">
                <a:extLst>
                  <a:ext uri="{FF2B5EF4-FFF2-40B4-BE49-F238E27FC236}">
                    <a16:creationId xmlns:a16="http://schemas.microsoft.com/office/drawing/2014/main" id="{9BFB8234-6EA6-4CB0-860F-B91BDA9859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67" y="1378"/>
                <a:ext cx="384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44112" name="Text Box 65">
                <a:extLst>
                  <a:ext uri="{FF2B5EF4-FFF2-40B4-BE49-F238E27FC236}">
                    <a16:creationId xmlns:a16="http://schemas.microsoft.com/office/drawing/2014/main" id="{4A63333D-7469-42A0-8D78-7184C50CDE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25" y="1378"/>
                <a:ext cx="429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</p:grpSp>
        <p:sp>
          <p:nvSpPr>
            <p:cNvPr id="44105" name="Line 66">
              <a:extLst>
                <a:ext uri="{FF2B5EF4-FFF2-40B4-BE49-F238E27FC236}">
                  <a16:creationId xmlns:a16="http://schemas.microsoft.com/office/drawing/2014/main" id="{D4348CF8-2973-4C95-A24C-0F4E5DE7C2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5" y="1197"/>
              <a:ext cx="1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06" name="Line 67">
              <a:extLst>
                <a:ext uri="{FF2B5EF4-FFF2-40B4-BE49-F238E27FC236}">
                  <a16:creationId xmlns:a16="http://schemas.microsoft.com/office/drawing/2014/main" id="{A34EEEB8-6EEE-48E4-88CD-3D0E8345F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4" y="1186"/>
              <a:ext cx="1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07" name="Line 68">
              <a:extLst>
                <a:ext uri="{FF2B5EF4-FFF2-40B4-BE49-F238E27FC236}">
                  <a16:creationId xmlns:a16="http://schemas.microsoft.com/office/drawing/2014/main" id="{0CBBE4B5-326D-41FD-A090-87EF2C409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5" y="1209"/>
              <a:ext cx="1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108" name="Line 69">
              <a:extLst>
                <a:ext uri="{FF2B5EF4-FFF2-40B4-BE49-F238E27FC236}">
                  <a16:creationId xmlns:a16="http://schemas.microsoft.com/office/drawing/2014/main" id="{4B433225-BBD7-4C59-9825-159EB5081A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0" y="1186"/>
              <a:ext cx="1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9926" name="Group 70">
            <a:extLst>
              <a:ext uri="{FF2B5EF4-FFF2-40B4-BE49-F238E27FC236}">
                <a16:creationId xmlns:a16="http://schemas.microsoft.com/office/drawing/2014/main" id="{BDD18C1D-CADA-4EFF-99A3-034ABE4EA5A6}"/>
              </a:ext>
            </a:extLst>
          </p:cNvPr>
          <p:cNvGrpSpPr>
            <a:grpSpLocks/>
          </p:cNvGrpSpPr>
          <p:nvPr/>
        </p:nvGrpSpPr>
        <p:grpSpPr bwMode="auto">
          <a:xfrm>
            <a:off x="2635250" y="2509838"/>
            <a:ext cx="2851150" cy="1822450"/>
            <a:chOff x="1660" y="1416"/>
            <a:chExt cx="1796" cy="1148"/>
          </a:xfrm>
        </p:grpSpPr>
        <p:grpSp>
          <p:nvGrpSpPr>
            <p:cNvPr id="44080" name="Group 71">
              <a:extLst>
                <a:ext uri="{FF2B5EF4-FFF2-40B4-BE49-F238E27FC236}">
                  <a16:creationId xmlns:a16="http://schemas.microsoft.com/office/drawing/2014/main" id="{D8242611-D3A3-44DB-B1E3-87BDF64066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60" y="1416"/>
              <a:ext cx="1796" cy="1148"/>
              <a:chOff x="1660" y="1416"/>
              <a:chExt cx="1796" cy="1148"/>
            </a:xfrm>
          </p:grpSpPr>
          <p:sp>
            <p:nvSpPr>
              <p:cNvPr id="44089" name="Rectangle 72">
                <a:extLst>
                  <a:ext uri="{FF2B5EF4-FFF2-40B4-BE49-F238E27FC236}">
                    <a16:creationId xmlns:a16="http://schemas.microsoft.com/office/drawing/2014/main" id="{9AAD85B9-DDC5-4E65-865A-8FA7E7AB5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642"/>
                <a:ext cx="1784" cy="86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090" name="Text Box 73">
                <a:extLst>
                  <a:ext uri="{FF2B5EF4-FFF2-40B4-BE49-F238E27FC236}">
                    <a16:creationId xmlns:a16="http://schemas.microsoft.com/office/drawing/2014/main" id="{58B30E57-6820-4106-A5D2-3A31ED0D0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5" y="1922"/>
                <a:ext cx="1209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138(1)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091" name="Text Box 74">
                <a:extLst>
                  <a:ext uri="{FF2B5EF4-FFF2-40B4-BE49-F238E27FC236}">
                    <a16:creationId xmlns:a16="http://schemas.microsoft.com/office/drawing/2014/main" id="{C366BDEA-D191-4954-A593-B140E9A15C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81" y="1620"/>
                <a:ext cx="1740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44092" name="Text Box 75">
                <a:extLst>
                  <a:ext uri="{FF2B5EF4-FFF2-40B4-BE49-F238E27FC236}">
                    <a16:creationId xmlns:a16="http://schemas.microsoft.com/office/drawing/2014/main" id="{604B5A30-D2C0-4C2C-86F9-8713F4D526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51" y="2219"/>
                <a:ext cx="1705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grpSp>
            <p:nvGrpSpPr>
              <p:cNvPr id="44093" name="Group 76">
                <a:extLst>
                  <a:ext uri="{FF2B5EF4-FFF2-40B4-BE49-F238E27FC236}">
                    <a16:creationId xmlns:a16="http://schemas.microsoft.com/office/drawing/2014/main" id="{8E79A70A-F947-4AA1-A2CC-4CD1E6EF7D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11" y="1416"/>
                <a:ext cx="1390" cy="228"/>
                <a:chOff x="1547" y="1647"/>
                <a:chExt cx="1390" cy="228"/>
              </a:xfrm>
            </p:grpSpPr>
            <p:sp>
              <p:nvSpPr>
                <p:cNvPr id="44096" name="Line 77">
                  <a:extLst>
                    <a:ext uri="{FF2B5EF4-FFF2-40B4-BE49-F238E27FC236}">
                      <a16:creationId xmlns:a16="http://schemas.microsoft.com/office/drawing/2014/main" id="{C2D8C64F-B8FC-4AE9-A225-65B9D3628A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47" y="1660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97" name="Line 78">
                  <a:extLst>
                    <a:ext uri="{FF2B5EF4-FFF2-40B4-BE49-F238E27FC236}">
                      <a16:creationId xmlns:a16="http://schemas.microsoft.com/office/drawing/2014/main" id="{BD8A4DD7-8604-40A3-9075-E9624FAF83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38" y="1660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98" name="Line 79">
                  <a:extLst>
                    <a:ext uri="{FF2B5EF4-FFF2-40B4-BE49-F238E27FC236}">
                      <a16:creationId xmlns:a16="http://schemas.microsoft.com/office/drawing/2014/main" id="{72BBED76-E870-4250-AD58-7CF5C5BE28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41" y="1659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99" name="Line 80">
                  <a:extLst>
                    <a:ext uri="{FF2B5EF4-FFF2-40B4-BE49-F238E27FC236}">
                      <a16:creationId xmlns:a16="http://schemas.microsoft.com/office/drawing/2014/main" id="{26F484F4-3D35-48DA-A44E-24BA9A7787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50" y="1659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00" name="Line 81">
                  <a:extLst>
                    <a:ext uri="{FF2B5EF4-FFF2-40B4-BE49-F238E27FC236}">
                      <a16:creationId xmlns:a16="http://schemas.microsoft.com/office/drawing/2014/main" id="{B38A241A-09AC-4795-87DF-B0FEE8D14E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48" y="1659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01" name="Line 82">
                  <a:extLst>
                    <a:ext uri="{FF2B5EF4-FFF2-40B4-BE49-F238E27FC236}">
                      <a16:creationId xmlns:a16="http://schemas.microsoft.com/office/drawing/2014/main" id="{60BCA644-05B3-4ECC-BDC3-CAE33D7834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57" y="1659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02" name="Line 83">
                  <a:extLst>
                    <a:ext uri="{FF2B5EF4-FFF2-40B4-BE49-F238E27FC236}">
                      <a16:creationId xmlns:a16="http://schemas.microsoft.com/office/drawing/2014/main" id="{5223E156-71F3-4023-B8E9-DFD85327BE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9" y="1647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103" name="Line 84">
                  <a:extLst>
                    <a:ext uri="{FF2B5EF4-FFF2-40B4-BE49-F238E27FC236}">
                      <a16:creationId xmlns:a16="http://schemas.microsoft.com/office/drawing/2014/main" id="{A5E1E354-729E-40FD-AABF-88BBF341ED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37" y="1647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4094" name="Oval 85">
                <a:extLst>
                  <a:ext uri="{FF2B5EF4-FFF2-40B4-BE49-F238E27FC236}">
                    <a16:creationId xmlns:a16="http://schemas.microsoft.com/office/drawing/2014/main" id="{9CF338D8-7EF5-4524-92D7-7238CFFB5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2507"/>
                <a:ext cx="57" cy="57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095" name="Oval 86">
                <a:extLst>
                  <a:ext uri="{FF2B5EF4-FFF2-40B4-BE49-F238E27FC236}">
                    <a16:creationId xmlns:a16="http://schemas.microsoft.com/office/drawing/2014/main" id="{119BF274-C297-47CF-B467-3234B762C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2507"/>
                <a:ext cx="57" cy="57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4081" name="Oval 87">
              <a:extLst>
                <a:ext uri="{FF2B5EF4-FFF2-40B4-BE49-F238E27FC236}">
                  <a16:creationId xmlns:a16="http://schemas.microsoft.com/office/drawing/2014/main" id="{D17E8ECB-4868-487C-9A91-DF0ED4F19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1575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82" name="Oval 88">
              <a:extLst>
                <a:ext uri="{FF2B5EF4-FFF2-40B4-BE49-F238E27FC236}">
                  <a16:creationId xmlns:a16="http://schemas.microsoft.com/office/drawing/2014/main" id="{EC37169E-3F0A-4004-9729-03EA903BA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1564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83" name="Oval 89">
              <a:extLst>
                <a:ext uri="{FF2B5EF4-FFF2-40B4-BE49-F238E27FC236}">
                  <a16:creationId xmlns:a16="http://schemas.microsoft.com/office/drawing/2014/main" id="{12CD1361-69FA-460D-B65B-446287987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1564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84" name="Oval 90">
              <a:extLst>
                <a:ext uri="{FF2B5EF4-FFF2-40B4-BE49-F238E27FC236}">
                  <a16:creationId xmlns:a16="http://schemas.microsoft.com/office/drawing/2014/main" id="{C0635065-5741-4E73-A716-B56B35AAE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85" name="Oval 91">
              <a:extLst>
                <a:ext uri="{FF2B5EF4-FFF2-40B4-BE49-F238E27FC236}">
                  <a16:creationId xmlns:a16="http://schemas.microsoft.com/office/drawing/2014/main" id="{2B733B4C-4424-4C6C-8B4A-714FC6C2B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86" name="Oval 92">
              <a:extLst>
                <a:ext uri="{FF2B5EF4-FFF2-40B4-BE49-F238E27FC236}">
                  <a16:creationId xmlns:a16="http://schemas.microsoft.com/office/drawing/2014/main" id="{62C0EE5E-94EC-47CA-9952-A52850CF6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87" name="Oval 93">
              <a:extLst>
                <a:ext uri="{FF2B5EF4-FFF2-40B4-BE49-F238E27FC236}">
                  <a16:creationId xmlns:a16="http://schemas.microsoft.com/office/drawing/2014/main" id="{3BD7A816-1852-41F2-B216-77B8E14A1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564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88" name="Oval 94">
              <a:extLst>
                <a:ext uri="{FF2B5EF4-FFF2-40B4-BE49-F238E27FC236}">
                  <a16:creationId xmlns:a16="http://schemas.microsoft.com/office/drawing/2014/main" id="{B9F63EE9-EF2C-4D95-A195-4C269FCA4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1564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9951" name="Group 95">
            <a:extLst>
              <a:ext uri="{FF2B5EF4-FFF2-40B4-BE49-F238E27FC236}">
                <a16:creationId xmlns:a16="http://schemas.microsoft.com/office/drawing/2014/main" id="{F6E974A0-57E6-4776-AD9E-18A307E5DA01}"/>
              </a:ext>
            </a:extLst>
          </p:cNvPr>
          <p:cNvGrpSpPr>
            <a:grpSpLocks/>
          </p:cNvGrpSpPr>
          <p:nvPr/>
        </p:nvGrpSpPr>
        <p:grpSpPr bwMode="auto">
          <a:xfrm>
            <a:off x="6076950" y="2509838"/>
            <a:ext cx="2832100" cy="1822450"/>
            <a:chOff x="3828" y="1416"/>
            <a:chExt cx="1784" cy="1148"/>
          </a:xfrm>
        </p:grpSpPr>
        <p:grpSp>
          <p:nvGrpSpPr>
            <p:cNvPr id="44056" name="Group 96">
              <a:extLst>
                <a:ext uri="{FF2B5EF4-FFF2-40B4-BE49-F238E27FC236}">
                  <a16:creationId xmlns:a16="http://schemas.microsoft.com/office/drawing/2014/main" id="{6094A152-5A00-419F-8ACC-180E57D495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8" y="1416"/>
              <a:ext cx="1784" cy="1148"/>
              <a:chOff x="3828" y="1416"/>
              <a:chExt cx="1784" cy="1148"/>
            </a:xfrm>
          </p:grpSpPr>
          <p:sp>
            <p:nvSpPr>
              <p:cNvPr id="44065" name="Rectangle 97">
                <a:extLst>
                  <a:ext uri="{FF2B5EF4-FFF2-40B4-BE49-F238E27FC236}">
                    <a16:creationId xmlns:a16="http://schemas.microsoft.com/office/drawing/2014/main" id="{A2453DBF-C554-42C4-B8A3-2123A9DD0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8" y="1642"/>
                <a:ext cx="1784" cy="86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066" name="Text Box 98">
                <a:extLst>
                  <a:ext uri="{FF2B5EF4-FFF2-40B4-BE49-F238E27FC236}">
                    <a16:creationId xmlns:a16="http://schemas.microsoft.com/office/drawing/2014/main" id="{44BAF180-6868-4126-B498-C96099D8B0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43" y="1922"/>
                <a:ext cx="1209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138(2)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067" name="Text Box 99">
                <a:extLst>
                  <a:ext uri="{FF2B5EF4-FFF2-40B4-BE49-F238E27FC236}">
                    <a16:creationId xmlns:a16="http://schemas.microsoft.com/office/drawing/2014/main" id="{918733BB-3D3F-4922-9EC9-F4991AE270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9" y="1620"/>
                <a:ext cx="1740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grpSp>
            <p:nvGrpSpPr>
              <p:cNvPr id="44068" name="Group 100">
                <a:extLst>
                  <a:ext uri="{FF2B5EF4-FFF2-40B4-BE49-F238E27FC236}">
                    <a16:creationId xmlns:a16="http://schemas.microsoft.com/office/drawing/2014/main" id="{62CE9131-4F7A-4957-8EE5-14BDE25251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79" y="1416"/>
                <a:ext cx="1390" cy="228"/>
                <a:chOff x="1547" y="1647"/>
                <a:chExt cx="1390" cy="228"/>
              </a:xfrm>
            </p:grpSpPr>
            <p:sp>
              <p:nvSpPr>
                <p:cNvPr id="44072" name="Line 101">
                  <a:extLst>
                    <a:ext uri="{FF2B5EF4-FFF2-40B4-BE49-F238E27FC236}">
                      <a16:creationId xmlns:a16="http://schemas.microsoft.com/office/drawing/2014/main" id="{68714882-230F-4428-ACF3-D6A5FEFBBD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47" y="1660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73" name="Line 102">
                  <a:extLst>
                    <a:ext uri="{FF2B5EF4-FFF2-40B4-BE49-F238E27FC236}">
                      <a16:creationId xmlns:a16="http://schemas.microsoft.com/office/drawing/2014/main" id="{9399C73C-2075-43B5-9367-D700C7F527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38" y="1660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74" name="Line 103">
                  <a:extLst>
                    <a:ext uri="{FF2B5EF4-FFF2-40B4-BE49-F238E27FC236}">
                      <a16:creationId xmlns:a16="http://schemas.microsoft.com/office/drawing/2014/main" id="{E0D69A00-65FB-42F5-A812-BAC055BD39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41" y="1659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75" name="Line 104">
                  <a:extLst>
                    <a:ext uri="{FF2B5EF4-FFF2-40B4-BE49-F238E27FC236}">
                      <a16:creationId xmlns:a16="http://schemas.microsoft.com/office/drawing/2014/main" id="{5ADE9263-A869-40EC-B1AA-DD343211F7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50" y="1659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76" name="Line 105">
                  <a:extLst>
                    <a:ext uri="{FF2B5EF4-FFF2-40B4-BE49-F238E27FC236}">
                      <a16:creationId xmlns:a16="http://schemas.microsoft.com/office/drawing/2014/main" id="{1950EDA3-EAD8-4A13-9DFC-FB558A7904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48" y="1659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77" name="Line 106">
                  <a:extLst>
                    <a:ext uri="{FF2B5EF4-FFF2-40B4-BE49-F238E27FC236}">
                      <a16:creationId xmlns:a16="http://schemas.microsoft.com/office/drawing/2014/main" id="{266805B5-6C33-4250-9623-48F2124AA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57" y="1659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78" name="Line 107">
                  <a:extLst>
                    <a:ext uri="{FF2B5EF4-FFF2-40B4-BE49-F238E27FC236}">
                      <a16:creationId xmlns:a16="http://schemas.microsoft.com/office/drawing/2014/main" id="{1656BA30-384B-4F12-8284-7C305C2EB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9" y="1647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4079" name="Line 108">
                  <a:extLst>
                    <a:ext uri="{FF2B5EF4-FFF2-40B4-BE49-F238E27FC236}">
                      <a16:creationId xmlns:a16="http://schemas.microsoft.com/office/drawing/2014/main" id="{5AA1A11A-5916-40A0-8CBF-C73BAEB089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37" y="1647"/>
                  <a:ext cx="0" cy="21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44069" name="Text Box 109">
                <a:extLst>
                  <a:ext uri="{FF2B5EF4-FFF2-40B4-BE49-F238E27FC236}">
                    <a16:creationId xmlns:a16="http://schemas.microsoft.com/office/drawing/2014/main" id="{B04BCCEB-F80C-4293-8BBD-5A03FD3A71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74" y="2219"/>
                <a:ext cx="1705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ST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44070" name="Oval 110">
                <a:extLst>
                  <a:ext uri="{FF2B5EF4-FFF2-40B4-BE49-F238E27FC236}">
                    <a16:creationId xmlns:a16="http://schemas.microsoft.com/office/drawing/2014/main" id="{6975761C-98C7-410F-97A5-AE095A7C4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9" y="2507"/>
                <a:ext cx="57" cy="57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4071" name="Oval 111">
                <a:extLst>
                  <a:ext uri="{FF2B5EF4-FFF2-40B4-BE49-F238E27FC236}">
                    <a16:creationId xmlns:a16="http://schemas.microsoft.com/office/drawing/2014/main" id="{EDA42A19-340B-4E8C-B87A-343789E4B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6" y="2507"/>
                <a:ext cx="57" cy="57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4057" name="Oval 112">
              <a:extLst>
                <a:ext uri="{FF2B5EF4-FFF2-40B4-BE49-F238E27FC236}">
                  <a16:creationId xmlns:a16="http://schemas.microsoft.com/office/drawing/2014/main" id="{167113BA-3627-40D1-BCCC-7C7AC7742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58" name="Oval 113">
              <a:extLst>
                <a:ext uri="{FF2B5EF4-FFF2-40B4-BE49-F238E27FC236}">
                  <a16:creationId xmlns:a16="http://schemas.microsoft.com/office/drawing/2014/main" id="{B7A952B3-0B9F-41EF-857B-CFA3E30D1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59" name="Oval 114">
              <a:extLst>
                <a:ext uri="{FF2B5EF4-FFF2-40B4-BE49-F238E27FC236}">
                  <a16:creationId xmlns:a16="http://schemas.microsoft.com/office/drawing/2014/main" id="{A39697C5-E30A-4D4E-A7BA-0B70D92F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60" name="Oval 115">
              <a:extLst>
                <a:ext uri="{FF2B5EF4-FFF2-40B4-BE49-F238E27FC236}">
                  <a16:creationId xmlns:a16="http://schemas.microsoft.com/office/drawing/2014/main" id="{2837C958-CA07-4387-BFE7-5D6557A20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61" name="Oval 116">
              <a:extLst>
                <a:ext uri="{FF2B5EF4-FFF2-40B4-BE49-F238E27FC236}">
                  <a16:creationId xmlns:a16="http://schemas.microsoft.com/office/drawing/2014/main" id="{809F1D17-D8B3-40E3-94C0-25A6B6A9B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62" name="Oval 117">
              <a:extLst>
                <a:ext uri="{FF2B5EF4-FFF2-40B4-BE49-F238E27FC236}">
                  <a16:creationId xmlns:a16="http://schemas.microsoft.com/office/drawing/2014/main" id="{1AB5EBAE-D8BF-4951-8B14-3B73D889C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63" name="Oval 118">
              <a:extLst>
                <a:ext uri="{FF2B5EF4-FFF2-40B4-BE49-F238E27FC236}">
                  <a16:creationId xmlns:a16="http://schemas.microsoft.com/office/drawing/2014/main" id="{1015E6B5-2C40-4386-ACCC-EB842E55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0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064" name="Oval 119">
              <a:extLst>
                <a:ext uri="{FF2B5EF4-FFF2-40B4-BE49-F238E27FC236}">
                  <a16:creationId xmlns:a16="http://schemas.microsoft.com/office/drawing/2014/main" id="{0C213057-E598-4BC4-9320-BA19E24BD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6" y="1553"/>
              <a:ext cx="68" cy="6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49976" name="Text Box 120">
            <a:extLst>
              <a:ext uri="{FF2B5EF4-FFF2-40B4-BE49-F238E27FC236}">
                <a16:creationId xmlns:a16="http://schemas.microsoft.com/office/drawing/2014/main" id="{30C2511E-30DD-4B56-A4E9-97BFEBE5D8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875" y="774700"/>
            <a:ext cx="4019550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译码器的扩展</a:t>
            </a:r>
          </a:p>
        </p:txBody>
      </p:sp>
    </p:spTree>
    <p:extLst>
      <p:ext uri="{BB962C8B-B14F-4D97-AF65-F5344CB8AC3E}">
        <p14:creationId xmlns:p14="http://schemas.microsoft.com/office/powerpoint/2010/main" val="34540464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98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98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99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99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499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499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499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499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49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9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49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49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49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49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49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49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49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49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2498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498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249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249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500"/>
                                        <p:tgtEl>
                                          <p:spTgt spid="249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249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249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249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249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249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873" grpId="0" autoUpdateAnimBg="0"/>
      <p:bldP spid="249874" grpId="0" autoUpdateAnimBg="0"/>
      <p:bldP spid="249875" grpId="0" animBg="1" autoUpdateAnimBg="0"/>
      <p:bldP spid="249876" grpId="0" animBg="1"/>
      <p:bldP spid="249915" grpId="0" animBg="1" autoUpdateAnimBg="0"/>
      <p:bldP spid="249976" grpId="0" animBg="1" autoUpdateAnimBg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2">
            <a:extLst>
              <a:ext uri="{FF2B5EF4-FFF2-40B4-BE49-F238E27FC236}">
                <a16:creationId xmlns:a16="http://schemas.microsoft.com/office/drawing/2014/main" id="{2AE2911C-C045-4FBF-95F5-6941A56D65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7975" y="287338"/>
            <a:ext cx="1644650" cy="42545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2】</a:t>
            </a:r>
          </a:p>
        </p:txBody>
      </p:sp>
      <p:sp>
        <p:nvSpPr>
          <p:cNvPr id="250883" name="Rectangle 3">
            <a:extLst>
              <a:ext uri="{FF2B5EF4-FFF2-40B4-BE49-F238E27FC236}">
                <a16:creationId xmlns:a16="http://schemas.microsoft.com/office/drawing/2014/main" id="{943A3A39-E10C-4708-984D-AFEAD02F08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66700"/>
            <a:ext cx="5761038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用三片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138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构成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5/24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线译码器。</a:t>
            </a:r>
          </a:p>
        </p:txBody>
      </p:sp>
      <p:grpSp>
        <p:nvGrpSpPr>
          <p:cNvPr id="250884" name="Group 4">
            <a:extLst>
              <a:ext uri="{FF2B5EF4-FFF2-40B4-BE49-F238E27FC236}">
                <a16:creationId xmlns:a16="http://schemas.microsoft.com/office/drawing/2014/main" id="{2FF4604C-1E36-403F-B2F4-3A3230894AC9}"/>
              </a:ext>
            </a:extLst>
          </p:cNvPr>
          <p:cNvGrpSpPr>
            <a:grpSpLocks/>
          </p:cNvGrpSpPr>
          <p:nvPr/>
        </p:nvGrpSpPr>
        <p:grpSpPr bwMode="auto">
          <a:xfrm>
            <a:off x="157163" y="3316288"/>
            <a:ext cx="6943725" cy="2762250"/>
            <a:chOff x="99" y="2089"/>
            <a:chExt cx="4374" cy="1740"/>
          </a:xfrm>
        </p:grpSpPr>
        <p:sp>
          <p:nvSpPr>
            <p:cNvPr id="45165" name="Line 5">
              <a:extLst>
                <a:ext uri="{FF2B5EF4-FFF2-40B4-BE49-F238E27FC236}">
                  <a16:creationId xmlns:a16="http://schemas.microsoft.com/office/drawing/2014/main" id="{D94E0F94-6FE8-4F41-A21B-1D915245B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" y="2112"/>
              <a:ext cx="0" cy="14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66" name="Freeform 6">
              <a:extLst>
                <a:ext uri="{FF2B5EF4-FFF2-40B4-BE49-F238E27FC236}">
                  <a16:creationId xmlns:a16="http://schemas.microsoft.com/office/drawing/2014/main" id="{6BF94B80-8F19-4136-B875-F4D074E19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" y="2112"/>
              <a:ext cx="3772" cy="531"/>
            </a:xfrm>
            <a:custGeom>
              <a:avLst/>
              <a:gdLst>
                <a:gd name="T0" fmla="*/ 0 w 3806"/>
                <a:gd name="T1" fmla="*/ 531 h 531"/>
                <a:gd name="T2" fmla="*/ 3606 w 3806"/>
                <a:gd name="T3" fmla="*/ 531 h 531"/>
                <a:gd name="T4" fmla="*/ 3606 w 3806"/>
                <a:gd name="T5" fmla="*/ 0 h 5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06" h="531">
                  <a:moveTo>
                    <a:pt x="0" y="531"/>
                  </a:moveTo>
                  <a:lnTo>
                    <a:pt x="3806" y="531"/>
                  </a:lnTo>
                  <a:lnTo>
                    <a:pt x="3806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67" name="Line 7">
              <a:extLst>
                <a:ext uri="{FF2B5EF4-FFF2-40B4-BE49-F238E27FC236}">
                  <a16:creationId xmlns:a16="http://schemas.microsoft.com/office/drawing/2014/main" id="{1C7F1CFD-D758-4000-A93F-5A2A8A912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2" y="2112"/>
              <a:ext cx="0" cy="5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68" name="Oval 8">
              <a:extLst>
                <a:ext uri="{FF2B5EF4-FFF2-40B4-BE49-F238E27FC236}">
                  <a16:creationId xmlns:a16="http://schemas.microsoft.com/office/drawing/2014/main" id="{A4DB2F00-D23E-42C3-9B7D-5DB700C56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" y="2609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69" name="Oval 9">
              <a:extLst>
                <a:ext uri="{FF2B5EF4-FFF2-40B4-BE49-F238E27FC236}">
                  <a16:creationId xmlns:a16="http://schemas.microsoft.com/office/drawing/2014/main" id="{B7369BCE-8F40-4ACB-8786-23EEE15F2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2609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70" name="Text Box 10">
              <a:extLst>
                <a:ext uri="{FF2B5EF4-FFF2-40B4-BE49-F238E27FC236}">
                  <a16:creationId xmlns:a16="http://schemas.microsoft.com/office/drawing/2014/main" id="{75D7A65C-9E2C-40AF-9E0F-74C4271D7E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" y="3469"/>
              <a:ext cx="361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5171" name="Line 11">
              <a:extLst>
                <a:ext uri="{FF2B5EF4-FFF2-40B4-BE49-F238E27FC236}">
                  <a16:creationId xmlns:a16="http://schemas.microsoft.com/office/drawing/2014/main" id="{A794B491-FAD0-41B9-9AD1-5E0A5A7083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" y="2123"/>
              <a:ext cx="0" cy="146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72" name="Text Box 12">
              <a:extLst>
                <a:ext uri="{FF2B5EF4-FFF2-40B4-BE49-F238E27FC236}">
                  <a16:creationId xmlns:a16="http://schemas.microsoft.com/office/drawing/2014/main" id="{F875F79D-12E3-4926-B7CD-029710D6C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" y="3502"/>
              <a:ext cx="496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5173" name="Line 13">
              <a:extLst>
                <a:ext uri="{FF2B5EF4-FFF2-40B4-BE49-F238E27FC236}">
                  <a16:creationId xmlns:a16="http://schemas.microsoft.com/office/drawing/2014/main" id="{DCC91985-ABC5-4BC0-9D04-8B57225399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" y="2123"/>
              <a:ext cx="0" cy="1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74" name="Text Box 14">
              <a:extLst>
                <a:ext uri="{FF2B5EF4-FFF2-40B4-BE49-F238E27FC236}">
                  <a16:creationId xmlns:a16="http://schemas.microsoft.com/office/drawing/2014/main" id="{70B1C315-5149-4B85-A7F8-7DDF5CF491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" y="3502"/>
              <a:ext cx="496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45175" name="Freeform 15">
              <a:extLst>
                <a:ext uri="{FF2B5EF4-FFF2-40B4-BE49-F238E27FC236}">
                  <a16:creationId xmlns:a16="http://schemas.microsoft.com/office/drawing/2014/main" id="{DFCD816B-1A86-4CC2-995F-B8881D7C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2101"/>
              <a:ext cx="3783" cy="621"/>
            </a:xfrm>
            <a:custGeom>
              <a:avLst/>
              <a:gdLst>
                <a:gd name="T0" fmla="*/ 0 w 3783"/>
                <a:gd name="T1" fmla="*/ 621 h 621"/>
                <a:gd name="T2" fmla="*/ 3783 w 3783"/>
                <a:gd name="T3" fmla="*/ 621 h 621"/>
                <a:gd name="T4" fmla="*/ 3783 w 3783"/>
                <a:gd name="T5" fmla="*/ 0 h 6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83" h="621">
                  <a:moveTo>
                    <a:pt x="0" y="621"/>
                  </a:moveTo>
                  <a:lnTo>
                    <a:pt x="3783" y="621"/>
                  </a:lnTo>
                  <a:lnTo>
                    <a:pt x="378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76" name="Freeform 16">
              <a:extLst>
                <a:ext uri="{FF2B5EF4-FFF2-40B4-BE49-F238E27FC236}">
                  <a16:creationId xmlns:a16="http://schemas.microsoft.com/office/drawing/2014/main" id="{76C65489-800E-445D-BC72-A168243B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089"/>
              <a:ext cx="3773" cy="723"/>
            </a:xfrm>
            <a:custGeom>
              <a:avLst/>
              <a:gdLst>
                <a:gd name="T0" fmla="*/ 0 w 3784"/>
                <a:gd name="T1" fmla="*/ 723 h 723"/>
                <a:gd name="T2" fmla="*/ 3718 w 3784"/>
                <a:gd name="T3" fmla="*/ 723 h 723"/>
                <a:gd name="T4" fmla="*/ 3718 w 3784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84" h="723">
                  <a:moveTo>
                    <a:pt x="0" y="723"/>
                  </a:moveTo>
                  <a:lnTo>
                    <a:pt x="3784" y="723"/>
                  </a:lnTo>
                  <a:lnTo>
                    <a:pt x="378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77" name="Oval 17">
              <a:extLst>
                <a:ext uri="{FF2B5EF4-FFF2-40B4-BE49-F238E27FC236}">
                  <a16:creationId xmlns:a16="http://schemas.microsoft.com/office/drawing/2014/main" id="{4537A7C7-BC23-49B9-A14D-79E7797C6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" y="2699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78" name="Oval 18">
              <a:extLst>
                <a:ext uri="{FF2B5EF4-FFF2-40B4-BE49-F238E27FC236}">
                  <a16:creationId xmlns:a16="http://schemas.microsoft.com/office/drawing/2014/main" id="{7652AB9F-0AED-4619-ABE3-F56626C53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2778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79" name="Line 19">
              <a:extLst>
                <a:ext uri="{FF2B5EF4-FFF2-40B4-BE49-F238E27FC236}">
                  <a16:creationId xmlns:a16="http://schemas.microsoft.com/office/drawing/2014/main" id="{BF53AC94-C1BB-43DE-AC86-BA4261633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3" y="2101"/>
              <a:ext cx="0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80" name="Line 20">
              <a:extLst>
                <a:ext uri="{FF2B5EF4-FFF2-40B4-BE49-F238E27FC236}">
                  <a16:creationId xmlns:a16="http://schemas.microsoft.com/office/drawing/2014/main" id="{60A501CA-181E-47B4-AE77-8650D3D40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5" y="2112"/>
              <a:ext cx="0" cy="7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81" name="Oval 21">
              <a:extLst>
                <a:ext uri="{FF2B5EF4-FFF2-40B4-BE49-F238E27FC236}">
                  <a16:creationId xmlns:a16="http://schemas.microsoft.com/office/drawing/2014/main" id="{5D7465A7-CB7A-4695-8F04-FC5DC10E0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677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82" name="Oval 22">
              <a:extLst>
                <a:ext uri="{FF2B5EF4-FFF2-40B4-BE49-F238E27FC236}">
                  <a16:creationId xmlns:a16="http://schemas.microsoft.com/office/drawing/2014/main" id="{1A9E12C8-3663-45F6-9B96-1DD8DDF60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2768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0903" name="Group 23">
            <a:extLst>
              <a:ext uri="{FF2B5EF4-FFF2-40B4-BE49-F238E27FC236}">
                <a16:creationId xmlns:a16="http://schemas.microsoft.com/office/drawing/2014/main" id="{21299FA3-803D-404E-82A1-EA3723251E06}"/>
              </a:ext>
            </a:extLst>
          </p:cNvPr>
          <p:cNvGrpSpPr>
            <a:grpSpLocks/>
          </p:cNvGrpSpPr>
          <p:nvPr/>
        </p:nvGrpSpPr>
        <p:grpSpPr bwMode="auto">
          <a:xfrm>
            <a:off x="1470025" y="3352800"/>
            <a:ext cx="1166813" cy="2760663"/>
            <a:chOff x="926" y="2112"/>
            <a:chExt cx="735" cy="1739"/>
          </a:xfrm>
        </p:grpSpPr>
        <p:sp>
          <p:nvSpPr>
            <p:cNvPr id="45161" name="Line 24">
              <a:extLst>
                <a:ext uri="{FF2B5EF4-FFF2-40B4-BE49-F238E27FC236}">
                  <a16:creationId xmlns:a16="http://schemas.microsoft.com/office/drawing/2014/main" id="{486708BE-8E6F-4A70-9BDC-77BF6DCCB6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4" y="2112"/>
              <a:ext cx="0" cy="150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62" name="Line 25">
              <a:extLst>
                <a:ext uri="{FF2B5EF4-FFF2-40B4-BE49-F238E27FC236}">
                  <a16:creationId xmlns:a16="http://schemas.microsoft.com/office/drawing/2014/main" id="{F7ADDFD0-1C6B-42D6-B4AA-E17610F07C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0" y="2112"/>
              <a:ext cx="0" cy="150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63" name="Text Box 26">
              <a:extLst>
                <a:ext uri="{FF2B5EF4-FFF2-40B4-BE49-F238E27FC236}">
                  <a16:creationId xmlns:a16="http://schemas.microsoft.com/office/drawing/2014/main" id="{4CC01098-3B5C-4E21-8B73-E2AD23926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6" y="3524"/>
              <a:ext cx="407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45164" name="Text Box 27">
              <a:extLst>
                <a:ext uri="{FF2B5EF4-FFF2-40B4-BE49-F238E27FC236}">
                  <a16:creationId xmlns:a16="http://schemas.microsoft.com/office/drawing/2014/main" id="{F65987D5-D9E5-4FBF-A13F-ADB0EC60B0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4" y="3524"/>
              <a:ext cx="407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</p:grpSp>
      <p:grpSp>
        <p:nvGrpSpPr>
          <p:cNvPr id="250908" name="Group 28">
            <a:extLst>
              <a:ext uri="{FF2B5EF4-FFF2-40B4-BE49-F238E27FC236}">
                <a16:creationId xmlns:a16="http://schemas.microsoft.com/office/drawing/2014/main" id="{C30CF6F0-0613-42D1-A57F-73D9194D0596}"/>
              </a:ext>
            </a:extLst>
          </p:cNvPr>
          <p:cNvGrpSpPr>
            <a:grpSpLocks/>
          </p:cNvGrpSpPr>
          <p:nvPr/>
        </p:nvGrpSpPr>
        <p:grpSpPr bwMode="auto">
          <a:xfrm>
            <a:off x="1651000" y="3352800"/>
            <a:ext cx="4014788" cy="1506538"/>
            <a:chOff x="1040" y="2112"/>
            <a:chExt cx="2529" cy="949"/>
          </a:xfrm>
        </p:grpSpPr>
        <p:sp>
          <p:nvSpPr>
            <p:cNvPr id="45156" name="Freeform 29">
              <a:extLst>
                <a:ext uri="{FF2B5EF4-FFF2-40B4-BE49-F238E27FC236}">
                  <a16:creationId xmlns:a16="http://schemas.microsoft.com/office/drawing/2014/main" id="{A3E14A7E-E9BF-4DC8-930D-2329047C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112"/>
              <a:ext cx="2485" cy="802"/>
            </a:xfrm>
            <a:custGeom>
              <a:avLst/>
              <a:gdLst>
                <a:gd name="T0" fmla="*/ 0 w 2485"/>
                <a:gd name="T1" fmla="*/ 928 h 779"/>
                <a:gd name="T2" fmla="*/ 2485 w 2485"/>
                <a:gd name="T3" fmla="*/ 928 h 779"/>
                <a:gd name="T4" fmla="*/ 2485 w 2485"/>
                <a:gd name="T5" fmla="*/ 0 h 7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85" h="779">
                  <a:moveTo>
                    <a:pt x="0" y="779"/>
                  </a:moveTo>
                  <a:lnTo>
                    <a:pt x="2485" y="779"/>
                  </a:lnTo>
                  <a:lnTo>
                    <a:pt x="248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57" name="Oval 30">
              <a:extLst>
                <a:ext uri="{FF2B5EF4-FFF2-40B4-BE49-F238E27FC236}">
                  <a16:creationId xmlns:a16="http://schemas.microsoft.com/office/drawing/2014/main" id="{AB88F339-F8BE-48FB-A2E6-3EF13D104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2880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58" name="Freeform 31">
              <a:extLst>
                <a:ext uri="{FF2B5EF4-FFF2-40B4-BE49-F238E27FC236}">
                  <a16:creationId xmlns:a16="http://schemas.microsoft.com/office/drawing/2014/main" id="{84DC495A-83D6-4952-BE6D-570636DEC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112"/>
              <a:ext cx="372" cy="158"/>
            </a:xfrm>
            <a:custGeom>
              <a:avLst/>
              <a:gdLst>
                <a:gd name="T0" fmla="*/ 0 w 372"/>
                <a:gd name="T1" fmla="*/ 0 h 158"/>
                <a:gd name="T2" fmla="*/ 0 w 372"/>
                <a:gd name="T3" fmla="*/ 158 h 158"/>
                <a:gd name="T4" fmla="*/ 372 w 372"/>
                <a:gd name="T5" fmla="*/ 158 h 158"/>
                <a:gd name="T6" fmla="*/ 372 w 372"/>
                <a:gd name="T7" fmla="*/ 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2" h="158">
                  <a:moveTo>
                    <a:pt x="0" y="0"/>
                  </a:moveTo>
                  <a:lnTo>
                    <a:pt x="0" y="158"/>
                  </a:lnTo>
                  <a:lnTo>
                    <a:pt x="372" y="158"/>
                  </a:lnTo>
                  <a:lnTo>
                    <a:pt x="37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59" name="Freeform 32">
              <a:extLst>
                <a:ext uri="{FF2B5EF4-FFF2-40B4-BE49-F238E27FC236}">
                  <a16:creationId xmlns:a16="http://schemas.microsoft.com/office/drawing/2014/main" id="{95F80B79-EC3D-442E-A96C-20986CF6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70"/>
              <a:ext cx="1740" cy="757"/>
            </a:xfrm>
            <a:custGeom>
              <a:avLst/>
              <a:gdLst>
                <a:gd name="T0" fmla="*/ 0 w 1740"/>
                <a:gd name="T1" fmla="*/ 757 h 757"/>
                <a:gd name="T2" fmla="*/ 1740 w 1740"/>
                <a:gd name="T3" fmla="*/ 757 h 757"/>
                <a:gd name="T4" fmla="*/ 1740 w 1740"/>
                <a:gd name="T5" fmla="*/ 0 h 7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0" h="757">
                  <a:moveTo>
                    <a:pt x="0" y="757"/>
                  </a:moveTo>
                  <a:lnTo>
                    <a:pt x="1740" y="757"/>
                  </a:lnTo>
                  <a:lnTo>
                    <a:pt x="174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60" name="Oval 33">
              <a:extLst>
                <a:ext uri="{FF2B5EF4-FFF2-40B4-BE49-F238E27FC236}">
                  <a16:creationId xmlns:a16="http://schemas.microsoft.com/office/drawing/2014/main" id="{4135750E-013A-4480-845E-45E770968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2982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0914" name="Group 34">
            <a:extLst>
              <a:ext uri="{FF2B5EF4-FFF2-40B4-BE49-F238E27FC236}">
                <a16:creationId xmlns:a16="http://schemas.microsoft.com/office/drawing/2014/main" id="{E6EF12D9-6383-492B-8465-695B02041A6F}"/>
              </a:ext>
            </a:extLst>
          </p:cNvPr>
          <p:cNvGrpSpPr>
            <a:grpSpLocks/>
          </p:cNvGrpSpPr>
          <p:nvPr/>
        </p:nvGrpSpPr>
        <p:grpSpPr bwMode="auto">
          <a:xfrm>
            <a:off x="4913313" y="3316288"/>
            <a:ext cx="3746500" cy="1560512"/>
            <a:chOff x="3095" y="2089"/>
            <a:chExt cx="2360" cy="983"/>
          </a:xfrm>
        </p:grpSpPr>
        <p:sp>
          <p:nvSpPr>
            <p:cNvPr id="45151" name="Freeform 35">
              <a:extLst>
                <a:ext uri="{FF2B5EF4-FFF2-40B4-BE49-F238E27FC236}">
                  <a16:creationId xmlns:a16="http://schemas.microsoft.com/office/drawing/2014/main" id="{4ADD92A8-383D-46A0-8BE1-5E96E80FE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089"/>
              <a:ext cx="2315" cy="938"/>
            </a:xfrm>
            <a:custGeom>
              <a:avLst/>
              <a:gdLst>
                <a:gd name="T0" fmla="*/ 0 w 2315"/>
                <a:gd name="T1" fmla="*/ 938 h 938"/>
                <a:gd name="T2" fmla="*/ 2315 w 2315"/>
                <a:gd name="T3" fmla="*/ 938 h 938"/>
                <a:gd name="T4" fmla="*/ 2315 w 2315"/>
                <a:gd name="T5" fmla="*/ 0 h 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5" h="938">
                  <a:moveTo>
                    <a:pt x="0" y="938"/>
                  </a:moveTo>
                  <a:lnTo>
                    <a:pt x="2315" y="938"/>
                  </a:lnTo>
                  <a:lnTo>
                    <a:pt x="23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52" name="Oval 36">
              <a:extLst>
                <a:ext uri="{FF2B5EF4-FFF2-40B4-BE49-F238E27FC236}">
                  <a16:creationId xmlns:a16="http://schemas.microsoft.com/office/drawing/2014/main" id="{15430C23-ED9F-48B7-8BD5-6CBFFCCAA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2993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53" name="Freeform 37">
              <a:extLst>
                <a:ext uri="{FF2B5EF4-FFF2-40B4-BE49-F238E27FC236}">
                  <a16:creationId xmlns:a16="http://schemas.microsoft.com/office/drawing/2014/main" id="{AF17EA7C-F42A-4CD8-BB5F-AF1035592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101"/>
              <a:ext cx="361" cy="180"/>
            </a:xfrm>
            <a:custGeom>
              <a:avLst/>
              <a:gdLst>
                <a:gd name="T0" fmla="*/ 0 w 361"/>
                <a:gd name="T1" fmla="*/ 0 h 180"/>
                <a:gd name="T2" fmla="*/ 0 w 361"/>
                <a:gd name="T3" fmla="*/ 180 h 180"/>
                <a:gd name="T4" fmla="*/ 361 w 361"/>
                <a:gd name="T5" fmla="*/ 180 h 180"/>
                <a:gd name="T6" fmla="*/ 361 w 361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180">
                  <a:moveTo>
                    <a:pt x="0" y="0"/>
                  </a:moveTo>
                  <a:lnTo>
                    <a:pt x="0" y="180"/>
                  </a:lnTo>
                  <a:lnTo>
                    <a:pt x="361" y="180"/>
                  </a:lnTo>
                  <a:lnTo>
                    <a:pt x="36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54" name="Freeform 38">
              <a:extLst>
                <a:ext uri="{FF2B5EF4-FFF2-40B4-BE49-F238E27FC236}">
                  <a16:creationId xmlns:a16="http://schemas.microsoft.com/office/drawing/2014/main" id="{CE4BC6E2-60DF-4134-9242-E8D55D519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270"/>
              <a:ext cx="1435" cy="644"/>
            </a:xfrm>
            <a:custGeom>
              <a:avLst/>
              <a:gdLst>
                <a:gd name="T0" fmla="*/ 0 w 1412"/>
                <a:gd name="T1" fmla="*/ 644 h 644"/>
                <a:gd name="T2" fmla="*/ 1556 w 1412"/>
                <a:gd name="T3" fmla="*/ 644 h 644"/>
                <a:gd name="T4" fmla="*/ 1556 w 1412"/>
                <a:gd name="T5" fmla="*/ 0 h 6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2" h="644">
                  <a:moveTo>
                    <a:pt x="0" y="644"/>
                  </a:moveTo>
                  <a:lnTo>
                    <a:pt x="1412" y="644"/>
                  </a:lnTo>
                  <a:lnTo>
                    <a:pt x="14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55" name="Oval 39">
              <a:extLst>
                <a:ext uri="{FF2B5EF4-FFF2-40B4-BE49-F238E27FC236}">
                  <a16:creationId xmlns:a16="http://schemas.microsoft.com/office/drawing/2014/main" id="{B4E451AA-7012-44B6-A766-D6AC40D3C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4" y="2869"/>
              <a:ext cx="79" cy="79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50920" name="Text Box 40">
            <a:extLst>
              <a:ext uri="{FF2B5EF4-FFF2-40B4-BE49-F238E27FC236}">
                <a16:creationId xmlns:a16="http://schemas.microsoft.com/office/drawing/2014/main" id="{E3DEE855-F78D-40D6-949B-44A41D1605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913" y="5200650"/>
            <a:ext cx="6669087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如何用四片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138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构成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5/32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线译码器？</a:t>
            </a:r>
          </a:p>
        </p:txBody>
      </p:sp>
      <p:grpSp>
        <p:nvGrpSpPr>
          <p:cNvPr id="250921" name="Group 41">
            <a:extLst>
              <a:ext uri="{FF2B5EF4-FFF2-40B4-BE49-F238E27FC236}">
                <a16:creationId xmlns:a16="http://schemas.microsoft.com/office/drawing/2014/main" id="{D73E091C-8A00-465A-9B25-B73F860319CD}"/>
              </a:ext>
            </a:extLst>
          </p:cNvPr>
          <p:cNvGrpSpPr>
            <a:grpSpLocks/>
          </p:cNvGrpSpPr>
          <p:nvPr/>
        </p:nvGrpSpPr>
        <p:grpSpPr bwMode="auto">
          <a:xfrm>
            <a:off x="2366963" y="3352800"/>
            <a:ext cx="879475" cy="742950"/>
            <a:chOff x="1491" y="2112"/>
            <a:chExt cx="554" cy="468"/>
          </a:xfrm>
        </p:grpSpPr>
        <p:sp>
          <p:nvSpPr>
            <p:cNvPr id="45149" name="Line 42">
              <a:extLst>
                <a:ext uri="{FF2B5EF4-FFF2-40B4-BE49-F238E27FC236}">
                  <a16:creationId xmlns:a16="http://schemas.microsoft.com/office/drawing/2014/main" id="{57F58C17-EECD-4F99-B81A-9BD88187D5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0" y="2112"/>
              <a:ext cx="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50" name="Text Box 43">
              <a:extLst>
                <a:ext uri="{FF2B5EF4-FFF2-40B4-BE49-F238E27FC236}">
                  <a16:creationId xmlns:a16="http://schemas.microsoft.com/office/drawing/2014/main" id="{62432CB1-4AF5-41B1-B72F-E3A128587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1" y="2292"/>
              <a:ext cx="55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</p:grpSp>
      <p:grpSp>
        <p:nvGrpSpPr>
          <p:cNvPr id="250924" name="Group 44">
            <a:extLst>
              <a:ext uri="{FF2B5EF4-FFF2-40B4-BE49-F238E27FC236}">
                <a16:creationId xmlns:a16="http://schemas.microsoft.com/office/drawing/2014/main" id="{0D181E02-3828-4D6A-9274-D100E2F0ED01}"/>
              </a:ext>
            </a:extLst>
          </p:cNvPr>
          <p:cNvGrpSpPr>
            <a:grpSpLocks/>
          </p:cNvGrpSpPr>
          <p:nvPr/>
        </p:nvGrpSpPr>
        <p:grpSpPr bwMode="auto">
          <a:xfrm>
            <a:off x="139700" y="1128713"/>
            <a:ext cx="8845550" cy="2349500"/>
            <a:chOff x="88" y="711"/>
            <a:chExt cx="5572" cy="1480"/>
          </a:xfrm>
        </p:grpSpPr>
        <p:sp>
          <p:nvSpPr>
            <p:cNvPr id="45067" name="Rectangle 45">
              <a:extLst>
                <a:ext uri="{FF2B5EF4-FFF2-40B4-BE49-F238E27FC236}">
                  <a16:creationId xmlns:a16="http://schemas.microsoft.com/office/drawing/2014/main" id="{E76DB140-C22B-4FE1-87A0-AB316855C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" y="1241"/>
              <a:ext cx="1784" cy="869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68" name="Text Box 46">
              <a:extLst>
                <a:ext uri="{FF2B5EF4-FFF2-40B4-BE49-F238E27FC236}">
                  <a16:creationId xmlns:a16="http://schemas.microsoft.com/office/drawing/2014/main" id="{A6803CE5-5E44-4446-B4CB-78C46499D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" y="1521"/>
              <a:ext cx="1209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138(1)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69" name="Text Box 47">
              <a:extLst>
                <a:ext uri="{FF2B5EF4-FFF2-40B4-BE49-F238E27FC236}">
                  <a16:creationId xmlns:a16="http://schemas.microsoft.com/office/drawing/2014/main" id="{9DC71AC0-F328-4A37-A29D-5638A078E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" y="1219"/>
              <a:ext cx="174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grpSp>
          <p:nvGrpSpPr>
            <p:cNvPr id="45070" name="Group 48">
              <a:extLst>
                <a:ext uri="{FF2B5EF4-FFF2-40B4-BE49-F238E27FC236}">
                  <a16:creationId xmlns:a16="http://schemas.microsoft.com/office/drawing/2014/main" id="{31F8EEE5-9750-479E-A0A5-743C1A3A5A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" y="1015"/>
              <a:ext cx="1390" cy="228"/>
              <a:chOff x="1547" y="1647"/>
              <a:chExt cx="1390" cy="228"/>
            </a:xfrm>
          </p:grpSpPr>
          <p:sp>
            <p:nvSpPr>
              <p:cNvPr id="45141" name="Line 49">
                <a:extLst>
                  <a:ext uri="{FF2B5EF4-FFF2-40B4-BE49-F238E27FC236}">
                    <a16:creationId xmlns:a16="http://schemas.microsoft.com/office/drawing/2014/main" id="{915C4994-19CC-42C8-A3CE-ACA63413A4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7" y="1660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42" name="Line 50">
                <a:extLst>
                  <a:ext uri="{FF2B5EF4-FFF2-40B4-BE49-F238E27FC236}">
                    <a16:creationId xmlns:a16="http://schemas.microsoft.com/office/drawing/2014/main" id="{D0F63100-10A1-48C7-A32C-D002342BA0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8" y="1660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43" name="Line 51">
                <a:extLst>
                  <a:ext uri="{FF2B5EF4-FFF2-40B4-BE49-F238E27FC236}">
                    <a16:creationId xmlns:a16="http://schemas.microsoft.com/office/drawing/2014/main" id="{F268423C-F688-4005-A6E0-8BEBA397BD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41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44" name="Line 52">
                <a:extLst>
                  <a:ext uri="{FF2B5EF4-FFF2-40B4-BE49-F238E27FC236}">
                    <a16:creationId xmlns:a16="http://schemas.microsoft.com/office/drawing/2014/main" id="{CE93868D-E4B0-4C2A-985F-EAE2CE56B0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0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45" name="Line 53">
                <a:extLst>
                  <a:ext uri="{FF2B5EF4-FFF2-40B4-BE49-F238E27FC236}">
                    <a16:creationId xmlns:a16="http://schemas.microsoft.com/office/drawing/2014/main" id="{A1E36C70-2C42-4C6F-909A-8A1890D27A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8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46" name="Line 54">
                <a:extLst>
                  <a:ext uri="{FF2B5EF4-FFF2-40B4-BE49-F238E27FC236}">
                    <a16:creationId xmlns:a16="http://schemas.microsoft.com/office/drawing/2014/main" id="{B8E6F01E-F53B-4F73-BF65-C3E2869B8D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7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47" name="Line 55">
                <a:extLst>
                  <a:ext uri="{FF2B5EF4-FFF2-40B4-BE49-F238E27FC236}">
                    <a16:creationId xmlns:a16="http://schemas.microsoft.com/office/drawing/2014/main" id="{D8B4DD9F-54AC-4CFF-A550-735C9ACE89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9" y="1647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48" name="Line 56">
                <a:extLst>
                  <a:ext uri="{FF2B5EF4-FFF2-40B4-BE49-F238E27FC236}">
                    <a16:creationId xmlns:a16="http://schemas.microsoft.com/office/drawing/2014/main" id="{4D79CE8A-21AF-4121-93C5-02674B8CDA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7" y="1647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5071" name="Rectangle 57">
              <a:extLst>
                <a:ext uri="{FF2B5EF4-FFF2-40B4-BE49-F238E27FC236}">
                  <a16:creationId xmlns:a16="http://schemas.microsoft.com/office/drawing/2014/main" id="{D5CA4AEA-DD9C-400C-8810-8B33B22C9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241"/>
              <a:ext cx="1784" cy="8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72" name="Text Box 58">
              <a:extLst>
                <a:ext uri="{FF2B5EF4-FFF2-40B4-BE49-F238E27FC236}">
                  <a16:creationId xmlns:a16="http://schemas.microsoft.com/office/drawing/2014/main" id="{20198E3E-6012-4B4E-AA9D-2D96DC6AF5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1521"/>
              <a:ext cx="1209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138(2)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73" name="Text Box 59">
              <a:extLst>
                <a:ext uri="{FF2B5EF4-FFF2-40B4-BE49-F238E27FC236}">
                  <a16:creationId xmlns:a16="http://schemas.microsoft.com/office/drawing/2014/main" id="{BA53D242-EFA5-48BC-A6AD-819E1ED96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0" y="1219"/>
              <a:ext cx="174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grpSp>
          <p:nvGrpSpPr>
            <p:cNvPr id="45074" name="Group 60">
              <a:extLst>
                <a:ext uri="{FF2B5EF4-FFF2-40B4-BE49-F238E27FC236}">
                  <a16:creationId xmlns:a16="http://schemas.microsoft.com/office/drawing/2014/main" id="{281058C7-7FB0-47D8-8A9A-3A0A293418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40" y="1015"/>
              <a:ext cx="1390" cy="228"/>
              <a:chOff x="1547" y="1647"/>
              <a:chExt cx="1390" cy="228"/>
            </a:xfrm>
          </p:grpSpPr>
          <p:sp>
            <p:nvSpPr>
              <p:cNvPr id="45133" name="Line 61">
                <a:extLst>
                  <a:ext uri="{FF2B5EF4-FFF2-40B4-BE49-F238E27FC236}">
                    <a16:creationId xmlns:a16="http://schemas.microsoft.com/office/drawing/2014/main" id="{AD938389-9E91-47D2-8451-46DC1414E0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7" y="1660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34" name="Line 62">
                <a:extLst>
                  <a:ext uri="{FF2B5EF4-FFF2-40B4-BE49-F238E27FC236}">
                    <a16:creationId xmlns:a16="http://schemas.microsoft.com/office/drawing/2014/main" id="{FF380E63-5E62-4E30-9412-511DEFAB5C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8" y="1660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35" name="Line 63">
                <a:extLst>
                  <a:ext uri="{FF2B5EF4-FFF2-40B4-BE49-F238E27FC236}">
                    <a16:creationId xmlns:a16="http://schemas.microsoft.com/office/drawing/2014/main" id="{88A36084-77B0-4051-90A2-38776D8D5F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41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36" name="Line 64">
                <a:extLst>
                  <a:ext uri="{FF2B5EF4-FFF2-40B4-BE49-F238E27FC236}">
                    <a16:creationId xmlns:a16="http://schemas.microsoft.com/office/drawing/2014/main" id="{7EC55E7A-EC28-47E4-9B58-8981ACABD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0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37" name="Line 65">
                <a:extLst>
                  <a:ext uri="{FF2B5EF4-FFF2-40B4-BE49-F238E27FC236}">
                    <a16:creationId xmlns:a16="http://schemas.microsoft.com/office/drawing/2014/main" id="{4900C5FD-9C34-4C0E-AE55-5ECD57F3E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8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38" name="Line 66">
                <a:extLst>
                  <a:ext uri="{FF2B5EF4-FFF2-40B4-BE49-F238E27FC236}">
                    <a16:creationId xmlns:a16="http://schemas.microsoft.com/office/drawing/2014/main" id="{4DDBAA2E-BC1E-4390-87BA-0C9C8FF39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7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39" name="Line 67">
                <a:extLst>
                  <a:ext uri="{FF2B5EF4-FFF2-40B4-BE49-F238E27FC236}">
                    <a16:creationId xmlns:a16="http://schemas.microsoft.com/office/drawing/2014/main" id="{D400D1B2-AFE4-47AC-8300-7F73661636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9" y="1647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40" name="Line 68">
                <a:extLst>
                  <a:ext uri="{FF2B5EF4-FFF2-40B4-BE49-F238E27FC236}">
                    <a16:creationId xmlns:a16="http://schemas.microsoft.com/office/drawing/2014/main" id="{503CCBDD-B0D0-415E-8969-09D9DE0570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7" y="1647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5075" name="Rectangle 69">
              <a:extLst>
                <a:ext uri="{FF2B5EF4-FFF2-40B4-BE49-F238E27FC236}">
                  <a16:creationId xmlns:a16="http://schemas.microsoft.com/office/drawing/2014/main" id="{C2CB2758-F2E3-463A-9609-80C890531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1229"/>
              <a:ext cx="1784" cy="8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76" name="Text Box 70">
              <a:extLst>
                <a:ext uri="{FF2B5EF4-FFF2-40B4-BE49-F238E27FC236}">
                  <a16:creationId xmlns:a16="http://schemas.microsoft.com/office/drawing/2014/main" id="{1946011B-495F-4938-AF00-E6F4739B4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1" y="1509"/>
              <a:ext cx="1209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138(3)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77" name="Text Box 71">
              <a:extLst>
                <a:ext uri="{FF2B5EF4-FFF2-40B4-BE49-F238E27FC236}">
                  <a16:creationId xmlns:a16="http://schemas.microsoft.com/office/drawing/2014/main" id="{7BF6A26F-BB41-4521-A834-6D318B51B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7" y="1207"/>
              <a:ext cx="174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grpSp>
          <p:nvGrpSpPr>
            <p:cNvPr id="45078" name="Group 72">
              <a:extLst>
                <a:ext uri="{FF2B5EF4-FFF2-40B4-BE49-F238E27FC236}">
                  <a16:creationId xmlns:a16="http://schemas.microsoft.com/office/drawing/2014/main" id="{AFF3054D-C429-49E6-846E-CD88B15772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7" y="1003"/>
              <a:ext cx="1390" cy="228"/>
              <a:chOff x="1547" y="1647"/>
              <a:chExt cx="1390" cy="228"/>
            </a:xfrm>
          </p:grpSpPr>
          <p:sp>
            <p:nvSpPr>
              <p:cNvPr id="45125" name="Line 73">
                <a:extLst>
                  <a:ext uri="{FF2B5EF4-FFF2-40B4-BE49-F238E27FC236}">
                    <a16:creationId xmlns:a16="http://schemas.microsoft.com/office/drawing/2014/main" id="{6899544C-1874-49B1-B602-3A7897230F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7" y="1660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26" name="Line 74">
                <a:extLst>
                  <a:ext uri="{FF2B5EF4-FFF2-40B4-BE49-F238E27FC236}">
                    <a16:creationId xmlns:a16="http://schemas.microsoft.com/office/drawing/2014/main" id="{66623CD3-B349-47E1-A9E9-9BD169F5F9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8" y="1660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27" name="Line 75">
                <a:extLst>
                  <a:ext uri="{FF2B5EF4-FFF2-40B4-BE49-F238E27FC236}">
                    <a16:creationId xmlns:a16="http://schemas.microsoft.com/office/drawing/2014/main" id="{D9E08603-09ED-49AC-85EE-1382772263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41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28" name="Line 76">
                <a:extLst>
                  <a:ext uri="{FF2B5EF4-FFF2-40B4-BE49-F238E27FC236}">
                    <a16:creationId xmlns:a16="http://schemas.microsoft.com/office/drawing/2014/main" id="{BAC65670-7FB3-4732-8343-898898FB30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0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29" name="Line 77">
                <a:extLst>
                  <a:ext uri="{FF2B5EF4-FFF2-40B4-BE49-F238E27FC236}">
                    <a16:creationId xmlns:a16="http://schemas.microsoft.com/office/drawing/2014/main" id="{DA008D70-E460-4A9F-8A48-631DC07759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8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30" name="Line 78">
                <a:extLst>
                  <a:ext uri="{FF2B5EF4-FFF2-40B4-BE49-F238E27FC236}">
                    <a16:creationId xmlns:a16="http://schemas.microsoft.com/office/drawing/2014/main" id="{6ADC4031-ACF5-4B43-81D5-F404C99F83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7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31" name="Line 79">
                <a:extLst>
                  <a:ext uri="{FF2B5EF4-FFF2-40B4-BE49-F238E27FC236}">
                    <a16:creationId xmlns:a16="http://schemas.microsoft.com/office/drawing/2014/main" id="{D9D1A624-D1D6-4998-84DA-8A70DB0EB0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9" y="1647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32" name="Line 80">
                <a:extLst>
                  <a:ext uri="{FF2B5EF4-FFF2-40B4-BE49-F238E27FC236}">
                    <a16:creationId xmlns:a16="http://schemas.microsoft.com/office/drawing/2014/main" id="{318A2257-898D-40B2-95F3-8DE208A3E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7" y="1647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5079" name="Text Box 81">
              <a:extLst>
                <a:ext uri="{FF2B5EF4-FFF2-40B4-BE49-F238E27FC236}">
                  <a16:creationId xmlns:a16="http://schemas.microsoft.com/office/drawing/2014/main" id="{D5EB4CF0-B47A-4AED-9372-3FB30DC2C3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" y="711"/>
              <a:ext cx="531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5080" name="Text Box 82">
              <a:extLst>
                <a:ext uri="{FF2B5EF4-FFF2-40B4-BE49-F238E27FC236}">
                  <a16:creationId xmlns:a16="http://schemas.microsoft.com/office/drawing/2014/main" id="{C51C135F-C5CE-48E1-A93B-E23C07F91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20" y="711"/>
              <a:ext cx="350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45081" name="Text Box 83">
              <a:extLst>
                <a:ext uri="{FF2B5EF4-FFF2-40B4-BE49-F238E27FC236}">
                  <a16:creationId xmlns:a16="http://schemas.microsoft.com/office/drawing/2014/main" id="{A6FDC8BB-C34E-4661-BD2C-BA96C887D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94" y="711"/>
              <a:ext cx="350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</a:p>
          </p:txBody>
        </p:sp>
        <p:sp>
          <p:nvSpPr>
            <p:cNvPr id="45082" name="Text Box 84">
              <a:extLst>
                <a:ext uri="{FF2B5EF4-FFF2-40B4-BE49-F238E27FC236}">
                  <a16:creationId xmlns:a16="http://schemas.microsoft.com/office/drawing/2014/main" id="{083A1326-FA6F-4787-8287-0B5B0F3BC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1" y="712"/>
              <a:ext cx="418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45083" name="Text Box 85">
              <a:extLst>
                <a:ext uri="{FF2B5EF4-FFF2-40B4-BE49-F238E27FC236}">
                  <a16:creationId xmlns:a16="http://schemas.microsoft.com/office/drawing/2014/main" id="{A71E9157-5183-4903-B7FF-8838E40D0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5" y="712"/>
              <a:ext cx="418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45084" name="Text Box 86">
              <a:extLst>
                <a:ext uri="{FF2B5EF4-FFF2-40B4-BE49-F238E27FC236}">
                  <a16:creationId xmlns:a16="http://schemas.microsoft.com/office/drawing/2014/main" id="{030370E6-4D30-4334-87E5-49A957FA7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9" y="711"/>
              <a:ext cx="418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23</a:t>
              </a:r>
            </a:p>
          </p:txBody>
        </p:sp>
        <p:sp>
          <p:nvSpPr>
            <p:cNvPr id="45085" name="Text Box 87">
              <a:extLst>
                <a:ext uri="{FF2B5EF4-FFF2-40B4-BE49-F238E27FC236}">
                  <a16:creationId xmlns:a16="http://schemas.microsoft.com/office/drawing/2014/main" id="{1766AC10-FC28-4E41-885E-7EBF0D624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" y="1814"/>
              <a:ext cx="1705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45086" name="Text Box 88">
              <a:extLst>
                <a:ext uri="{FF2B5EF4-FFF2-40B4-BE49-F238E27FC236}">
                  <a16:creationId xmlns:a16="http://schemas.microsoft.com/office/drawing/2014/main" id="{D6311F63-1E98-4A32-B760-45CEEFB197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9" y="1814"/>
              <a:ext cx="1705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45087" name="Text Box 89">
              <a:extLst>
                <a:ext uri="{FF2B5EF4-FFF2-40B4-BE49-F238E27FC236}">
                  <a16:creationId xmlns:a16="http://schemas.microsoft.com/office/drawing/2014/main" id="{5839F0A6-3E28-4DC4-927F-2E31D19F9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3" y="1803"/>
              <a:ext cx="1705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45088" name="Oval 90">
              <a:extLst>
                <a:ext uri="{FF2B5EF4-FFF2-40B4-BE49-F238E27FC236}">
                  <a16:creationId xmlns:a16="http://schemas.microsoft.com/office/drawing/2014/main" id="{FCB765F3-9C90-49F6-B9AF-3A6D990E7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2112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89" name="Oval 91">
              <a:extLst>
                <a:ext uri="{FF2B5EF4-FFF2-40B4-BE49-F238E27FC236}">
                  <a16:creationId xmlns:a16="http://schemas.microsoft.com/office/drawing/2014/main" id="{AFEF8C46-5F9F-4396-8070-7251AB467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5" y="2112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0" name="Oval 92">
              <a:extLst>
                <a:ext uri="{FF2B5EF4-FFF2-40B4-BE49-F238E27FC236}">
                  <a16:creationId xmlns:a16="http://schemas.microsoft.com/office/drawing/2014/main" id="{ACA973B7-422B-4D92-BDDE-7E637CF88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00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1" name="Oval 93">
              <a:extLst>
                <a:ext uri="{FF2B5EF4-FFF2-40B4-BE49-F238E27FC236}">
                  <a16:creationId xmlns:a16="http://schemas.microsoft.com/office/drawing/2014/main" id="{D91FE864-E2CF-4F10-9CFF-CB9392A1D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2100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2" name="Oval 94">
              <a:extLst>
                <a:ext uri="{FF2B5EF4-FFF2-40B4-BE49-F238E27FC236}">
                  <a16:creationId xmlns:a16="http://schemas.microsoft.com/office/drawing/2014/main" id="{25BC7C5F-87CE-430E-A70B-C1091CDF8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8" y="2100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3" name="Oval 95">
              <a:extLst>
                <a:ext uri="{FF2B5EF4-FFF2-40B4-BE49-F238E27FC236}">
                  <a16:creationId xmlns:a16="http://schemas.microsoft.com/office/drawing/2014/main" id="{0353DA18-2698-4EA5-9AAF-F86143DB3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8" y="2089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4" name="Line 96">
              <a:extLst>
                <a:ext uri="{FF2B5EF4-FFF2-40B4-BE49-F238E27FC236}">
                  <a16:creationId xmlns:a16="http://schemas.microsoft.com/office/drawing/2014/main" id="{C679EF19-DF49-4393-B021-0387383B54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" y="757"/>
              <a:ext cx="13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5" name="Line 97">
              <a:extLst>
                <a:ext uri="{FF2B5EF4-FFF2-40B4-BE49-F238E27FC236}">
                  <a16:creationId xmlns:a16="http://schemas.microsoft.com/office/drawing/2014/main" id="{C9B904FA-F890-4A8B-94C9-28870B9938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1" y="757"/>
              <a:ext cx="13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6" name="Line 98">
              <a:extLst>
                <a:ext uri="{FF2B5EF4-FFF2-40B4-BE49-F238E27FC236}">
                  <a16:creationId xmlns:a16="http://schemas.microsoft.com/office/drawing/2014/main" id="{A31A06D7-28DE-471C-B688-249FBDBA2B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9" y="746"/>
              <a:ext cx="13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7" name="Line 99">
              <a:extLst>
                <a:ext uri="{FF2B5EF4-FFF2-40B4-BE49-F238E27FC236}">
                  <a16:creationId xmlns:a16="http://schemas.microsoft.com/office/drawing/2014/main" id="{DC0F56DA-1225-4321-AABA-A1860D1C0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8" y="746"/>
              <a:ext cx="13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8" name="Line 100">
              <a:extLst>
                <a:ext uri="{FF2B5EF4-FFF2-40B4-BE49-F238E27FC236}">
                  <a16:creationId xmlns:a16="http://schemas.microsoft.com/office/drawing/2014/main" id="{3CC929C6-9497-4112-B9B7-8C5BFC78D2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" y="746"/>
              <a:ext cx="13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099" name="Line 101">
              <a:extLst>
                <a:ext uri="{FF2B5EF4-FFF2-40B4-BE49-F238E27FC236}">
                  <a16:creationId xmlns:a16="http://schemas.microsoft.com/office/drawing/2014/main" id="{05D386EA-66AD-48A5-83CC-B79B2CEB11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3" y="757"/>
              <a:ext cx="13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5100" name="Group 102">
              <a:extLst>
                <a:ext uri="{FF2B5EF4-FFF2-40B4-BE49-F238E27FC236}">
                  <a16:creationId xmlns:a16="http://schemas.microsoft.com/office/drawing/2014/main" id="{E057088F-D392-4860-9252-00F829C2B2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" y="1133"/>
              <a:ext cx="1470" cy="101"/>
              <a:chOff x="203" y="1133"/>
              <a:chExt cx="1470" cy="101"/>
            </a:xfrm>
          </p:grpSpPr>
          <p:sp>
            <p:nvSpPr>
              <p:cNvPr id="45117" name="Oval 103">
                <a:extLst>
                  <a:ext uri="{FF2B5EF4-FFF2-40B4-BE49-F238E27FC236}">
                    <a16:creationId xmlns:a16="http://schemas.microsoft.com/office/drawing/2014/main" id="{AD37D2A0-429C-4AA7-9947-CEC777B25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1144"/>
                <a:ext cx="79" cy="79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18" name="Oval 104">
                <a:extLst>
                  <a:ext uri="{FF2B5EF4-FFF2-40B4-BE49-F238E27FC236}">
                    <a16:creationId xmlns:a16="http://schemas.microsoft.com/office/drawing/2014/main" id="{6650CC72-0C47-408E-8A1A-AB393447B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155"/>
                <a:ext cx="79" cy="79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19" name="Oval 105">
                <a:extLst>
                  <a:ext uri="{FF2B5EF4-FFF2-40B4-BE49-F238E27FC236}">
                    <a16:creationId xmlns:a16="http://schemas.microsoft.com/office/drawing/2014/main" id="{37B74429-2809-4670-9E24-913967ADD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5" y="1144"/>
                <a:ext cx="79" cy="79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20" name="Oval 106">
                <a:extLst>
                  <a:ext uri="{FF2B5EF4-FFF2-40B4-BE49-F238E27FC236}">
                    <a16:creationId xmlns:a16="http://schemas.microsoft.com/office/drawing/2014/main" id="{52241F0E-C383-4122-BBF8-4CDF4DE0E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2" y="1144"/>
                <a:ext cx="79" cy="79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21" name="Oval 107">
                <a:extLst>
                  <a:ext uri="{FF2B5EF4-FFF2-40B4-BE49-F238E27FC236}">
                    <a16:creationId xmlns:a16="http://schemas.microsoft.com/office/drawing/2014/main" id="{CFFCC172-2B5D-4BAD-B65F-E1E72D1B6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1155"/>
                <a:ext cx="79" cy="79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22" name="Oval 108">
                <a:extLst>
                  <a:ext uri="{FF2B5EF4-FFF2-40B4-BE49-F238E27FC236}">
                    <a16:creationId xmlns:a16="http://schemas.microsoft.com/office/drawing/2014/main" id="{35FB3E58-75AB-4DDC-BA90-3B50A43C7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1133"/>
                <a:ext cx="79" cy="79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23" name="Oval 109">
                <a:extLst>
                  <a:ext uri="{FF2B5EF4-FFF2-40B4-BE49-F238E27FC236}">
                    <a16:creationId xmlns:a16="http://schemas.microsoft.com/office/drawing/2014/main" id="{BCE25A26-9F2A-449C-A2CC-6C86F346A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1144"/>
                <a:ext cx="79" cy="79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5124" name="Oval 110">
                <a:extLst>
                  <a:ext uri="{FF2B5EF4-FFF2-40B4-BE49-F238E27FC236}">
                    <a16:creationId xmlns:a16="http://schemas.microsoft.com/office/drawing/2014/main" id="{841529F0-5821-4568-A34D-69F257948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144"/>
                <a:ext cx="79" cy="79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5101" name="Oval 111">
              <a:extLst>
                <a:ext uri="{FF2B5EF4-FFF2-40B4-BE49-F238E27FC236}">
                  <a16:creationId xmlns:a16="http://schemas.microsoft.com/office/drawing/2014/main" id="{561179AA-1C83-4FC8-AB33-F689966FA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11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02" name="Oval 112">
              <a:extLst>
                <a:ext uri="{FF2B5EF4-FFF2-40B4-BE49-F238E27FC236}">
                  <a16:creationId xmlns:a16="http://schemas.microsoft.com/office/drawing/2014/main" id="{B90F5A0C-2DD6-4775-B45B-963A689AC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1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03" name="Oval 113">
              <a:extLst>
                <a:ext uri="{FF2B5EF4-FFF2-40B4-BE49-F238E27FC236}">
                  <a16:creationId xmlns:a16="http://schemas.microsoft.com/office/drawing/2014/main" id="{13B96212-B3DC-407A-8999-1F01A100B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11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04" name="Oval 114">
              <a:extLst>
                <a:ext uri="{FF2B5EF4-FFF2-40B4-BE49-F238E27FC236}">
                  <a16:creationId xmlns:a16="http://schemas.microsoft.com/office/drawing/2014/main" id="{E744989D-26B3-4902-87E6-059B5A803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1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05" name="Oval 115">
              <a:extLst>
                <a:ext uri="{FF2B5EF4-FFF2-40B4-BE49-F238E27FC236}">
                  <a16:creationId xmlns:a16="http://schemas.microsoft.com/office/drawing/2014/main" id="{B360DF25-FCE4-4524-B163-5DEE5E600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1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06" name="Oval 116">
              <a:extLst>
                <a:ext uri="{FF2B5EF4-FFF2-40B4-BE49-F238E27FC236}">
                  <a16:creationId xmlns:a16="http://schemas.microsoft.com/office/drawing/2014/main" id="{CF37F0D1-A3B9-4166-90D1-B2D2ED44B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11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07" name="Oval 117">
              <a:extLst>
                <a:ext uri="{FF2B5EF4-FFF2-40B4-BE49-F238E27FC236}">
                  <a16:creationId xmlns:a16="http://schemas.microsoft.com/office/drawing/2014/main" id="{1EDFB007-B28D-49F3-B31B-ED7FEEC20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" y="1155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08" name="Oval 118">
              <a:extLst>
                <a:ext uri="{FF2B5EF4-FFF2-40B4-BE49-F238E27FC236}">
                  <a16:creationId xmlns:a16="http://schemas.microsoft.com/office/drawing/2014/main" id="{EA43ADAD-4880-4966-857F-0F6741898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114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09" name="Oval 119">
              <a:extLst>
                <a:ext uri="{FF2B5EF4-FFF2-40B4-BE49-F238E27FC236}">
                  <a16:creationId xmlns:a16="http://schemas.microsoft.com/office/drawing/2014/main" id="{EDF51D46-2892-454A-9C58-1A353E233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114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10" name="Oval 120">
              <a:extLst>
                <a:ext uri="{FF2B5EF4-FFF2-40B4-BE49-F238E27FC236}">
                  <a16:creationId xmlns:a16="http://schemas.microsoft.com/office/drawing/2014/main" id="{3EA2BFA7-7339-4FBF-8F8E-B70B734B3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1133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11" name="Oval 121">
              <a:extLst>
                <a:ext uri="{FF2B5EF4-FFF2-40B4-BE49-F238E27FC236}">
                  <a16:creationId xmlns:a16="http://schemas.microsoft.com/office/drawing/2014/main" id="{4BCFA569-0868-4A18-8C68-06FF59BB1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" y="114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12" name="Oval 122">
              <a:extLst>
                <a:ext uri="{FF2B5EF4-FFF2-40B4-BE49-F238E27FC236}">
                  <a16:creationId xmlns:a16="http://schemas.microsoft.com/office/drawing/2014/main" id="{0FCB91F7-FB21-4215-811F-A046D3EB2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144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13" name="Oval 123">
              <a:extLst>
                <a:ext uri="{FF2B5EF4-FFF2-40B4-BE49-F238E27FC236}">
                  <a16:creationId xmlns:a16="http://schemas.microsoft.com/office/drawing/2014/main" id="{EE3EF7E1-3809-430A-8072-C5D094045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1133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14" name="Oval 124">
              <a:extLst>
                <a:ext uri="{FF2B5EF4-FFF2-40B4-BE49-F238E27FC236}">
                  <a16:creationId xmlns:a16="http://schemas.microsoft.com/office/drawing/2014/main" id="{2A228EE3-BC95-404F-8613-C18204F50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7" y="1133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15" name="Oval 125">
              <a:extLst>
                <a:ext uri="{FF2B5EF4-FFF2-40B4-BE49-F238E27FC236}">
                  <a16:creationId xmlns:a16="http://schemas.microsoft.com/office/drawing/2014/main" id="{9F980BB4-B9C0-4EFB-A80C-4301C5391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1133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116" name="Oval 126">
              <a:extLst>
                <a:ext uri="{FF2B5EF4-FFF2-40B4-BE49-F238E27FC236}">
                  <a16:creationId xmlns:a16="http://schemas.microsoft.com/office/drawing/2014/main" id="{76C93944-4732-4FF3-85F9-738E3AADF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6" y="1133"/>
              <a:ext cx="79" cy="7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393734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508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508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08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508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08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08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50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0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50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50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50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5" dur="500"/>
                                        <p:tgtEl>
                                          <p:spTgt spid="250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50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882" grpId="0"/>
      <p:bldP spid="250883" grpId="0" animBg="1" autoUpdateAnimBg="0"/>
      <p:bldP spid="250920" grpId="0" animBg="1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2">
            <a:extLst>
              <a:ext uri="{FF2B5EF4-FFF2-40B4-BE49-F238E27FC236}">
                <a16:creationId xmlns:a16="http://schemas.microsoft.com/office/drawing/2014/main" id="{0A18E343-940B-4E7D-A18F-689FF5D216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3538" y="196850"/>
            <a:ext cx="1593850" cy="425450"/>
          </a:xfrm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3300"/>
                </a:solidFill>
              </a:rPr>
              <a:t>【</a:t>
            </a:r>
            <a:r>
              <a:rPr lang="zh-CN" altLang="en-US" sz="2800" b="1" dirty="0">
                <a:solidFill>
                  <a:srgbClr val="FF3300"/>
                </a:solidFill>
              </a:rPr>
              <a:t>例</a:t>
            </a:r>
            <a:r>
              <a:rPr lang="en-US" altLang="zh-CN" sz="2800" b="1" dirty="0">
                <a:solidFill>
                  <a:srgbClr val="FF3300"/>
                </a:solidFill>
              </a:rPr>
              <a:t>3】</a:t>
            </a:r>
          </a:p>
        </p:txBody>
      </p:sp>
      <p:sp>
        <p:nvSpPr>
          <p:cNvPr id="251907" name="Text Box 3">
            <a:extLst>
              <a:ext uri="{FF2B5EF4-FFF2-40B4-BE49-F238E27FC236}">
                <a16:creationId xmlns:a16="http://schemas.microsoft.com/office/drawing/2014/main" id="{E3E76033-00B9-44F7-B4FC-89A11BD324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1463" y="160338"/>
            <a:ext cx="5522912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－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译码器构成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－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译码器。</a:t>
            </a:r>
          </a:p>
        </p:txBody>
      </p:sp>
      <p:graphicFrame>
        <p:nvGraphicFramePr>
          <p:cNvPr id="251908" name="Object 4">
            <a:extLst>
              <a:ext uri="{FF2B5EF4-FFF2-40B4-BE49-F238E27FC236}">
                <a16:creationId xmlns:a16="http://schemas.microsoft.com/office/drawing/2014/main" id="{075D0866-4C79-4CAE-80E1-4C6C52388C6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917575" y="1038225"/>
          <a:ext cx="7705725" cy="41005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701" name="位图图像" r:id="rId3" imgW="5191850" imgH="2762636" progId="Paint.Picture">
                  <p:embed/>
                </p:oleObj>
              </mc:Choice>
              <mc:Fallback>
                <p:oleObj name="位图图像" r:id="rId3" imgW="5191850" imgH="2762636" progId="Paint.Picture">
                  <p:embed/>
                  <p:pic>
                    <p:nvPicPr>
                      <p:cNvPr id="251908" name="Object 4">
                        <a:extLst>
                          <a:ext uri="{FF2B5EF4-FFF2-40B4-BE49-F238E27FC236}">
                            <a16:creationId xmlns:a16="http://schemas.microsoft.com/office/drawing/2014/main" id="{075D0866-4C79-4CAE-80E1-4C6C52388C6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7575" y="1038225"/>
                        <a:ext cx="7705725" cy="41005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51909" name="Group 5">
            <a:extLst>
              <a:ext uri="{FF2B5EF4-FFF2-40B4-BE49-F238E27FC236}">
                <a16:creationId xmlns:a16="http://schemas.microsoft.com/office/drawing/2014/main" id="{BFD02528-FC1A-488C-A5E4-09569B92322A}"/>
              </a:ext>
            </a:extLst>
          </p:cNvPr>
          <p:cNvGrpSpPr>
            <a:grpSpLocks/>
          </p:cNvGrpSpPr>
          <p:nvPr/>
        </p:nvGrpSpPr>
        <p:grpSpPr bwMode="auto">
          <a:xfrm>
            <a:off x="931863" y="5540375"/>
            <a:ext cx="7620000" cy="946150"/>
            <a:chOff x="587" y="3490"/>
            <a:chExt cx="4800" cy="596"/>
          </a:xfrm>
        </p:grpSpPr>
        <p:sp>
          <p:nvSpPr>
            <p:cNvPr id="46086" name="Text Box 6">
              <a:extLst>
                <a:ext uri="{FF2B5EF4-FFF2-40B4-BE49-F238E27FC236}">
                  <a16:creationId xmlns:a16="http://schemas.microsoft.com/office/drawing/2014/main" id="{0E40E475-D326-45AF-A69F-3BE46039C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" y="3490"/>
              <a:ext cx="4800" cy="5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第一层的一个译码器用作片选。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E=0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时，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 D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＝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时选中左边一片，译出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0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…Y</a:t>
              </a:r>
              <a:r>
                <a:rPr kumimoji="0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;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依此类推。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087" name="Line 7">
              <a:extLst>
                <a:ext uri="{FF2B5EF4-FFF2-40B4-BE49-F238E27FC236}">
                  <a16:creationId xmlns:a16="http://schemas.microsoft.com/office/drawing/2014/main" id="{7557236E-A3C8-421E-AB0E-9B14382D3F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8" y="3556"/>
              <a:ext cx="122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644383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519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519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1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51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51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251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51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1906" grpId="0" autoUpdateAnimBg="0"/>
      <p:bldP spid="251907" grpId="0" autoUpdateAnimBg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Rectangle 2">
            <a:extLst>
              <a:ext uri="{FF2B5EF4-FFF2-40B4-BE49-F238E27FC236}">
                <a16:creationId xmlns:a16="http://schemas.microsoft.com/office/drawing/2014/main" id="{C5810594-70B7-4578-9934-61151D4BA70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4638" y="215900"/>
            <a:ext cx="4884737" cy="496888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rgbClr val="1F08F8"/>
                </a:solidFill>
                <a:latin typeface="宋体" panose="02010600030101010101" pitchFamily="2" charset="-122"/>
              </a:rPr>
              <a:t>2</a:t>
            </a:r>
            <a:r>
              <a:rPr lang="zh-CN" altLang="en-US" sz="2800" b="1">
                <a:solidFill>
                  <a:srgbClr val="1F08F8"/>
                </a:solidFill>
                <a:latin typeface="宋体" panose="02010600030101010101" pitchFamily="2" charset="-122"/>
              </a:rPr>
              <a:t>、</a:t>
            </a:r>
            <a:r>
              <a:rPr lang="zh-CN" altLang="en-US" sz="2800" b="1">
                <a:solidFill>
                  <a:srgbClr val="1F08F8"/>
                </a:solidFill>
              </a:rPr>
              <a:t>构成数据分配器</a:t>
            </a:r>
          </a:p>
        </p:txBody>
      </p:sp>
      <p:sp>
        <p:nvSpPr>
          <p:cNvPr id="252931" name="Text Box 3">
            <a:extLst>
              <a:ext uri="{FF2B5EF4-FFF2-40B4-BE49-F238E27FC236}">
                <a16:creationId xmlns:a16="http://schemas.microsoft.com/office/drawing/2014/main" id="{FC968F1E-56FB-40FD-9EB6-3895218AC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938" y="877888"/>
            <a:ext cx="1381125" cy="519112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【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】</a:t>
            </a:r>
          </a:p>
        </p:txBody>
      </p:sp>
      <p:sp>
        <p:nvSpPr>
          <p:cNvPr id="252932" name="Text Box 4">
            <a:extLst>
              <a:ext uri="{FF2B5EF4-FFF2-40B4-BE49-F238E27FC236}">
                <a16:creationId xmlns:a16="http://schemas.microsoft.com/office/drawing/2014/main" id="{7EFEEAC5-2D23-4250-81BF-62E0F43C88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20849" y="914400"/>
            <a:ext cx="6976105" cy="519113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138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构成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“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线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—8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线”数据分配器</a:t>
            </a:r>
          </a:p>
        </p:txBody>
      </p:sp>
      <p:grpSp>
        <p:nvGrpSpPr>
          <p:cNvPr id="252933" name="Group 5">
            <a:extLst>
              <a:ext uri="{FF2B5EF4-FFF2-40B4-BE49-F238E27FC236}">
                <a16:creationId xmlns:a16="http://schemas.microsoft.com/office/drawing/2014/main" id="{F9FEAF0C-D6CA-477D-9FF6-2A05C1B1DE13}"/>
              </a:ext>
            </a:extLst>
          </p:cNvPr>
          <p:cNvGrpSpPr>
            <a:grpSpLocks/>
          </p:cNvGrpSpPr>
          <p:nvPr/>
        </p:nvGrpSpPr>
        <p:grpSpPr bwMode="auto">
          <a:xfrm>
            <a:off x="1954213" y="3962400"/>
            <a:ext cx="827087" cy="1630363"/>
            <a:chOff x="1231" y="2496"/>
            <a:chExt cx="521" cy="1027"/>
          </a:xfrm>
        </p:grpSpPr>
        <p:sp>
          <p:nvSpPr>
            <p:cNvPr id="47195" name="Line 6">
              <a:extLst>
                <a:ext uri="{FF2B5EF4-FFF2-40B4-BE49-F238E27FC236}">
                  <a16:creationId xmlns:a16="http://schemas.microsoft.com/office/drawing/2014/main" id="{7B6E5EDC-1AE3-4C45-8553-C8E8BE35A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33" y="2496"/>
              <a:ext cx="1" cy="2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96" name="Text Box 7">
              <a:extLst>
                <a:ext uri="{FF2B5EF4-FFF2-40B4-BE49-F238E27FC236}">
                  <a16:creationId xmlns:a16="http://schemas.microsoft.com/office/drawing/2014/main" id="{9E0622F3-45A1-460F-84B2-25595662E6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1" y="2767"/>
              <a:ext cx="521" cy="756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D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数据输入</a:t>
              </a:r>
            </a:p>
          </p:txBody>
        </p:sp>
      </p:grpSp>
      <p:grpSp>
        <p:nvGrpSpPr>
          <p:cNvPr id="252936" name="Group 8">
            <a:extLst>
              <a:ext uri="{FF2B5EF4-FFF2-40B4-BE49-F238E27FC236}">
                <a16:creationId xmlns:a16="http://schemas.microsoft.com/office/drawing/2014/main" id="{FF069593-493B-4015-81F8-1141E67B1208}"/>
              </a:ext>
            </a:extLst>
          </p:cNvPr>
          <p:cNvGrpSpPr>
            <a:grpSpLocks/>
          </p:cNvGrpSpPr>
          <p:nvPr/>
        </p:nvGrpSpPr>
        <p:grpSpPr bwMode="auto">
          <a:xfrm>
            <a:off x="823913" y="3979864"/>
            <a:ext cx="1273175" cy="1744663"/>
            <a:chOff x="519" y="2507"/>
            <a:chExt cx="802" cy="1099"/>
          </a:xfrm>
        </p:grpSpPr>
        <p:sp>
          <p:nvSpPr>
            <p:cNvPr id="47190" name="Line 9">
              <a:extLst>
                <a:ext uri="{FF2B5EF4-FFF2-40B4-BE49-F238E27FC236}">
                  <a16:creationId xmlns:a16="http://schemas.microsoft.com/office/drawing/2014/main" id="{4D18A634-AD9B-4EA5-8152-69B6B10CC9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8" y="2507"/>
              <a:ext cx="0" cy="3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91" name="Line 10">
              <a:extLst>
                <a:ext uri="{FF2B5EF4-FFF2-40B4-BE49-F238E27FC236}">
                  <a16:creationId xmlns:a16="http://schemas.microsoft.com/office/drawing/2014/main" id="{B1FCFD68-F8BA-4A9C-A35C-7C660AEA49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0" y="2507"/>
              <a:ext cx="0" cy="3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92" name="Line 11">
              <a:extLst>
                <a:ext uri="{FF2B5EF4-FFF2-40B4-BE49-F238E27FC236}">
                  <a16:creationId xmlns:a16="http://schemas.microsoft.com/office/drawing/2014/main" id="{16364556-EF6C-4696-ABA0-875B1E2737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1" y="2507"/>
              <a:ext cx="0" cy="3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93" name="Text Box 12">
              <a:extLst>
                <a:ext uri="{FF2B5EF4-FFF2-40B4-BE49-F238E27FC236}">
                  <a16:creationId xmlns:a16="http://schemas.microsoft.com/office/drawing/2014/main" id="{DFC3EDC4-F146-4C2F-BCED-CD72785834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8" y="3083"/>
              <a:ext cx="610" cy="523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地址选择</a:t>
              </a:r>
            </a:p>
          </p:txBody>
        </p:sp>
        <p:sp>
          <p:nvSpPr>
            <p:cNvPr id="47194" name="Text Box 13">
              <a:extLst>
                <a:ext uri="{FF2B5EF4-FFF2-40B4-BE49-F238E27FC236}">
                  <a16:creationId xmlns:a16="http://schemas.microsoft.com/office/drawing/2014/main" id="{1F9B6EB8-FC6D-4331-8521-49CF8B43A7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9" y="2813"/>
              <a:ext cx="802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</p:grpSp>
      <p:grpSp>
        <p:nvGrpSpPr>
          <p:cNvPr id="252942" name="Group 14">
            <a:extLst>
              <a:ext uri="{FF2B5EF4-FFF2-40B4-BE49-F238E27FC236}">
                <a16:creationId xmlns:a16="http://schemas.microsoft.com/office/drawing/2014/main" id="{2F64CB17-AEE8-4B4A-B2D5-AF08FBF5C994}"/>
              </a:ext>
            </a:extLst>
          </p:cNvPr>
          <p:cNvGrpSpPr>
            <a:grpSpLocks/>
          </p:cNvGrpSpPr>
          <p:nvPr/>
        </p:nvGrpSpPr>
        <p:grpSpPr bwMode="auto">
          <a:xfrm>
            <a:off x="4365625" y="1797609"/>
            <a:ext cx="3568700" cy="3897313"/>
            <a:chOff x="2767" y="1106"/>
            <a:chExt cx="2248" cy="2455"/>
          </a:xfrm>
        </p:grpSpPr>
        <p:sp>
          <p:nvSpPr>
            <p:cNvPr id="47179" name="Rectangle 15">
              <a:extLst>
                <a:ext uri="{FF2B5EF4-FFF2-40B4-BE49-F238E27FC236}">
                  <a16:creationId xmlns:a16="http://schemas.microsoft.com/office/drawing/2014/main" id="{B159CD33-9C68-4044-8567-D06A1718F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1918"/>
              <a:ext cx="960" cy="1643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80" name="Rectangle 16">
              <a:extLst>
                <a:ext uri="{FF2B5EF4-FFF2-40B4-BE49-F238E27FC236}">
                  <a16:creationId xmlns:a16="http://schemas.microsoft.com/office/drawing/2014/main" id="{2D7CBBB1-93BC-4669-B9FA-F337E27BA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1918"/>
              <a:ext cx="1288" cy="1643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  </a:t>
              </a:r>
            </a:p>
          </p:txBody>
        </p:sp>
        <p:sp>
          <p:nvSpPr>
            <p:cNvPr id="47181" name="Rectangle 17">
              <a:extLst>
                <a:ext uri="{FF2B5EF4-FFF2-40B4-BE49-F238E27FC236}">
                  <a16:creationId xmlns:a16="http://schemas.microsoft.com/office/drawing/2014/main" id="{47BECD86-9417-4019-A290-477019A30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1106"/>
              <a:ext cx="960" cy="812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  出</a:t>
              </a:r>
            </a:p>
          </p:txBody>
        </p:sp>
        <p:sp>
          <p:nvSpPr>
            <p:cNvPr id="47182" name="Rectangle 18">
              <a:extLst>
                <a:ext uri="{FF2B5EF4-FFF2-40B4-BE49-F238E27FC236}">
                  <a16:creationId xmlns:a16="http://schemas.microsoft.com/office/drawing/2014/main" id="{CB4B2013-5B57-47F1-B276-FFD202F6D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1106"/>
              <a:ext cx="1288" cy="8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地址选择信号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47183" name="Line 19">
              <a:extLst>
                <a:ext uri="{FF2B5EF4-FFF2-40B4-BE49-F238E27FC236}">
                  <a16:creationId xmlns:a16="http://schemas.microsoft.com/office/drawing/2014/main" id="{4892FA72-F9DE-4760-BD72-9CB603924A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1676"/>
              <a:ext cx="22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84" name="Line 20">
              <a:extLst>
                <a:ext uri="{FF2B5EF4-FFF2-40B4-BE49-F238E27FC236}">
                  <a16:creationId xmlns:a16="http://schemas.microsoft.com/office/drawing/2014/main" id="{31582207-769D-402D-A90E-EF0D0E99DC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5" y="1106"/>
              <a:ext cx="0" cy="24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85" name="Line 21">
              <a:extLst>
                <a:ext uri="{FF2B5EF4-FFF2-40B4-BE49-F238E27FC236}">
                  <a16:creationId xmlns:a16="http://schemas.microsoft.com/office/drawing/2014/main" id="{70B6E7A0-3AA1-4A24-A8AD-DCF5B4CB73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1106"/>
              <a:ext cx="2248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86" name="Line 22">
              <a:extLst>
                <a:ext uri="{FF2B5EF4-FFF2-40B4-BE49-F238E27FC236}">
                  <a16:creationId xmlns:a16="http://schemas.microsoft.com/office/drawing/2014/main" id="{0AEBECE7-5E43-467C-8DCA-998151E55F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1106"/>
              <a:ext cx="0" cy="2455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87" name="Line 23">
              <a:extLst>
                <a:ext uri="{FF2B5EF4-FFF2-40B4-BE49-F238E27FC236}">
                  <a16:creationId xmlns:a16="http://schemas.microsoft.com/office/drawing/2014/main" id="{81F4D2E5-3019-47EC-932C-5435788BB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5" y="1106"/>
              <a:ext cx="0" cy="2455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88" name="Line 24">
              <a:extLst>
                <a:ext uri="{FF2B5EF4-FFF2-40B4-BE49-F238E27FC236}">
                  <a16:creationId xmlns:a16="http://schemas.microsoft.com/office/drawing/2014/main" id="{6B4A06A1-4B15-40BF-9132-8C27E4FC06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3561"/>
              <a:ext cx="2248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89" name="Line 25">
              <a:extLst>
                <a:ext uri="{FF2B5EF4-FFF2-40B4-BE49-F238E27FC236}">
                  <a16:creationId xmlns:a16="http://schemas.microsoft.com/office/drawing/2014/main" id="{18686E1C-9D8F-4CEF-A693-ACDEEEAA9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8" y="1413"/>
              <a:ext cx="127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52954" name="Text Box 26">
            <a:extLst>
              <a:ext uri="{FF2B5EF4-FFF2-40B4-BE49-F238E27FC236}">
                <a16:creationId xmlns:a16="http://schemas.microsoft.com/office/drawing/2014/main" id="{D66A8453-EB47-48D5-A5DA-300C1F4CF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2619375"/>
            <a:ext cx="1577975" cy="457200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0     0     0</a:t>
            </a:r>
          </a:p>
        </p:txBody>
      </p:sp>
      <p:sp>
        <p:nvSpPr>
          <p:cNvPr id="252955" name="Text Box 27">
            <a:extLst>
              <a:ext uri="{FF2B5EF4-FFF2-40B4-BE49-F238E27FC236}">
                <a16:creationId xmlns:a16="http://schemas.microsoft.com/office/drawing/2014/main" id="{9976D8FC-8915-4BF3-969C-7FCAA1293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3588" y="2943225"/>
            <a:ext cx="1577975" cy="457200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0     0     1</a:t>
            </a:r>
          </a:p>
        </p:txBody>
      </p:sp>
      <p:grpSp>
        <p:nvGrpSpPr>
          <p:cNvPr id="252956" name="Group 28">
            <a:extLst>
              <a:ext uri="{FF2B5EF4-FFF2-40B4-BE49-F238E27FC236}">
                <a16:creationId xmlns:a16="http://schemas.microsoft.com/office/drawing/2014/main" id="{93CCED23-C61A-47EC-9ED5-8248678D8B4C}"/>
              </a:ext>
            </a:extLst>
          </p:cNvPr>
          <p:cNvGrpSpPr>
            <a:grpSpLocks/>
          </p:cNvGrpSpPr>
          <p:nvPr/>
        </p:nvGrpSpPr>
        <p:grpSpPr bwMode="auto">
          <a:xfrm>
            <a:off x="6616700" y="2620963"/>
            <a:ext cx="1111250" cy="457200"/>
            <a:chOff x="4168" y="1651"/>
            <a:chExt cx="700" cy="288"/>
          </a:xfrm>
        </p:grpSpPr>
        <p:sp>
          <p:nvSpPr>
            <p:cNvPr id="47177" name="Text Box 29">
              <a:extLst>
                <a:ext uri="{FF2B5EF4-FFF2-40B4-BE49-F238E27FC236}">
                  <a16:creationId xmlns:a16="http://schemas.microsoft.com/office/drawing/2014/main" id="{1BB60619-1918-43BA-A281-4E3B5EF32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8" y="1651"/>
              <a:ext cx="70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=D</a:t>
              </a:r>
            </a:p>
          </p:txBody>
        </p:sp>
        <p:sp>
          <p:nvSpPr>
            <p:cNvPr id="47178" name="Line 30">
              <a:extLst>
                <a:ext uri="{FF2B5EF4-FFF2-40B4-BE49-F238E27FC236}">
                  <a16:creationId xmlns:a16="http://schemas.microsoft.com/office/drawing/2014/main" id="{B378EA89-2851-4B45-96EC-7177C736E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7" y="1717"/>
              <a:ext cx="174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2959" name="Group 31">
            <a:extLst>
              <a:ext uri="{FF2B5EF4-FFF2-40B4-BE49-F238E27FC236}">
                <a16:creationId xmlns:a16="http://schemas.microsoft.com/office/drawing/2014/main" id="{9D9279E6-C9E2-4103-8E52-6A6C9C46CB89}"/>
              </a:ext>
            </a:extLst>
          </p:cNvPr>
          <p:cNvGrpSpPr>
            <a:grpSpLocks/>
          </p:cNvGrpSpPr>
          <p:nvPr/>
        </p:nvGrpSpPr>
        <p:grpSpPr bwMode="auto">
          <a:xfrm>
            <a:off x="788988" y="1762125"/>
            <a:ext cx="2922587" cy="3086100"/>
            <a:chOff x="497" y="1110"/>
            <a:chExt cx="1841" cy="1944"/>
          </a:xfrm>
        </p:grpSpPr>
        <p:sp>
          <p:nvSpPr>
            <p:cNvPr id="47139" name="Text Box 32">
              <a:extLst>
                <a:ext uri="{FF2B5EF4-FFF2-40B4-BE49-F238E27FC236}">
                  <a16:creationId xmlns:a16="http://schemas.microsoft.com/office/drawing/2014/main" id="{918597B2-0C60-47F8-8DE7-C1A248267D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7" y="2766"/>
              <a:ext cx="441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  <p:sp>
          <p:nvSpPr>
            <p:cNvPr id="47140" name="Rectangle 33">
              <a:extLst>
                <a:ext uri="{FF2B5EF4-FFF2-40B4-BE49-F238E27FC236}">
                  <a16:creationId xmlns:a16="http://schemas.microsoft.com/office/drawing/2014/main" id="{EE931DDA-E125-4F45-8D91-F6BA76B3D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" y="1631"/>
              <a:ext cx="1784" cy="8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41" name="Text Box 34">
              <a:extLst>
                <a:ext uri="{FF2B5EF4-FFF2-40B4-BE49-F238E27FC236}">
                  <a16:creationId xmlns:a16="http://schemas.microsoft.com/office/drawing/2014/main" id="{C2911F77-F6E4-44B9-89C4-C24BA5106E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" y="1911"/>
              <a:ext cx="1209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138(1)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42" name="Text Box 35">
              <a:extLst>
                <a:ext uri="{FF2B5EF4-FFF2-40B4-BE49-F238E27FC236}">
                  <a16:creationId xmlns:a16="http://schemas.microsoft.com/office/drawing/2014/main" id="{F3B6C0D9-0E5A-46AC-A166-64345BD51B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1609"/>
              <a:ext cx="174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47143" name="Text Box 36">
              <a:extLst>
                <a:ext uri="{FF2B5EF4-FFF2-40B4-BE49-F238E27FC236}">
                  <a16:creationId xmlns:a16="http://schemas.microsoft.com/office/drawing/2014/main" id="{9B5965C2-D706-4F36-AC89-FD1D9AD31F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2208"/>
              <a:ext cx="1705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S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47144" name="Line 37">
              <a:extLst>
                <a:ext uri="{FF2B5EF4-FFF2-40B4-BE49-F238E27FC236}">
                  <a16:creationId xmlns:a16="http://schemas.microsoft.com/office/drawing/2014/main" id="{667FE386-1F2A-49F3-AAD3-A8FF5A93BA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5" y="2264"/>
              <a:ext cx="101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45" name="Line 38">
              <a:extLst>
                <a:ext uri="{FF2B5EF4-FFF2-40B4-BE49-F238E27FC236}">
                  <a16:creationId xmlns:a16="http://schemas.microsoft.com/office/drawing/2014/main" id="{862F53B7-9FA5-43A1-8128-FDD53A0C8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1" y="2264"/>
              <a:ext cx="101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47146" name="Group 39">
              <a:extLst>
                <a:ext uri="{FF2B5EF4-FFF2-40B4-BE49-F238E27FC236}">
                  <a16:creationId xmlns:a16="http://schemas.microsoft.com/office/drawing/2014/main" id="{64473CD4-4BA0-46CB-9F49-EEACBC9616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405"/>
              <a:ext cx="1390" cy="228"/>
              <a:chOff x="1547" y="1647"/>
              <a:chExt cx="1390" cy="228"/>
            </a:xfrm>
          </p:grpSpPr>
          <p:sp>
            <p:nvSpPr>
              <p:cNvPr id="47169" name="Line 40">
                <a:extLst>
                  <a:ext uri="{FF2B5EF4-FFF2-40B4-BE49-F238E27FC236}">
                    <a16:creationId xmlns:a16="http://schemas.microsoft.com/office/drawing/2014/main" id="{8898F17A-39D7-45B2-B057-3090189F1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7" y="1660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70" name="Line 41">
                <a:extLst>
                  <a:ext uri="{FF2B5EF4-FFF2-40B4-BE49-F238E27FC236}">
                    <a16:creationId xmlns:a16="http://schemas.microsoft.com/office/drawing/2014/main" id="{BF3AF008-7060-4FFA-B24F-91CC484F23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8" y="1660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71" name="Line 42">
                <a:extLst>
                  <a:ext uri="{FF2B5EF4-FFF2-40B4-BE49-F238E27FC236}">
                    <a16:creationId xmlns:a16="http://schemas.microsoft.com/office/drawing/2014/main" id="{F374A4C3-5466-4D0D-A11B-410177551F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41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72" name="Line 43">
                <a:extLst>
                  <a:ext uri="{FF2B5EF4-FFF2-40B4-BE49-F238E27FC236}">
                    <a16:creationId xmlns:a16="http://schemas.microsoft.com/office/drawing/2014/main" id="{494E6008-E86B-4001-A942-F165F7DC30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0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73" name="Line 44">
                <a:extLst>
                  <a:ext uri="{FF2B5EF4-FFF2-40B4-BE49-F238E27FC236}">
                    <a16:creationId xmlns:a16="http://schemas.microsoft.com/office/drawing/2014/main" id="{5B23A78D-34E0-4C15-A6BF-EDA55C1133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8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74" name="Line 45">
                <a:extLst>
                  <a:ext uri="{FF2B5EF4-FFF2-40B4-BE49-F238E27FC236}">
                    <a16:creationId xmlns:a16="http://schemas.microsoft.com/office/drawing/2014/main" id="{630325C9-5150-4F40-91FD-B01E3A3254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7" y="1659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75" name="Line 46">
                <a:extLst>
                  <a:ext uri="{FF2B5EF4-FFF2-40B4-BE49-F238E27FC236}">
                    <a16:creationId xmlns:a16="http://schemas.microsoft.com/office/drawing/2014/main" id="{BB800982-25E5-4CA4-A86E-56263D7441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9" y="1647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7176" name="Line 47">
                <a:extLst>
                  <a:ext uri="{FF2B5EF4-FFF2-40B4-BE49-F238E27FC236}">
                    <a16:creationId xmlns:a16="http://schemas.microsoft.com/office/drawing/2014/main" id="{5B611F6C-3D35-43F0-8B1D-560AEED9CF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7" y="1647"/>
                <a:ext cx="0" cy="2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47147" name="Line 48">
              <a:extLst>
                <a:ext uri="{FF2B5EF4-FFF2-40B4-BE49-F238E27FC236}">
                  <a16:creationId xmlns:a16="http://schemas.microsoft.com/office/drawing/2014/main" id="{900B8814-EB91-4B89-9BE5-21E0DA57DA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4" y="2496"/>
              <a:ext cx="0" cy="26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48" name="Line 49">
              <a:extLst>
                <a:ext uri="{FF2B5EF4-FFF2-40B4-BE49-F238E27FC236}">
                  <a16:creationId xmlns:a16="http://schemas.microsoft.com/office/drawing/2014/main" id="{F7283826-CAE6-4EB9-ACDF-AA606982BB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5" y="2756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49" name="Line 50">
              <a:extLst>
                <a:ext uri="{FF2B5EF4-FFF2-40B4-BE49-F238E27FC236}">
                  <a16:creationId xmlns:a16="http://schemas.microsoft.com/office/drawing/2014/main" id="{570A06FA-7246-4D7F-BD71-4B5997663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4" y="2496"/>
              <a:ext cx="0" cy="28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0" name="Oval 51">
              <a:extLst>
                <a:ext uri="{FF2B5EF4-FFF2-40B4-BE49-F238E27FC236}">
                  <a16:creationId xmlns:a16="http://schemas.microsoft.com/office/drawing/2014/main" id="{62F8B1A9-B204-48B5-9352-724622901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2511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1" name="Oval 52">
              <a:extLst>
                <a:ext uri="{FF2B5EF4-FFF2-40B4-BE49-F238E27FC236}">
                  <a16:creationId xmlns:a16="http://schemas.microsoft.com/office/drawing/2014/main" id="{034A0983-0B3F-4712-8C04-5FC79F50E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2500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2" name="Oval 53">
              <a:extLst>
                <a:ext uri="{FF2B5EF4-FFF2-40B4-BE49-F238E27FC236}">
                  <a16:creationId xmlns:a16="http://schemas.microsoft.com/office/drawing/2014/main" id="{AEBD8C39-2490-47C1-B758-736D323CE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" y="1565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3" name="Oval 54">
              <a:extLst>
                <a:ext uri="{FF2B5EF4-FFF2-40B4-BE49-F238E27FC236}">
                  <a16:creationId xmlns:a16="http://schemas.microsoft.com/office/drawing/2014/main" id="{9004CFB4-DE86-46BC-979A-2E374B0E6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1555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4" name="Oval 55">
              <a:extLst>
                <a:ext uri="{FF2B5EF4-FFF2-40B4-BE49-F238E27FC236}">
                  <a16:creationId xmlns:a16="http://schemas.microsoft.com/office/drawing/2014/main" id="{873E8A64-FAA0-4B5E-A4FD-CC6FFC73B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1555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5" name="Oval 56">
              <a:extLst>
                <a:ext uri="{FF2B5EF4-FFF2-40B4-BE49-F238E27FC236}">
                  <a16:creationId xmlns:a16="http://schemas.microsoft.com/office/drawing/2014/main" id="{5E66AAFE-ACC5-4C92-B643-679557D64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7" y="1555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6" name="Oval 57">
              <a:extLst>
                <a:ext uri="{FF2B5EF4-FFF2-40B4-BE49-F238E27FC236}">
                  <a16:creationId xmlns:a16="http://schemas.microsoft.com/office/drawing/2014/main" id="{FE893D53-0BB1-4AE8-8DFB-56066045B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2" y="1555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7" name="Oval 58">
              <a:extLst>
                <a:ext uri="{FF2B5EF4-FFF2-40B4-BE49-F238E27FC236}">
                  <a16:creationId xmlns:a16="http://schemas.microsoft.com/office/drawing/2014/main" id="{D499131F-8D3A-40D0-96B0-80BB7A832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1555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8" name="Oval 59">
              <a:extLst>
                <a:ext uri="{FF2B5EF4-FFF2-40B4-BE49-F238E27FC236}">
                  <a16:creationId xmlns:a16="http://schemas.microsoft.com/office/drawing/2014/main" id="{31356F24-80AF-4AD5-8696-07C9B2C43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" y="1555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59" name="Oval 60">
              <a:extLst>
                <a:ext uri="{FF2B5EF4-FFF2-40B4-BE49-F238E27FC236}">
                  <a16:creationId xmlns:a16="http://schemas.microsoft.com/office/drawing/2014/main" id="{97F5C0DF-2719-472F-B9EB-9F3AAEB19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" y="1555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60" name="Text Box 61">
              <a:extLst>
                <a:ext uri="{FF2B5EF4-FFF2-40B4-BE49-F238E27FC236}">
                  <a16:creationId xmlns:a16="http://schemas.microsoft.com/office/drawing/2014/main" id="{21EE07F6-C337-4D42-9754-287893939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1110"/>
              <a:ext cx="1740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47161" name="Line 62">
              <a:extLst>
                <a:ext uri="{FF2B5EF4-FFF2-40B4-BE49-F238E27FC236}">
                  <a16:creationId xmlns:a16="http://schemas.microsoft.com/office/drawing/2014/main" id="{CA9B9F73-AF66-4753-B1DD-C69E2C16D6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" y="1152"/>
              <a:ext cx="1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62" name="Line 63">
              <a:extLst>
                <a:ext uri="{FF2B5EF4-FFF2-40B4-BE49-F238E27FC236}">
                  <a16:creationId xmlns:a16="http://schemas.microsoft.com/office/drawing/2014/main" id="{0C10869D-758C-4285-85B0-FABB34CE5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" y="1152"/>
              <a:ext cx="1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63" name="Line 64">
              <a:extLst>
                <a:ext uri="{FF2B5EF4-FFF2-40B4-BE49-F238E27FC236}">
                  <a16:creationId xmlns:a16="http://schemas.microsoft.com/office/drawing/2014/main" id="{79A32244-B3EF-4B23-890D-50FB88AD02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8" y="1163"/>
              <a:ext cx="1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64" name="Line 65">
              <a:extLst>
                <a:ext uri="{FF2B5EF4-FFF2-40B4-BE49-F238E27FC236}">
                  <a16:creationId xmlns:a16="http://schemas.microsoft.com/office/drawing/2014/main" id="{019B2EA9-3D47-43C5-B9D3-810F1B6F02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4" y="1163"/>
              <a:ext cx="1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65" name="Line 66">
              <a:extLst>
                <a:ext uri="{FF2B5EF4-FFF2-40B4-BE49-F238E27FC236}">
                  <a16:creationId xmlns:a16="http://schemas.microsoft.com/office/drawing/2014/main" id="{FFEFED16-7501-4518-931F-FC69B3635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0" y="1163"/>
              <a:ext cx="1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66" name="Line 67">
              <a:extLst>
                <a:ext uri="{FF2B5EF4-FFF2-40B4-BE49-F238E27FC236}">
                  <a16:creationId xmlns:a16="http://schemas.microsoft.com/office/drawing/2014/main" id="{6FF20FFF-401A-4BD1-A242-9CA5E36200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6" y="1152"/>
              <a:ext cx="1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67" name="Line 68">
              <a:extLst>
                <a:ext uri="{FF2B5EF4-FFF2-40B4-BE49-F238E27FC236}">
                  <a16:creationId xmlns:a16="http://schemas.microsoft.com/office/drawing/2014/main" id="{4C31A4C0-085A-458F-B561-5EEDFC5A7C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3" y="1152"/>
              <a:ext cx="1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68" name="Line 69">
              <a:extLst>
                <a:ext uri="{FF2B5EF4-FFF2-40B4-BE49-F238E27FC236}">
                  <a16:creationId xmlns:a16="http://schemas.microsoft.com/office/drawing/2014/main" id="{AA6B150F-62CB-4667-AB91-DC1D1F5C68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9" y="1163"/>
              <a:ext cx="1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2998" name="Group 70">
            <a:extLst>
              <a:ext uri="{FF2B5EF4-FFF2-40B4-BE49-F238E27FC236}">
                <a16:creationId xmlns:a16="http://schemas.microsoft.com/office/drawing/2014/main" id="{01955C68-4A7A-4402-A843-DCB21E1FF9CC}"/>
              </a:ext>
            </a:extLst>
          </p:cNvPr>
          <p:cNvGrpSpPr>
            <a:grpSpLocks/>
          </p:cNvGrpSpPr>
          <p:nvPr/>
        </p:nvGrpSpPr>
        <p:grpSpPr bwMode="auto">
          <a:xfrm>
            <a:off x="6653213" y="2978150"/>
            <a:ext cx="1111250" cy="457200"/>
            <a:chOff x="4191" y="1876"/>
            <a:chExt cx="700" cy="288"/>
          </a:xfrm>
        </p:grpSpPr>
        <p:sp>
          <p:nvSpPr>
            <p:cNvPr id="47137" name="Text Box 71">
              <a:extLst>
                <a:ext uri="{FF2B5EF4-FFF2-40B4-BE49-F238E27FC236}">
                  <a16:creationId xmlns:a16="http://schemas.microsoft.com/office/drawing/2014/main" id="{8B97F7C9-6DB8-4FB6-9B83-B35ED5FFC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1" y="1876"/>
              <a:ext cx="70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=D</a:t>
              </a:r>
            </a:p>
          </p:txBody>
        </p:sp>
        <p:sp>
          <p:nvSpPr>
            <p:cNvPr id="47138" name="Line 72">
              <a:extLst>
                <a:ext uri="{FF2B5EF4-FFF2-40B4-BE49-F238E27FC236}">
                  <a16:creationId xmlns:a16="http://schemas.microsoft.com/office/drawing/2014/main" id="{F1768707-EC64-4669-B0ED-47DE8175F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8" y="1924"/>
              <a:ext cx="142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3001" name="Group 73">
            <a:extLst>
              <a:ext uri="{FF2B5EF4-FFF2-40B4-BE49-F238E27FC236}">
                <a16:creationId xmlns:a16="http://schemas.microsoft.com/office/drawing/2014/main" id="{94BAD19C-61CE-4AF2-99A8-4221B9A05203}"/>
              </a:ext>
            </a:extLst>
          </p:cNvPr>
          <p:cNvGrpSpPr>
            <a:grpSpLocks/>
          </p:cNvGrpSpPr>
          <p:nvPr/>
        </p:nvGrpSpPr>
        <p:grpSpPr bwMode="auto">
          <a:xfrm>
            <a:off x="4556125" y="3267075"/>
            <a:ext cx="3243263" cy="2319338"/>
            <a:chOff x="2870" y="2058"/>
            <a:chExt cx="2043" cy="1461"/>
          </a:xfrm>
        </p:grpSpPr>
        <p:grpSp>
          <p:nvGrpSpPr>
            <p:cNvPr id="47118" name="Group 74">
              <a:extLst>
                <a:ext uri="{FF2B5EF4-FFF2-40B4-BE49-F238E27FC236}">
                  <a16:creationId xmlns:a16="http://schemas.microsoft.com/office/drawing/2014/main" id="{61BBC48A-F3CA-4921-BD53-1A4F5F8592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0" y="2058"/>
              <a:ext cx="2043" cy="1461"/>
              <a:chOff x="2870" y="2058"/>
              <a:chExt cx="2043" cy="1461"/>
            </a:xfrm>
          </p:grpSpPr>
          <p:sp>
            <p:nvSpPr>
              <p:cNvPr id="47125" name="Text Box 75">
                <a:extLst>
                  <a:ext uri="{FF2B5EF4-FFF2-40B4-BE49-F238E27FC236}">
                    <a16:creationId xmlns:a16="http://schemas.microsoft.com/office/drawing/2014/main" id="{3E10ED40-98EB-40E0-B06F-EDAE1DFCB3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70" y="2058"/>
                <a:ext cx="99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0     1     0        </a:t>
                </a:r>
              </a:p>
            </p:txBody>
          </p:sp>
          <p:sp>
            <p:nvSpPr>
              <p:cNvPr id="47126" name="Text Box 76">
                <a:extLst>
                  <a:ext uri="{FF2B5EF4-FFF2-40B4-BE49-F238E27FC236}">
                    <a16:creationId xmlns:a16="http://schemas.microsoft.com/office/drawing/2014/main" id="{21D9C6B0-E0CE-4DAC-892F-2B611882F8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70" y="2272"/>
                <a:ext cx="99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0     1     1        </a:t>
                </a:r>
              </a:p>
            </p:txBody>
          </p:sp>
          <p:sp>
            <p:nvSpPr>
              <p:cNvPr id="47127" name="Text Box 77">
                <a:extLst>
                  <a:ext uri="{FF2B5EF4-FFF2-40B4-BE49-F238E27FC236}">
                    <a16:creationId xmlns:a16="http://schemas.microsoft.com/office/drawing/2014/main" id="{ACE718F5-0972-4CA2-8A2F-16FAA10163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2" y="2486"/>
                <a:ext cx="99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1     0     0        </a:t>
                </a:r>
              </a:p>
            </p:txBody>
          </p:sp>
          <p:sp>
            <p:nvSpPr>
              <p:cNvPr id="47128" name="Text Box 78">
                <a:extLst>
                  <a:ext uri="{FF2B5EF4-FFF2-40B4-BE49-F238E27FC236}">
                    <a16:creationId xmlns:a16="http://schemas.microsoft.com/office/drawing/2014/main" id="{F11408D7-F177-4105-803A-03E43F2D1C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2" y="2723"/>
                <a:ext cx="99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1     0     1        </a:t>
                </a:r>
              </a:p>
            </p:txBody>
          </p:sp>
          <p:sp>
            <p:nvSpPr>
              <p:cNvPr id="47129" name="Text Box 79">
                <a:extLst>
                  <a:ext uri="{FF2B5EF4-FFF2-40B4-BE49-F238E27FC236}">
                    <a16:creationId xmlns:a16="http://schemas.microsoft.com/office/drawing/2014/main" id="{E082AE23-C1B6-4ED9-BB72-30255D3414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2" y="2971"/>
                <a:ext cx="99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1     1     0        </a:t>
                </a:r>
              </a:p>
            </p:txBody>
          </p:sp>
          <p:sp>
            <p:nvSpPr>
              <p:cNvPr id="47130" name="Text Box 80">
                <a:extLst>
                  <a:ext uri="{FF2B5EF4-FFF2-40B4-BE49-F238E27FC236}">
                    <a16:creationId xmlns:a16="http://schemas.microsoft.com/office/drawing/2014/main" id="{3AC6AD1E-0AE1-438A-9B0F-9B9D52C76C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2" y="3230"/>
                <a:ext cx="99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1     1     1        </a:t>
                </a:r>
              </a:p>
            </p:txBody>
          </p:sp>
          <p:sp>
            <p:nvSpPr>
              <p:cNvPr id="47131" name="Text Box 81">
                <a:extLst>
                  <a:ext uri="{FF2B5EF4-FFF2-40B4-BE49-F238E27FC236}">
                    <a16:creationId xmlns:a16="http://schemas.microsoft.com/office/drawing/2014/main" id="{007EFE00-5A10-46FF-8501-0980C8A783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91" y="2102"/>
                <a:ext cx="700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=D</a:t>
                </a:r>
              </a:p>
            </p:txBody>
          </p:sp>
          <p:sp>
            <p:nvSpPr>
              <p:cNvPr id="47132" name="Text Box 82">
                <a:extLst>
                  <a:ext uri="{FF2B5EF4-FFF2-40B4-BE49-F238E27FC236}">
                    <a16:creationId xmlns:a16="http://schemas.microsoft.com/office/drawing/2014/main" id="{45F8915A-F02A-4AEE-8EEC-46283E6D75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2" y="2317"/>
                <a:ext cx="700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=D</a:t>
                </a:r>
              </a:p>
            </p:txBody>
          </p:sp>
          <p:sp>
            <p:nvSpPr>
              <p:cNvPr id="47133" name="Text Box 83">
                <a:extLst>
                  <a:ext uri="{FF2B5EF4-FFF2-40B4-BE49-F238E27FC236}">
                    <a16:creationId xmlns:a16="http://schemas.microsoft.com/office/drawing/2014/main" id="{B8081F83-3C4A-4657-8E30-7E10D1C5B8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91" y="2531"/>
                <a:ext cx="700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=D</a:t>
                </a:r>
              </a:p>
            </p:txBody>
          </p:sp>
          <p:sp>
            <p:nvSpPr>
              <p:cNvPr id="47134" name="Text Box 84">
                <a:extLst>
                  <a:ext uri="{FF2B5EF4-FFF2-40B4-BE49-F238E27FC236}">
                    <a16:creationId xmlns:a16="http://schemas.microsoft.com/office/drawing/2014/main" id="{355E58E9-3F5B-4D69-8332-E20D935687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" y="2745"/>
                <a:ext cx="700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=D</a:t>
                </a:r>
              </a:p>
            </p:txBody>
          </p:sp>
          <p:sp>
            <p:nvSpPr>
              <p:cNvPr id="47135" name="Text Box 85">
                <a:extLst>
                  <a:ext uri="{FF2B5EF4-FFF2-40B4-BE49-F238E27FC236}">
                    <a16:creationId xmlns:a16="http://schemas.microsoft.com/office/drawing/2014/main" id="{4E1DB078-7163-49A5-8E62-764514A524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2" y="2994"/>
                <a:ext cx="700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=D</a:t>
                </a:r>
              </a:p>
            </p:txBody>
          </p:sp>
          <p:sp>
            <p:nvSpPr>
              <p:cNvPr id="47136" name="Text Box 86">
                <a:extLst>
                  <a:ext uri="{FF2B5EF4-FFF2-40B4-BE49-F238E27FC236}">
                    <a16:creationId xmlns:a16="http://schemas.microsoft.com/office/drawing/2014/main" id="{B2527D18-5966-4597-BA2E-C59A447F01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3" y="3231"/>
                <a:ext cx="700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=D</a:t>
                </a:r>
              </a:p>
            </p:txBody>
          </p:sp>
        </p:grpSp>
        <p:sp>
          <p:nvSpPr>
            <p:cNvPr id="47119" name="Line 87">
              <a:extLst>
                <a:ext uri="{FF2B5EF4-FFF2-40B4-BE49-F238E27FC236}">
                  <a16:creationId xmlns:a16="http://schemas.microsoft.com/office/drawing/2014/main" id="{4A6695CD-94D0-4393-979D-09026BFD6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9" y="2152"/>
              <a:ext cx="131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20" name="Line 88">
              <a:extLst>
                <a:ext uri="{FF2B5EF4-FFF2-40B4-BE49-F238E27FC236}">
                  <a16:creationId xmlns:a16="http://schemas.microsoft.com/office/drawing/2014/main" id="{85FF3876-0ABF-4AD0-8535-AB5FA06588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2369"/>
              <a:ext cx="132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21" name="Line 89">
              <a:extLst>
                <a:ext uri="{FF2B5EF4-FFF2-40B4-BE49-F238E27FC236}">
                  <a16:creationId xmlns:a16="http://schemas.microsoft.com/office/drawing/2014/main" id="{5933106D-2BFF-4A3C-B9C7-86BA1527CA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7" y="2586"/>
              <a:ext cx="132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22" name="Line 90">
              <a:extLst>
                <a:ext uri="{FF2B5EF4-FFF2-40B4-BE49-F238E27FC236}">
                  <a16:creationId xmlns:a16="http://schemas.microsoft.com/office/drawing/2014/main" id="{BDE65304-CD0E-45FC-801A-7768615C2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7" y="2792"/>
              <a:ext cx="132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23" name="Line 91">
              <a:extLst>
                <a:ext uri="{FF2B5EF4-FFF2-40B4-BE49-F238E27FC236}">
                  <a16:creationId xmlns:a16="http://schemas.microsoft.com/office/drawing/2014/main" id="{40464AF8-32B8-4FDA-932C-2881B949F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9" y="3042"/>
              <a:ext cx="132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124" name="Line 92">
              <a:extLst>
                <a:ext uri="{FF2B5EF4-FFF2-40B4-BE49-F238E27FC236}">
                  <a16:creationId xmlns:a16="http://schemas.microsoft.com/office/drawing/2014/main" id="{0227540E-A866-4055-A10D-BE81FD3FBA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0" y="3281"/>
              <a:ext cx="132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455665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252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29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529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52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52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52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252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252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252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9" dur="500"/>
                                        <p:tgtEl>
                                          <p:spTgt spid="252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52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52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52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52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253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2930" grpId="0" autoUpdateAnimBg="0"/>
      <p:bldP spid="252931" grpId="0" autoUpdateAnimBg="0"/>
      <p:bldP spid="252932" grpId="0" autoUpdateAnimBg="0"/>
      <p:bldP spid="252954" grpId="0" autoUpdateAnimBg="0"/>
      <p:bldP spid="252955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2">
            <a:extLst>
              <a:ext uri="{FF2B5EF4-FFF2-40B4-BE49-F238E27FC236}">
                <a16:creationId xmlns:a16="http://schemas.microsoft.com/office/drawing/2014/main" id="{565CD696-7F87-4EDE-8AC6-C9CD650F9C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7513" y="341313"/>
            <a:ext cx="4114800" cy="658812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两位</a:t>
            </a:r>
            <a:r>
              <a:rPr lang="en-US" altLang="zh-CN" sz="2800" b="1" dirty="0">
                <a:solidFill>
                  <a:srgbClr val="1F08F8"/>
                </a:solidFill>
              </a:rPr>
              <a:t>1—4</a:t>
            </a:r>
            <a:r>
              <a:rPr lang="zh-CN" altLang="en-US" sz="2800" b="1" dirty="0">
                <a:solidFill>
                  <a:srgbClr val="1F08F8"/>
                </a:solidFill>
              </a:rPr>
              <a:t>线数据分配器</a:t>
            </a:r>
          </a:p>
        </p:txBody>
      </p:sp>
      <p:graphicFrame>
        <p:nvGraphicFramePr>
          <p:cNvPr id="253955" name="Object 3">
            <a:extLst>
              <a:ext uri="{FF2B5EF4-FFF2-40B4-BE49-F238E27FC236}">
                <a16:creationId xmlns:a16="http://schemas.microsoft.com/office/drawing/2014/main" id="{8BFD7DD6-E031-477F-989C-57E3C76225B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3538" y="1666875"/>
          <a:ext cx="4197350" cy="41608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822" name="Image" r:id="rId3" imgW="6122449" imgH="5554286" progId="Photoshop.Image.6">
                  <p:embed/>
                </p:oleObj>
              </mc:Choice>
              <mc:Fallback>
                <p:oleObj name="Image" r:id="rId3" imgW="6122449" imgH="5554286" progId="Photoshop.Image.6">
                  <p:embed/>
                  <p:pic>
                    <p:nvPicPr>
                      <p:cNvPr id="253955" name="Object 3">
                        <a:extLst>
                          <a:ext uri="{FF2B5EF4-FFF2-40B4-BE49-F238E27FC236}">
                            <a16:creationId xmlns:a16="http://schemas.microsoft.com/office/drawing/2014/main" id="{8BFD7DD6-E031-477F-989C-57E3C76225B6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3538" y="1666875"/>
                        <a:ext cx="4197350" cy="41608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3956" name="Object 4">
            <a:extLst>
              <a:ext uri="{FF2B5EF4-FFF2-40B4-BE49-F238E27FC236}">
                <a16:creationId xmlns:a16="http://schemas.microsoft.com/office/drawing/2014/main" id="{16071F38-8A40-4C45-B8FF-5DFA599BEDF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914900" y="1684338"/>
          <a:ext cx="3965575" cy="4030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823" name="Image" r:id="rId5" imgW="6494694" imgH="5074286" progId="Photoshop.Image.6">
                  <p:embed/>
                </p:oleObj>
              </mc:Choice>
              <mc:Fallback>
                <p:oleObj name="Image" r:id="rId5" imgW="6494694" imgH="5074286" progId="Photoshop.Image.6">
                  <p:embed/>
                  <p:pic>
                    <p:nvPicPr>
                      <p:cNvPr id="253956" name="Object 4">
                        <a:extLst>
                          <a:ext uri="{FF2B5EF4-FFF2-40B4-BE49-F238E27FC236}">
                            <a16:creationId xmlns:a16="http://schemas.microsoft.com/office/drawing/2014/main" id="{16071F38-8A40-4C45-B8FF-5DFA599BEDF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14900" y="1684338"/>
                        <a:ext cx="3965575" cy="40306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8747536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39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39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253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253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954" grpId="0" autoUpdateAnimBg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Rectangle 2">
            <a:extLst>
              <a:ext uri="{FF2B5EF4-FFF2-40B4-BE49-F238E27FC236}">
                <a16:creationId xmlns:a16="http://schemas.microsoft.com/office/drawing/2014/main" id="{AD59D405-0FB0-4CC4-8A24-628FCE7C92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19075" y="233363"/>
            <a:ext cx="5029200" cy="515937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chemeClr val="tx1"/>
                </a:solidFill>
                <a:latin typeface="宋体" panose="02010600030101010101" pitchFamily="2" charset="-122"/>
              </a:rPr>
              <a:t>3</a:t>
            </a:r>
            <a:r>
              <a:rPr lang="zh-CN" altLang="en-US" sz="2800" b="1" dirty="0">
                <a:solidFill>
                  <a:schemeClr val="tx1"/>
                </a:solidFill>
                <a:latin typeface="宋体" panose="02010600030101010101" pitchFamily="2" charset="-122"/>
              </a:rPr>
              <a:t>、</a:t>
            </a:r>
            <a:r>
              <a:rPr lang="zh-CN" altLang="en-US" sz="2800" b="1" dirty="0">
                <a:solidFill>
                  <a:schemeClr val="tx1"/>
                </a:solidFill>
              </a:rPr>
              <a:t>实现存储器系统的地址译码</a:t>
            </a:r>
          </a:p>
        </p:txBody>
      </p:sp>
      <p:grpSp>
        <p:nvGrpSpPr>
          <p:cNvPr id="254979" name="Group 3">
            <a:extLst>
              <a:ext uri="{FF2B5EF4-FFF2-40B4-BE49-F238E27FC236}">
                <a16:creationId xmlns:a16="http://schemas.microsoft.com/office/drawing/2014/main" id="{8AE05A48-E215-4E05-A461-A2A5AF66E82F}"/>
              </a:ext>
            </a:extLst>
          </p:cNvPr>
          <p:cNvGrpSpPr>
            <a:grpSpLocks/>
          </p:cNvGrpSpPr>
          <p:nvPr/>
        </p:nvGrpSpPr>
        <p:grpSpPr bwMode="auto">
          <a:xfrm>
            <a:off x="393700" y="627063"/>
            <a:ext cx="8610600" cy="5880100"/>
            <a:chOff x="248" y="395"/>
            <a:chExt cx="5424" cy="3704"/>
          </a:xfrm>
        </p:grpSpPr>
        <p:grpSp>
          <p:nvGrpSpPr>
            <p:cNvPr id="49156" name="Group 4">
              <a:extLst>
                <a:ext uri="{FF2B5EF4-FFF2-40B4-BE49-F238E27FC236}">
                  <a16:creationId xmlns:a16="http://schemas.microsoft.com/office/drawing/2014/main" id="{9035C30F-BE71-44A1-B153-CEDA68C5BA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" y="395"/>
              <a:ext cx="5424" cy="3704"/>
              <a:chOff x="248" y="395"/>
              <a:chExt cx="5424" cy="3704"/>
            </a:xfrm>
          </p:grpSpPr>
          <p:sp>
            <p:nvSpPr>
              <p:cNvPr id="49161" name="Rectangle 5">
                <a:extLst>
                  <a:ext uri="{FF2B5EF4-FFF2-40B4-BE49-F238E27FC236}">
                    <a16:creationId xmlns:a16="http://schemas.microsoft.com/office/drawing/2014/main" id="{6D44AF34-3D9D-4288-96C8-7D36AB85E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857"/>
                <a:ext cx="2349" cy="835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62" name="Text Box 6">
                <a:extLst>
                  <a:ext uri="{FF2B5EF4-FFF2-40B4-BE49-F238E27FC236}">
                    <a16:creationId xmlns:a16="http://schemas.microsoft.com/office/drawing/2014/main" id="{54AE2E7D-928B-4831-9B8E-AABD534D47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37" y="1140"/>
                <a:ext cx="1717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四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—</a:t>
                </a:r>
                <a:r>
                  <a:rPr kumimoji="1" lang="zh-CN" alt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十六线译码器</a:t>
                </a:r>
              </a:p>
            </p:txBody>
          </p:sp>
          <p:sp>
            <p:nvSpPr>
              <p:cNvPr id="49163" name="Text Box 7">
                <a:extLst>
                  <a:ext uri="{FF2B5EF4-FFF2-40B4-BE49-F238E27FC236}">
                    <a16:creationId xmlns:a16="http://schemas.microsoft.com/office/drawing/2014/main" id="{5D4E364B-D11D-49C9-BB56-BB72B43827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20" y="1387"/>
                <a:ext cx="2192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                       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15</a:t>
                </a:r>
              </a:p>
            </p:txBody>
          </p:sp>
          <p:grpSp>
            <p:nvGrpSpPr>
              <p:cNvPr id="49164" name="Group 8">
                <a:extLst>
                  <a:ext uri="{FF2B5EF4-FFF2-40B4-BE49-F238E27FC236}">
                    <a16:creationId xmlns:a16="http://schemas.microsoft.com/office/drawing/2014/main" id="{DCAD7D6A-5419-442A-A9B7-BB2B5C4050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65" y="848"/>
                <a:ext cx="2100" cy="288"/>
                <a:chOff x="2495" y="1142"/>
                <a:chExt cx="2100" cy="288"/>
              </a:xfrm>
            </p:grpSpPr>
            <p:sp>
              <p:nvSpPr>
                <p:cNvPr id="49239" name="Text Box 9">
                  <a:extLst>
                    <a:ext uri="{FF2B5EF4-FFF2-40B4-BE49-F238E27FC236}">
                      <a16:creationId xmlns:a16="http://schemas.microsoft.com/office/drawing/2014/main" id="{6ECF2AAF-AF73-42F6-BE17-ADAF8A0115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95" y="1142"/>
                  <a:ext cx="2100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E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 E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             A  B  C  D</a:t>
                  </a:r>
                </a:p>
              </p:txBody>
            </p:sp>
            <p:sp>
              <p:nvSpPr>
                <p:cNvPr id="49240" name="Line 10">
                  <a:extLst>
                    <a:ext uri="{FF2B5EF4-FFF2-40B4-BE49-F238E27FC236}">
                      <a16:creationId xmlns:a16="http://schemas.microsoft.com/office/drawing/2014/main" id="{8111B2FA-539F-42DD-9FB6-D8A62699C7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52" y="1196"/>
                  <a:ext cx="113" cy="0"/>
                </a:xfrm>
                <a:prstGeom prst="line">
                  <a:avLst/>
                </a:prstGeom>
                <a:noFill/>
                <a:ln w="3810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41" name="Line 11">
                  <a:extLst>
                    <a:ext uri="{FF2B5EF4-FFF2-40B4-BE49-F238E27FC236}">
                      <a16:creationId xmlns:a16="http://schemas.microsoft.com/office/drawing/2014/main" id="{1B6F09F0-8363-4169-BF25-57811747BF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9" y="1196"/>
                  <a:ext cx="113" cy="0"/>
                </a:xfrm>
                <a:prstGeom prst="line">
                  <a:avLst/>
                </a:prstGeom>
                <a:noFill/>
                <a:ln w="3810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9165" name="Group 12">
                <a:extLst>
                  <a:ext uri="{FF2B5EF4-FFF2-40B4-BE49-F238E27FC236}">
                    <a16:creationId xmlns:a16="http://schemas.microsoft.com/office/drawing/2014/main" id="{3FE2BE96-D195-4E43-9C5D-8AB77E9899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79" y="654"/>
                <a:ext cx="1717" cy="214"/>
                <a:chOff x="2609" y="789"/>
                <a:chExt cx="1717" cy="373"/>
              </a:xfrm>
            </p:grpSpPr>
            <p:sp>
              <p:nvSpPr>
                <p:cNvPr id="49233" name="Line 13">
                  <a:extLst>
                    <a:ext uri="{FF2B5EF4-FFF2-40B4-BE49-F238E27FC236}">
                      <a16:creationId xmlns:a16="http://schemas.microsoft.com/office/drawing/2014/main" id="{88C8EA93-B41E-40A3-84EB-EDC870324D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09" y="801"/>
                  <a:ext cx="0" cy="35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34" name="Line 14">
                  <a:extLst>
                    <a:ext uri="{FF2B5EF4-FFF2-40B4-BE49-F238E27FC236}">
                      <a16:creationId xmlns:a16="http://schemas.microsoft.com/office/drawing/2014/main" id="{3BDD6108-A699-4512-877D-AFA4CDABAB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6" y="801"/>
                  <a:ext cx="0" cy="35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35" name="Line 15">
                  <a:extLst>
                    <a:ext uri="{FF2B5EF4-FFF2-40B4-BE49-F238E27FC236}">
                      <a16:creationId xmlns:a16="http://schemas.microsoft.com/office/drawing/2014/main" id="{07B0D5C4-A845-462F-A5AC-A6D850014E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48" y="801"/>
                  <a:ext cx="0" cy="35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36" name="Line 16">
                  <a:extLst>
                    <a:ext uri="{FF2B5EF4-FFF2-40B4-BE49-F238E27FC236}">
                      <a16:creationId xmlns:a16="http://schemas.microsoft.com/office/drawing/2014/main" id="{A6BBC0C4-32DE-4046-ACF5-24FEEBBF8E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63" y="789"/>
                  <a:ext cx="0" cy="35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37" name="Line 17">
                  <a:extLst>
                    <a:ext uri="{FF2B5EF4-FFF2-40B4-BE49-F238E27FC236}">
                      <a16:creationId xmlns:a16="http://schemas.microsoft.com/office/drawing/2014/main" id="{B931822D-616D-4717-8084-568FC45AA8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00" y="789"/>
                  <a:ext cx="0" cy="35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38" name="Line 18">
                  <a:extLst>
                    <a:ext uri="{FF2B5EF4-FFF2-40B4-BE49-F238E27FC236}">
                      <a16:creationId xmlns:a16="http://schemas.microsoft.com/office/drawing/2014/main" id="{83CABBD2-1D29-4BFD-BFA8-0CF296A4B0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26" y="812"/>
                  <a:ext cx="0" cy="35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49166" name="Group 19">
                <a:extLst>
                  <a:ext uri="{FF2B5EF4-FFF2-40B4-BE49-F238E27FC236}">
                    <a16:creationId xmlns:a16="http://schemas.microsoft.com/office/drawing/2014/main" id="{D6F12069-5F32-4556-A211-E9FD3CB436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8" y="2544"/>
                <a:ext cx="1784" cy="799"/>
                <a:chOff x="655" y="2544"/>
                <a:chExt cx="1784" cy="799"/>
              </a:xfrm>
            </p:grpSpPr>
            <p:sp>
              <p:nvSpPr>
                <p:cNvPr id="49229" name="Rectangle 20">
                  <a:extLst>
                    <a:ext uri="{FF2B5EF4-FFF2-40B4-BE49-F238E27FC236}">
                      <a16:creationId xmlns:a16="http://schemas.microsoft.com/office/drawing/2014/main" id="{A74B7117-4B85-4EF4-A98A-A27A9B21BD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6" y="2564"/>
                  <a:ext cx="1740" cy="779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30" name="Text Box 21">
                  <a:extLst>
                    <a:ext uri="{FF2B5EF4-FFF2-40B4-BE49-F238E27FC236}">
                      <a16:creationId xmlns:a16="http://schemas.microsoft.com/office/drawing/2014/main" id="{454D3D72-20A3-4DD3-A51D-35C8A66083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67" y="2544"/>
                  <a:ext cx="1592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CE    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49231" name="Text Box 22">
                  <a:extLst>
                    <a:ext uri="{FF2B5EF4-FFF2-40B4-BE49-F238E27FC236}">
                      <a16:creationId xmlns:a16="http://schemas.microsoft.com/office/drawing/2014/main" id="{F7249316-562F-4C7F-9E28-56C7A63F53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49" y="2778"/>
                  <a:ext cx="1243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ROM   32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  <a:sym typeface="Symbol" panose="05050102010706020507" pitchFamily="18" charset="2"/>
                    </a:rPr>
                    <a:t>8</a:t>
                  </a:r>
                  <a:endPara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32" name="Text Box 23">
                  <a:extLst>
                    <a:ext uri="{FF2B5EF4-FFF2-40B4-BE49-F238E27FC236}">
                      <a16:creationId xmlns:a16="http://schemas.microsoft.com/office/drawing/2014/main" id="{9606BC4F-94C0-4CB8-BAC9-C51FDA7CEA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55" y="3039"/>
                  <a:ext cx="1784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5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7</a:t>
                  </a:r>
                </a:p>
              </p:txBody>
            </p:sp>
          </p:grpSp>
          <p:grpSp>
            <p:nvGrpSpPr>
              <p:cNvPr id="49167" name="Group 24">
                <a:extLst>
                  <a:ext uri="{FF2B5EF4-FFF2-40B4-BE49-F238E27FC236}">
                    <a16:creationId xmlns:a16="http://schemas.microsoft.com/office/drawing/2014/main" id="{5D60C64B-034B-4ABF-B5A9-1771B8E9E7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68" y="2554"/>
                <a:ext cx="1784" cy="799"/>
                <a:chOff x="655" y="2544"/>
                <a:chExt cx="1784" cy="799"/>
              </a:xfrm>
            </p:grpSpPr>
            <p:sp>
              <p:nvSpPr>
                <p:cNvPr id="49225" name="Rectangle 25">
                  <a:extLst>
                    <a:ext uri="{FF2B5EF4-FFF2-40B4-BE49-F238E27FC236}">
                      <a16:creationId xmlns:a16="http://schemas.microsoft.com/office/drawing/2014/main" id="{F90B342F-00CE-444F-B401-871BB82A4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6" y="2564"/>
                  <a:ext cx="1740" cy="779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26" name="Text Box 26">
                  <a:extLst>
                    <a:ext uri="{FF2B5EF4-FFF2-40B4-BE49-F238E27FC236}">
                      <a16:creationId xmlns:a16="http://schemas.microsoft.com/office/drawing/2014/main" id="{64366422-4E30-4546-A33A-26EBB516B8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67" y="2544"/>
                  <a:ext cx="1592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CE    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49227" name="Text Box 27">
                  <a:extLst>
                    <a:ext uri="{FF2B5EF4-FFF2-40B4-BE49-F238E27FC236}">
                      <a16:creationId xmlns:a16="http://schemas.microsoft.com/office/drawing/2014/main" id="{926FBD82-EAFC-48AB-A515-591F045C99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49" y="2778"/>
                  <a:ext cx="1243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ROM   32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  <a:sym typeface="Symbol" panose="05050102010706020507" pitchFamily="18" charset="2"/>
                    </a:rPr>
                    <a:t>8</a:t>
                  </a:r>
                  <a:endPara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49228" name="Text Box 28">
                  <a:extLst>
                    <a:ext uri="{FF2B5EF4-FFF2-40B4-BE49-F238E27FC236}">
                      <a16:creationId xmlns:a16="http://schemas.microsoft.com/office/drawing/2014/main" id="{CCA8B6B3-31E1-4DA6-B791-CE66A3B255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55" y="3039"/>
                  <a:ext cx="1784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5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0070C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7</a:t>
                  </a:r>
                </a:p>
              </p:txBody>
            </p:sp>
          </p:grpSp>
          <p:sp>
            <p:nvSpPr>
              <p:cNvPr id="49168" name="Text Box 29">
                <a:extLst>
                  <a:ext uri="{FF2B5EF4-FFF2-40B4-BE49-F238E27FC236}">
                    <a16:creationId xmlns:a16="http://schemas.microsoft.com/office/drawing/2014/main" id="{F39BC3D1-FEBC-4A08-8C62-92AD62CCDB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4" y="2756"/>
                <a:ext cx="926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</a:t>
                </a:r>
                <a:endPara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69" name="Line 30">
                <a:extLst>
                  <a:ext uri="{FF2B5EF4-FFF2-40B4-BE49-F238E27FC236}">
                    <a16:creationId xmlns:a16="http://schemas.microsoft.com/office/drawing/2014/main" id="{56C4507F-ABF8-4FF2-85A3-D55D705282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9" y="757"/>
                <a:ext cx="0" cy="17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70" name="Text Box 31">
                <a:extLst>
                  <a:ext uri="{FF2B5EF4-FFF2-40B4-BE49-F238E27FC236}">
                    <a16:creationId xmlns:a16="http://schemas.microsoft.com/office/drawing/2014/main" id="{E8DCAE9A-D538-4C66-AA7D-386653DB84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48" y="395"/>
                <a:ext cx="1118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8</a:t>
                </a:r>
              </a:p>
            </p:txBody>
          </p:sp>
          <p:sp>
            <p:nvSpPr>
              <p:cNvPr id="49171" name="Line 32">
                <a:extLst>
                  <a:ext uri="{FF2B5EF4-FFF2-40B4-BE49-F238E27FC236}">
                    <a16:creationId xmlns:a16="http://schemas.microsoft.com/office/drawing/2014/main" id="{BF3679DC-12BF-407D-99D0-DA23AAC678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42" y="756"/>
                <a:ext cx="0" cy="17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72" name="Line 33">
                <a:extLst>
                  <a:ext uri="{FF2B5EF4-FFF2-40B4-BE49-F238E27FC236}">
                    <a16:creationId xmlns:a16="http://schemas.microsoft.com/office/drawing/2014/main" id="{D9758E6D-2712-4FB4-AF98-F0C1008A50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45" y="757"/>
                <a:ext cx="0" cy="17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73" name="Line 34">
                <a:extLst>
                  <a:ext uri="{FF2B5EF4-FFF2-40B4-BE49-F238E27FC236}">
                    <a16:creationId xmlns:a16="http://schemas.microsoft.com/office/drawing/2014/main" id="{092E6A0B-C59D-4EC1-81B8-3FD3C9306C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37" y="768"/>
                <a:ext cx="0" cy="17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74" name="Line 35">
                <a:extLst>
                  <a:ext uri="{FF2B5EF4-FFF2-40B4-BE49-F238E27FC236}">
                    <a16:creationId xmlns:a16="http://schemas.microsoft.com/office/drawing/2014/main" id="{B2C93AEC-B9B0-44D7-8864-C7430EC3F8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1" y="757"/>
                <a:ext cx="0" cy="17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75" name="Line 36">
                <a:extLst>
                  <a:ext uri="{FF2B5EF4-FFF2-40B4-BE49-F238E27FC236}">
                    <a16:creationId xmlns:a16="http://schemas.microsoft.com/office/drawing/2014/main" id="{539AC7F7-2210-4605-9945-3950F575C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9" y="2428"/>
                <a:ext cx="394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76" name="Line 37">
                <a:extLst>
                  <a:ext uri="{FF2B5EF4-FFF2-40B4-BE49-F238E27FC236}">
                    <a16:creationId xmlns:a16="http://schemas.microsoft.com/office/drawing/2014/main" id="{340FB36A-1626-482D-8A77-098DC8D35D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1" y="2325"/>
                <a:ext cx="373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77" name="Line 38">
                <a:extLst>
                  <a:ext uri="{FF2B5EF4-FFF2-40B4-BE49-F238E27FC236}">
                    <a16:creationId xmlns:a16="http://schemas.microsoft.com/office/drawing/2014/main" id="{EA6C00F0-8478-401D-AD69-BDE65EA81B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4" y="2222"/>
                <a:ext cx="35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78" name="Line 39">
                <a:extLst>
                  <a:ext uri="{FF2B5EF4-FFF2-40B4-BE49-F238E27FC236}">
                    <a16:creationId xmlns:a16="http://schemas.microsoft.com/office/drawing/2014/main" id="{00A2167A-0BEA-4D7C-8704-3AEEF6885A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37" y="2120"/>
                <a:ext cx="334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79" name="Line 40">
                <a:extLst>
                  <a:ext uri="{FF2B5EF4-FFF2-40B4-BE49-F238E27FC236}">
                    <a16:creationId xmlns:a16="http://schemas.microsoft.com/office/drawing/2014/main" id="{D21ADC8A-260B-478C-ACDA-1975054EC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3" y="2019"/>
                <a:ext cx="309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80" name="Freeform 41">
                <a:extLst>
                  <a:ext uri="{FF2B5EF4-FFF2-40B4-BE49-F238E27FC236}">
                    <a16:creationId xmlns:a16="http://schemas.microsoft.com/office/drawing/2014/main" id="{07499829-5744-4A8A-B24D-8326C146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1694"/>
                <a:ext cx="2191" cy="858"/>
              </a:xfrm>
              <a:custGeom>
                <a:avLst/>
                <a:gdLst>
                  <a:gd name="T0" fmla="*/ 2191 w 2191"/>
                  <a:gd name="T1" fmla="*/ 0 h 858"/>
                  <a:gd name="T2" fmla="*/ 2191 w 2191"/>
                  <a:gd name="T3" fmla="*/ 113 h 858"/>
                  <a:gd name="T4" fmla="*/ 0 w 2191"/>
                  <a:gd name="T5" fmla="*/ 113 h 858"/>
                  <a:gd name="T6" fmla="*/ 0 w 2191"/>
                  <a:gd name="T7" fmla="*/ 858 h 8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91" h="858">
                    <a:moveTo>
                      <a:pt x="2191" y="0"/>
                    </a:moveTo>
                    <a:lnTo>
                      <a:pt x="2191" y="113"/>
                    </a:lnTo>
                    <a:lnTo>
                      <a:pt x="0" y="113"/>
                    </a:lnTo>
                    <a:lnTo>
                      <a:pt x="0" y="858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81" name="Freeform 42">
                <a:extLst>
                  <a:ext uri="{FF2B5EF4-FFF2-40B4-BE49-F238E27FC236}">
                    <a16:creationId xmlns:a16="http://schemas.microsoft.com/office/drawing/2014/main" id="{E6AC59F7-39A8-497E-B71B-1FD97268B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694"/>
                <a:ext cx="508" cy="892"/>
              </a:xfrm>
              <a:custGeom>
                <a:avLst/>
                <a:gdLst>
                  <a:gd name="T0" fmla="*/ 508 w 508"/>
                  <a:gd name="T1" fmla="*/ 0 h 892"/>
                  <a:gd name="T2" fmla="*/ 508 w 508"/>
                  <a:gd name="T3" fmla="*/ 215 h 892"/>
                  <a:gd name="T4" fmla="*/ 0 w 508"/>
                  <a:gd name="T5" fmla="*/ 215 h 892"/>
                  <a:gd name="T6" fmla="*/ 0 w 508"/>
                  <a:gd name="T7" fmla="*/ 892 h 8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8" h="892">
                    <a:moveTo>
                      <a:pt x="508" y="0"/>
                    </a:moveTo>
                    <a:lnTo>
                      <a:pt x="508" y="215"/>
                    </a:lnTo>
                    <a:lnTo>
                      <a:pt x="0" y="215"/>
                    </a:lnTo>
                    <a:lnTo>
                      <a:pt x="0" y="89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82" name="Text Box 43">
                <a:extLst>
                  <a:ext uri="{FF2B5EF4-FFF2-40B4-BE49-F238E27FC236}">
                    <a16:creationId xmlns:a16="http://schemas.microsoft.com/office/drawing/2014/main" id="{A7971830-7317-44E0-BB99-2863383A9E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6" y="474"/>
                <a:ext cx="1299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49183" name="Line 44">
                <a:extLst>
                  <a:ext uri="{FF2B5EF4-FFF2-40B4-BE49-F238E27FC236}">
                    <a16:creationId xmlns:a16="http://schemas.microsoft.com/office/drawing/2014/main" id="{815BBB59-9EAE-4813-9DD9-4DEC2E80D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58" y="2428"/>
                <a:ext cx="0" cy="15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84" name="Line 45">
                <a:extLst>
                  <a:ext uri="{FF2B5EF4-FFF2-40B4-BE49-F238E27FC236}">
                    <a16:creationId xmlns:a16="http://schemas.microsoft.com/office/drawing/2014/main" id="{AC2C6488-60B6-4C6D-8CD0-4B31C9BA85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8" y="2327"/>
                <a:ext cx="0" cy="2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85" name="Line 46">
                <a:extLst>
                  <a:ext uri="{FF2B5EF4-FFF2-40B4-BE49-F238E27FC236}">
                    <a16:creationId xmlns:a16="http://schemas.microsoft.com/office/drawing/2014/main" id="{3DC92394-58EB-4A8D-9862-D76B9DFEC3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53" y="2214"/>
                <a:ext cx="0" cy="35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86" name="Line 47">
                <a:extLst>
                  <a:ext uri="{FF2B5EF4-FFF2-40B4-BE49-F238E27FC236}">
                    <a16:creationId xmlns:a16="http://schemas.microsoft.com/office/drawing/2014/main" id="{53C01E99-A17A-4821-8AFF-D259AAF181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45" y="2123"/>
                <a:ext cx="0" cy="4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87" name="Line 48">
                <a:extLst>
                  <a:ext uri="{FF2B5EF4-FFF2-40B4-BE49-F238E27FC236}">
                    <a16:creationId xmlns:a16="http://schemas.microsoft.com/office/drawing/2014/main" id="{64B73684-CB91-44DB-A699-932B1C89A8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25" y="2033"/>
                <a:ext cx="0" cy="54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88" name="Freeform 49">
                <a:extLst>
                  <a:ext uri="{FF2B5EF4-FFF2-40B4-BE49-F238E27FC236}">
                    <a16:creationId xmlns:a16="http://schemas.microsoft.com/office/drawing/2014/main" id="{4A56604D-91C9-4C4B-B6F2-17B52CC29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343"/>
                <a:ext cx="3084" cy="124"/>
              </a:xfrm>
              <a:custGeom>
                <a:avLst/>
                <a:gdLst>
                  <a:gd name="T0" fmla="*/ 0 w 3084"/>
                  <a:gd name="T1" fmla="*/ 0 h 124"/>
                  <a:gd name="T2" fmla="*/ 0 w 3084"/>
                  <a:gd name="T3" fmla="*/ 124 h 124"/>
                  <a:gd name="T4" fmla="*/ 3084 w 3084"/>
                  <a:gd name="T5" fmla="*/ 124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4" h="124">
                    <a:moveTo>
                      <a:pt x="0" y="0"/>
                    </a:moveTo>
                    <a:lnTo>
                      <a:pt x="0" y="124"/>
                    </a:lnTo>
                    <a:lnTo>
                      <a:pt x="3084" y="1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89" name="Freeform 50">
                <a:extLst>
                  <a:ext uri="{FF2B5EF4-FFF2-40B4-BE49-F238E27FC236}">
                    <a16:creationId xmlns:a16="http://schemas.microsoft.com/office/drawing/2014/main" id="{FF0BF0BF-37F6-407F-850C-57AC0648C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353"/>
                <a:ext cx="3265" cy="192"/>
              </a:xfrm>
              <a:custGeom>
                <a:avLst/>
                <a:gdLst>
                  <a:gd name="T0" fmla="*/ 0 w 3084"/>
                  <a:gd name="T1" fmla="*/ 0 h 124"/>
                  <a:gd name="T2" fmla="*/ 0 w 3084"/>
                  <a:gd name="T3" fmla="*/ 1706 h 124"/>
                  <a:gd name="T4" fmla="*/ 4343 w 3084"/>
                  <a:gd name="T5" fmla="*/ 1706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4" h="124">
                    <a:moveTo>
                      <a:pt x="0" y="0"/>
                    </a:moveTo>
                    <a:lnTo>
                      <a:pt x="0" y="124"/>
                    </a:lnTo>
                    <a:lnTo>
                      <a:pt x="3084" y="1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0" name="Freeform 51">
                <a:extLst>
                  <a:ext uri="{FF2B5EF4-FFF2-40B4-BE49-F238E27FC236}">
                    <a16:creationId xmlns:a16="http://schemas.microsoft.com/office/drawing/2014/main" id="{C0956973-46EA-493B-A1B8-AB8B32EF2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3331"/>
                <a:ext cx="3480" cy="294"/>
              </a:xfrm>
              <a:custGeom>
                <a:avLst/>
                <a:gdLst>
                  <a:gd name="T0" fmla="*/ 0 w 3084"/>
                  <a:gd name="T1" fmla="*/ 0 h 124"/>
                  <a:gd name="T2" fmla="*/ 0 w 3084"/>
                  <a:gd name="T3" fmla="*/ 22031 h 124"/>
                  <a:gd name="T4" fmla="*/ 6366 w 3084"/>
                  <a:gd name="T5" fmla="*/ 22031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4" h="124">
                    <a:moveTo>
                      <a:pt x="0" y="0"/>
                    </a:moveTo>
                    <a:lnTo>
                      <a:pt x="0" y="124"/>
                    </a:lnTo>
                    <a:lnTo>
                      <a:pt x="3084" y="1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1" name="Freeform 52">
                <a:extLst>
                  <a:ext uri="{FF2B5EF4-FFF2-40B4-BE49-F238E27FC236}">
                    <a16:creationId xmlns:a16="http://schemas.microsoft.com/office/drawing/2014/main" id="{E210CCD7-B199-4110-B5F3-E799B1585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343"/>
                <a:ext cx="3706" cy="373"/>
              </a:xfrm>
              <a:custGeom>
                <a:avLst/>
                <a:gdLst>
                  <a:gd name="T0" fmla="*/ 0 w 3084"/>
                  <a:gd name="T1" fmla="*/ 0 h 124"/>
                  <a:gd name="T2" fmla="*/ 0 w 3084"/>
                  <a:gd name="T3" fmla="*/ 91860 h 124"/>
                  <a:gd name="T4" fmla="*/ 9285 w 3084"/>
                  <a:gd name="T5" fmla="*/ 91860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4" h="124">
                    <a:moveTo>
                      <a:pt x="0" y="0"/>
                    </a:moveTo>
                    <a:lnTo>
                      <a:pt x="0" y="124"/>
                    </a:lnTo>
                    <a:lnTo>
                      <a:pt x="3084" y="1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2" name="Freeform 53">
                <a:extLst>
                  <a:ext uri="{FF2B5EF4-FFF2-40B4-BE49-F238E27FC236}">
                    <a16:creationId xmlns:a16="http://schemas.microsoft.com/office/drawing/2014/main" id="{A252B991-B407-471F-8EB0-29DBAAF85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353"/>
                <a:ext cx="3920" cy="453"/>
              </a:xfrm>
              <a:custGeom>
                <a:avLst/>
                <a:gdLst>
                  <a:gd name="T0" fmla="*/ 0 w 3084"/>
                  <a:gd name="T1" fmla="*/ 0 h 124"/>
                  <a:gd name="T2" fmla="*/ 0 w 3084"/>
                  <a:gd name="T3" fmla="*/ 294775 h 124"/>
                  <a:gd name="T4" fmla="*/ 13007 w 3084"/>
                  <a:gd name="T5" fmla="*/ 294775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4" h="124">
                    <a:moveTo>
                      <a:pt x="0" y="0"/>
                    </a:moveTo>
                    <a:lnTo>
                      <a:pt x="0" y="124"/>
                    </a:lnTo>
                    <a:lnTo>
                      <a:pt x="3084" y="1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3" name="Freeform 54">
                <a:extLst>
                  <a:ext uri="{FF2B5EF4-FFF2-40B4-BE49-F238E27FC236}">
                    <a16:creationId xmlns:a16="http://schemas.microsoft.com/office/drawing/2014/main" id="{99EAEA8E-112E-4304-9F49-1705CE0FE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3353"/>
                <a:ext cx="4145" cy="543"/>
              </a:xfrm>
              <a:custGeom>
                <a:avLst/>
                <a:gdLst>
                  <a:gd name="T0" fmla="*/ 0 w 3084"/>
                  <a:gd name="T1" fmla="*/ 0 h 124"/>
                  <a:gd name="T2" fmla="*/ 0 w 3084"/>
                  <a:gd name="T3" fmla="*/ 874401 h 124"/>
                  <a:gd name="T4" fmla="*/ 18179 w 3084"/>
                  <a:gd name="T5" fmla="*/ 874401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4" h="124">
                    <a:moveTo>
                      <a:pt x="0" y="0"/>
                    </a:moveTo>
                    <a:lnTo>
                      <a:pt x="0" y="124"/>
                    </a:lnTo>
                    <a:lnTo>
                      <a:pt x="3084" y="1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4" name="Freeform 55">
                <a:extLst>
                  <a:ext uri="{FF2B5EF4-FFF2-40B4-BE49-F238E27FC236}">
                    <a16:creationId xmlns:a16="http://schemas.microsoft.com/office/drawing/2014/main" id="{E803559E-6163-4A9D-B177-ACAADDED5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3342"/>
                <a:ext cx="4326" cy="633"/>
              </a:xfrm>
              <a:custGeom>
                <a:avLst/>
                <a:gdLst>
                  <a:gd name="T0" fmla="*/ 0 w 3084"/>
                  <a:gd name="T1" fmla="*/ 0 h 124"/>
                  <a:gd name="T2" fmla="*/ 0 w 3084"/>
                  <a:gd name="T3" fmla="*/ 2194172 h 124"/>
                  <a:gd name="T4" fmla="*/ 23494 w 3084"/>
                  <a:gd name="T5" fmla="*/ 2194172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4" h="124">
                    <a:moveTo>
                      <a:pt x="0" y="0"/>
                    </a:moveTo>
                    <a:lnTo>
                      <a:pt x="0" y="124"/>
                    </a:lnTo>
                    <a:lnTo>
                      <a:pt x="3084" y="1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5" name="Freeform 56">
                <a:extLst>
                  <a:ext uri="{FF2B5EF4-FFF2-40B4-BE49-F238E27FC236}">
                    <a16:creationId xmlns:a16="http://schemas.microsoft.com/office/drawing/2014/main" id="{278EB240-B948-4577-A360-318FC72E9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" y="3342"/>
                <a:ext cx="4540" cy="712"/>
              </a:xfrm>
              <a:custGeom>
                <a:avLst/>
                <a:gdLst>
                  <a:gd name="T0" fmla="*/ 0 w 3084"/>
                  <a:gd name="T1" fmla="*/ 0 h 124"/>
                  <a:gd name="T2" fmla="*/ 0 w 3084"/>
                  <a:gd name="T3" fmla="*/ 4443672 h 124"/>
                  <a:gd name="T4" fmla="*/ 31387 w 3084"/>
                  <a:gd name="T5" fmla="*/ 4443672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4" h="124">
                    <a:moveTo>
                      <a:pt x="0" y="0"/>
                    </a:moveTo>
                    <a:lnTo>
                      <a:pt x="0" y="124"/>
                    </a:lnTo>
                    <a:lnTo>
                      <a:pt x="3084" y="1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stealth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6" name="Line 57">
                <a:extLst>
                  <a:ext uri="{FF2B5EF4-FFF2-40B4-BE49-F238E27FC236}">
                    <a16:creationId xmlns:a16="http://schemas.microsoft.com/office/drawing/2014/main" id="{3F8B28AF-450A-49D0-B221-338AB417A7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93" y="3343"/>
                <a:ext cx="0" cy="7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7" name="Line 58">
                <a:extLst>
                  <a:ext uri="{FF2B5EF4-FFF2-40B4-BE49-F238E27FC236}">
                    <a16:creationId xmlns:a16="http://schemas.microsoft.com/office/drawing/2014/main" id="{D053CF88-373C-4E6E-AFA5-54D0704F15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7" y="3354"/>
                <a:ext cx="0" cy="6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8" name="Line 59">
                <a:extLst>
                  <a:ext uri="{FF2B5EF4-FFF2-40B4-BE49-F238E27FC236}">
                    <a16:creationId xmlns:a16="http://schemas.microsoft.com/office/drawing/2014/main" id="{99AF2DD2-A88E-44B6-B556-4433FC07DF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22" y="3354"/>
                <a:ext cx="0" cy="54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199" name="Line 60">
                <a:extLst>
                  <a:ext uri="{FF2B5EF4-FFF2-40B4-BE49-F238E27FC236}">
                    <a16:creationId xmlns:a16="http://schemas.microsoft.com/office/drawing/2014/main" id="{E666BAA0-00DF-4B74-A8B3-748BE1EFD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4" y="3354"/>
                <a:ext cx="0" cy="4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0" name="Line 61">
                <a:extLst>
                  <a:ext uri="{FF2B5EF4-FFF2-40B4-BE49-F238E27FC236}">
                    <a16:creationId xmlns:a16="http://schemas.microsoft.com/office/drawing/2014/main" id="{34E681DF-D0E0-4857-9B6C-6BD052EE66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94" y="3343"/>
                <a:ext cx="12" cy="37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1" name="Line 62">
                <a:extLst>
                  <a:ext uri="{FF2B5EF4-FFF2-40B4-BE49-F238E27FC236}">
                    <a16:creationId xmlns:a16="http://schemas.microsoft.com/office/drawing/2014/main" id="{AD34CA97-BF44-4AEA-9A3B-75E5567551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2" y="3343"/>
                <a:ext cx="0" cy="27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2" name="Line 63">
                <a:extLst>
                  <a:ext uri="{FF2B5EF4-FFF2-40B4-BE49-F238E27FC236}">
                    <a16:creationId xmlns:a16="http://schemas.microsoft.com/office/drawing/2014/main" id="{17120F9A-7BFE-40AC-86E6-C12C4A726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5" y="3366"/>
                <a:ext cx="0" cy="18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3" name="Line 64">
                <a:extLst>
                  <a:ext uri="{FF2B5EF4-FFF2-40B4-BE49-F238E27FC236}">
                    <a16:creationId xmlns:a16="http://schemas.microsoft.com/office/drawing/2014/main" id="{492268D3-299A-441D-83AC-E35589218A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16" y="3343"/>
                <a:ext cx="0" cy="11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4" name="Oval 65">
                <a:extLst>
                  <a:ext uri="{FF2B5EF4-FFF2-40B4-BE49-F238E27FC236}">
                    <a16:creationId xmlns:a16="http://schemas.microsoft.com/office/drawing/2014/main" id="{3BEEBA43-23BB-4862-854B-54CD9D492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" y="2395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5" name="Oval 66">
                <a:extLst>
                  <a:ext uri="{FF2B5EF4-FFF2-40B4-BE49-F238E27FC236}">
                    <a16:creationId xmlns:a16="http://schemas.microsoft.com/office/drawing/2014/main" id="{C01ECD9B-7EBB-4318-9B79-BA659AF58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2293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6" name="Oval 67">
                <a:extLst>
                  <a:ext uri="{FF2B5EF4-FFF2-40B4-BE49-F238E27FC236}">
                    <a16:creationId xmlns:a16="http://schemas.microsoft.com/office/drawing/2014/main" id="{873D9960-9CCB-4F6F-B577-59256FA8C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203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7" name="Oval 68">
                <a:extLst>
                  <a:ext uri="{FF2B5EF4-FFF2-40B4-BE49-F238E27FC236}">
                    <a16:creationId xmlns:a16="http://schemas.microsoft.com/office/drawing/2014/main" id="{47179F9E-A565-47C4-95D1-6AA0D163B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090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8" name="Oval 69">
                <a:extLst>
                  <a:ext uri="{FF2B5EF4-FFF2-40B4-BE49-F238E27FC236}">
                    <a16:creationId xmlns:a16="http://schemas.microsoft.com/office/drawing/2014/main" id="{75114BCB-764E-4C76-97E7-C5A46D244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977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09" name="Oval 70">
                <a:extLst>
                  <a:ext uri="{FF2B5EF4-FFF2-40B4-BE49-F238E27FC236}">
                    <a16:creationId xmlns:a16="http://schemas.microsoft.com/office/drawing/2014/main" id="{EABF33D7-F90C-42F5-BE15-AF5281F00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418"/>
                <a:ext cx="67" cy="67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0" name="Oval 71">
                <a:extLst>
                  <a:ext uri="{FF2B5EF4-FFF2-40B4-BE49-F238E27FC236}">
                    <a16:creationId xmlns:a16="http://schemas.microsoft.com/office/drawing/2014/main" id="{F2812551-2C3A-44FC-BC27-36EC9FD67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2396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1" name="Oval 72">
                <a:extLst>
                  <a:ext uri="{FF2B5EF4-FFF2-40B4-BE49-F238E27FC236}">
                    <a16:creationId xmlns:a16="http://schemas.microsoft.com/office/drawing/2014/main" id="{A1069DC6-4346-495E-A4A8-E3B24429C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2305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2" name="Oval 73">
                <a:extLst>
                  <a:ext uri="{FF2B5EF4-FFF2-40B4-BE49-F238E27FC236}">
                    <a16:creationId xmlns:a16="http://schemas.microsoft.com/office/drawing/2014/main" id="{C90A4797-6CEE-4FC5-87DB-FFFA4F81F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203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3" name="Oval 74">
                <a:extLst>
                  <a:ext uri="{FF2B5EF4-FFF2-40B4-BE49-F238E27FC236}">
                    <a16:creationId xmlns:a16="http://schemas.microsoft.com/office/drawing/2014/main" id="{C654BB3C-25C2-4D07-8D34-B4F4F1C61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090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4" name="Oval 75">
                <a:extLst>
                  <a:ext uri="{FF2B5EF4-FFF2-40B4-BE49-F238E27FC236}">
                    <a16:creationId xmlns:a16="http://schemas.microsoft.com/office/drawing/2014/main" id="{2B731E35-5AC5-4666-883C-CB2D4AAD1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988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5" name="Oval 76">
                <a:extLst>
                  <a:ext uri="{FF2B5EF4-FFF2-40B4-BE49-F238E27FC236}">
                    <a16:creationId xmlns:a16="http://schemas.microsoft.com/office/drawing/2014/main" id="{F4783FC8-626C-4E64-85D9-FF04ABE97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8" y="4032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6" name="Oval 77">
                <a:extLst>
                  <a:ext uri="{FF2B5EF4-FFF2-40B4-BE49-F238E27FC236}">
                    <a16:creationId xmlns:a16="http://schemas.microsoft.com/office/drawing/2014/main" id="{38D49282-6F06-4DD3-ACDE-0BBB6710C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942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7" name="Oval 78">
                <a:extLst>
                  <a:ext uri="{FF2B5EF4-FFF2-40B4-BE49-F238E27FC236}">
                    <a16:creationId xmlns:a16="http://schemas.microsoft.com/office/drawing/2014/main" id="{459FB15A-9B40-4901-91C8-185C299A9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3863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8" name="Oval 79">
                <a:extLst>
                  <a:ext uri="{FF2B5EF4-FFF2-40B4-BE49-F238E27FC236}">
                    <a16:creationId xmlns:a16="http://schemas.microsoft.com/office/drawing/2014/main" id="{2449D1F9-DF3D-4C3B-AC59-2FEEE4283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3761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19" name="Oval 80">
                <a:extLst>
                  <a:ext uri="{FF2B5EF4-FFF2-40B4-BE49-F238E27FC236}">
                    <a16:creationId xmlns:a16="http://schemas.microsoft.com/office/drawing/2014/main" id="{A1F3280C-44E0-4BFE-82C4-236B26A37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3671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20" name="Oval 81">
                <a:extLst>
                  <a:ext uri="{FF2B5EF4-FFF2-40B4-BE49-F238E27FC236}">
                    <a16:creationId xmlns:a16="http://schemas.microsoft.com/office/drawing/2014/main" id="{E194BC4C-92EF-4048-AAA4-BCB5BD873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3592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21" name="Oval 82">
                <a:extLst>
                  <a:ext uri="{FF2B5EF4-FFF2-40B4-BE49-F238E27FC236}">
                    <a16:creationId xmlns:a16="http://schemas.microsoft.com/office/drawing/2014/main" id="{FAF10242-F8A2-456B-B074-6B684023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1" y="3513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22" name="Oval 83">
                <a:extLst>
                  <a:ext uri="{FF2B5EF4-FFF2-40B4-BE49-F238E27FC236}">
                    <a16:creationId xmlns:a16="http://schemas.microsoft.com/office/drawing/2014/main" id="{CFEA23C1-A16D-4FC2-8A47-76441E215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3" y="3434"/>
                <a:ext cx="67" cy="67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49223" name="Text Box 84">
                <a:extLst>
                  <a:ext uri="{FF2B5EF4-FFF2-40B4-BE49-F238E27FC236}">
                    <a16:creationId xmlns:a16="http://schemas.microsoft.com/office/drawing/2014/main" id="{17BD4C94-9F30-424C-8FB9-84D07173DB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82" y="2033"/>
                <a:ext cx="779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地址线</a:t>
                </a:r>
              </a:p>
            </p:txBody>
          </p:sp>
          <p:sp>
            <p:nvSpPr>
              <p:cNvPr id="49224" name="Text Box 85">
                <a:extLst>
                  <a:ext uri="{FF2B5EF4-FFF2-40B4-BE49-F238E27FC236}">
                    <a16:creationId xmlns:a16="http://schemas.microsoft.com/office/drawing/2014/main" id="{102B0929-007D-433E-9A5B-262D1672ED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3" y="3614"/>
                <a:ext cx="779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数据线  </a:t>
                </a:r>
              </a:p>
            </p:txBody>
          </p:sp>
        </p:grpSp>
        <p:sp>
          <p:nvSpPr>
            <p:cNvPr id="49157" name="Oval 86">
              <a:extLst>
                <a:ext uri="{FF2B5EF4-FFF2-40B4-BE49-F238E27FC236}">
                  <a16:creationId xmlns:a16="http://schemas.microsoft.com/office/drawing/2014/main" id="{B499593F-D077-48D9-812C-4ECA4A2FC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1684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158" name="Oval 87">
              <a:extLst>
                <a:ext uri="{FF2B5EF4-FFF2-40B4-BE49-F238E27FC236}">
                  <a16:creationId xmlns:a16="http://schemas.microsoft.com/office/drawing/2014/main" id="{78D5491B-C48E-4FA4-B9A7-2DDECA072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695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159" name="Oval 88">
              <a:extLst>
                <a:ext uri="{FF2B5EF4-FFF2-40B4-BE49-F238E27FC236}">
                  <a16:creationId xmlns:a16="http://schemas.microsoft.com/office/drawing/2014/main" id="{DCFBA612-BAF1-4987-B8F7-D46514BC9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" y="2499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160" name="Oval 89">
              <a:extLst>
                <a:ext uri="{FF2B5EF4-FFF2-40B4-BE49-F238E27FC236}">
                  <a16:creationId xmlns:a16="http://schemas.microsoft.com/office/drawing/2014/main" id="{E9516FC3-0920-4526-8BE7-30B5957A0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521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797782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54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4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4978" grpId="0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002" name="Group 2">
            <a:extLst>
              <a:ext uri="{FF2B5EF4-FFF2-40B4-BE49-F238E27FC236}">
                <a16:creationId xmlns:a16="http://schemas.microsoft.com/office/drawing/2014/main" id="{130C98CC-7E54-4BF3-8BA8-4D6BFD68FABA}"/>
              </a:ext>
            </a:extLst>
          </p:cNvPr>
          <p:cNvGrpSpPr>
            <a:grpSpLocks/>
          </p:cNvGrpSpPr>
          <p:nvPr/>
        </p:nvGrpSpPr>
        <p:grpSpPr bwMode="auto">
          <a:xfrm>
            <a:off x="6584950" y="1704975"/>
            <a:ext cx="841375" cy="2044700"/>
            <a:chOff x="4745" y="475"/>
            <a:chExt cx="530" cy="1288"/>
          </a:xfrm>
        </p:grpSpPr>
        <p:grpSp>
          <p:nvGrpSpPr>
            <p:cNvPr id="50227" name="Group 3">
              <a:extLst>
                <a:ext uri="{FF2B5EF4-FFF2-40B4-BE49-F238E27FC236}">
                  <a16:creationId xmlns:a16="http://schemas.microsoft.com/office/drawing/2014/main" id="{752B2D2C-07BF-4AAD-A296-F0B2D4BD61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5" y="475"/>
              <a:ext cx="530" cy="1288"/>
              <a:chOff x="4169" y="1061"/>
              <a:chExt cx="530" cy="1288"/>
            </a:xfrm>
          </p:grpSpPr>
          <p:sp>
            <p:nvSpPr>
              <p:cNvPr id="50229" name="Rectangle 4">
                <a:extLst>
                  <a:ext uri="{FF2B5EF4-FFF2-40B4-BE49-F238E27FC236}">
                    <a16:creationId xmlns:a16="http://schemas.microsoft.com/office/drawing/2014/main" id="{9716B94B-BB14-4A8E-9133-7A7F8962A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1649"/>
                <a:ext cx="418" cy="28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30" name="Oval 5">
                <a:extLst>
                  <a:ext uri="{FF2B5EF4-FFF2-40B4-BE49-F238E27FC236}">
                    <a16:creationId xmlns:a16="http://schemas.microsoft.com/office/drawing/2014/main" id="{F7D6184E-D4B7-4F84-8F2D-70AC2D14B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1547"/>
                <a:ext cx="91" cy="91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31" name="Line 6">
                <a:extLst>
                  <a:ext uri="{FF2B5EF4-FFF2-40B4-BE49-F238E27FC236}">
                    <a16:creationId xmlns:a16="http://schemas.microsoft.com/office/drawing/2014/main" id="{E742DD8D-6AE5-4FD6-92A8-7991BD28E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4" y="1197"/>
                <a:ext cx="0" cy="35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32" name="Line 7">
                <a:extLst>
                  <a:ext uri="{FF2B5EF4-FFF2-40B4-BE49-F238E27FC236}">
                    <a16:creationId xmlns:a16="http://schemas.microsoft.com/office/drawing/2014/main" id="{8138A383-DC7F-4C5A-8DEF-896ED81B5C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35" y="1931"/>
                <a:ext cx="0" cy="41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33" name="Text Box 8">
                <a:extLst>
                  <a:ext uri="{FF2B5EF4-FFF2-40B4-BE49-F238E27FC236}">
                    <a16:creationId xmlns:a16="http://schemas.microsoft.com/office/drawing/2014/main" id="{A65AE134-D6C4-4094-BE0D-D74ECE1D13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3" y="1061"/>
                <a:ext cx="316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</a:p>
            </p:txBody>
          </p:sp>
        </p:grpSp>
        <p:sp>
          <p:nvSpPr>
            <p:cNvPr id="50228" name="Text Box 9">
              <a:extLst>
                <a:ext uri="{FF2B5EF4-FFF2-40B4-BE49-F238E27FC236}">
                  <a16:creationId xmlns:a16="http://schemas.microsoft.com/office/drawing/2014/main" id="{A4BE8E04-F4BC-4DA5-85C1-547F5C23B7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9" y="1065"/>
              <a:ext cx="282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  <p:sp>
        <p:nvSpPr>
          <p:cNvPr id="256010" name="Rectangle 10">
            <a:extLst>
              <a:ext uri="{FF2B5EF4-FFF2-40B4-BE49-F238E27FC236}">
                <a16:creationId xmlns:a16="http://schemas.microsoft.com/office/drawing/2014/main" id="{EF1F09CA-FC00-42AD-91FF-BA8FFC11EA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9563" y="304800"/>
            <a:ext cx="5100637" cy="42545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kumimoji="0" lang="en-US" altLang="zh-CN" sz="2800" b="1" dirty="0">
                <a:solidFill>
                  <a:schemeClr val="tx1"/>
                </a:solidFill>
              </a:rPr>
              <a:t>4</a:t>
            </a:r>
            <a:r>
              <a:rPr kumimoji="0" lang="zh-CN" altLang="en-US" sz="2800" b="1" dirty="0">
                <a:solidFill>
                  <a:schemeClr val="tx1"/>
                </a:solidFill>
              </a:rPr>
              <a:t>、用译码器实现组合逻辑函数</a:t>
            </a:r>
          </a:p>
        </p:txBody>
      </p:sp>
      <p:sp>
        <p:nvSpPr>
          <p:cNvPr id="256011" name="Rectangle 11">
            <a:extLst>
              <a:ext uri="{FF2B5EF4-FFF2-40B4-BE49-F238E27FC236}">
                <a16:creationId xmlns:a16="http://schemas.microsoft.com/office/drawing/2014/main" id="{9812363E-3408-452A-AF4D-BEE54E362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163" y="823913"/>
            <a:ext cx="1514475" cy="515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【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1】</a:t>
            </a:r>
          </a:p>
        </p:txBody>
      </p:sp>
      <p:sp>
        <p:nvSpPr>
          <p:cNvPr id="256012" name="Text Box 12">
            <a:extLst>
              <a:ext uri="{FF2B5EF4-FFF2-40B4-BE49-F238E27FC236}">
                <a16:creationId xmlns:a16="http://schemas.microsoft.com/office/drawing/2014/main" id="{C42475EB-87F4-41D7-AE19-B1970A339C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4213" y="771525"/>
            <a:ext cx="6294437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试用译码器和门电路实现逻辑函数：</a:t>
            </a:r>
          </a:p>
        </p:txBody>
      </p:sp>
      <p:sp>
        <p:nvSpPr>
          <p:cNvPr id="256013" name="Text Box 13">
            <a:extLst>
              <a:ext uri="{FF2B5EF4-FFF2-40B4-BE49-F238E27FC236}">
                <a16:creationId xmlns:a16="http://schemas.microsoft.com/office/drawing/2014/main" id="{1A25EDAD-7969-4771-BDEC-99B51D1EEF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3475" y="1379538"/>
            <a:ext cx="263525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F=BC+AB+AC</a:t>
            </a:r>
          </a:p>
        </p:txBody>
      </p:sp>
      <p:sp>
        <p:nvSpPr>
          <p:cNvPr id="256014" name="Rectangle 14">
            <a:extLst>
              <a:ext uri="{FF2B5EF4-FFF2-40B4-BE49-F238E27FC236}">
                <a16:creationId xmlns:a16="http://schemas.microsoft.com/office/drawing/2014/main" id="{E5798A66-0428-462E-AF42-143A6BD83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1900238"/>
            <a:ext cx="5184775" cy="1612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解：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将逻辑函数转换成最小项表  </a:t>
            </a: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达式，再转换成与非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—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与</a:t>
            </a: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非形式。</a:t>
            </a:r>
            <a:endParaRPr kumimoji="1" lang="zh-CN" altLang="en-US" sz="2800" b="0" i="1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6015" name="Rectangle 15">
            <a:extLst>
              <a:ext uri="{FF2B5EF4-FFF2-40B4-BE49-F238E27FC236}">
                <a16:creationId xmlns:a16="http://schemas.microsoft.com/office/drawing/2014/main" id="{BF5C9612-A9AA-484C-8363-C9681C3D6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7100" y="4025900"/>
            <a:ext cx="3016250" cy="65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just" defTabSz="914400" rtl="0" eaLnBrk="1" fontAlgn="base" latinLnBrk="0" hangingPunct="1">
              <a:lnSpc>
                <a:spcPct val="131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6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m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</a:t>
            </a:r>
            <a:endParaRPr kumimoji="1" lang="en-US" altLang="zh-CN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56016" name="Group 16">
            <a:extLst>
              <a:ext uri="{FF2B5EF4-FFF2-40B4-BE49-F238E27FC236}">
                <a16:creationId xmlns:a16="http://schemas.microsoft.com/office/drawing/2014/main" id="{0B525B8F-4E41-4D32-9A95-4860CB0A4B8B}"/>
              </a:ext>
            </a:extLst>
          </p:cNvPr>
          <p:cNvGrpSpPr>
            <a:grpSpLocks/>
          </p:cNvGrpSpPr>
          <p:nvPr/>
        </p:nvGrpSpPr>
        <p:grpSpPr bwMode="auto">
          <a:xfrm>
            <a:off x="950913" y="4859338"/>
            <a:ext cx="2170112" cy="519112"/>
            <a:chOff x="779" y="3332"/>
            <a:chExt cx="1367" cy="327"/>
          </a:xfrm>
        </p:grpSpPr>
        <p:sp>
          <p:nvSpPr>
            <p:cNvPr id="50221" name="Text Box 17">
              <a:extLst>
                <a:ext uri="{FF2B5EF4-FFF2-40B4-BE49-F238E27FC236}">
                  <a16:creationId xmlns:a16="http://schemas.microsoft.com/office/drawing/2014/main" id="{0AC031B6-8FA1-47E1-84EF-7A990A842C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9" y="3332"/>
              <a:ext cx="1367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 </a:t>
              </a: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50222" name="Line 18">
              <a:extLst>
                <a:ext uri="{FF2B5EF4-FFF2-40B4-BE49-F238E27FC236}">
                  <a16:creationId xmlns:a16="http://schemas.microsoft.com/office/drawing/2014/main" id="{D5CCBF5B-549C-42CC-A479-EF7FB41413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3" y="3433"/>
              <a:ext cx="1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223" name="Line 19">
              <a:extLst>
                <a:ext uri="{FF2B5EF4-FFF2-40B4-BE49-F238E27FC236}">
                  <a16:creationId xmlns:a16="http://schemas.microsoft.com/office/drawing/2014/main" id="{13E649AA-8CAF-4A33-81E0-096489E739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7" y="3434"/>
              <a:ext cx="1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224" name="Line 20">
              <a:extLst>
                <a:ext uri="{FF2B5EF4-FFF2-40B4-BE49-F238E27FC236}">
                  <a16:creationId xmlns:a16="http://schemas.microsoft.com/office/drawing/2014/main" id="{D6FF711C-4FF5-457B-9BCE-8073BCC13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0" y="3434"/>
              <a:ext cx="1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225" name="Line 21">
              <a:extLst>
                <a:ext uri="{FF2B5EF4-FFF2-40B4-BE49-F238E27FC236}">
                  <a16:creationId xmlns:a16="http://schemas.microsoft.com/office/drawing/2014/main" id="{1D58C23E-E93A-4E2D-9D01-29A904C04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1" y="3434"/>
              <a:ext cx="1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226" name="Line 22">
              <a:extLst>
                <a:ext uri="{FF2B5EF4-FFF2-40B4-BE49-F238E27FC236}">
                  <a16:creationId xmlns:a16="http://schemas.microsoft.com/office/drawing/2014/main" id="{2A2991F9-FCB9-4F58-A321-5D1419F301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3377"/>
              <a:ext cx="10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56023" name="Rectangle 23">
            <a:extLst>
              <a:ext uri="{FF2B5EF4-FFF2-40B4-BE49-F238E27FC236}">
                <a16:creationId xmlns:a16="http://schemas.microsoft.com/office/drawing/2014/main" id="{156FE067-E5D9-4A76-B250-7479BB29D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950" y="5508625"/>
            <a:ext cx="5265738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用一片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74138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加一个与非门</a:t>
            </a: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就可实现该逻辑函数。</a:t>
            </a:r>
            <a:endParaRPr kumimoji="1" lang="zh-CN" altLang="en-US" sz="2800" b="0" i="1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6024" name="Freeform 24">
            <a:extLst>
              <a:ext uri="{FF2B5EF4-FFF2-40B4-BE49-F238E27FC236}">
                <a16:creationId xmlns:a16="http://schemas.microsoft.com/office/drawing/2014/main" id="{70F8EDFA-7D9C-46D3-9130-104821E950D1}"/>
              </a:ext>
            </a:extLst>
          </p:cNvPr>
          <p:cNvSpPr>
            <a:spLocks/>
          </p:cNvSpPr>
          <p:nvPr/>
        </p:nvSpPr>
        <p:spPr bwMode="auto">
          <a:xfrm>
            <a:off x="7118350" y="3082925"/>
            <a:ext cx="860425" cy="646113"/>
          </a:xfrm>
          <a:custGeom>
            <a:avLst/>
            <a:gdLst>
              <a:gd name="T0" fmla="*/ 0 w 542"/>
              <a:gd name="T1" fmla="*/ 0 h 407"/>
              <a:gd name="T2" fmla="*/ 0 w 542"/>
              <a:gd name="T3" fmla="*/ 2147483647 h 407"/>
              <a:gd name="T4" fmla="*/ 2147483647 w 542"/>
              <a:gd name="T5" fmla="*/ 2147483647 h 407"/>
              <a:gd name="T6" fmla="*/ 2147483647 w 542"/>
              <a:gd name="T7" fmla="*/ 2147483647 h 40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42" h="407">
                <a:moveTo>
                  <a:pt x="0" y="0"/>
                </a:moveTo>
                <a:lnTo>
                  <a:pt x="0" y="113"/>
                </a:lnTo>
                <a:lnTo>
                  <a:pt x="542" y="113"/>
                </a:lnTo>
                <a:lnTo>
                  <a:pt x="542" y="407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6025" name="Freeform 25">
            <a:extLst>
              <a:ext uri="{FF2B5EF4-FFF2-40B4-BE49-F238E27FC236}">
                <a16:creationId xmlns:a16="http://schemas.microsoft.com/office/drawing/2014/main" id="{9B4683A5-2718-47CB-ACB1-1EDFCFEE77D2}"/>
              </a:ext>
            </a:extLst>
          </p:cNvPr>
          <p:cNvSpPr>
            <a:spLocks/>
          </p:cNvSpPr>
          <p:nvPr/>
        </p:nvSpPr>
        <p:spPr bwMode="auto">
          <a:xfrm>
            <a:off x="6975475" y="3081338"/>
            <a:ext cx="715963" cy="663575"/>
          </a:xfrm>
          <a:custGeom>
            <a:avLst/>
            <a:gdLst>
              <a:gd name="T0" fmla="*/ 0 w 451"/>
              <a:gd name="T1" fmla="*/ 0 h 418"/>
              <a:gd name="T2" fmla="*/ 0 w 451"/>
              <a:gd name="T3" fmla="*/ 2147483647 h 418"/>
              <a:gd name="T4" fmla="*/ 2147483647 w 451"/>
              <a:gd name="T5" fmla="*/ 2147483647 h 418"/>
              <a:gd name="T6" fmla="*/ 2147483647 w 451"/>
              <a:gd name="T7" fmla="*/ 2147483647 h 41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51" h="418">
                <a:moveTo>
                  <a:pt x="0" y="0"/>
                </a:moveTo>
                <a:lnTo>
                  <a:pt x="0" y="204"/>
                </a:lnTo>
                <a:lnTo>
                  <a:pt x="451" y="204"/>
                </a:lnTo>
                <a:lnTo>
                  <a:pt x="451" y="418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6026" name="Freeform 26">
            <a:extLst>
              <a:ext uri="{FF2B5EF4-FFF2-40B4-BE49-F238E27FC236}">
                <a16:creationId xmlns:a16="http://schemas.microsoft.com/office/drawing/2014/main" id="{39D2DE1B-D3D3-450D-90B4-643695F89487}"/>
              </a:ext>
            </a:extLst>
          </p:cNvPr>
          <p:cNvSpPr>
            <a:spLocks/>
          </p:cNvSpPr>
          <p:nvPr/>
        </p:nvSpPr>
        <p:spPr bwMode="auto">
          <a:xfrm>
            <a:off x="6846888" y="3082925"/>
            <a:ext cx="520700" cy="663575"/>
          </a:xfrm>
          <a:custGeom>
            <a:avLst/>
            <a:gdLst>
              <a:gd name="T0" fmla="*/ 0 w 328"/>
              <a:gd name="T1" fmla="*/ 0 h 418"/>
              <a:gd name="T2" fmla="*/ 0 w 328"/>
              <a:gd name="T3" fmla="*/ 2147483647 h 418"/>
              <a:gd name="T4" fmla="*/ 2147483647 w 328"/>
              <a:gd name="T5" fmla="*/ 2147483647 h 418"/>
              <a:gd name="T6" fmla="*/ 2147483647 w 328"/>
              <a:gd name="T7" fmla="*/ 2147483647 h 41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28" h="418">
                <a:moveTo>
                  <a:pt x="0" y="0"/>
                </a:moveTo>
                <a:lnTo>
                  <a:pt x="0" y="305"/>
                </a:lnTo>
                <a:lnTo>
                  <a:pt x="328" y="305"/>
                </a:lnTo>
                <a:lnTo>
                  <a:pt x="328" y="418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56027" name="Group 27">
            <a:extLst>
              <a:ext uri="{FF2B5EF4-FFF2-40B4-BE49-F238E27FC236}">
                <a16:creationId xmlns:a16="http://schemas.microsoft.com/office/drawing/2014/main" id="{F4E8DBA3-074D-4BDE-92E9-92892BB406E0}"/>
              </a:ext>
            </a:extLst>
          </p:cNvPr>
          <p:cNvGrpSpPr>
            <a:grpSpLocks/>
          </p:cNvGrpSpPr>
          <p:nvPr/>
        </p:nvGrpSpPr>
        <p:grpSpPr bwMode="auto">
          <a:xfrm>
            <a:off x="771525" y="3640138"/>
            <a:ext cx="4660900" cy="519112"/>
            <a:chOff x="486" y="2293"/>
            <a:chExt cx="2936" cy="327"/>
          </a:xfrm>
        </p:grpSpPr>
        <p:sp>
          <p:nvSpPr>
            <p:cNvPr id="50217" name="Text Box 28">
              <a:extLst>
                <a:ext uri="{FF2B5EF4-FFF2-40B4-BE49-F238E27FC236}">
                  <a16:creationId xmlns:a16="http://schemas.microsoft.com/office/drawing/2014/main" id="{A2B50F6C-CBA1-402A-B950-951EB372C4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" y="2293"/>
              <a:ext cx="2936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F=ABC+ABC+ABC+ABC</a:t>
              </a:r>
            </a:p>
          </p:txBody>
        </p:sp>
        <p:sp>
          <p:nvSpPr>
            <p:cNvPr id="50218" name="Line 29">
              <a:extLst>
                <a:ext uri="{FF2B5EF4-FFF2-40B4-BE49-F238E27FC236}">
                  <a16:creationId xmlns:a16="http://schemas.microsoft.com/office/drawing/2014/main" id="{CDF3C148-2A00-4196-B8D2-807E50A47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0" y="2349"/>
              <a:ext cx="1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219" name="Line 30">
              <a:extLst>
                <a:ext uri="{FF2B5EF4-FFF2-40B4-BE49-F238E27FC236}">
                  <a16:creationId xmlns:a16="http://schemas.microsoft.com/office/drawing/2014/main" id="{C5EA3825-293D-449F-A32D-05CBD21A5D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0" y="2349"/>
              <a:ext cx="1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220" name="Line 31">
              <a:extLst>
                <a:ext uri="{FF2B5EF4-FFF2-40B4-BE49-F238E27FC236}">
                  <a16:creationId xmlns:a16="http://schemas.microsoft.com/office/drawing/2014/main" id="{E85351FB-D9A9-4B32-B37C-E772859ABA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5" y="2338"/>
              <a:ext cx="1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6032" name="Group 32">
            <a:extLst>
              <a:ext uri="{FF2B5EF4-FFF2-40B4-BE49-F238E27FC236}">
                <a16:creationId xmlns:a16="http://schemas.microsoft.com/office/drawing/2014/main" id="{CFCEDA61-0332-48F9-934C-654EEE7FB891}"/>
              </a:ext>
            </a:extLst>
          </p:cNvPr>
          <p:cNvGrpSpPr>
            <a:grpSpLocks/>
          </p:cNvGrpSpPr>
          <p:nvPr/>
        </p:nvGrpSpPr>
        <p:grpSpPr bwMode="auto">
          <a:xfrm>
            <a:off x="5521325" y="3606800"/>
            <a:ext cx="2889250" cy="2614613"/>
            <a:chOff x="3478" y="2272"/>
            <a:chExt cx="1820" cy="1647"/>
          </a:xfrm>
        </p:grpSpPr>
        <p:grpSp>
          <p:nvGrpSpPr>
            <p:cNvPr id="50192" name="Group 33">
              <a:extLst>
                <a:ext uri="{FF2B5EF4-FFF2-40B4-BE49-F238E27FC236}">
                  <a16:creationId xmlns:a16="http://schemas.microsoft.com/office/drawing/2014/main" id="{480B0091-8CBE-4666-B695-B4996BC5AF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8" y="2272"/>
              <a:ext cx="1820" cy="1647"/>
              <a:chOff x="3478" y="2272"/>
              <a:chExt cx="1820" cy="1647"/>
            </a:xfrm>
          </p:grpSpPr>
          <p:sp>
            <p:nvSpPr>
              <p:cNvPr id="50197" name="Rectangle 34">
                <a:extLst>
                  <a:ext uri="{FF2B5EF4-FFF2-40B4-BE49-F238E27FC236}">
                    <a16:creationId xmlns:a16="http://schemas.microsoft.com/office/drawing/2014/main" id="{7EED48D2-5ACE-4393-877C-A23F03BB6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2354"/>
                <a:ext cx="1784" cy="86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198" name="Text Box 35">
                <a:extLst>
                  <a:ext uri="{FF2B5EF4-FFF2-40B4-BE49-F238E27FC236}">
                    <a16:creationId xmlns:a16="http://schemas.microsoft.com/office/drawing/2014/main" id="{7AEF57C8-8F99-42EA-9CFD-25E0EF4213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93" y="2634"/>
                <a:ext cx="1209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 74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138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199" name="Text Box 36">
                <a:extLst>
                  <a:ext uri="{FF2B5EF4-FFF2-40B4-BE49-F238E27FC236}">
                    <a16:creationId xmlns:a16="http://schemas.microsoft.com/office/drawing/2014/main" id="{1868EE3C-F404-4256-B2B0-A4D2B39501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9" y="2332"/>
                <a:ext cx="1740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50200" name="Text Box 37">
                <a:extLst>
                  <a:ext uri="{FF2B5EF4-FFF2-40B4-BE49-F238E27FC236}">
                    <a16:creationId xmlns:a16="http://schemas.microsoft.com/office/drawing/2014/main" id="{68496D92-2D4E-47A8-B8BE-95B0E23506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25" y="2931"/>
                <a:ext cx="1705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  S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 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 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0201" name="Line 38">
                <a:extLst>
                  <a:ext uri="{FF2B5EF4-FFF2-40B4-BE49-F238E27FC236}">
                    <a16:creationId xmlns:a16="http://schemas.microsoft.com/office/drawing/2014/main" id="{5F58A548-27DF-40C1-BEB1-FAF0F35416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50" y="3219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02" name="Line 39">
                <a:extLst>
                  <a:ext uri="{FF2B5EF4-FFF2-40B4-BE49-F238E27FC236}">
                    <a16:creationId xmlns:a16="http://schemas.microsoft.com/office/drawing/2014/main" id="{3C9834A1-3ABF-4CEE-9B30-6E255DD0B1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10" y="3230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03" name="Line 40">
                <a:extLst>
                  <a:ext uri="{FF2B5EF4-FFF2-40B4-BE49-F238E27FC236}">
                    <a16:creationId xmlns:a16="http://schemas.microsoft.com/office/drawing/2014/main" id="{EFE9D954-AC76-425F-ABBC-A141C349F7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4" y="3230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04" name="Line 41">
                <a:extLst>
                  <a:ext uri="{FF2B5EF4-FFF2-40B4-BE49-F238E27FC236}">
                    <a16:creationId xmlns:a16="http://schemas.microsoft.com/office/drawing/2014/main" id="{18FEA3EF-F5AB-4C2F-BF09-5232F76A96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2" y="3219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05" name="Line 42">
                <a:extLst>
                  <a:ext uri="{FF2B5EF4-FFF2-40B4-BE49-F238E27FC236}">
                    <a16:creationId xmlns:a16="http://schemas.microsoft.com/office/drawing/2014/main" id="{75216664-E47B-402F-B4D4-4A3676257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06" y="3230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06" name="Line 43">
                <a:extLst>
                  <a:ext uri="{FF2B5EF4-FFF2-40B4-BE49-F238E27FC236}">
                    <a16:creationId xmlns:a16="http://schemas.microsoft.com/office/drawing/2014/main" id="{FF1BCD27-AE9F-499B-B03F-F7A704A25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98" y="3230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07" name="Text Box 44">
                <a:extLst>
                  <a:ext uri="{FF2B5EF4-FFF2-40B4-BE49-F238E27FC236}">
                    <a16:creationId xmlns:a16="http://schemas.microsoft.com/office/drawing/2014/main" id="{8B7F3F14-EF1B-4A7C-A12C-303D0D6B90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3" y="3592"/>
                <a:ext cx="45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“0”</a:t>
                </a:r>
              </a:p>
            </p:txBody>
          </p:sp>
          <p:sp>
            <p:nvSpPr>
              <p:cNvPr id="50208" name="Text Box 45">
                <a:extLst>
                  <a:ext uri="{FF2B5EF4-FFF2-40B4-BE49-F238E27FC236}">
                    <a16:creationId xmlns:a16="http://schemas.microsoft.com/office/drawing/2014/main" id="{1E745FDB-2574-4BEA-BA0E-4DA5803650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29" y="3580"/>
                <a:ext cx="45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“0”</a:t>
                </a:r>
              </a:p>
            </p:txBody>
          </p:sp>
          <p:sp>
            <p:nvSpPr>
              <p:cNvPr id="50209" name="Text Box 46">
                <a:extLst>
                  <a:ext uri="{FF2B5EF4-FFF2-40B4-BE49-F238E27FC236}">
                    <a16:creationId xmlns:a16="http://schemas.microsoft.com/office/drawing/2014/main" id="{456BE5D6-22D9-4D37-81FE-E632DA5437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5" y="3580"/>
                <a:ext cx="45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“1”</a:t>
                </a:r>
              </a:p>
            </p:txBody>
          </p:sp>
          <p:sp>
            <p:nvSpPr>
              <p:cNvPr id="50210" name="Text Box 47">
                <a:extLst>
                  <a:ext uri="{FF2B5EF4-FFF2-40B4-BE49-F238E27FC236}">
                    <a16:creationId xmlns:a16="http://schemas.microsoft.com/office/drawing/2014/main" id="{C54A0054-1149-402D-8CF1-B68560C2AD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26" y="3551"/>
                <a:ext cx="81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  </a:t>
                </a:r>
                <a:endPara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11" name="Oval 48">
                <a:extLst>
                  <a:ext uri="{FF2B5EF4-FFF2-40B4-BE49-F238E27FC236}">
                    <a16:creationId xmlns:a16="http://schemas.microsoft.com/office/drawing/2014/main" id="{6CEF061E-20D6-4ACB-B8CB-B38F903C8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3228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12" name="Oval 49">
                <a:extLst>
                  <a:ext uri="{FF2B5EF4-FFF2-40B4-BE49-F238E27FC236}">
                    <a16:creationId xmlns:a16="http://schemas.microsoft.com/office/drawing/2014/main" id="{E8AF6C97-FD09-4D1B-8EBB-2449AB897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3228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13" name="Oval 50">
                <a:extLst>
                  <a:ext uri="{FF2B5EF4-FFF2-40B4-BE49-F238E27FC236}">
                    <a16:creationId xmlns:a16="http://schemas.microsoft.com/office/drawing/2014/main" id="{642FA1A0-33A9-4B4F-B292-7DCEBDB5E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" y="2283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14" name="Oval 51">
                <a:extLst>
                  <a:ext uri="{FF2B5EF4-FFF2-40B4-BE49-F238E27FC236}">
                    <a16:creationId xmlns:a16="http://schemas.microsoft.com/office/drawing/2014/main" id="{0210BC36-ED6E-4B75-86F2-8C056A9F5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5" y="2272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15" name="Oval 52">
                <a:extLst>
                  <a:ext uri="{FF2B5EF4-FFF2-40B4-BE49-F238E27FC236}">
                    <a16:creationId xmlns:a16="http://schemas.microsoft.com/office/drawing/2014/main" id="{C10E0231-C9A4-44B1-A5FC-B29C0FBA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2283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0216" name="Oval 53">
                <a:extLst>
                  <a:ext uri="{FF2B5EF4-FFF2-40B4-BE49-F238E27FC236}">
                    <a16:creationId xmlns:a16="http://schemas.microsoft.com/office/drawing/2014/main" id="{9236FB7F-2B0B-411D-BB65-D5FADAEF3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272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0193" name="Oval 54">
              <a:extLst>
                <a:ext uri="{FF2B5EF4-FFF2-40B4-BE49-F238E27FC236}">
                  <a16:creationId xmlns:a16="http://schemas.microsoft.com/office/drawing/2014/main" id="{77825FD8-D094-4FF4-89B7-20B17A6D9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283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194" name="Oval 55">
              <a:extLst>
                <a:ext uri="{FF2B5EF4-FFF2-40B4-BE49-F238E27FC236}">
                  <a16:creationId xmlns:a16="http://schemas.microsoft.com/office/drawing/2014/main" id="{5DE3FC64-2E2C-42B0-9010-F9C8DC488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2304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195" name="Oval 56">
              <a:extLst>
                <a:ext uri="{FF2B5EF4-FFF2-40B4-BE49-F238E27FC236}">
                  <a16:creationId xmlns:a16="http://schemas.microsoft.com/office/drawing/2014/main" id="{0607EB6A-98CF-457C-B97C-A6CF346ED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2283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196" name="Oval 57">
              <a:extLst>
                <a:ext uri="{FF2B5EF4-FFF2-40B4-BE49-F238E27FC236}">
                  <a16:creationId xmlns:a16="http://schemas.microsoft.com/office/drawing/2014/main" id="{67D105E0-9E70-47BF-8C09-B1158495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2293"/>
              <a:ext cx="65" cy="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169411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56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60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560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560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560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56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56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60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560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560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60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560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60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56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560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560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7" dur="500"/>
                                        <p:tgtEl>
                                          <p:spTgt spid="256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256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256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256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256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10" grpId="0" autoUpdateAnimBg="0"/>
      <p:bldP spid="256011" grpId="0" autoUpdateAnimBg="0"/>
      <p:bldP spid="256012" grpId="0" animBg="1" autoUpdateAnimBg="0"/>
      <p:bldP spid="256013" grpId="0" animBg="1" autoUpdateAnimBg="0"/>
      <p:bldP spid="256014" grpId="0" autoUpdateAnimBg="0"/>
      <p:bldP spid="256015" grpId="0" autoUpdateAnimBg="0"/>
      <p:bldP spid="256023" grpId="0" autoUpdateAnimBg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026" name="Group 2">
            <a:extLst>
              <a:ext uri="{FF2B5EF4-FFF2-40B4-BE49-F238E27FC236}">
                <a16:creationId xmlns:a16="http://schemas.microsoft.com/office/drawing/2014/main" id="{E253364A-2BE0-460D-84A6-288CAAB1B5A0}"/>
              </a:ext>
            </a:extLst>
          </p:cNvPr>
          <p:cNvGrpSpPr>
            <a:grpSpLocks/>
          </p:cNvGrpSpPr>
          <p:nvPr/>
        </p:nvGrpSpPr>
        <p:grpSpPr bwMode="auto">
          <a:xfrm>
            <a:off x="5883275" y="536575"/>
            <a:ext cx="2074863" cy="2616200"/>
            <a:chOff x="3706" y="338"/>
            <a:chExt cx="1307" cy="1648"/>
          </a:xfrm>
        </p:grpSpPr>
        <p:grpSp>
          <p:nvGrpSpPr>
            <p:cNvPr id="51266" name="Group 3">
              <a:extLst>
                <a:ext uri="{FF2B5EF4-FFF2-40B4-BE49-F238E27FC236}">
                  <a16:creationId xmlns:a16="http://schemas.microsoft.com/office/drawing/2014/main" id="{BF8F7F73-DD98-4A29-B3C1-DA3C9648C4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6" y="338"/>
              <a:ext cx="1287" cy="1648"/>
              <a:chOff x="3738" y="701"/>
              <a:chExt cx="1287" cy="1648"/>
            </a:xfrm>
          </p:grpSpPr>
          <p:grpSp>
            <p:nvGrpSpPr>
              <p:cNvPr id="51268" name="Group 4">
                <a:extLst>
                  <a:ext uri="{FF2B5EF4-FFF2-40B4-BE49-F238E27FC236}">
                    <a16:creationId xmlns:a16="http://schemas.microsoft.com/office/drawing/2014/main" id="{CD0DA4CB-51E7-4A4E-B681-14EF7CA885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38" y="1221"/>
                <a:ext cx="361" cy="303"/>
                <a:chOff x="3592" y="984"/>
                <a:chExt cx="361" cy="303"/>
              </a:xfrm>
            </p:grpSpPr>
            <p:sp>
              <p:nvSpPr>
                <p:cNvPr id="51275" name="Rectangle 5">
                  <a:extLst>
                    <a:ext uri="{FF2B5EF4-FFF2-40B4-BE49-F238E27FC236}">
                      <a16:creationId xmlns:a16="http://schemas.microsoft.com/office/drawing/2014/main" id="{9A52406C-CE10-4226-97A6-B083253C85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92" y="1073"/>
                  <a:ext cx="361" cy="21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1276" name="Oval 6">
                  <a:extLst>
                    <a:ext uri="{FF2B5EF4-FFF2-40B4-BE49-F238E27FC236}">
                      <a16:creationId xmlns:a16="http://schemas.microsoft.com/office/drawing/2014/main" id="{E92C7262-10C9-4D04-B673-71E1368204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03" y="984"/>
                  <a:ext cx="79" cy="79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51269" name="Line 7">
                <a:extLst>
                  <a:ext uri="{FF2B5EF4-FFF2-40B4-BE49-F238E27FC236}">
                    <a16:creationId xmlns:a16="http://schemas.microsoft.com/office/drawing/2014/main" id="{71A75073-D65C-467A-BB02-B08147A1CE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06" y="1513"/>
                <a:ext cx="0" cy="8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70" name="Freeform 8">
                <a:extLst>
                  <a:ext uri="{FF2B5EF4-FFF2-40B4-BE49-F238E27FC236}">
                    <a16:creationId xmlns:a16="http://schemas.microsoft.com/office/drawing/2014/main" id="{C33F4832-35A9-4458-8FCA-240297089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525"/>
                <a:ext cx="146" cy="824"/>
              </a:xfrm>
              <a:custGeom>
                <a:avLst/>
                <a:gdLst>
                  <a:gd name="T0" fmla="*/ 0 w 146"/>
                  <a:gd name="T1" fmla="*/ 0 h 824"/>
                  <a:gd name="T2" fmla="*/ 0 w 146"/>
                  <a:gd name="T3" fmla="*/ 610 h 824"/>
                  <a:gd name="T4" fmla="*/ 146 w 146"/>
                  <a:gd name="T5" fmla="*/ 610 h 824"/>
                  <a:gd name="T6" fmla="*/ 146 w 146"/>
                  <a:gd name="T7" fmla="*/ 824 h 8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24">
                    <a:moveTo>
                      <a:pt x="0" y="0"/>
                    </a:moveTo>
                    <a:lnTo>
                      <a:pt x="0" y="610"/>
                    </a:lnTo>
                    <a:lnTo>
                      <a:pt x="146" y="610"/>
                    </a:lnTo>
                    <a:lnTo>
                      <a:pt x="146" y="8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71" name="Freeform 9">
                <a:extLst>
                  <a:ext uri="{FF2B5EF4-FFF2-40B4-BE49-F238E27FC236}">
                    <a16:creationId xmlns:a16="http://schemas.microsoft.com/office/drawing/2014/main" id="{2AEAEFDA-D24E-4A83-A685-FC1B3A628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525"/>
                <a:ext cx="474" cy="813"/>
              </a:xfrm>
              <a:custGeom>
                <a:avLst/>
                <a:gdLst>
                  <a:gd name="T0" fmla="*/ 0 w 440"/>
                  <a:gd name="T1" fmla="*/ 0 h 813"/>
                  <a:gd name="T2" fmla="*/ 0 w 440"/>
                  <a:gd name="T3" fmla="*/ 384 h 813"/>
                  <a:gd name="T4" fmla="*/ 688 w 440"/>
                  <a:gd name="T5" fmla="*/ 384 h 813"/>
                  <a:gd name="T6" fmla="*/ 688 w 440"/>
                  <a:gd name="T7" fmla="*/ 813 h 8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0" h="813">
                    <a:moveTo>
                      <a:pt x="0" y="0"/>
                    </a:moveTo>
                    <a:lnTo>
                      <a:pt x="0" y="384"/>
                    </a:lnTo>
                    <a:lnTo>
                      <a:pt x="440" y="384"/>
                    </a:lnTo>
                    <a:lnTo>
                      <a:pt x="440" y="81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72" name="Freeform 10">
                <a:extLst>
                  <a:ext uri="{FF2B5EF4-FFF2-40B4-BE49-F238E27FC236}">
                    <a16:creationId xmlns:a16="http://schemas.microsoft.com/office/drawing/2014/main" id="{DE6903DB-2352-4833-ADD8-05BE775A2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525"/>
                <a:ext cx="1016" cy="824"/>
              </a:xfrm>
              <a:custGeom>
                <a:avLst/>
                <a:gdLst>
                  <a:gd name="T0" fmla="*/ 0 w 994"/>
                  <a:gd name="T1" fmla="*/ 0 h 824"/>
                  <a:gd name="T2" fmla="*/ 0 w 994"/>
                  <a:gd name="T3" fmla="*/ 124 h 824"/>
                  <a:gd name="T4" fmla="*/ 1133 w 994"/>
                  <a:gd name="T5" fmla="*/ 124 h 824"/>
                  <a:gd name="T6" fmla="*/ 1133 w 994"/>
                  <a:gd name="T7" fmla="*/ 824 h 8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4" h="824">
                    <a:moveTo>
                      <a:pt x="0" y="0"/>
                    </a:moveTo>
                    <a:lnTo>
                      <a:pt x="0" y="124"/>
                    </a:lnTo>
                    <a:lnTo>
                      <a:pt x="994" y="124"/>
                    </a:lnTo>
                    <a:lnTo>
                      <a:pt x="994" y="8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73" name="Line 11">
                <a:extLst>
                  <a:ext uri="{FF2B5EF4-FFF2-40B4-BE49-F238E27FC236}">
                    <a16:creationId xmlns:a16="http://schemas.microsoft.com/office/drawing/2014/main" id="{79CE2EB9-ADA2-47E3-BDB5-A6D2D0E67A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96" y="1005"/>
                <a:ext cx="0" cy="22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74" name="Text Box 12">
                <a:extLst>
                  <a:ext uri="{FF2B5EF4-FFF2-40B4-BE49-F238E27FC236}">
                    <a16:creationId xmlns:a16="http://schemas.microsoft.com/office/drawing/2014/main" id="{75561B2A-76C6-4F88-989C-AD7C5286E6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701"/>
                <a:ext cx="46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L</a:t>
                </a:r>
              </a:p>
            </p:txBody>
          </p:sp>
        </p:grpSp>
        <p:sp>
          <p:nvSpPr>
            <p:cNvPr id="51267" name="Text Box 13">
              <a:extLst>
                <a:ext uri="{FF2B5EF4-FFF2-40B4-BE49-F238E27FC236}">
                  <a16:creationId xmlns:a16="http://schemas.microsoft.com/office/drawing/2014/main" id="{D35E3E5B-0FEA-4561-98D1-FCD63ED999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" y="913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  <p:grpSp>
        <p:nvGrpSpPr>
          <p:cNvPr id="257038" name="Group 14">
            <a:extLst>
              <a:ext uri="{FF2B5EF4-FFF2-40B4-BE49-F238E27FC236}">
                <a16:creationId xmlns:a16="http://schemas.microsoft.com/office/drawing/2014/main" id="{6BDDC41C-3507-4AD0-8DA7-523FBB404F47}"/>
              </a:ext>
            </a:extLst>
          </p:cNvPr>
          <p:cNvGrpSpPr>
            <a:grpSpLocks/>
          </p:cNvGrpSpPr>
          <p:nvPr/>
        </p:nvGrpSpPr>
        <p:grpSpPr bwMode="auto">
          <a:xfrm>
            <a:off x="6694488" y="534988"/>
            <a:ext cx="960437" cy="2616200"/>
            <a:chOff x="4217" y="337"/>
            <a:chExt cx="605" cy="1648"/>
          </a:xfrm>
        </p:grpSpPr>
        <p:grpSp>
          <p:nvGrpSpPr>
            <p:cNvPr id="51256" name="Group 15">
              <a:extLst>
                <a:ext uri="{FF2B5EF4-FFF2-40B4-BE49-F238E27FC236}">
                  <a16:creationId xmlns:a16="http://schemas.microsoft.com/office/drawing/2014/main" id="{C53E34BC-7520-4825-B8D9-70A249BD71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23" y="337"/>
              <a:ext cx="599" cy="1648"/>
              <a:chOff x="4224" y="701"/>
              <a:chExt cx="599" cy="1648"/>
            </a:xfrm>
          </p:grpSpPr>
          <p:grpSp>
            <p:nvGrpSpPr>
              <p:cNvPr id="51258" name="Group 16">
                <a:extLst>
                  <a:ext uri="{FF2B5EF4-FFF2-40B4-BE49-F238E27FC236}">
                    <a16:creationId xmlns:a16="http://schemas.microsoft.com/office/drawing/2014/main" id="{DCC576F2-8804-4622-8956-BE8C8FB4E8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36" y="1200"/>
                <a:ext cx="361" cy="303"/>
                <a:chOff x="3592" y="984"/>
                <a:chExt cx="361" cy="303"/>
              </a:xfrm>
            </p:grpSpPr>
            <p:sp>
              <p:nvSpPr>
                <p:cNvPr id="51264" name="Rectangle 17">
                  <a:extLst>
                    <a:ext uri="{FF2B5EF4-FFF2-40B4-BE49-F238E27FC236}">
                      <a16:creationId xmlns:a16="http://schemas.microsoft.com/office/drawing/2014/main" id="{8938DC84-B7B1-49AC-B868-EEBE0174A0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92" y="1073"/>
                  <a:ext cx="361" cy="214"/>
                </a:xfrm>
                <a:prstGeom prst="rect">
                  <a:avLst/>
                </a:prstGeom>
                <a:noFill/>
                <a:ln w="38100">
                  <a:solidFill>
                    <a:srgbClr val="FF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1265" name="Oval 18">
                  <a:extLst>
                    <a:ext uri="{FF2B5EF4-FFF2-40B4-BE49-F238E27FC236}">
                      <a16:creationId xmlns:a16="http://schemas.microsoft.com/office/drawing/2014/main" id="{98456E74-F55A-4B13-9699-D25CA3092D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03" y="984"/>
                  <a:ext cx="79" cy="79"/>
                </a:xfrm>
                <a:prstGeom prst="ellipse">
                  <a:avLst/>
                </a:prstGeom>
                <a:noFill/>
                <a:ln w="38100">
                  <a:solidFill>
                    <a:srgbClr val="FF33C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51259" name="Freeform 19">
                <a:extLst>
                  <a:ext uri="{FF2B5EF4-FFF2-40B4-BE49-F238E27FC236}">
                    <a16:creationId xmlns:a16="http://schemas.microsoft.com/office/drawing/2014/main" id="{B9C6089A-8FB8-47F8-AA50-69519BF6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1502"/>
                <a:ext cx="102" cy="836"/>
              </a:xfrm>
              <a:custGeom>
                <a:avLst/>
                <a:gdLst>
                  <a:gd name="T0" fmla="*/ 0 w 102"/>
                  <a:gd name="T1" fmla="*/ 836 h 836"/>
                  <a:gd name="T2" fmla="*/ 0 w 102"/>
                  <a:gd name="T3" fmla="*/ 520 h 836"/>
                  <a:gd name="T4" fmla="*/ 102 w 102"/>
                  <a:gd name="T5" fmla="*/ 520 h 836"/>
                  <a:gd name="T6" fmla="*/ 102 w 102"/>
                  <a:gd name="T7" fmla="*/ 0 h 8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836">
                    <a:moveTo>
                      <a:pt x="0" y="836"/>
                    </a:moveTo>
                    <a:lnTo>
                      <a:pt x="0" y="520"/>
                    </a:lnTo>
                    <a:lnTo>
                      <a:pt x="102" y="520"/>
                    </a:lnTo>
                    <a:lnTo>
                      <a:pt x="102" y="0"/>
                    </a:lnTo>
                  </a:path>
                </a:pathLst>
              </a:custGeom>
              <a:noFill/>
              <a:ln w="38100" cap="flat" cmpd="sng">
                <a:solidFill>
                  <a:srgbClr val="FF33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60" name="Freeform 20">
                <a:extLst>
                  <a:ext uri="{FF2B5EF4-FFF2-40B4-BE49-F238E27FC236}">
                    <a16:creationId xmlns:a16="http://schemas.microsoft.com/office/drawing/2014/main" id="{17C65D76-4FB8-402C-B2B6-882A00324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502"/>
                <a:ext cx="215" cy="847"/>
              </a:xfrm>
              <a:custGeom>
                <a:avLst/>
                <a:gdLst>
                  <a:gd name="T0" fmla="*/ 215 w 215"/>
                  <a:gd name="T1" fmla="*/ 847 h 847"/>
                  <a:gd name="T2" fmla="*/ 215 w 215"/>
                  <a:gd name="T3" fmla="*/ 316 h 847"/>
                  <a:gd name="T4" fmla="*/ 0 w 215"/>
                  <a:gd name="T5" fmla="*/ 316 h 847"/>
                  <a:gd name="T6" fmla="*/ 0 w 215"/>
                  <a:gd name="T7" fmla="*/ 0 h 8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5" h="847">
                    <a:moveTo>
                      <a:pt x="215" y="847"/>
                    </a:moveTo>
                    <a:lnTo>
                      <a:pt x="215" y="316"/>
                    </a:lnTo>
                    <a:lnTo>
                      <a:pt x="0" y="316"/>
                    </a:ln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rgbClr val="FF33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61" name="Freeform 21">
                <a:extLst>
                  <a:ext uri="{FF2B5EF4-FFF2-40B4-BE49-F238E27FC236}">
                    <a16:creationId xmlns:a16="http://schemas.microsoft.com/office/drawing/2014/main" id="{1AA601F7-EB00-4242-B9AC-1471CCDA4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491"/>
                <a:ext cx="305" cy="847"/>
              </a:xfrm>
              <a:custGeom>
                <a:avLst/>
                <a:gdLst>
                  <a:gd name="T0" fmla="*/ 0 w 305"/>
                  <a:gd name="T1" fmla="*/ 0 h 847"/>
                  <a:gd name="T2" fmla="*/ 0 w 305"/>
                  <a:gd name="T3" fmla="*/ 260 h 847"/>
                  <a:gd name="T4" fmla="*/ 305 w 305"/>
                  <a:gd name="T5" fmla="*/ 260 h 847"/>
                  <a:gd name="T6" fmla="*/ 305 w 305"/>
                  <a:gd name="T7" fmla="*/ 847 h 8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5" h="847">
                    <a:moveTo>
                      <a:pt x="0" y="0"/>
                    </a:moveTo>
                    <a:lnTo>
                      <a:pt x="0" y="260"/>
                    </a:lnTo>
                    <a:lnTo>
                      <a:pt x="305" y="260"/>
                    </a:lnTo>
                    <a:lnTo>
                      <a:pt x="305" y="847"/>
                    </a:lnTo>
                  </a:path>
                </a:pathLst>
              </a:custGeom>
              <a:noFill/>
              <a:ln w="38100" cap="flat" cmpd="sng">
                <a:solidFill>
                  <a:srgbClr val="FF33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62" name="Line 22">
                <a:extLst>
                  <a:ext uri="{FF2B5EF4-FFF2-40B4-BE49-F238E27FC236}">
                    <a16:creationId xmlns:a16="http://schemas.microsoft.com/office/drawing/2014/main" id="{CE161AD6-8969-4FAB-B96C-8472EE853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2" y="971"/>
                <a:ext cx="0" cy="226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63" name="Text Box 23">
                <a:extLst>
                  <a:ext uri="{FF2B5EF4-FFF2-40B4-BE49-F238E27FC236}">
                    <a16:creationId xmlns:a16="http://schemas.microsoft.com/office/drawing/2014/main" id="{8A13333C-C74E-4188-8C11-AD8A0B4E57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58" y="701"/>
                <a:ext cx="46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33CC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</a:p>
            </p:txBody>
          </p:sp>
        </p:grpSp>
        <p:sp>
          <p:nvSpPr>
            <p:cNvPr id="51257" name="Text Box 24">
              <a:extLst>
                <a:ext uri="{FF2B5EF4-FFF2-40B4-BE49-F238E27FC236}">
                  <a16:creationId xmlns:a16="http://schemas.microsoft.com/office/drawing/2014/main" id="{129A7270-B0FF-4D3F-84D6-441316852F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7" y="891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  <p:sp>
        <p:nvSpPr>
          <p:cNvPr id="257049" name="Rectangle 25">
            <a:extLst>
              <a:ext uri="{FF2B5EF4-FFF2-40B4-BE49-F238E27FC236}">
                <a16:creationId xmlns:a16="http://schemas.microsoft.com/office/drawing/2014/main" id="{98A14F39-F1BA-4C3C-8C4B-C80464447B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5588" y="161925"/>
            <a:ext cx="1550987" cy="496888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2】</a:t>
            </a:r>
          </a:p>
        </p:txBody>
      </p:sp>
      <p:sp>
        <p:nvSpPr>
          <p:cNvPr id="257050" name="Text Box 26">
            <a:extLst>
              <a:ext uri="{FF2B5EF4-FFF2-40B4-BE49-F238E27FC236}">
                <a16:creationId xmlns:a16="http://schemas.microsoft.com/office/drawing/2014/main" id="{A2DD9567-FCAD-4E1E-9EA9-61A199EF9F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850" y="665163"/>
            <a:ext cx="4606925" cy="1373187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某组合逻辑电路的真值表如表所示，试用译码器和门电路设计该逻辑电路。</a:t>
            </a:r>
          </a:p>
        </p:txBody>
      </p:sp>
      <p:sp>
        <p:nvSpPr>
          <p:cNvPr id="257051" name="Text Box 27">
            <a:extLst>
              <a:ext uri="{FF2B5EF4-FFF2-40B4-BE49-F238E27FC236}">
                <a16:creationId xmlns:a16="http://schemas.microsoft.com/office/drawing/2014/main" id="{DC24286C-484F-4F9F-BAAD-0C659CF512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5700" y="466725"/>
            <a:ext cx="865188" cy="45720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解：</a:t>
            </a:r>
          </a:p>
        </p:txBody>
      </p:sp>
      <p:grpSp>
        <p:nvGrpSpPr>
          <p:cNvPr id="257052" name="Group 28">
            <a:extLst>
              <a:ext uri="{FF2B5EF4-FFF2-40B4-BE49-F238E27FC236}">
                <a16:creationId xmlns:a16="http://schemas.microsoft.com/office/drawing/2014/main" id="{741AD16B-D3E3-4890-AB28-BA5093B759A1}"/>
              </a:ext>
            </a:extLst>
          </p:cNvPr>
          <p:cNvGrpSpPr>
            <a:grpSpLocks/>
          </p:cNvGrpSpPr>
          <p:nvPr/>
        </p:nvGrpSpPr>
        <p:grpSpPr bwMode="auto">
          <a:xfrm>
            <a:off x="269875" y="2251075"/>
            <a:ext cx="4572000" cy="3370263"/>
            <a:chOff x="159" y="1531"/>
            <a:chExt cx="2880" cy="2123"/>
          </a:xfrm>
        </p:grpSpPr>
        <p:grpSp>
          <p:nvGrpSpPr>
            <p:cNvPr id="51250" name="Group 29">
              <a:extLst>
                <a:ext uri="{FF2B5EF4-FFF2-40B4-BE49-F238E27FC236}">
                  <a16:creationId xmlns:a16="http://schemas.microsoft.com/office/drawing/2014/main" id="{1B06B1FB-7949-402B-95D4-6BDCA32A8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" y="1531"/>
              <a:ext cx="2880" cy="2123"/>
              <a:chOff x="2880" y="351"/>
              <a:chExt cx="2880" cy="2123"/>
            </a:xfrm>
          </p:grpSpPr>
          <p:graphicFrame>
            <p:nvGraphicFramePr>
              <p:cNvPr id="51253" name="Object 30">
                <a:extLst>
                  <a:ext uri="{FF2B5EF4-FFF2-40B4-BE49-F238E27FC236}">
                    <a16:creationId xmlns:a16="http://schemas.microsoft.com/office/drawing/2014/main" id="{F4563402-5F9A-4F35-92A6-29B3254986E7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880" y="384"/>
              <a:ext cx="2880" cy="209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7750" name="BMP 图象" r:id="rId4" imgW="3019048" imgH="2190476" progId="Paint.Picture">
                      <p:embed/>
                    </p:oleObj>
                  </mc:Choice>
                  <mc:Fallback>
                    <p:oleObj name="BMP 图象" r:id="rId4" imgW="3019048" imgH="2190476" progId="Paint.Picture">
                      <p:embed/>
                      <p:pic>
                        <p:nvPicPr>
                          <p:cNvPr id="51253" name="Object 30">
                            <a:extLst>
                              <a:ext uri="{FF2B5EF4-FFF2-40B4-BE49-F238E27FC236}">
                                <a16:creationId xmlns:a16="http://schemas.microsoft.com/office/drawing/2014/main" id="{F4563402-5F9A-4F35-92A6-29B3254986E7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80" y="384"/>
                            <a:ext cx="2880" cy="2090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51254" name="Rectangle 31">
                <a:extLst>
                  <a:ext uri="{FF2B5EF4-FFF2-40B4-BE49-F238E27FC236}">
                    <a16:creationId xmlns:a16="http://schemas.microsoft.com/office/drawing/2014/main" id="{61397477-99AC-492B-9775-72083202C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0" y="407"/>
                <a:ext cx="1536" cy="169"/>
              </a:xfrm>
              <a:prstGeom prst="rect">
                <a:avLst/>
              </a:prstGeom>
              <a:solidFill>
                <a:schemeClr val="bg1"/>
              </a:solidFill>
              <a:ln w="38100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55" name="Text Box 32">
                <a:extLst>
                  <a:ext uri="{FF2B5EF4-FFF2-40B4-BE49-F238E27FC236}">
                    <a16:creationId xmlns:a16="http://schemas.microsoft.com/office/drawing/2014/main" id="{97857252-D573-4172-A2C8-33BFDAF0BE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53" y="351"/>
                <a:ext cx="825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真值表</a:t>
                </a:r>
              </a:p>
            </p:txBody>
          </p:sp>
        </p:grpSp>
        <p:sp>
          <p:nvSpPr>
            <p:cNvPr id="51251" name="Rectangle 33">
              <a:extLst>
                <a:ext uri="{FF2B5EF4-FFF2-40B4-BE49-F238E27FC236}">
                  <a16:creationId xmlns:a16="http://schemas.microsoft.com/office/drawing/2014/main" id="{54D8421F-0AA3-4E63-903E-B18836963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2033"/>
              <a:ext cx="903" cy="102"/>
            </a:xfrm>
            <a:prstGeom prst="rect">
              <a:avLst/>
            </a:prstGeom>
            <a:solidFill>
              <a:schemeClr val="bg1"/>
            </a:solidFill>
            <a:ln w="38100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252" name="Text Box 34">
              <a:extLst>
                <a:ext uri="{FF2B5EF4-FFF2-40B4-BE49-F238E27FC236}">
                  <a16:creationId xmlns:a16="http://schemas.microsoft.com/office/drawing/2014/main" id="{70F066A1-0952-4565-95C7-B8DEA7A11B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" y="1996"/>
              <a:ext cx="1445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         B         C</a:t>
              </a:r>
            </a:p>
          </p:txBody>
        </p:sp>
      </p:grpSp>
      <p:sp>
        <p:nvSpPr>
          <p:cNvPr id="257059" name="Rectangle 35">
            <a:extLst>
              <a:ext uri="{FF2B5EF4-FFF2-40B4-BE49-F238E27FC236}">
                <a16:creationId xmlns:a16="http://schemas.microsoft.com/office/drawing/2014/main" id="{98FD6E50-6825-495D-AB35-BADD70578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88" y="5726113"/>
            <a:ext cx="88265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just" defTabSz="914400" rtl="0" eaLnBrk="1" fontAlgn="base" latinLnBrk="0" hangingPunct="1">
              <a:lnSpc>
                <a:spcPct val="13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可见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，用译码器实现多输出逻辑函数时，优点更明显。</a:t>
            </a:r>
          </a:p>
        </p:txBody>
      </p:sp>
      <p:grpSp>
        <p:nvGrpSpPr>
          <p:cNvPr id="257060" name="Group 36">
            <a:extLst>
              <a:ext uri="{FF2B5EF4-FFF2-40B4-BE49-F238E27FC236}">
                <a16:creationId xmlns:a16="http://schemas.microsoft.com/office/drawing/2014/main" id="{32B36985-A65D-4B31-8FE0-6682D0364A8F}"/>
              </a:ext>
            </a:extLst>
          </p:cNvPr>
          <p:cNvGrpSpPr>
            <a:grpSpLocks/>
          </p:cNvGrpSpPr>
          <p:nvPr/>
        </p:nvGrpSpPr>
        <p:grpSpPr bwMode="auto">
          <a:xfrm>
            <a:off x="5773738" y="588963"/>
            <a:ext cx="2455862" cy="2581275"/>
            <a:chOff x="3637" y="371"/>
            <a:chExt cx="1547" cy="1626"/>
          </a:xfrm>
        </p:grpSpPr>
        <p:sp>
          <p:nvSpPr>
            <p:cNvPr id="51236" name="Text Box 37">
              <a:extLst>
                <a:ext uri="{FF2B5EF4-FFF2-40B4-BE49-F238E27FC236}">
                  <a16:creationId xmlns:a16="http://schemas.microsoft.com/office/drawing/2014/main" id="{86FA10B9-7AF4-426D-96AF-18AD414C9D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1" y="924"/>
              <a:ext cx="293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grpSp>
          <p:nvGrpSpPr>
            <p:cNvPr id="51237" name="Group 38">
              <a:extLst>
                <a:ext uri="{FF2B5EF4-FFF2-40B4-BE49-F238E27FC236}">
                  <a16:creationId xmlns:a16="http://schemas.microsoft.com/office/drawing/2014/main" id="{7CA05015-C65C-4DA8-BC8B-FE9DF9CF9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37" y="371"/>
              <a:ext cx="1547" cy="1626"/>
              <a:chOff x="3637" y="723"/>
              <a:chExt cx="1547" cy="1626"/>
            </a:xfrm>
          </p:grpSpPr>
          <p:grpSp>
            <p:nvGrpSpPr>
              <p:cNvPr id="51238" name="Group 39">
                <a:extLst>
                  <a:ext uri="{FF2B5EF4-FFF2-40B4-BE49-F238E27FC236}">
                    <a16:creationId xmlns:a16="http://schemas.microsoft.com/office/drawing/2014/main" id="{DC24C143-7FCA-487D-901F-01D94CC4C0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64" y="1193"/>
                <a:ext cx="361" cy="303"/>
                <a:chOff x="3592" y="984"/>
                <a:chExt cx="361" cy="303"/>
              </a:xfrm>
            </p:grpSpPr>
            <p:sp>
              <p:nvSpPr>
                <p:cNvPr id="51248" name="Rectangle 40">
                  <a:extLst>
                    <a:ext uri="{FF2B5EF4-FFF2-40B4-BE49-F238E27FC236}">
                      <a16:creationId xmlns:a16="http://schemas.microsoft.com/office/drawing/2014/main" id="{7F2D7BC9-C1EE-4984-A4AA-9EF29F7EE4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92" y="1073"/>
                  <a:ext cx="361" cy="21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1249" name="Oval 41">
                  <a:extLst>
                    <a:ext uri="{FF2B5EF4-FFF2-40B4-BE49-F238E27FC236}">
                      <a16:creationId xmlns:a16="http://schemas.microsoft.com/office/drawing/2014/main" id="{D95C9321-6646-4E24-B9C3-025CE5EE9A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03" y="984"/>
                  <a:ext cx="79" cy="79"/>
                </a:xfrm>
                <a:prstGeom prst="ellipse">
                  <a:avLst/>
                </a:prstGeom>
                <a:noFill/>
                <a:ln w="3810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51239" name="Line 42">
                <a:extLst>
                  <a:ext uri="{FF2B5EF4-FFF2-40B4-BE49-F238E27FC236}">
                    <a16:creationId xmlns:a16="http://schemas.microsoft.com/office/drawing/2014/main" id="{A047C438-0044-4F0C-BA13-CAA868D6D7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22" y="1491"/>
                <a:ext cx="1" cy="248"/>
              </a:xfrm>
              <a:prstGeom prst="line">
                <a:avLst/>
              </a:prstGeom>
              <a:noFill/>
              <a:ln w="3810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40" name="Freeform 43">
                <a:extLst>
                  <a:ext uri="{FF2B5EF4-FFF2-40B4-BE49-F238E27FC236}">
                    <a16:creationId xmlns:a16="http://schemas.microsoft.com/office/drawing/2014/main" id="{6470C6A7-5681-488B-B5CF-948E80D1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480"/>
                <a:ext cx="497" cy="417"/>
              </a:xfrm>
              <a:custGeom>
                <a:avLst/>
                <a:gdLst>
                  <a:gd name="T0" fmla="*/ 0 w 497"/>
                  <a:gd name="T1" fmla="*/ 417 h 417"/>
                  <a:gd name="T2" fmla="*/ 497 w 497"/>
                  <a:gd name="T3" fmla="*/ 417 h 417"/>
                  <a:gd name="T4" fmla="*/ 497 w 497"/>
                  <a:gd name="T5" fmla="*/ 0 h 4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7" h="417">
                    <a:moveTo>
                      <a:pt x="0" y="417"/>
                    </a:moveTo>
                    <a:lnTo>
                      <a:pt x="497" y="417"/>
                    </a:lnTo>
                    <a:lnTo>
                      <a:pt x="497" y="0"/>
                    </a:lnTo>
                  </a:path>
                </a:pathLst>
              </a:custGeom>
              <a:noFill/>
              <a:ln w="38100" cap="flat" cmpd="sng">
                <a:solidFill>
                  <a:srgbClr val="0070C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41" name="Freeform 44">
                <a:extLst>
                  <a:ext uri="{FF2B5EF4-FFF2-40B4-BE49-F238E27FC236}">
                    <a16:creationId xmlns:a16="http://schemas.microsoft.com/office/drawing/2014/main" id="{745B64DB-4EEB-46CE-B598-76AC83E4F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491"/>
                <a:ext cx="960" cy="644"/>
              </a:xfrm>
              <a:custGeom>
                <a:avLst/>
                <a:gdLst>
                  <a:gd name="T0" fmla="*/ 0 w 960"/>
                  <a:gd name="T1" fmla="*/ 644 h 644"/>
                  <a:gd name="T2" fmla="*/ 960 w 960"/>
                  <a:gd name="T3" fmla="*/ 644 h 644"/>
                  <a:gd name="T4" fmla="*/ 960 w 960"/>
                  <a:gd name="T5" fmla="*/ 0 h 6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0" h="644">
                    <a:moveTo>
                      <a:pt x="0" y="644"/>
                    </a:moveTo>
                    <a:lnTo>
                      <a:pt x="960" y="644"/>
                    </a:lnTo>
                    <a:lnTo>
                      <a:pt x="960" y="0"/>
                    </a:lnTo>
                  </a:path>
                </a:pathLst>
              </a:custGeom>
              <a:noFill/>
              <a:ln w="38100" cap="flat" cmpd="sng">
                <a:solidFill>
                  <a:srgbClr val="0070C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42" name="Freeform 45">
                <a:extLst>
                  <a:ext uri="{FF2B5EF4-FFF2-40B4-BE49-F238E27FC236}">
                    <a16:creationId xmlns:a16="http://schemas.microsoft.com/office/drawing/2014/main" id="{93177286-655B-4C56-9B4A-1459899C4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491"/>
                <a:ext cx="1445" cy="858"/>
              </a:xfrm>
              <a:custGeom>
                <a:avLst/>
                <a:gdLst>
                  <a:gd name="T0" fmla="*/ 0 w 1445"/>
                  <a:gd name="T1" fmla="*/ 858 h 858"/>
                  <a:gd name="T2" fmla="*/ 0 w 1445"/>
                  <a:gd name="T3" fmla="*/ 711 h 858"/>
                  <a:gd name="T4" fmla="*/ 1445 w 1445"/>
                  <a:gd name="T5" fmla="*/ 711 h 858"/>
                  <a:gd name="T6" fmla="*/ 1445 w 1445"/>
                  <a:gd name="T7" fmla="*/ 0 h 8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5" h="858">
                    <a:moveTo>
                      <a:pt x="0" y="858"/>
                    </a:moveTo>
                    <a:lnTo>
                      <a:pt x="0" y="711"/>
                    </a:lnTo>
                    <a:lnTo>
                      <a:pt x="1445" y="711"/>
                    </a:lnTo>
                    <a:lnTo>
                      <a:pt x="1445" y="0"/>
                    </a:lnTo>
                  </a:path>
                </a:pathLst>
              </a:custGeom>
              <a:noFill/>
              <a:ln w="38100" cap="flat" cmpd="sng">
                <a:solidFill>
                  <a:srgbClr val="0070C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43" name="Line 46">
                <a:extLst>
                  <a:ext uri="{FF2B5EF4-FFF2-40B4-BE49-F238E27FC236}">
                    <a16:creationId xmlns:a16="http://schemas.microsoft.com/office/drawing/2014/main" id="{D5959B42-54BD-41EE-AB74-09734B7FB8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4" y="1005"/>
                <a:ext cx="0" cy="192"/>
              </a:xfrm>
              <a:prstGeom prst="line">
                <a:avLst/>
              </a:prstGeom>
              <a:noFill/>
              <a:ln w="3810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44" name="Text Box 47">
                <a:extLst>
                  <a:ext uri="{FF2B5EF4-FFF2-40B4-BE49-F238E27FC236}">
                    <a16:creationId xmlns:a16="http://schemas.microsoft.com/office/drawing/2014/main" id="{348CB9D9-D530-4A87-8184-5DC6EC7095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55" y="723"/>
                <a:ext cx="429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G</a:t>
                </a:r>
              </a:p>
            </p:txBody>
          </p:sp>
          <p:sp>
            <p:nvSpPr>
              <p:cNvPr id="51245" name="Oval 48">
                <a:extLst>
                  <a:ext uri="{FF2B5EF4-FFF2-40B4-BE49-F238E27FC236}">
                    <a16:creationId xmlns:a16="http://schemas.microsoft.com/office/drawing/2014/main" id="{84E06642-C4A5-4739-8C2C-C0A1CB6DA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089"/>
                <a:ext cx="79" cy="79"/>
              </a:xfrm>
              <a:prstGeom prst="ellipse">
                <a:avLst/>
              </a:prstGeom>
              <a:solidFill>
                <a:srgbClr val="0070C0"/>
              </a:solidFill>
              <a:ln w="3810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46" name="Oval 49">
                <a:extLst>
                  <a:ext uri="{FF2B5EF4-FFF2-40B4-BE49-F238E27FC236}">
                    <a16:creationId xmlns:a16="http://schemas.microsoft.com/office/drawing/2014/main" id="{FABCBBD6-E99E-42A4-9D74-41F46F01D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1852"/>
                <a:ext cx="79" cy="79"/>
              </a:xfrm>
              <a:prstGeom prst="ellipse">
                <a:avLst/>
              </a:prstGeom>
              <a:solidFill>
                <a:srgbClr val="0070C0"/>
              </a:solidFill>
              <a:ln w="3810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47" name="Oval 50">
                <a:extLst>
                  <a:ext uri="{FF2B5EF4-FFF2-40B4-BE49-F238E27FC236}">
                    <a16:creationId xmlns:a16="http://schemas.microsoft.com/office/drawing/2014/main" id="{2F6001A2-8270-4164-9BF4-7B477A257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6" y="1705"/>
                <a:ext cx="79" cy="79"/>
              </a:xfrm>
              <a:prstGeom prst="ellipse">
                <a:avLst/>
              </a:prstGeom>
              <a:solidFill>
                <a:srgbClr val="0070C0"/>
              </a:solidFill>
              <a:ln w="3810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257075" name="Group 51">
            <a:extLst>
              <a:ext uri="{FF2B5EF4-FFF2-40B4-BE49-F238E27FC236}">
                <a16:creationId xmlns:a16="http://schemas.microsoft.com/office/drawing/2014/main" id="{7B0F0534-179D-4043-8F58-CAC5440FF3E1}"/>
              </a:ext>
            </a:extLst>
          </p:cNvPr>
          <p:cNvGrpSpPr>
            <a:grpSpLocks/>
          </p:cNvGrpSpPr>
          <p:nvPr/>
        </p:nvGrpSpPr>
        <p:grpSpPr bwMode="auto">
          <a:xfrm>
            <a:off x="5538788" y="3030538"/>
            <a:ext cx="2889250" cy="2614612"/>
            <a:chOff x="3489" y="1909"/>
            <a:chExt cx="1820" cy="1647"/>
          </a:xfrm>
        </p:grpSpPr>
        <p:grpSp>
          <p:nvGrpSpPr>
            <p:cNvPr id="51211" name="Group 52">
              <a:extLst>
                <a:ext uri="{FF2B5EF4-FFF2-40B4-BE49-F238E27FC236}">
                  <a16:creationId xmlns:a16="http://schemas.microsoft.com/office/drawing/2014/main" id="{84338726-840F-41C9-9AE4-97355826B8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9" y="1909"/>
              <a:ext cx="1820" cy="1647"/>
              <a:chOff x="3478" y="2272"/>
              <a:chExt cx="1820" cy="1647"/>
            </a:xfrm>
          </p:grpSpPr>
          <p:sp>
            <p:nvSpPr>
              <p:cNvPr id="51216" name="Rectangle 53">
                <a:extLst>
                  <a:ext uri="{FF2B5EF4-FFF2-40B4-BE49-F238E27FC236}">
                    <a16:creationId xmlns:a16="http://schemas.microsoft.com/office/drawing/2014/main" id="{57E77F4B-CE60-408F-9978-046F171E8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2354"/>
                <a:ext cx="1784" cy="86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17" name="Text Box 54">
                <a:extLst>
                  <a:ext uri="{FF2B5EF4-FFF2-40B4-BE49-F238E27FC236}">
                    <a16:creationId xmlns:a16="http://schemas.microsoft.com/office/drawing/2014/main" id="{37DC5DF1-AB14-4769-B560-1878F8D9A6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93" y="2634"/>
                <a:ext cx="1209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 74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138</a:t>
                </a:r>
                <a:endPara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18" name="Text Box 55">
                <a:extLst>
                  <a:ext uri="{FF2B5EF4-FFF2-40B4-BE49-F238E27FC236}">
                    <a16:creationId xmlns:a16="http://schemas.microsoft.com/office/drawing/2014/main" id="{C76E133F-A7AF-4A41-87EE-3955C061EE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9" y="2332"/>
                <a:ext cx="1740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51219" name="Text Box 56">
                <a:extLst>
                  <a:ext uri="{FF2B5EF4-FFF2-40B4-BE49-F238E27FC236}">
                    <a16:creationId xmlns:a16="http://schemas.microsoft.com/office/drawing/2014/main" id="{F0BCAD06-6C43-41EF-849E-FC28BBA87C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25" y="2931"/>
                <a:ext cx="1705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  S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 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 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1220" name="Line 57">
                <a:extLst>
                  <a:ext uri="{FF2B5EF4-FFF2-40B4-BE49-F238E27FC236}">
                    <a16:creationId xmlns:a16="http://schemas.microsoft.com/office/drawing/2014/main" id="{7F1FED4E-3F72-4A9D-90C0-7FCA69A548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50" y="3219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21" name="Line 58">
                <a:extLst>
                  <a:ext uri="{FF2B5EF4-FFF2-40B4-BE49-F238E27FC236}">
                    <a16:creationId xmlns:a16="http://schemas.microsoft.com/office/drawing/2014/main" id="{4731B8C7-BB2C-4D83-8421-070EDB31F7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10" y="3230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22" name="Line 59">
                <a:extLst>
                  <a:ext uri="{FF2B5EF4-FFF2-40B4-BE49-F238E27FC236}">
                    <a16:creationId xmlns:a16="http://schemas.microsoft.com/office/drawing/2014/main" id="{D5A6BB26-8834-484C-AA9C-E9E5DB24E3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4" y="3230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23" name="Line 60">
                <a:extLst>
                  <a:ext uri="{FF2B5EF4-FFF2-40B4-BE49-F238E27FC236}">
                    <a16:creationId xmlns:a16="http://schemas.microsoft.com/office/drawing/2014/main" id="{E587EA60-1B87-40A1-ADE3-DEFA7102C3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2" y="3219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24" name="Line 61">
                <a:extLst>
                  <a:ext uri="{FF2B5EF4-FFF2-40B4-BE49-F238E27FC236}">
                    <a16:creationId xmlns:a16="http://schemas.microsoft.com/office/drawing/2014/main" id="{A934F2EF-188C-441F-8B01-B4AFC919FD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06" y="3230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25" name="Line 62">
                <a:extLst>
                  <a:ext uri="{FF2B5EF4-FFF2-40B4-BE49-F238E27FC236}">
                    <a16:creationId xmlns:a16="http://schemas.microsoft.com/office/drawing/2014/main" id="{CFF97C0F-CF2D-4117-A87D-F0D381BCB7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98" y="3230"/>
                <a:ext cx="0" cy="3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26" name="Text Box 63">
                <a:extLst>
                  <a:ext uri="{FF2B5EF4-FFF2-40B4-BE49-F238E27FC236}">
                    <a16:creationId xmlns:a16="http://schemas.microsoft.com/office/drawing/2014/main" id="{70CB89DF-AC53-4078-AA24-ABD15E8515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13" y="3592"/>
                <a:ext cx="45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“0”</a:t>
                </a:r>
              </a:p>
            </p:txBody>
          </p:sp>
          <p:sp>
            <p:nvSpPr>
              <p:cNvPr id="51227" name="Text Box 64">
                <a:extLst>
                  <a:ext uri="{FF2B5EF4-FFF2-40B4-BE49-F238E27FC236}">
                    <a16:creationId xmlns:a16="http://schemas.microsoft.com/office/drawing/2014/main" id="{7D386A38-BC74-48DB-AD65-B9D4220C53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29" y="3580"/>
                <a:ext cx="45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“0”</a:t>
                </a:r>
              </a:p>
            </p:txBody>
          </p:sp>
          <p:sp>
            <p:nvSpPr>
              <p:cNvPr id="51228" name="Text Box 65">
                <a:extLst>
                  <a:ext uri="{FF2B5EF4-FFF2-40B4-BE49-F238E27FC236}">
                    <a16:creationId xmlns:a16="http://schemas.microsoft.com/office/drawing/2014/main" id="{7F268356-2116-43A2-9541-1FA2FE9D8B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5" y="3580"/>
                <a:ext cx="45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“1”</a:t>
                </a:r>
              </a:p>
            </p:txBody>
          </p:sp>
          <p:sp>
            <p:nvSpPr>
              <p:cNvPr id="51229" name="Text Box 66">
                <a:extLst>
                  <a:ext uri="{FF2B5EF4-FFF2-40B4-BE49-F238E27FC236}">
                    <a16:creationId xmlns:a16="http://schemas.microsoft.com/office/drawing/2014/main" id="{304ADA49-5D0A-407B-9A1A-839891354F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26" y="3551"/>
                <a:ext cx="814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  </a:t>
                </a:r>
                <a:endPara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30" name="Oval 67">
                <a:extLst>
                  <a:ext uri="{FF2B5EF4-FFF2-40B4-BE49-F238E27FC236}">
                    <a16:creationId xmlns:a16="http://schemas.microsoft.com/office/drawing/2014/main" id="{E0F3C157-3668-45AB-AB12-ED9DE85C2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3228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31" name="Oval 68">
                <a:extLst>
                  <a:ext uri="{FF2B5EF4-FFF2-40B4-BE49-F238E27FC236}">
                    <a16:creationId xmlns:a16="http://schemas.microsoft.com/office/drawing/2014/main" id="{CE4B81FE-5707-40D3-A3AF-CCCF3F6E8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3228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32" name="Oval 69">
                <a:extLst>
                  <a:ext uri="{FF2B5EF4-FFF2-40B4-BE49-F238E27FC236}">
                    <a16:creationId xmlns:a16="http://schemas.microsoft.com/office/drawing/2014/main" id="{24EE6C65-4A1B-411A-9B5E-4BF58D072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" y="2283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33" name="Oval 70">
                <a:extLst>
                  <a:ext uri="{FF2B5EF4-FFF2-40B4-BE49-F238E27FC236}">
                    <a16:creationId xmlns:a16="http://schemas.microsoft.com/office/drawing/2014/main" id="{6C6907C5-7441-4780-A948-9EC93EC53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5" y="2272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34" name="Oval 71">
                <a:extLst>
                  <a:ext uri="{FF2B5EF4-FFF2-40B4-BE49-F238E27FC236}">
                    <a16:creationId xmlns:a16="http://schemas.microsoft.com/office/drawing/2014/main" id="{046FE810-3D8A-4D9E-ADEA-9939534DA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" y="2283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1235" name="Oval 72">
                <a:extLst>
                  <a:ext uri="{FF2B5EF4-FFF2-40B4-BE49-F238E27FC236}">
                    <a16:creationId xmlns:a16="http://schemas.microsoft.com/office/drawing/2014/main" id="{94F3F741-6294-4CD5-BFA6-7835131D7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6" y="2272"/>
                <a:ext cx="76" cy="7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1212" name="Oval 73">
              <a:extLst>
                <a:ext uri="{FF2B5EF4-FFF2-40B4-BE49-F238E27FC236}">
                  <a16:creationId xmlns:a16="http://schemas.microsoft.com/office/drawing/2014/main" id="{AA01395E-DE8D-40AA-9B82-42CFDF1AE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1913"/>
              <a:ext cx="76" cy="7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213" name="Oval 74">
              <a:extLst>
                <a:ext uri="{FF2B5EF4-FFF2-40B4-BE49-F238E27FC236}">
                  <a16:creationId xmlns:a16="http://schemas.microsoft.com/office/drawing/2014/main" id="{D364C097-3656-40A8-8D47-46E6D24E1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" y="1913"/>
              <a:ext cx="76" cy="7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214" name="Oval 75">
              <a:extLst>
                <a:ext uri="{FF2B5EF4-FFF2-40B4-BE49-F238E27FC236}">
                  <a16:creationId xmlns:a16="http://schemas.microsoft.com/office/drawing/2014/main" id="{4DE36641-479F-4F78-A6FB-3AAB5CF63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913"/>
              <a:ext cx="76" cy="7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215" name="Oval 76">
              <a:extLst>
                <a:ext uri="{FF2B5EF4-FFF2-40B4-BE49-F238E27FC236}">
                  <a16:creationId xmlns:a16="http://schemas.microsoft.com/office/drawing/2014/main" id="{1F95CD0C-B931-4093-9B51-BAD142A80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7" y="1913"/>
              <a:ext cx="76" cy="7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8507473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570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570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70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570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57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6" presetID="4" presetClass="entr" presetSubtype="32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8" dur="500"/>
                                        <p:tgtEl>
                                          <p:spTgt spid="257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570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570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9" dur="500"/>
                                        <p:tgtEl>
                                          <p:spTgt spid="257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257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257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257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57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7049" grpId="0"/>
      <p:bldP spid="257050" grpId="0" animBg="1" autoUpdateAnimBg="0"/>
      <p:bldP spid="257051" grpId="0" animBg="1" autoUpdateAnimBg="0"/>
      <p:bldP spid="257059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Rectangle 2">
            <a:extLst>
              <a:ext uri="{FF2B5EF4-FFF2-40B4-BE49-F238E27FC236}">
                <a16:creationId xmlns:a16="http://schemas.microsoft.com/office/drawing/2014/main" id="{6081DB86-AD83-4FF0-B78E-D3B6C5C5BF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3388" y="773113"/>
            <a:ext cx="3557587" cy="461962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1F08F8"/>
                </a:solidFill>
              </a:rPr>
              <a:t>2</a:t>
            </a:r>
            <a:r>
              <a:rPr lang="zh-CN" altLang="en-US" sz="2800" b="1" dirty="0">
                <a:solidFill>
                  <a:srgbClr val="1F08F8"/>
                </a:solidFill>
              </a:rPr>
              <a:t>、码制变换译码器</a:t>
            </a:r>
          </a:p>
        </p:txBody>
      </p:sp>
      <p:sp>
        <p:nvSpPr>
          <p:cNvPr id="258051" name="Text Box 3">
            <a:extLst>
              <a:ext uri="{FF2B5EF4-FFF2-40B4-BE49-F238E27FC236}">
                <a16:creationId xmlns:a16="http://schemas.microsoft.com/office/drawing/2014/main" id="{1BAE6155-CD08-4861-AFC6-7219A5403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1150" y="1839913"/>
            <a:ext cx="6032224" cy="9461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—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十进制码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(8421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至十进制码译码器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(BCD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译码器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</a:p>
        </p:txBody>
      </p:sp>
      <p:sp>
        <p:nvSpPr>
          <p:cNvPr id="258052" name="Text Box 4">
            <a:extLst>
              <a:ext uri="{FF2B5EF4-FFF2-40B4-BE49-F238E27FC236}">
                <a16:creationId xmlns:a16="http://schemas.microsoft.com/office/drawing/2014/main" id="{E08A0611-B2BD-422B-A4D9-C7AE226892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2181" y="3380962"/>
            <a:ext cx="4357687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余三码至十进制码译码器</a:t>
            </a:r>
          </a:p>
        </p:txBody>
      </p:sp>
      <p:sp>
        <p:nvSpPr>
          <p:cNvPr id="258053" name="Text Box 5">
            <a:extLst>
              <a:ext uri="{FF2B5EF4-FFF2-40B4-BE49-F238E27FC236}">
                <a16:creationId xmlns:a16="http://schemas.microsoft.com/office/drawing/2014/main" id="{43FBBC04-F7DD-43C4-AAD9-18652B75F8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2012" y="4494974"/>
            <a:ext cx="527050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余三循环码至十进制码译码器</a:t>
            </a:r>
          </a:p>
        </p:txBody>
      </p:sp>
    </p:spTree>
    <p:extLst>
      <p:ext uri="{BB962C8B-B14F-4D97-AF65-F5344CB8AC3E}">
        <p14:creationId xmlns:p14="http://schemas.microsoft.com/office/powerpoint/2010/main" val="282674461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8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8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80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80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8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8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580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580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8050" grpId="0" autoUpdateAnimBg="0"/>
      <p:bldP spid="258051" grpId="0" animBg="1" autoUpdateAnimBg="0"/>
      <p:bldP spid="258052" grpId="0" animBg="1" autoUpdateAnimBg="0"/>
      <p:bldP spid="258053" grpId="0" animBg="1" autoUpdateAnimBg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2">
            <a:extLst>
              <a:ext uri="{FF2B5EF4-FFF2-40B4-BE49-F238E27FC236}">
                <a16:creationId xmlns:a16="http://schemas.microsoft.com/office/drawing/2014/main" id="{B4769DDB-DBBE-4863-8247-6BBAF7F0231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3050" y="122238"/>
            <a:ext cx="3810000" cy="587375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kumimoji="0" lang="zh-CN" altLang="en-US" sz="2800" b="1" dirty="0">
                <a:solidFill>
                  <a:schemeClr val="tx1"/>
                </a:solidFill>
              </a:rPr>
              <a:t>完全译码的</a:t>
            </a:r>
            <a:r>
              <a:rPr kumimoji="0" lang="en-US" altLang="zh-CN" sz="2800" b="1" dirty="0">
                <a:solidFill>
                  <a:schemeClr val="tx1"/>
                </a:solidFill>
              </a:rPr>
              <a:t>BCD</a:t>
            </a:r>
            <a:r>
              <a:rPr kumimoji="0" lang="zh-CN" altLang="en-US" sz="2800" b="1" dirty="0">
                <a:solidFill>
                  <a:schemeClr val="tx1"/>
                </a:solidFill>
              </a:rPr>
              <a:t>译码器</a:t>
            </a:r>
          </a:p>
        </p:txBody>
      </p:sp>
      <p:sp>
        <p:nvSpPr>
          <p:cNvPr id="259075" name="Rectangle 3">
            <a:extLst>
              <a:ext uri="{FF2B5EF4-FFF2-40B4-BE49-F238E27FC236}">
                <a16:creationId xmlns:a16="http://schemas.microsoft.com/office/drawing/2014/main" id="{76C2F89E-A87B-4103-8622-0C970F7B9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513" y="636588"/>
            <a:ext cx="8575675" cy="1031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  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当输入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ABCD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出现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0101~1111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时，译码器输出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0~9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均为“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1”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。</a:t>
            </a: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</a:p>
        </p:txBody>
      </p:sp>
      <p:grpSp>
        <p:nvGrpSpPr>
          <p:cNvPr id="259076" name="Group 4">
            <a:extLst>
              <a:ext uri="{FF2B5EF4-FFF2-40B4-BE49-F238E27FC236}">
                <a16:creationId xmlns:a16="http://schemas.microsoft.com/office/drawing/2014/main" id="{4C710C31-7D32-41DD-8786-467973839314}"/>
              </a:ext>
            </a:extLst>
          </p:cNvPr>
          <p:cNvGrpSpPr>
            <a:grpSpLocks/>
          </p:cNvGrpSpPr>
          <p:nvPr/>
        </p:nvGrpSpPr>
        <p:grpSpPr bwMode="auto">
          <a:xfrm>
            <a:off x="5478463" y="1176338"/>
            <a:ext cx="3130550" cy="2754312"/>
            <a:chOff x="3451" y="741"/>
            <a:chExt cx="1972" cy="1735"/>
          </a:xfrm>
        </p:grpSpPr>
        <p:grpSp>
          <p:nvGrpSpPr>
            <p:cNvPr id="53294" name="Group 5">
              <a:extLst>
                <a:ext uri="{FF2B5EF4-FFF2-40B4-BE49-F238E27FC236}">
                  <a16:creationId xmlns:a16="http://schemas.microsoft.com/office/drawing/2014/main" id="{FD0741ED-51D9-4CE5-AB92-3B7B2D698E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50"/>
              <a:ext cx="1491" cy="1326"/>
              <a:chOff x="816" y="1570"/>
              <a:chExt cx="1994" cy="1969"/>
            </a:xfrm>
          </p:grpSpPr>
          <p:sp>
            <p:nvSpPr>
              <p:cNvPr id="53309" name="Rectangle 6">
                <a:extLst>
                  <a:ext uri="{FF2B5EF4-FFF2-40B4-BE49-F238E27FC236}">
                    <a16:creationId xmlns:a16="http://schemas.microsoft.com/office/drawing/2014/main" id="{E052D221-7CF0-4FAB-ABE4-B329BAEAC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0" name="Rectangle 7">
                <a:extLst>
                  <a:ext uri="{FF2B5EF4-FFF2-40B4-BE49-F238E27FC236}">
                    <a16:creationId xmlns:a16="http://schemas.microsoft.com/office/drawing/2014/main" id="{6B522A61-CCC1-48C1-894A-FA87E4CE7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1" name="Rectangle 8">
                <a:extLst>
                  <a:ext uri="{FF2B5EF4-FFF2-40B4-BE49-F238E27FC236}">
                    <a16:creationId xmlns:a16="http://schemas.microsoft.com/office/drawing/2014/main" id="{50D5394F-EC7C-4CA4-9A65-0E0109210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2" name="Rectangle 9">
                <a:extLst>
                  <a:ext uri="{FF2B5EF4-FFF2-40B4-BE49-F238E27FC236}">
                    <a16:creationId xmlns:a16="http://schemas.microsoft.com/office/drawing/2014/main" id="{12804263-FEF8-4D1C-8540-FBDF13F7D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3" name="Rectangle 10">
                <a:extLst>
                  <a:ext uri="{FF2B5EF4-FFF2-40B4-BE49-F238E27FC236}">
                    <a16:creationId xmlns:a16="http://schemas.microsoft.com/office/drawing/2014/main" id="{E5F0C734-A9F2-43B9-96AA-74971D609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4" name="Rectangle 11">
                <a:extLst>
                  <a:ext uri="{FF2B5EF4-FFF2-40B4-BE49-F238E27FC236}">
                    <a16:creationId xmlns:a16="http://schemas.microsoft.com/office/drawing/2014/main" id="{B7CD6410-C0BD-4F5C-904E-F320E3C84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5" name="Rectangle 12">
                <a:extLst>
                  <a:ext uri="{FF2B5EF4-FFF2-40B4-BE49-F238E27FC236}">
                    <a16:creationId xmlns:a16="http://schemas.microsoft.com/office/drawing/2014/main" id="{26111EDF-2D57-4BF3-8956-3AA8CFA6E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6" name="Rectangle 13">
                <a:extLst>
                  <a:ext uri="{FF2B5EF4-FFF2-40B4-BE49-F238E27FC236}">
                    <a16:creationId xmlns:a16="http://schemas.microsoft.com/office/drawing/2014/main" id="{BF315629-062A-44B7-915C-79B01CD44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7" name="Rectangle 14">
                <a:extLst>
                  <a:ext uri="{FF2B5EF4-FFF2-40B4-BE49-F238E27FC236}">
                    <a16:creationId xmlns:a16="http://schemas.microsoft.com/office/drawing/2014/main" id="{34FF9174-971C-478E-98A7-5F1BBA443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8" name="Rectangle 15">
                <a:extLst>
                  <a:ext uri="{FF2B5EF4-FFF2-40B4-BE49-F238E27FC236}">
                    <a16:creationId xmlns:a16="http://schemas.microsoft.com/office/drawing/2014/main" id="{8FD4D8C5-279B-47C4-AB4A-B18FE124B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19" name="Rectangle 16">
                <a:extLst>
                  <a:ext uri="{FF2B5EF4-FFF2-40B4-BE49-F238E27FC236}">
                    <a16:creationId xmlns:a16="http://schemas.microsoft.com/office/drawing/2014/main" id="{02C42A18-BA46-4A22-ABF4-3DFD09BDD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20" name="Rectangle 17">
                <a:extLst>
                  <a:ext uri="{FF2B5EF4-FFF2-40B4-BE49-F238E27FC236}">
                    <a16:creationId xmlns:a16="http://schemas.microsoft.com/office/drawing/2014/main" id="{82C9230B-5C26-4048-830E-94E64DD9F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21" name="Rectangle 18">
                <a:extLst>
                  <a:ext uri="{FF2B5EF4-FFF2-40B4-BE49-F238E27FC236}">
                    <a16:creationId xmlns:a16="http://schemas.microsoft.com/office/drawing/2014/main" id="{199375A2-375A-4D58-A415-EF8C787F5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22" name="Rectangle 19">
                <a:extLst>
                  <a:ext uri="{FF2B5EF4-FFF2-40B4-BE49-F238E27FC236}">
                    <a16:creationId xmlns:a16="http://schemas.microsoft.com/office/drawing/2014/main" id="{E5410A2D-C4F7-4D4A-8187-431B3FE00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23" name="Rectangle 20">
                <a:extLst>
                  <a:ext uri="{FF2B5EF4-FFF2-40B4-BE49-F238E27FC236}">
                    <a16:creationId xmlns:a16="http://schemas.microsoft.com/office/drawing/2014/main" id="{0C7D0646-C678-40E2-BECA-C4E8BD1DE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3324" name="Rectangle 21">
                <a:extLst>
                  <a:ext uri="{FF2B5EF4-FFF2-40B4-BE49-F238E27FC236}">
                    <a16:creationId xmlns:a16="http://schemas.microsoft.com/office/drawing/2014/main" id="{AE341EF7-D34F-4D68-A571-237ED3D19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53325" name="Line 22">
                <a:extLst>
                  <a:ext uri="{FF2B5EF4-FFF2-40B4-BE49-F238E27FC236}">
                    <a16:creationId xmlns:a16="http://schemas.microsoft.com/office/drawing/2014/main" id="{E3D9E0CC-B697-4893-8B7F-0C30835410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326" name="Line 23">
                <a:extLst>
                  <a:ext uri="{FF2B5EF4-FFF2-40B4-BE49-F238E27FC236}">
                    <a16:creationId xmlns:a16="http://schemas.microsoft.com/office/drawing/2014/main" id="{17A3F852-64E5-4DA9-BA9E-307A1880E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061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327" name="Line 24">
                <a:extLst>
                  <a:ext uri="{FF2B5EF4-FFF2-40B4-BE49-F238E27FC236}">
                    <a16:creationId xmlns:a16="http://schemas.microsoft.com/office/drawing/2014/main" id="{AC09747D-F05D-4DA2-BB3F-AAE763C338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554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328" name="Line 25">
                <a:extLst>
                  <a:ext uri="{FF2B5EF4-FFF2-40B4-BE49-F238E27FC236}">
                    <a16:creationId xmlns:a16="http://schemas.microsoft.com/office/drawing/2014/main" id="{E95F0C30-4E31-485F-BED7-98E9BA4772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047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329" name="Line 26">
                <a:extLst>
                  <a:ext uri="{FF2B5EF4-FFF2-40B4-BE49-F238E27FC236}">
                    <a16:creationId xmlns:a16="http://schemas.microsoft.com/office/drawing/2014/main" id="{410874A4-648B-416B-AAAC-E1B88588DD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539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330" name="Line 27">
                <a:extLst>
                  <a:ext uri="{FF2B5EF4-FFF2-40B4-BE49-F238E27FC236}">
                    <a16:creationId xmlns:a16="http://schemas.microsoft.com/office/drawing/2014/main" id="{D643A9D5-FE1C-44A8-8C86-982D5D9241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331" name="Line 28">
                <a:extLst>
                  <a:ext uri="{FF2B5EF4-FFF2-40B4-BE49-F238E27FC236}">
                    <a16:creationId xmlns:a16="http://schemas.microsoft.com/office/drawing/2014/main" id="{D2C0C32D-DE62-47DA-BC77-DF54693240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5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332" name="Line 29">
                <a:extLst>
                  <a:ext uri="{FF2B5EF4-FFF2-40B4-BE49-F238E27FC236}">
                    <a16:creationId xmlns:a16="http://schemas.microsoft.com/office/drawing/2014/main" id="{6EBA80EB-66F8-49A6-B61D-52BAEC78DD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4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333" name="Line 30">
                <a:extLst>
                  <a:ext uri="{FF2B5EF4-FFF2-40B4-BE49-F238E27FC236}">
                    <a16:creationId xmlns:a16="http://schemas.microsoft.com/office/drawing/2014/main" id="{6A733F15-79ED-42D6-BDB5-249800363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2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334" name="Line 31">
                <a:extLst>
                  <a:ext uri="{FF2B5EF4-FFF2-40B4-BE49-F238E27FC236}">
                    <a16:creationId xmlns:a16="http://schemas.microsoft.com/office/drawing/2014/main" id="{93DF99F3-4D05-4816-A63A-79882334BF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0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3295" name="Line 32">
              <a:extLst>
                <a:ext uri="{FF2B5EF4-FFF2-40B4-BE49-F238E27FC236}">
                  <a16:creationId xmlns:a16="http://schemas.microsoft.com/office/drawing/2014/main" id="{080F1528-AA80-48AF-804F-DE05E10FB2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27" y="889"/>
              <a:ext cx="275" cy="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53296" name="Group 33">
              <a:extLst>
                <a:ext uri="{FF2B5EF4-FFF2-40B4-BE49-F238E27FC236}">
                  <a16:creationId xmlns:a16="http://schemas.microsoft.com/office/drawing/2014/main" id="{86ACED83-ECCC-4F18-B92A-4E7B23EB4F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1" y="741"/>
              <a:ext cx="447" cy="601"/>
              <a:chOff x="1326" y="1162"/>
              <a:chExt cx="556" cy="757"/>
            </a:xfrm>
          </p:grpSpPr>
          <p:sp>
            <p:nvSpPr>
              <p:cNvPr id="53305" name="Text Box 34">
                <a:extLst>
                  <a:ext uri="{FF2B5EF4-FFF2-40B4-BE49-F238E27FC236}">
                    <a16:creationId xmlns:a16="http://schemas.microsoft.com/office/drawing/2014/main" id="{4B3ECDD5-0BBA-4950-AEB9-5FB8ABFE73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2" y="1162"/>
                <a:ext cx="273" cy="3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53306" name="Text Box 35">
                <a:extLst>
                  <a:ext uri="{FF2B5EF4-FFF2-40B4-BE49-F238E27FC236}">
                    <a16:creationId xmlns:a16="http://schemas.microsoft.com/office/drawing/2014/main" id="{DDF3DBE4-376E-46D9-92B2-63E00CBF6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09" y="1345"/>
                <a:ext cx="273" cy="3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53307" name="Text Box 36">
                <a:extLst>
                  <a:ext uri="{FF2B5EF4-FFF2-40B4-BE49-F238E27FC236}">
                    <a16:creationId xmlns:a16="http://schemas.microsoft.com/office/drawing/2014/main" id="{E9080037-ECDC-4B6E-8A56-BF178C116F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6" y="1416"/>
                <a:ext cx="273" cy="3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</a:p>
            </p:txBody>
          </p:sp>
          <p:sp>
            <p:nvSpPr>
              <p:cNvPr id="53308" name="Text Box 37">
                <a:extLst>
                  <a:ext uri="{FF2B5EF4-FFF2-40B4-BE49-F238E27FC236}">
                    <a16:creationId xmlns:a16="http://schemas.microsoft.com/office/drawing/2014/main" id="{4B79886D-8B54-4B84-8315-404D5354E4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4" y="1553"/>
                <a:ext cx="272" cy="3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</a:p>
            </p:txBody>
          </p:sp>
        </p:grpSp>
        <p:sp>
          <p:nvSpPr>
            <p:cNvPr id="53297" name="Text Box 38">
              <a:extLst>
                <a:ext uri="{FF2B5EF4-FFF2-40B4-BE49-F238E27FC236}">
                  <a16:creationId xmlns:a16="http://schemas.microsoft.com/office/drawing/2014/main" id="{50831FDA-D9A4-4A3A-9C2D-F25C6FA2C9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21" y="914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53298" name="Text Box 39">
              <a:extLst>
                <a:ext uri="{FF2B5EF4-FFF2-40B4-BE49-F238E27FC236}">
                  <a16:creationId xmlns:a16="http://schemas.microsoft.com/office/drawing/2014/main" id="{291799A1-E45B-461E-BEE8-A649998ED3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5" y="906"/>
              <a:ext cx="55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53299" name="Text Box 40">
              <a:extLst>
                <a:ext uri="{FF2B5EF4-FFF2-40B4-BE49-F238E27FC236}">
                  <a16:creationId xmlns:a16="http://schemas.microsoft.com/office/drawing/2014/main" id="{A4861EDB-401E-48C0-B74E-B744C26E9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8" y="903"/>
              <a:ext cx="4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53300" name="Text Box 41">
              <a:extLst>
                <a:ext uri="{FF2B5EF4-FFF2-40B4-BE49-F238E27FC236}">
                  <a16:creationId xmlns:a16="http://schemas.microsoft.com/office/drawing/2014/main" id="{9F3B07E6-C0CE-4425-BB63-B4D991126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7" y="917"/>
              <a:ext cx="49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53301" name="Text Box 42">
              <a:extLst>
                <a:ext uri="{FF2B5EF4-FFF2-40B4-BE49-F238E27FC236}">
                  <a16:creationId xmlns:a16="http://schemas.microsoft.com/office/drawing/2014/main" id="{8C68A22E-7B10-40FE-A24C-8CB992B4EC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4" y="1209"/>
              <a:ext cx="47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53302" name="Text Box 43">
              <a:extLst>
                <a:ext uri="{FF2B5EF4-FFF2-40B4-BE49-F238E27FC236}">
                  <a16:creationId xmlns:a16="http://schemas.microsoft.com/office/drawing/2014/main" id="{108BAB13-30C5-409D-B8DD-E71C624A5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6" y="1849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53303" name="Text Box 44">
              <a:extLst>
                <a:ext uri="{FF2B5EF4-FFF2-40B4-BE49-F238E27FC236}">
                  <a16:creationId xmlns:a16="http://schemas.microsoft.com/office/drawing/2014/main" id="{36DC37F1-5421-4CA2-A884-310AC61AFD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2" y="1520"/>
              <a:ext cx="41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53304" name="Text Box 45">
              <a:extLst>
                <a:ext uri="{FF2B5EF4-FFF2-40B4-BE49-F238E27FC236}">
                  <a16:creationId xmlns:a16="http://schemas.microsoft.com/office/drawing/2014/main" id="{F7D43A51-809E-423F-BE3E-D9AD2EA18B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5" y="2179"/>
              <a:ext cx="37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</p:grpSp>
      <p:grpSp>
        <p:nvGrpSpPr>
          <p:cNvPr id="259118" name="Group 46">
            <a:extLst>
              <a:ext uri="{FF2B5EF4-FFF2-40B4-BE49-F238E27FC236}">
                <a16:creationId xmlns:a16="http://schemas.microsoft.com/office/drawing/2014/main" id="{FF06D63B-A31F-4339-8977-22120EDCE50C}"/>
              </a:ext>
            </a:extLst>
          </p:cNvPr>
          <p:cNvGrpSpPr>
            <a:grpSpLocks/>
          </p:cNvGrpSpPr>
          <p:nvPr/>
        </p:nvGrpSpPr>
        <p:grpSpPr bwMode="auto">
          <a:xfrm>
            <a:off x="242888" y="1736725"/>
            <a:ext cx="5059362" cy="4876800"/>
            <a:chOff x="153" y="1094"/>
            <a:chExt cx="3187" cy="3072"/>
          </a:xfrm>
        </p:grpSpPr>
        <p:grpSp>
          <p:nvGrpSpPr>
            <p:cNvPr id="53281" name="Group 47">
              <a:extLst>
                <a:ext uri="{FF2B5EF4-FFF2-40B4-BE49-F238E27FC236}">
                  <a16:creationId xmlns:a16="http://schemas.microsoft.com/office/drawing/2014/main" id="{33A70E5C-FB3C-403A-8B0C-54940CEC6E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" y="1094"/>
              <a:ext cx="3187" cy="3072"/>
              <a:chOff x="1225" y="763"/>
              <a:chExt cx="3187" cy="3072"/>
            </a:xfrm>
          </p:grpSpPr>
          <p:graphicFrame>
            <p:nvGraphicFramePr>
              <p:cNvPr id="53292" name="Object 48">
                <a:extLst>
                  <a:ext uri="{FF2B5EF4-FFF2-40B4-BE49-F238E27FC236}">
                    <a16:creationId xmlns:a16="http://schemas.microsoft.com/office/drawing/2014/main" id="{12ACB77A-E431-45C2-8D4F-C5C775C59857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225" y="763"/>
              <a:ext cx="3187" cy="307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8773" name="Image" r:id="rId4" imgW="7738776" imgH="9237551" progId="Photoshop.Image.6">
                      <p:embed/>
                    </p:oleObj>
                  </mc:Choice>
                  <mc:Fallback>
                    <p:oleObj name="Image" r:id="rId4" imgW="7738776" imgH="9237551" progId="Photoshop.Image.6">
                      <p:embed/>
                      <p:pic>
                        <p:nvPicPr>
                          <p:cNvPr id="53292" name="Object 48">
                            <a:extLst>
                              <a:ext uri="{FF2B5EF4-FFF2-40B4-BE49-F238E27FC236}">
                                <a16:creationId xmlns:a16="http://schemas.microsoft.com/office/drawing/2014/main" id="{12ACB77A-E431-45C2-8D4F-C5C775C59857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225" y="763"/>
                            <a:ext cx="3187" cy="307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53293" name="Rectangle 49">
                <a:extLst>
                  <a:ext uri="{FF2B5EF4-FFF2-40B4-BE49-F238E27FC236}">
                    <a16:creationId xmlns:a16="http://schemas.microsoft.com/office/drawing/2014/main" id="{0F313E81-CFD2-400A-A11D-E52C2A464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3693"/>
                <a:ext cx="859" cy="130"/>
              </a:xfrm>
              <a:prstGeom prst="rect">
                <a:avLst/>
              </a:prstGeom>
              <a:solidFill>
                <a:schemeClr val="bg1"/>
              </a:solidFill>
              <a:ln w="38100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3282" name="Line 50">
              <a:extLst>
                <a:ext uri="{FF2B5EF4-FFF2-40B4-BE49-F238E27FC236}">
                  <a16:creationId xmlns:a16="http://schemas.microsoft.com/office/drawing/2014/main" id="{DFD55693-E4BE-46A9-9323-2E4C43D29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206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283" name="Line 51">
              <a:extLst>
                <a:ext uri="{FF2B5EF4-FFF2-40B4-BE49-F238E27FC236}">
                  <a16:creationId xmlns:a16="http://schemas.microsoft.com/office/drawing/2014/main" id="{90C944AC-0CC1-4AAD-99F2-687A7F002B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0" y="1214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284" name="Line 52">
              <a:extLst>
                <a:ext uri="{FF2B5EF4-FFF2-40B4-BE49-F238E27FC236}">
                  <a16:creationId xmlns:a16="http://schemas.microsoft.com/office/drawing/2014/main" id="{AEEC3984-EE24-492C-8D2C-54C60FEDB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214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285" name="Line 53">
              <a:extLst>
                <a:ext uri="{FF2B5EF4-FFF2-40B4-BE49-F238E27FC236}">
                  <a16:creationId xmlns:a16="http://schemas.microsoft.com/office/drawing/2014/main" id="{28D5BB0C-0B58-4376-BCC1-E8B36AF372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1214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286" name="Line 54">
              <a:extLst>
                <a:ext uri="{FF2B5EF4-FFF2-40B4-BE49-F238E27FC236}">
                  <a16:creationId xmlns:a16="http://schemas.microsoft.com/office/drawing/2014/main" id="{51D0A5CF-C93D-4EED-9958-83E3275E44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206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287" name="Line 55">
              <a:extLst>
                <a:ext uri="{FF2B5EF4-FFF2-40B4-BE49-F238E27FC236}">
                  <a16:creationId xmlns:a16="http://schemas.microsoft.com/office/drawing/2014/main" id="{012C451E-55B1-4740-8FBD-0FD9AB56E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1214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288" name="Line 56">
              <a:extLst>
                <a:ext uri="{FF2B5EF4-FFF2-40B4-BE49-F238E27FC236}">
                  <a16:creationId xmlns:a16="http://schemas.microsoft.com/office/drawing/2014/main" id="{7FB12AE8-5BCC-4D32-B511-401035B74B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2" y="1206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289" name="Line 57">
              <a:extLst>
                <a:ext uri="{FF2B5EF4-FFF2-40B4-BE49-F238E27FC236}">
                  <a16:creationId xmlns:a16="http://schemas.microsoft.com/office/drawing/2014/main" id="{B538435E-0AAA-4F15-A300-33F785865F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214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290" name="Line 58">
              <a:extLst>
                <a:ext uri="{FF2B5EF4-FFF2-40B4-BE49-F238E27FC236}">
                  <a16:creationId xmlns:a16="http://schemas.microsoft.com/office/drawing/2014/main" id="{922227DB-BA5E-42EC-AA3D-133644DCA3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2" y="1214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291" name="Line 59">
              <a:extLst>
                <a:ext uri="{FF2B5EF4-FFF2-40B4-BE49-F238E27FC236}">
                  <a16:creationId xmlns:a16="http://schemas.microsoft.com/office/drawing/2014/main" id="{BC50BB02-019B-4344-8603-DDEBC5326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8" y="1214"/>
              <a:ext cx="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9132" name="Group 60">
            <a:extLst>
              <a:ext uri="{FF2B5EF4-FFF2-40B4-BE49-F238E27FC236}">
                <a16:creationId xmlns:a16="http://schemas.microsoft.com/office/drawing/2014/main" id="{391ED91D-9648-4DD5-8634-92F90A4B9BE3}"/>
              </a:ext>
            </a:extLst>
          </p:cNvPr>
          <p:cNvGrpSpPr>
            <a:grpSpLocks/>
          </p:cNvGrpSpPr>
          <p:nvPr/>
        </p:nvGrpSpPr>
        <p:grpSpPr bwMode="auto">
          <a:xfrm>
            <a:off x="5683250" y="4019550"/>
            <a:ext cx="2598738" cy="519113"/>
            <a:chOff x="3580" y="2532"/>
            <a:chExt cx="1637" cy="327"/>
          </a:xfrm>
        </p:grpSpPr>
        <p:sp>
          <p:nvSpPr>
            <p:cNvPr id="53279" name="Text Box 61">
              <a:extLst>
                <a:ext uri="{FF2B5EF4-FFF2-40B4-BE49-F238E27FC236}">
                  <a16:creationId xmlns:a16="http://schemas.microsoft.com/office/drawing/2014/main" id="{31840497-2C64-4218-BCE5-EB45F9F7D0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0" y="2532"/>
              <a:ext cx="1637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0" lang="en-US" altLang="zh-CN" sz="28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0~9</a:t>
              </a:r>
              <a:r>
                <a:rPr kumimoji="0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表达式为</a:t>
              </a:r>
            </a:p>
          </p:txBody>
        </p:sp>
        <p:sp>
          <p:nvSpPr>
            <p:cNvPr id="53280" name="Line 62">
              <a:extLst>
                <a:ext uri="{FF2B5EF4-FFF2-40B4-BE49-F238E27FC236}">
                  <a16:creationId xmlns:a16="http://schemas.microsoft.com/office/drawing/2014/main" id="{D0AC8E7D-00C4-4361-A564-18982FC6B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2" y="2592"/>
              <a:ext cx="1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9135" name="Group 63">
            <a:extLst>
              <a:ext uri="{FF2B5EF4-FFF2-40B4-BE49-F238E27FC236}">
                <a16:creationId xmlns:a16="http://schemas.microsoft.com/office/drawing/2014/main" id="{651B5937-A6FD-49A4-ABF0-530009A37204}"/>
              </a:ext>
            </a:extLst>
          </p:cNvPr>
          <p:cNvGrpSpPr>
            <a:grpSpLocks/>
          </p:cNvGrpSpPr>
          <p:nvPr/>
        </p:nvGrpSpPr>
        <p:grpSpPr bwMode="auto">
          <a:xfrm>
            <a:off x="5864225" y="4629150"/>
            <a:ext cx="1971675" cy="519113"/>
            <a:chOff x="3694" y="2916"/>
            <a:chExt cx="1242" cy="327"/>
          </a:xfrm>
        </p:grpSpPr>
        <p:grpSp>
          <p:nvGrpSpPr>
            <p:cNvPr id="53271" name="Group 64">
              <a:extLst>
                <a:ext uri="{FF2B5EF4-FFF2-40B4-BE49-F238E27FC236}">
                  <a16:creationId xmlns:a16="http://schemas.microsoft.com/office/drawing/2014/main" id="{05D7C6DE-FE56-48A5-A752-41928E808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4" y="2916"/>
              <a:ext cx="1242" cy="327"/>
              <a:chOff x="3535" y="3095"/>
              <a:chExt cx="1242" cy="327"/>
            </a:xfrm>
          </p:grpSpPr>
          <p:sp>
            <p:nvSpPr>
              <p:cNvPr id="53273" name="Text Box 65">
                <a:extLst>
                  <a:ext uri="{FF2B5EF4-FFF2-40B4-BE49-F238E27FC236}">
                    <a16:creationId xmlns:a16="http://schemas.microsoft.com/office/drawing/2014/main" id="{073E8DF5-57CF-4A9E-B121-F92C51439F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35" y="3095"/>
                <a:ext cx="1242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=ABCD</a:t>
                </a:r>
              </a:p>
            </p:txBody>
          </p:sp>
          <p:sp>
            <p:nvSpPr>
              <p:cNvPr id="53274" name="Line 66">
                <a:extLst>
                  <a:ext uri="{FF2B5EF4-FFF2-40B4-BE49-F238E27FC236}">
                    <a16:creationId xmlns:a16="http://schemas.microsoft.com/office/drawing/2014/main" id="{94E36267-900D-4741-B379-E75EFFDA4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7" y="3151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275" name="Line 67">
                <a:extLst>
                  <a:ext uri="{FF2B5EF4-FFF2-40B4-BE49-F238E27FC236}">
                    <a16:creationId xmlns:a16="http://schemas.microsoft.com/office/drawing/2014/main" id="{4082CABA-9B7E-41CA-ABEA-11458C155D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2" y="3151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276" name="Line 68">
                <a:extLst>
                  <a:ext uri="{FF2B5EF4-FFF2-40B4-BE49-F238E27FC236}">
                    <a16:creationId xmlns:a16="http://schemas.microsoft.com/office/drawing/2014/main" id="{5F329D36-0B8F-4028-9523-8CD95923F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81" y="3151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277" name="Line 69">
                <a:extLst>
                  <a:ext uri="{FF2B5EF4-FFF2-40B4-BE49-F238E27FC236}">
                    <a16:creationId xmlns:a16="http://schemas.microsoft.com/office/drawing/2014/main" id="{CCA27749-7047-4973-A60D-ECEF5ACBB4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39" y="3151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278" name="Line 70">
                <a:extLst>
                  <a:ext uri="{FF2B5EF4-FFF2-40B4-BE49-F238E27FC236}">
                    <a16:creationId xmlns:a16="http://schemas.microsoft.com/office/drawing/2014/main" id="{BD45C9D1-4BEC-46A1-8535-D8A453F9A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7" y="3106"/>
                <a:ext cx="56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3272" name="Line 71">
              <a:extLst>
                <a:ext uri="{FF2B5EF4-FFF2-40B4-BE49-F238E27FC236}">
                  <a16:creationId xmlns:a16="http://schemas.microsoft.com/office/drawing/2014/main" id="{EF0402FA-77DE-41A7-8EAB-122E255A31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" y="2960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9144" name="Group 72">
            <a:extLst>
              <a:ext uri="{FF2B5EF4-FFF2-40B4-BE49-F238E27FC236}">
                <a16:creationId xmlns:a16="http://schemas.microsoft.com/office/drawing/2014/main" id="{C4F31B9F-AC31-4344-97F1-FE9057408BE4}"/>
              </a:ext>
            </a:extLst>
          </p:cNvPr>
          <p:cNvGrpSpPr>
            <a:grpSpLocks/>
          </p:cNvGrpSpPr>
          <p:nvPr/>
        </p:nvGrpSpPr>
        <p:grpSpPr bwMode="auto">
          <a:xfrm>
            <a:off x="5899150" y="5184775"/>
            <a:ext cx="1971675" cy="519113"/>
            <a:chOff x="3716" y="3266"/>
            <a:chExt cx="1242" cy="327"/>
          </a:xfrm>
        </p:grpSpPr>
        <p:grpSp>
          <p:nvGrpSpPr>
            <p:cNvPr id="53264" name="Group 73">
              <a:extLst>
                <a:ext uri="{FF2B5EF4-FFF2-40B4-BE49-F238E27FC236}">
                  <a16:creationId xmlns:a16="http://schemas.microsoft.com/office/drawing/2014/main" id="{35297F15-A377-40EB-813C-7343D941E1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6" y="3266"/>
              <a:ext cx="1242" cy="327"/>
              <a:chOff x="3716" y="3266"/>
              <a:chExt cx="1242" cy="327"/>
            </a:xfrm>
          </p:grpSpPr>
          <p:sp>
            <p:nvSpPr>
              <p:cNvPr id="53266" name="Text Box 74">
                <a:extLst>
                  <a:ext uri="{FF2B5EF4-FFF2-40B4-BE49-F238E27FC236}">
                    <a16:creationId xmlns:a16="http://schemas.microsoft.com/office/drawing/2014/main" id="{214BF4D9-4EA8-4AA5-8FE9-22CAA85F3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16" y="3266"/>
                <a:ext cx="1242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=ABCD</a:t>
                </a:r>
              </a:p>
            </p:txBody>
          </p:sp>
          <p:sp>
            <p:nvSpPr>
              <p:cNvPr id="53267" name="Line 75">
                <a:extLst>
                  <a:ext uri="{FF2B5EF4-FFF2-40B4-BE49-F238E27FC236}">
                    <a16:creationId xmlns:a16="http://schemas.microsoft.com/office/drawing/2014/main" id="{9B35A025-BCE1-4E2B-BCD2-B537ED206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03" y="3322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268" name="Line 76">
                <a:extLst>
                  <a:ext uri="{FF2B5EF4-FFF2-40B4-BE49-F238E27FC236}">
                    <a16:creationId xmlns:a16="http://schemas.microsoft.com/office/drawing/2014/main" id="{DD8999BC-CE7A-4983-8E08-DAEFBF4E1C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62" y="3322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269" name="Line 77">
                <a:extLst>
                  <a:ext uri="{FF2B5EF4-FFF2-40B4-BE49-F238E27FC236}">
                    <a16:creationId xmlns:a16="http://schemas.microsoft.com/office/drawing/2014/main" id="{6280BA53-4BD6-4659-9B8E-8353FA74C2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20" y="3322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270" name="Line 78">
                <a:extLst>
                  <a:ext uri="{FF2B5EF4-FFF2-40B4-BE49-F238E27FC236}">
                    <a16:creationId xmlns:a16="http://schemas.microsoft.com/office/drawing/2014/main" id="{9B71A54E-EFC8-460F-9D63-BC09504B89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68" y="3277"/>
                <a:ext cx="56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3265" name="Line 79">
              <a:extLst>
                <a:ext uri="{FF2B5EF4-FFF2-40B4-BE49-F238E27FC236}">
                  <a16:creationId xmlns:a16="http://schemas.microsoft.com/office/drawing/2014/main" id="{D60BE1CE-4419-4F3C-9606-A39FEFD239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8" y="3328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59152" name="Group 80">
            <a:extLst>
              <a:ext uri="{FF2B5EF4-FFF2-40B4-BE49-F238E27FC236}">
                <a16:creationId xmlns:a16="http://schemas.microsoft.com/office/drawing/2014/main" id="{F3FB3A6D-DE89-4AC5-86C0-CC8BCC00B89D}"/>
              </a:ext>
            </a:extLst>
          </p:cNvPr>
          <p:cNvGrpSpPr>
            <a:grpSpLocks/>
          </p:cNvGrpSpPr>
          <p:nvPr/>
        </p:nvGrpSpPr>
        <p:grpSpPr bwMode="auto">
          <a:xfrm>
            <a:off x="5905501" y="6075362"/>
            <a:ext cx="1971675" cy="519113"/>
            <a:chOff x="3738" y="3752"/>
            <a:chExt cx="1242" cy="327"/>
          </a:xfrm>
        </p:grpSpPr>
        <p:grpSp>
          <p:nvGrpSpPr>
            <p:cNvPr id="53258" name="Group 81">
              <a:extLst>
                <a:ext uri="{FF2B5EF4-FFF2-40B4-BE49-F238E27FC236}">
                  <a16:creationId xmlns:a16="http://schemas.microsoft.com/office/drawing/2014/main" id="{C36D7695-B704-424C-A78F-0789431B0F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8" y="3752"/>
              <a:ext cx="1242" cy="327"/>
              <a:chOff x="3738" y="3752"/>
              <a:chExt cx="1242" cy="327"/>
            </a:xfrm>
          </p:grpSpPr>
          <p:sp>
            <p:nvSpPr>
              <p:cNvPr id="53260" name="Text Box 82">
                <a:extLst>
                  <a:ext uri="{FF2B5EF4-FFF2-40B4-BE49-F238E27FC236}">
                    <a16:creationId xmlns:a16="http://schemas.microsoft.com/office/drawing/2014/main" id="{A6246ECF-5313-4D36-B4C7-6F261D3B1D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38" y="3752"/>
                <a:ext cx="1242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9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=ABCD</a:t>
                </a:r>
              </a:p>
            </p:txBody>
          </p:sp>
          <p:sp>
            <p:nvSpPr>
              <p:cNvPr id="53261" name="Line 83">
                <a:extLst>
                  <a:ext uri="{FF2B5EF4-FFF2-40B4-BE49-F238E27FC236}">
                    <a16:creationId xmlns:a16="http://schemas.microsoft.com/office/drawing/2014/main" id="{84406FB3-6B5E-4D7A-AD98-142EEC7FFC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25" y="3808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262" name="Line 84">
                <a:extLst>
                  <a:ext uri="{FF2B5EF4-FFF2-40B4-BE49-F238E27FC236}">
                    <a16:creationId xmlns:a16="http://schemas.microsoft.com/office/drawing/2014/main" id="{06616D88-359D-40D0-95BD-0403DB5E85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4" y="3808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3263" name="Line 85">
                <a:extLst>
                  <a:ext uri="{FF2B5EF4-FFF2-40B4-BE49-F238E27FC236}">
                    <a16:creationId xmlns:a16="http://schemas.microsoft.com/office/drawing/2014/main" id="{1668DAB3-14FE-4BBE-830B-89DFA207EB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0" y="3763"/>
                <a:ext cx="56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3259" name="Line 86">
              <a:extLst>
                <a:ext uri="{FF2B5EF4-FFF2-40B4-BE49-F238E27FC236}">
                  <a16:creationId xmlns:a16="http://schemas.microsoft.com/office/drawing/2014/main" id="{CD9717F7-C1CB-45AC-BA22-806CD00E0A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1" y="3795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648232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500"/>
                                        <p:tgtEl>
                                          <p:spTgt spid="259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59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7" dur="500"/>
                                        <p:tgtEl>
                                          <p:spTgt spid="259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9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9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9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59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59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59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59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59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59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074" grpId="0" autoUpdateAnimBg="0"/>
      <p:bldP spid="259075" grpId="0" autoUpdateAnimBg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Rectangle 2">
            <a:extLst>
              <a:ext uri="{FF2B5EF4-FFF2-40B4-BE49-F238E27FC236}">
                <a16:creationId xmlns:a16="http://schemas.microsoft.com/office/drawing/2014/main" id="{CD098A5A-7EA4-41BD-9EF4-50CB889EEBB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5588" y="215900"/>
            <a:ext cx="5083175" cy="533400"/>
          </a:xfrm>
        </p:spPr>
        <p:txBody>
          <a:bodyPr/>
          <a:lstStyle/>
          <a:p>
            <a:pPr algn="l" eaLnBrk="1" hangingPunct="1"/>
            <a:r>
              <a:rPr kumimoji="0" lang="zh-CN" altLang="en-US" sz="2800" b="1">
                <a:solidFill>
                  <a:srgbClr val="FF9900"/>
                </a:solidFill>
              </a:rPr>
              <a:t>完全译码的</a:t>
            </a:r>
            <a:r>
              <a:rPr kumimoji="0" lang="en-US" altLang="zh-CN" sz="2800" b="1">
                <a:solidFill>
                  <a:srgbClr val="FF9900"/>
                </a:solidFill>
              </a:rPr>
              <a:t>BCD</a:t>
            </a:r>
            <a:r>
              <a:rPr kumimoji="0" lang="zh-CN" altLang="en-US" sz="2800" b="1">
                <a:solidFill>
                  <a:srgbClr val="FF9900"/>
                </a:solidFill>
              </a:rPr>
              <a:t>译码器电路图</a:t>
            </a:r>
          </a:p>
        </p:txBody>
      </p:sp>
      <p:grpSp>
        <p:nvGrpSpPr>
          <p:cNvPr id="260099" name="Group 3">
            <a:extLst>
              <a:ext uri="{FF2B5EF4-FFF2-40B4-BE49-F238E27FC236}">
                <a16:creationId xmlns:a16="http://schemas.microsoft.com/office/drawing/2014/main" id="{745A5848-23F1-4C30-BFF5-CE110493A40F}"/>
              </a:ext>
            </a:extLst>
          </p:cNvPr>
          <p:cNvGrpSpPr>
            <a:grpSpLocks/>
          </p:cNvGrpSpPr>
          <p:nvPr/>
        </p:nvGrpSpPr>
        <p:grpSpPr bwMode="auto">
          <a:xfrm>
            <a:off x="558800" y="1136650"/>
            <a:ext cx="1989138" cy="5318125"/>
            <a:chOff x="352" y="716"/>
            <a:chExt cx="1253" cy="3350"/>
          </a:xfrm>
        </p:grpSpPr>
        <p:grpSp>
          <p:nvGrpSpPr>
            <p:cNvPr id="54325" name="Group 4">
              <a:extLst>
                <a:ext uri="{FF2B5EF4-FFF2-40B4-BE49-F238E27FC236}">
                  <a16:creationId xmlns:a16="http://schemas.microsoft.com/office/drawing/2014/main" id="{0DC7AE6D-7551-42B5-9614-95EE8DE5B8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" y="716"/>
              <a:ext cx="1253" cy="3350"/>
              <a:chOff x="352" y="716"/>
              <a:chExt cx="1253" cy="3350"/>
            </a:xfrm>
          </p:grpSpPr>
          <p:grpSp>
            <p:nvGrpSpPr>
              <p:cNvPr id="54336" name="Group 5">
                <a:extLst>
                  <a:ext uri="{FF2B5EF4-FFF2-40B4-BE49-F238E27FC236}">
                    <a16:creationId xmlns:a16="http://schemas.microsoft.com/office/drawing/2014/main" id="{DADA1B9C-4C8F-40CA-AC87-7F9A502636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" y="716"/>
                <a:ext cx="1242" cy="327"/>
                <a:chOff x="3535" y="3095"/>
                <a:chExt cx="1242" cy="327"/>
              </a:xfrm>
            </p:grpSpPr>
            <p:sp>
              <p:nvSpPr>
                <p:cNvPr id="54385" name="Text Box 6">
                  <a:extLst>
                    <a:ext uri="{FF2B5EF4-FFF2-40B4-BE49-F238E27FC236}">
                      <a16:creationId xmlns:a16="http://schemas.microsoft.com/office/drawing/2014/main" id="{8F377E66-3F74-45F7-BA7D-8C7947FF8E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35" y="3095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86" name="Line 7">
                  <a:extLst>
                    <a:ext uri="{FF2B5EF4-FFF2-40B4-BE49-F238E27FC236}">
                      <a16:creationId xmlns:a16="http://schemas.microsoft.com/office/drawing/2014/main" id="{87CEA310-DDD3-4031-9C69-707E1879B6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87" y="3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87" name="Line 8">
                  <a:extLst>
                    <a:ext uri="{FF2B5EF4-FFF2-40B4-BE49-F238E27FC236}">
                      <a16:creationId xmlns:a16="http://schemas.microsoft.com/office/drawing/2014/main" id="{47F7EAFD-5508-4B5C-8B02-86882E163C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22" y="3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88" name="Line 9">
                  <a:extLst>
                    <a:ext uri="{FF2B5EF4-FFF2-40B4-BE49-F238E27FC236}">
                      <a16:creationId xmlns:a16="http://schemas.microsoft.com/office/drawing/2014/main" id="{AE7E5641-D3B2-4E5B-AAE9-278ABE6601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81" y="3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89" name="Line 10">
                  <a:extLst>
                    <a:ext uri="{FF2B5EF4-FFF2-40B4-BE49-F238E27FC236}">
                      <a16:creationId xmlns:a16="http://schemas.microsoft.com/office/drawing/2014/main" id="{25291C9C-7FCF-4853-BDD6-B9F5386706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39" y="3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90" name="Line 11">
                  <a:extLst>
                    <a:ext uri="{FF2B5EF4-FFF2-40B4-BE49-F238E27FC236}">
                      <a16:creationId xmlns:a16="http://schemas.microsoft.com/office/drawing/2014/main" id="{BF2949B1-C418-4CF0-BBE3-405FC4DA04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87" y="3106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4337" name="Group 12">
                <a:extLst>
                  <a:ext uri="{FF2B5EF4-FFF2-40B4-BE49-F238E27FC236}">
                    <a16:creationId xmlns:a16="http://schemas.microsoft.com/office/drawing/2014/main" id="{B55913A4-A938-4511-9CD6-7F0089E53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" y="1066"/>
                <a:ext cx="1242" cy="327"/>
                <a:chOff x="3716" y="3266"/>
                <a:chExt cx="1242" cy="327"/>
              </a:xfrm>
            </p:grpSpPr>
            <p:sp>
              <p:nvSpPr>
                <p:cNvPr id="54380" name="Text Box 13">
                  <a:extLst>
                    <a:ext uri="{FF2B5EF4-FFF2-40B4-BE49-F238E27FC236}">
                      <a16:creationId xmlns:a16="http://schemas.microsoft.com/office/drawing/2014/main" id="{6192582C-CD1E-4AF9-BA52-E4F6C34389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16" y="3266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81" name="Line 14">
                  <a:extLst>
                    <a:ext uri="{FF2B5EF4-FFF2-40B4-BE49-F238E27FC236}">
                      <a16:creationId xmlns:a16="http://schemas.microsoft.com/office/drawing/2014/main" id="{CA3DEDAD-E1B4-49F0-872C-AD858501AD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03" y="332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82" name="Line 15">
                  <a:extLst>
                    <a:ext uri="{FF2B5EF4-FFF2-40B4-BE49-F238E27FC236}">
                      <a16:creationId xmlns:a16="http://schemas.microsoft.com/office/drawing/2014/main" id="{C87C4B13-B462-4425-AE17-F69158F77D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62" y="332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83" name="Line 16">
                  <a:extLst>
                    <a:ext uri="{FF2B5EF4-FFF2-40B4-BE49-F238E27FC236}">
                      <a16:creationId xmlns:a16="http://schemas.microsoft.com/office/drawing/2014/main" id="{FDD290B8-0C20-4F19-8AD2-433C4F458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0" y="332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84" name="Line 17">
                  <a:extLst>
                    <a:ext uri="{FF2B5EF4-FFF2-40B4-BE49-F238E27FC236}">
                      <a16:creationId xmlns:a16="http://schemas.microsoft.com/office/drawing/2014/main" id="{4B75FA0F-8090-49F7-854E-702C985641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68" y="3277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4338" name="Group 18">
                <a:extLst>
                  <a:ext uri="{FF2B5EF4-FFF2-40B4-BE49-F238E27FC236}">
                    <a16:creationId xmlns:a16="http://schemas.microsoft.com/office/drawing/2014/main" id="{6DE2CB5F-151D-4EC0-827A-4479701AA7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2" y="3739"/>
                <a:ext cx="1242" cy="327"/>
                <a:chOff x="3738" y="3752"/>
                <a:chExt cx="1242" cy="327"/>
              </a:xfrm>
            </p:grpSpPr>
            <p:sp>
              <p:nvSpPr>
                <p:cNvPr id="54376" name="Text Box 19">
                  <a:extLst>
                    <a:ext uri="{FF2B5EF4-FFF2-40B4-BE49-F238E27FC236}">
                      <a16:creationId xmlns:a16="http://schemas.microsoft.com/office/drawing/2014/main" id="{0CE132DA-3E97-4D25-994C-D18CE6A2AE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38" y="3752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9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77" name="Line 20">
                  <a:extLst>
                    <a:ext uri="{FF2B5EF4-FFF2-40B4-BE49-F238E27FC236}">
                      <a16:creationId xmlns:a16="http://schemas.microsoft.com/office/drawing/2014/main" id="{B0D3EF06-7A68-47CA-BB49-509E048964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25" y="3808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78" name="Line 21">
                  <a:extLst>
                    <a:ext uri="{FF2B5EF4-FFF2-40B4-BE49-F238E27FC236}">
                      <a16:creationId xmlns:a16="http://schemas.microsoft.com/office/drawing/2014/main" id="{E733A516-7E20-4E75-9D2A-D609D3BA95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84" y="3808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79" name="Line 22">
                  <a:extLst>
                    <a:ext uri="{FF2B5EF4-FFF2-40B4-BE49-F238E27FC236}">
                      <a16:creationId xmlns:a16="http://schemas.microsoft.com/office/drawing/2014/main" id="{FF43ED9D-8A44-405B-AACA-95AAE37C52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90" y="3763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4339" name="Group 23">
                <a:extLst>
                  <a:ext uri="{FF2B5EF4-FFF2-40B4-BE49-F238E27FC236}">
                    <a16:creationId xmlns:a16="http://schemas.microsoft.com/office/drawing/2014/main" id="{572A6D36-03B3-493E-8976-3CF26E9C3F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" y="1417"/>
                <a:ext cx="1242" cy="327"/>
                <a:chOff x="352" y="1417"/>
                <a:chExt cx="1242" cy="327"/>
              </a:xfrm>
            </p:grpSpPr>
            <p:sp>
              <p:nvSpPr>
                <p:cNvPr id="54371" name="Text Box 24">
                  <a:extLst>
                    <a:ext uri="{FF2B5EF4-FFF2-40B4-BE49-F238E27FC236}">
                      <a16:creationId xmlns:a16="http://schemas.microsoft.com/office/drawing/2014/main" id="{9051FB95-0AA4-400F-B3C3-5F67E664C3F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2" y="1417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72" name="Line 25">
                  <a:extLst>
                    <a:ext uri="{FF2B5EF4-FFF2-40B4-BE49-F238E27FC236}">
                      <a16:creationId xmlns:a16="http://schemas.microsoft.com/office/drawing/2014/main" id="{ECC05F8C-CD39-4FBD-ABCF-8064164A15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4" y="1473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73" name="Line 26">
                  <a:extLst>
                    <a:ext uri="{FF2B5EF4-FFF2-40B4-BE49-F238E27FC236}">
                      <a16:creationId xmlns:a16="http://schemas.microsoft.com/office/drawing/2014/main" id="{A12A9DC8-1290-44DF-BE5D-34CA290467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98" y="1473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74" name="Line 27">
                  <a:extLst>
                    <a:ext uri="{FF2B5EF4-FFF2-40B4-BE49-F238E27FC236}">
                      <a16:creationId xmlns:a16="http://schemas.microsoft.com/office/drawing/2014/main" id="{D89F0C6A-8299-439D-B5A9-F682E71032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56" y="1473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75" name="Line 28">
                  <a:extLst>
                    <a:ext uri="{FF2B5EF4-FFF2-40B4-BE49-F238E27FC236}">
                      <a16:creationId xmlns:a16="http://schemas.microsoft.com/office/drawing/2014/main" id="{883736A0-A04C-4699-8EEE-B2BF4B5290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4" y="1428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4340" name="Group 29">
                <a:extLst>
                  <a:ext uri="{FF2B5EF4-FFF2-40B4-BE49-F238E27FC236}">
                    <a16:creationId xmlns:a16="http://schemas.microsoft.com/office/drawing/2014/main" id="{3C1EB6CA-561C-41CD-9CAA-009AFCD6CB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3" y="1756"/>
                <a:ext cx="1242" cy="327"/>
                <a:chOff x="363" y="1756"/>
                <a:chExt cx="1242" cy="327"/>
              </a:xfrm>
            </p:grpSpPr>
            <p:sp>
              <p:nvSpPr>
                <p:cNvPr id="54367" name="Text Box 30">
                  <a:extLst>
                    <a:ext uri="{FF2B5EF4-FFF2-40B4-BE49-F238E27FC236}">
                      <a16:creationId xmlns:a16="http://schemas.microsoft.com/office/drawing/2014/main" id="{2A0E62C3-1F2B-466C-84B3-5A8B80D345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3" y="1756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68" name="Line 31">
                  <a:extLst>
                    <a:ext uri="{FF2B5EF4-FFF2-40B4-BE49-F238E27FC236}">
                      <a16:creationId xmlns:a16="http://schemas.microsoft.com/office/drawing/2014/main" id="{CB9D42E3-26D0-43DC-8CF2-D3A8420FD1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09" y="181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69" name="Line 32">
                  <a:extLst>
                    <a:ext uri="{FF2B5EF4-FFF2-40B4-BE49-F238E27FC236}">
                      <a16:creationId xmlns:a16="http://schemas.microsoft.com/office/drawing/2014/main" id="{3C0FD023-E00A-418C-B54C-5008121CB7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67" y="181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70" name="Line 33">
                  <a:extLst>
                    <a:ext uri="{FF2B5EF4-FFF2-40B4-BE49-F238E27FC236}">
                      <a16:creationId xmlns:a16="http://schemas.microsoft.com/office/drawing/2014/main" id="{18571696-EF32-4D91-BF0C-2201C1F8BC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5" y="1767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4341" name="Group 34">
                <a:extLst>
                  <a:ext uri="{FF2B5EF4-FFF2-40B4-BE49-F238E27FC236}">
                    <a16:creationId xmlns:a16="http://schemas.microsoft.com/office/drawing/2014/main" id="{7A205AE4-205D-42D6-A511-140AA2C82B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3" y="2095"/>
                <a:ext cx="1242" cy="327"/>
                <a:chOff x="363" y="2095"/>
                <a:chExt cx="1242" cy="327"/>
              </a:xfrm>
            </p:grpSpPr>
            <p:sp>
              <p:nvSpPr>
                <p:cNvPr id="54362" name="Text Box 35">
                  <a:extLst>
                    <a:ext uri="{FF2B5EF4-FFF2-40B4-BE49-F238E27FC236}">
                      <a16:creationId xmlns:a16="http://schemas.microsoft.com/office/drawing/2014/main" id="{FDFDD1E9-F08C-4BC5-A862-59A404C81E2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3" y="2095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63" name="Line 36">
                  <a:extLst>
                    <a:ext uri="{FF2B5EF4-FFF2-40B4-BE49-F238E27FC236}">
                      <a16:creationId xmlns:a16="http://schemas.microsoft.com/office/drawing/2014/main" id="{41587B3F-05BA-4C9E-95B6-505CA8D68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5" y="2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64" name="Line 37">
                  <a:extLst>
                    <a:ext uri="{FF2B5EF4-FFF2-40B4-BE49-F238E27FC236}">
                      <a16:creationId xmlns:a16="http://schemas.microsoft.com/office/drawing/2014/main" id="{66EFFD6D-BCBC-4C56-A7B7-8A2000452A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50" y="2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65" name="Line 38">
                  <a:extLst>
                    <a:ext uri="{FF2B5EF4-FFF2-40B4-BE49-F238E27FC236}">
                      <a16:creationId xmlns:a16="http://schemas.microsoft.com/office/drawing/2014/main" id="{9F941DB6-437C-4559-BD3B-7260EA6BD6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67" y="2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66" name="Line 39">
                  <a:extLst>
                    <a:ext uri="{FF2B5EF4-FFF2-40B4-BE49-F238E27FC236}">
                      <a16:creationId xmlns:a16="http://schemas.microsoft.com/office/drawing/2014/main" id="{AD0120DF-AC1B-48BC-B128-559689DD83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5" y="2106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4342" name="Group 40">
                <a:extLst>
                  <a:ext uri="{FF2B5EF4-FFF2-40B4-BE49-F238E27FC236}">
                    <a16:creationId xmlns:a16="http://schemas.microsoft.com/office/drawing/2014/main" id="{55C58AA3-55A4-44C1-BEE7-E88521B11B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3" y="2434"/>
                <a:ext cx="1242" cy="327"/>
                <a:chOff x="363" y="2434"/>
                <a:chExt cx="1242" cy="327"/>
              </a:xfrm>
            </p:grpSpPr>
            <p:sp>
              <p:nvSpPr>
                <p:cNvPr id="54358" name="Text Box 41">
                  <a:extLst>
                    <a:ext uri="{FF2B5EF4-FFF2-40B4-BE49-F238E27FC236}">
                      <a16:creationId xmlns:a16="http://schemas.microsoft.com/office/drawing/2014/main" id="{21691AE7-91D7-425C-940C-23B820B9DA3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3" y="2434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5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59" name="Line 42">
                  <a:extLst>
                    <a:ext uri="{FF2B5EF4-FFF2-40B4-BE49-F238E27FC236}">
                      <a16:creationId xmlns:a16="http://schemas.microsoft.com/office/drawing/2014/main" id="{4147CA16-05CD-4F5D-BDB9-2F63C6BB0C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50" y="2490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60" name="Line 43">
                  <a:extLst>
                    <a:ext uri="{FF2B5EF4-FFF2-40B4-BE49-F238E27FC236}">
                      <a16:creationId xmlns:a16="http://schemas.microsoft.com/office/drawing/2014/main" id="{C248D0D1-3697-43D2-B5BB-03C1648C6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67" y="2490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61" name="Line 44">
                  <a:extLst>
                    <a:ext uri="{FF2B5EF4-FFF2-40B4-BE49-F238E27FC236}">
                      <a16:creationId xmlns:a16="http://schemas.microsoft.com/office/drawing/2014/main" id="{7446BBF8-7F90-4D24-BEFA-F5C831F634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5" y="2445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4343" name="Group 45">
                <a:extLst>
                  <a:ext uri="{FF2B5EF4-FFF2-40B4-BE49-F238E27FC236}">
                    <a16:creationId xmlns:a16="http://schemas.microsoft.com/office/drawing/2014/main" id="{18B28FEF-6FBE-4B39-AD9E-9BCDA83602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3" y="2774"/>
                <a:ext cx="1242" cy="327"/>
                <a:chOff x="363" y="2774"/>
                <a:chExt cx="1242" cy="327"/>
              </a:xfrm>
            </p:grpSpPr>
            <p:sp>
              <p:nvSpPr>
                <p:cNvPr id="54354" name="Text Box 46">
                  <a:extLst>
                    <a:ext uri="{FF2B5EF4-FFF2-40B4-BE49-F238E27FC236}">
                      <a16:creationId xmlns:a16="http://schemas.microsoft.com/office/drawing/2014/main" id="{2914579A-5D24-4FB1-B2E1-E8180E0484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3" y="2774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55" name="Line 47">
                  <a:extLst>
                    <a:ext uri="{FF2B5EF4-FFF2-40B4-BE49-F238E27FC236}">
                      <a16:creationId xmlns:a16="http://schemas.microsoft.com/office/drawing/2014/main" id="{D0985EBB-71B3-4C3D-B0CA-D827B811C1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5" y="2830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56" name="Line 48">
                  <a:extLst>
                    <a:ext uri="{FF2B5EF4-FFF2-40B4-BE49-F238E27FC236}">
                      <a16:creationId xmlns:a16="http://schemas.microsoft.com/office/drawing/2014/main" id="{78422B32-93A8-4494-B562-5B6DF8EA45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67" y="2830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57" name="Line 49">
                  <a:extLst>
                    <a:ext uri="{FF2B5EF4-FFF2-40B4-BE49-F238E27FC236}">
                      <a16:creationId xmlns:a16="http://schemas.microsoft.com/office/drawing/2014/main" id="{914D3F81-F427-4CAA-95BD-3038CDDB09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5" y="2785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4344" name="Group 50">
                <a:extLst>
                  <a:ext uri="{FF2B5EF4-FFF2-40B4-BE49-F238E27FC236}">
                    <a16:creationId xmlns:a16="http://schemas.microsoft.com/office/drawing/2014/main" id="{35B1816B-53C5-439C-8E9E-21AEEB08E2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" y="3101"/>
                <a:ext cx="1242" cy="327"/>
                <a:chOff x="352" y="3101"/>
                <a:chExt cx="1242" cy="327"/>
              </a:xfrm>
            </p:grpSpPr>
            <p:sp>
              <p:nvSpPr>
                <p:cNvPr id="54351" name="Text Box 51">
                  <a:extLst>
                    <a:ext uri="{FF2B5EF4-FFF2-40B4-BE49-F238E27FC236}">
                      <a16:creationId xmlns:a16="http://schemas.microsoft.com/office/drawing/2014/main" id="{8D30DE77-8C62-46AD-99F5-03EE44D1AC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2" y="3101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7</a:t>
                  </a: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52" name="Line 52">
                  <a:extLst>
                    <a:ext uri="{FF2B5EF4-FFF2-40B4-BE49-F238E27FC236}">
                      <a16:creationId xmlns:a16="http://schemas.microsoft.com/office/drawing/2014/main" id="{DF5E03E0-BC5D-499C-ADE3-D688FC100A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56" y="3157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53" name="Line 53">
                  <a:extLst>
                    <a:ext uri="{FF2B5EF4-FFF2-40B4-BE49-F238E27FC236}">
                      <a16:creationId xmlns:a16="http://schemas.microsoft.com/office/drawing/2014/main" id="{6FDDFD42-DAD1-4C19-9E39-92A2E07B62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4" y="3112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4345" name="Group 54">
                <a:extLst>
                  <a:ext uri="{FF2B5EF4-FFF2-40B4-BE49-F238E27FC236}">
                    <a16:creationId xmlns:a16="http://schemas.microsoft.com/office/drawing/2014/main" id="{2717E5B2-1BAC-4505-90FB-07A503BE48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" y="3406"/>
                <a:ext cx="1242" cy="327"/>
                <a:chOff x="352" y="3406"/>
                <a:chExt cx="1242" cy="327"/>
              </a:xfrm>
            </p:grpSpPr>
            <p:sp>
              <p:nvSpPr>
                <p:cNvPr id="54346" name="Text Box 55">
                  <a:extLst>
                    <a:ext uri="{FF2B5EF4-FFF2-40B4-BE49-F238E27FC236}">
                      <a16:creationId xmlns:a16="http://schemas.microsoft.com/office/drawing/2014/main" id="{63AC4853-2DEE-4EF5-9290-74C020930D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2" y="3406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8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4347" name="Line 56">
                  <a:extLst>
                    <a:ext uri="{FF2B5EF4-FFF2-40B4-BE49-F238E27FC236}">
                      <a16:creationId xmlns:a16="http://schemas.microsoft.com/office/drawing/2014/main" id="{C5A8FFE8-57A3-4DC8-9440-DF4674B62B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4" y="346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48" name="Line 57">
                  <a:extLst>
                    <a:ext uri="{FF2B5EF4-FFF2-40B4-BE49-F238E27FC236}">
                      <a16:creationId xmlns:a16="http://schemas.microsoft.com/office/drawing/2014/main" id="{4B9C2CB2-DEBE-4F96-B827-4F6E0D6EAF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39" y="346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49" name="Line 58">
                  <a:extLst>
                    <a:ext uri="{FF2B5EF4-FFF2-40B4-BE49-F238E27FC236}">
                      <a16:creationId xmlns:a16="http://schemas.microsoft.com/office/drawing/2014/main" id="{34E86157-7357-4444-84AC-F09B24F095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98" y="346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50" name="Line 59">
                  <a:extLst>
                    <a:ext uri="{FF2B5EF4-FFF2-40B4-BE49-F238E27FC236}">
                      <a16:creationId xmlns:a16="http://schemas.microsoft.com/office/drawing/2014/main" id="{4015EC75-4292-424F-9A67-8AEC854DB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4" y="3417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54326" name="Line 60">
              <a:extLst>
                <a:ext uri="{FF2B5EF4-FFF2-40B4-BE49-F238E27FC236}">
                  <a16:creationId xmlns:a16="http://schemas.microsoft.com/office/drawing/2014/main" id="{D51C08F9-FC81-435C-BACD-E5A631F37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" y="768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327" name="Line 61">
              <a:extLst>
                <a:ext uri="{FF2B5EF4-FFF2-40B4-BE49-F238E27FC236}">
                  <a16:creationId xmlns:a16="http://schemas.microsoft.com/office/drawing/2014/main" id="{0C3CF967-6465-4A03-827D-DF60D76303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" y="1128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328" name="Line 62">
              <a:extLst>
                <a:ext uri="{FF2B5EF4-FFF2-40B4-BE49-F238E27FC236}">
                  <a16:creationId xmlns:a16="http://schemas.microsoft.com/office/drawing/2014/main" id="{D1A04E94-7A07-400E-B273-390AF834B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" y="1472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329" name="Line 63">
              <a:extLst>
                <a:ext uri="{FF2B5EF4-FFF2-40B4-BE49-F238E27FC236}">
                  <a16:creationId xmlns:a16="http://schemas.microsoft.com/office/drawing/2014/main" id="{89106976-40B8-4F17-818F-A1AC5764A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" y="1816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330" name="Line 64">
              <a:extLst>
                <a:ext uri="{FF2B5EF4-FFF2-40B4-BE49-F238E27FC236}">
                  <a16:creationId xmlns:a16="http://schemas.microsoft.com/office/drawing/2014/main" id="{EFE3A3CD-3CB1-4B09-A3D6-391AD3FAD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" y="2152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331" name="Line 65">
              <a:extLst>
                <a:ext uri="{FF2B5EF4-FFF2-40B4-BE49-F238E27FC236}">
                  <a16:creationId xmlns:a16="http://schemas.microsoft.com/office/drawing/2014/main" id="{6836E7AD-AF66-4C1E-9147-C4D239D5DF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" y="2488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332" name="Line 66">
              <a:extLst>
                <a:ext uri="{FF2B5EF4-FFF2-40B4-BE49-F238E27FC236}">
                  <a16:creationId xmlns:a16="http://schemas.microsoft.com/office/drawing/2014/main" id="{92567965-7ABC-4F3C-BC85-997D1F03E8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" y="2824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333" name="Line 67">
              <a:extLst>
                <a:ext uri="{FF2B5EF4-FFF2-40B4-BE49-F238E27FC236}">
                  <a16:creationId xmlns:a16="http://schemas.microsoft.com/office/drawing/2014/main" id="{83C98BA8-8EED-4751-970E-9330155E9F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" y="3160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334" name="Line 68">
              <a:extLst>
                <a:ext uri="{FF2B5EF4-FFF2-40B4-BE49-F238E27FC236}">
                  <a16:creationId xmlns:a16="http://schemas.microsoft.com/office/drawing/2014/main" id="{6C942727-1C70-4E86-8ABF-48E792AA31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" y="3464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335" name="Line 69">
              <a:extLst>
                <a:ext uri="{FF2B5EF4-FFF2-40B4-BE49-F238E27FC236}">
                  <a16:creationId xmlns:a16="http://schemas.microsoft.com/office/drawing/2014/main" id="{B1A54548-A9ED-4371-9D56-539D860A5B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" y="3800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60166" name="Group 70">
            <a:extLst>
              <a:ext uri="{FF2B5EF4-FFF2-40B4-BE49-F238E27FC236}">
                <a16:creationId xmlns:a16="http://schemas.microsoft.com/office/drawing/2014/main" id="{0B5F5B90-9D36-428F-988C-76AA47128317}"/>
              </a:ext>
            </a:extLst>
          </p:cNvPr>
          <p:cNvGrpSpPr>
            <a:grpSpLocks/>
          </p:cNvGrpSpPr>
          <p:nvPr/>
        </p:nvGrpSpPr>
        <p:grpSpPr bwMode="auto">
          <a:xfrm>
            <a:off x="3025775" y="912813"/>
            <a:ext cx="4719638" cy="5521325"/>
            <a:chOff x="1906" y="575"/>
            <a:chExt cx="2973" cy="3478"/>
          </a:xfrm>
        </p:grpSpPr>
        <p:grpSp>
          <p:nvGrpSpPr>
            <p:cNvPr id="54277" name="Group 71">
              <a:extLst>
                <a:ext uri="{FF2B5EF4-FFF2-40B4-BE49-F238E27FC236}">
                  <a16:creationId xmlns:a16="http://schemas.microsoft.com/office/drawing/2014/main" id="{42E0F485-4576-4AB1-96B1-9F34EAD182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" y="575"/>
              <a:ext cx="2973" cy="3478"/>
              <a:chOff x="1906" y="575"/>
              <a:chExt cx="2973" cy="3478"/>
            </a:xfrm>
          </p:grpSpPr>
          <p:grpSp>
            <p:nvGrpSpPr>
              <p:cNvPr id="54288" name="Group 72">
                <a:extLst>
                  <a:ext uri="{FF2B5EF4-FFF2-40B4-BE49-F238E27FC236}">
                    <a16:creationId xmlns:a16="http://schemas.microsoft.com/office/drawing/2014/main" id="{78A53922-CD97-4402-8B51-6ACB5E427E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06" y="575"/>
                <a:ext cx="2973" cy="3478"/>
                <a:chOff x="1906" y="575"/>
                <a:chExt cx="2973" cy="3478"/>
              </a:xfrm>
            </p:grpSpPr>
            <p:graphicFrame>
              <p:nvGraphicFramePr>
                <p:cNvPr id="54307" name="Object 73">
                  <a:extLst>
                    <a:ext uri="{FF2B5EF4-FFF2-40B4-BE49-F238E27FC236}">
                      <a16:creationId xmlns:a16="http://schemas.microsoft.com/office/drawing/2014/main" id="{DF76A57D-D7E8-4D79-96B7-D180B100D3C2}"/>
                    </a:ext>
                  </a:extLst>
                </p:cNvPr>
                <p:cNvGraphicFramePr>
                  <a:graphicFrameLocks noChangeAspect="1"/>
                </p:cNvGraphicFramePr>
                <p:nvPr/>
              </p:nvGraphicFramePr>
              <p:xfrm>
                <a:off x="2081" y="575"/>
                <a:ext cx="2603" cy="3478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29797" name="Image" r:id="rId4" imgW="6778776" imgH="12372245" progId="Photoshop.Image.6">
                        <p:embed/>
                      </p:oleObj>
                    </mc:Choice>
                    <mc:Fallback>
                      <p:oleObj name="Image" r:id="rId4" imgW="6778776" imgH="12372245" progId="Photoshop.Image.6">
                        <p:embed/>
                        <p:pic>
                          <p:nvPicPr>
                            <p:cNvPr id="54307" name="Object 73">
                              <a:extLst>
                                <a:ext uri="{FF2B5EF4-FFF2-40B4-BE49-F238E27FC236}">
                                  <a16:creationId xmlns:a16="http://schemas.microsoft.com/office/drawing/2014/main" id="{DF76A57D-D7E8-4D79-96B7-D180B100D3C2}"/>
                                </a:ext>
                              </a:extLst>
                            </p:cNvPr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5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081" y="575"/>
                              <a:ext cx="2603" cy="3478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sp>
              <p:nvSpPr>
                <p:cNvPr id="54308" name="Rectangle 74">
                  <a:extLst>
                    <a:ext uri="{FF2B5EF4-FFF2-40B4-BE49-F238E27FC236}">
                      <a16:creationId xmlns:a16="http://schemas.microsoft.com/office/drawing/2014/main" id="{38D56D5F-917A-4C5C-8360-D453904AD5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62" y="3851"/>
                  <a:ext cx="723" cy="147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09" name="Rectangle 75">
                  <a:extLst>
                    <a:ext uri="{FF2B5EF4-FFF2-40B4-BE49-F238E27FC236}">
                      <a16:creationId xmlns:a16="http://schemas.microsoft.com/office/drawing/2014/main" id="{8F8EFA36-CE05-4934-BD9F-C71BCB06EE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05" y="587"/>
                  <a:ext cx="474" cy="3456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10" name="Rectangle 76">
                  <a:extLst>
                    <a:ext uri="{FF2B5EF4-FFF2-40B4-BE49-F238E27FC236}">
                      <a16:creationId xmlns:a16="http://schemas.microsoft.com/office/drawing/2014/main" id="{FF522B17-DBCB-4D96-A2E4-1C83576D5B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6" y="587"/>
                  <a:ext cx="316" cy="3456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4311" name="Text Box 77">
                  <a:extLst>
                    <a:ext uri="{FF2B5EF4-FFF2-40B4-BE49-F238E27FC236}">
                      <a16:creationId xmlns:a16="http://schemas.microsoft.com/office/drawing/2014/main" id="{AECF2CED-EC25-46EB-9093-19C8F1FD02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56" y="825"/>
                  <a:ext cx="305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</a:p>
              </p:txBody>
            </p:sp>
            <p:sp>
              <p:nvSpPr>
                <p:cNvPr id="54312" name="Text Box 78">
                  <a:extLst>
                    <a:ext uri="{FF2B5EF4-FFF2-40B4-BE49-F238E27FC236}">
                      <a16:creationId xmlns:a16="http://schemas.microsoft.com/office/drawing/2014/main" id="{CA196BDA-15A1-46EE-8023-1A2A50B213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46" y="1435"/>
                  <a:ext cx="305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B</a:t>
                  </a:r>
                </a:p>
              </p:txBody>
            </p:sp>
            <p:sp>
              <p:nvSpPr>
                <p:cNvPr id="54313" name="Text Box 79">
                  <a:extLst>
                    <a:ext uri="{FF2B5EF4-FFF2-40B4-BE49-F238E27FC236}">
                      <a16:creationId xmlns:a16="http://schemas.microsoft.com/office/drawing/2014/main" id="{D21AA173-CEF9-4530-AFF3-08811C012F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34" y="2090"/>
                  <a:ext cx="305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</a:t>
                  </a:r>
                </a:p>
              </p:txBody>
            </p:sp>
            <p:sp>
              <p:nvSpPr>
                <p:cNvPr id="54314" name="Text Box 80">
                  <a:extLst>
                    <a:ext uri="{FF2B5EF4-FFF2-40B4-BE49-F238E27FC236}">
                      <a16:creationId xmlns:a16="http://schemas.microsoft.com/office/drawing/2014/main" id="{58BEB229-7D2D-4385-8366-C2C5FA452D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022" y="2745"/>
                  <a:ext cx="305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</a:p>
              </p:txBody>
            </p:sp>
            <p:sp>
              <p:nvSpPr>
                <p:cNvPr id="54315" name="Text Box 81">
                  <a:extLst>
                    <a:ext uri="{FF2B5EF4-FFF2-40B4-BE49-F238E27FC236}">
                      <a16:creationId xmlns:a16="http://schemas.microsoft.com/office/drawing/2014/main" id="{54E010C6-EDAD-44C7-817A-FDD0C012745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48" y="644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54316" name="Text Box 82">
                  <a:extLst>
                    <a:ext uri="{FF2B5EF4-FFF2-40B4-BE49-F238E27FC236}">
                      <a16:creationId xmlns:a16="http://schemas.microsoft.com/office/drawing/2014/main" id="{134E1067-3C3A-4F78-BE14-E953F541F0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48" y="950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54317" name="Text Box 83">
                  <a:extLst>
                    <a:ext uri="{FF2B5EF4-FFF2-40B4-BE49-F238E27FC236}">
                      <a16:creationId xmlns:a16="http://schemas.microsoft.com/office/drawing/2014/main" id="{8ED91A1D-B0C2-48F9-9D15-B7232EFB68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70" y="1276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54318" name="Text Box 84">
                  <a:extLst>
                    <a:ext uri="{FF2B5EF4-FFF2-40B4-BE49-F238E27FC236}">
                      <a16:creationId xmlns:a16="http://schemas.microsoft.com/office/drawing/2014/main" id="{2248F353-B33E-4AA2-98DE-F6A440FB490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70" y="1604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54319" name="Text Box 85">
                  <a:extLst>
                    <a:ext uri="{FF2B5EF4-FFF2-40B4-BE49-F238E27FC236}">
                      <a16:creationId xmlns:a16="http://schemas.microsoft.com/office/drawing/2014/main" id="{6E016451-2BFE-4889-A454-258CABFF7E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70" y="1920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54320" name="Text Box 86">
                  <a:extLst>
                    <a:ext uri="{FF2B5EF4-FFF2-40B4-BE49-F238E27FC236}">
                      <a16:creationId xmlns:a16="http://schemas.microsoft.com/office/drawing/2014/main" id="{D53B1AB6-5653-4F44-A4ED-0F274A3936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59" y="2236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5</a:t>
                  </a:r>
                </a:p>
              </p:txBody>
            </p:sp>
            <p:sp>
              <p:nvSpPr>
                <p:cNvPr id="54321" name="Text Box 87">
                  <a:extLst>
                    <a:ext uri="{FF2B5EF4-FFF2-40B4-BE49-F238E27FC236}">
                      <a16:creationId xmlns:a16="http://schemas.microsoft.com/office/drawing/2014/main" id="{455DD02C-CA8B-4A59-A1C2-4B06EBAFFB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59" y="2552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54322" name="Text Box 88">
                  <a:extLst>
                    <a:ext uri="{FF2B5EF4-FFF2-40B4-BE49-F238E27FC236}">
                      <a16:creationId xmlns:a16="http://schemas.microsoft.com/office/drawing/2014/main" id="{54234B3D-6D06-49E5-B637-B7741CCD64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82" y="2880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7</a:t>
                  </a:r>
                </a:p>
              </p:txBody>
            </p:sp>
            <p:sp>
              <p:nvSpPr>
                <p:cNvPr id="54323" name="Text Box 89">
                  <a:extLst>
                    <a:ext uri="{FF2B5EF4-FFF2-40B4-BE49-F238E27FC236}">
                      <a16:creationId xmlns:a16="http://schemas.microsoft.com/office/drawing/2014/main" id="{1802DE0A-426C-4B81-B96B-6C9B3FD0D8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71" y="3196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8</a:t>
                  </a:r>
                </a:p>
              </p:txBody>
            </p:sp>
            <p:sp>
              <p:nvSpPr>
                <p:cNvPr id="54324" name="Text Box 90">
                  <a:extLst>
                    <a:ext uri="{FF2B5EF4-FFF2-40B4-BE49-F238E27FC236}">
                      <a16:creationId xmlns:a16="http://schemas.microsoft.com/office/drawing/2014/main" id="{BCD4EC71-B58B-425A-B76F-D62D848BCA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382" y="3512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9</a:t>
                  </a:r>
                </a:p>
              </p:txBody>
            </p:sp>
          </p:grpSp>
          <p:sp>
            <p:nvSpPr>
              <p:cNvPr id="54289" name="Text Box 91">
                <a:extLst>
                  <a:ext uri="{FF2B5EF4-FFF2-40B4-BE49-F238E27FC236}">
                    <a16:creationId xmlns:a16="http://schemas.microsoft.com/office/drawing/2014/main" id="{AA1D602F-6B94-4B71-89D9-F49CCF1191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91" y="859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4290" name="Text Box 92">
                <a:extLst>
                  <a:ext uri="{FF2B5EF4-FFF2-40B4-BE49-F238E27FC236}">
                    <a16:creationId xmlns:a16="http://schemas.microsoft.com/office/drawing/2014/main" id="{FA8DFA9B-F7B9-4DE5-BA82-8877AEAEC3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02" y="1467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4291" name="Text Box 93">
                <a:extLst>
                  <a:ext uri="{FF2B5EF4-FFF2-40B4-BE49-F238E27FC236}">
                    <a16:creationId xmlns:a16="http://schemas.microsoft.com/office/drawing/2014/main" id="{FC2B7702-AC5A-41DF-88BA-4ED85D7314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3" y="2108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4292" name="Text Box 94">
                <a:extLst>
                  <a:ext uri="{FF2B5EF4-FFF2-40B4-BE49-F238E27FC236}">
                    <a16:creationId xmlns:a16="http://schemas.microsoft.com/office/drawing/2014/main" id="{B3A3BCAC-64EB-496E-9397-E32A9C0AD2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91" y="2739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4293" name="Text Box 95">
                <a:extLst>
                  <a:ext uri="{FF2B5EF4-FFF2-40B4-BE49-F238E27FC236}">
                    <a16:creationId xmlns:a16="http://schemas.microsoft.com/office/drawing/2014/main" id="{9184ACA5-5D63-4EAF-9075-7F7E32020A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59" y="870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4294" name="Text Box 96">
                <a:extLst>
                  <a:ext uri="{FF2B5EF4-FFF2-40B4-BE49-F238E27FC236}">
                    <a16:creationId xmlns:a16="http://schemas.microsoft.com/office/drawing/2014/main" id="{4475668E-FB0F-4C1E-ABA1-D5DBCF3403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59" y="1446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4295" name="Text Box 97">
                <a:extLst>
                  <a:ext uri="{FF2B5EF4-FFF2-40B4-BE49-F238E27FC236}">
                    <a16:creationId xmlns:a16="http://schemas.microsoft.com/office/drawing/2014/main" id="{4E99C1F8-C2FE-40FA-8EFB-70D32FEDAD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70" y="2098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4296" name="Text Box 98">
                <a:extLst>
                  <a:ext uri="{FF2B5EF4-FFF2-40B4-BE49-F238E27FC236}">
                    <a16:creationId xmlns:a16="http://schemas.microsoft.com/office/drawing/2014/main" id="{D4CE1701-9149-4A91-9EA5-5E081CC8F8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48" y="2739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4297" name="Text Box 99">
                <a:extLst>
                  <a:ext uri="{FF2B5EF4-FFF2-40B4-BE49-F238E27FC236}">
                    <a16:creationId xmlns:a16="http://schemas.microsoft.com/office/drawing/2014/main" id="{2A3B59AE-4237-482B-9103-F90421F94F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9" y="652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4298" name="Text Box 100">
                <a:extLst>
                  <a:ext uri="{FF2B5EF4-FFF2-40B4-BE49-F238E27FC236}">
                    <a16:creationId xmlns:a16="http://schemas.microsoft.com/office/drawing/2014/main" id="{CE2EE980-4947-42DE-A21F-C501394DBE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10" y="978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4299" name="Text Box 101">
                <a:extLst>
                  <a:ext uri="{FF2B5EF4-FFF2-40B4-BE49-F238E27FC236}">
                    <a16:creationId xmlns:a16="http://schemas.microsoft.com/office/drawing/2014/main" id="{963CBD4A-85AD-427E-A5F3-F216218423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10" y="1293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4300" name="Text Box 102">
                <a:extLst>
                  <a:ext uri="{FF2B5EF4-FFF2-40B4-BE49-F238E27FC236}">
                    <a16:creationId xmlns:a16="http://schemas.microsoft.com/office/drawing/2014/main" id="{D0FDD55C-F508-4E14-9584-1A44E5C521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9" y="1619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4301" name="Text Box 103">
                <a:extLst>
                  <a:ext uri="{FF2B5EF4-FFF2-40B4-BE49-F238E27FC236}">
                    <a16:creationId xmlns:a16="http://schemas.microsoft.com/office/drawing/2014/main" id="{823B7791-D541-488B-A357-4DEFBACC3E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88" y="1924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4302" name="Text Box 104">
                <a:extLst>
                  <a:ext uri="{FF2B5EF4-FFF2-40B4-BE49-F238E27FC236}">
                    <a16:creationId xmlns:a16="http://schemas.microsoft.com/office/drawing/2014/main" id="{8FA9CB5B-38B7-42AB-8953-DF383D184C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10" y="2250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4303" name="Text Box 105">
                <a:extLst>
                  <a:ext uri="{FF2B5EF4-FFF2-40B4-BE49-F238E27FC236}">
                    <a16:creationId xmlns:a16="http://schemas.microsoft.com/office/drawing/2014/main" id="{3DDBD926-8D00-457A-BE12-D785DBAE47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88" y="2576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4304" name="Text Box 106">
                <a:extLst>
                  <a:ext uri="{FF2B5EF4-FFF2-40B4-BE49-F238E27FC236}">
                    <a16:creationId xmlns:a16="http://schemas.microsoft.com/office/drawing/2014/main" id="{D4F44666-E141-4AB9-B578-40E8783A1E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9" y="2902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4305" name="Text Box 107">
                <a:extLst>
                  <a:ext uri="{FF2B5EF4-FFF2-40B4-BE49-F238E27FC236}">
                    <a16:creationId xmlns:a16="http://schemas.microsoft.com/office/drawing/2014/main" id="{47584C73-8F8E-4830-8407-1972E4B525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88" y="3217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4306" name="Text Box 108">
                <a:extLst>
                  <a:ext uri="{FF2B5EF4-FFF2-40B4-BE49-F238E27FC236}">
                    <a16:creationId xmlns:a16="http://schemas.microsoft.com/office/drawing/2014/main" id="{FD0A6297-F449-40C9-B3A7-5CBC7EF7AD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88" y="3532"/>
                <a:ext cx="174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</p:grpSp>
        <p:sp>
          <p:nvSpPr>
            <p:cNvPr id="54278" name="Line 109">
              <a:extLst>
                <a:ext uri="{FF2B5EF4-FFF2-40B4-BE49-F238E27FC236}">
                  <a16:creationId xmlns:a16="http://schemas.microsoft.com/office/drawing/2014/main" id="{D9C20C0D-3991-457B-84B3-C2DC202A2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8" y="704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279" name="Line 110">
              <a:extLst>
                <a:ext uri="{FF2B5EF4-FFF2-40B4-BE49-F238E27FC236}">
                  <a16:creationId xmlns:a16="http://schemas.microsoft.com/office/drawing/2014/main" id="{F4946281-B513-4F49-943F-A4C3D189A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6" y="1016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280" name="Line 111">
              <a:extLst>
                <a:ext uri="{FF2B5EF4-FFF2-40B4-BE49-F238E27FC236}">
                  <a16:creationId xmlns:a16="http://schemas.microsoft.com/office/drawing/2014/main" id="{2992BE96-56F1-4FBE-848A-DEB4641D1B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4" y="1344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281" name="Line 112">
              <a:extLst>
                <a:ext uri="{FF2B5EF4-FFF2-40B4-BE49-F238E27FC236}">
                  <a16:creationId xmlns:a16="http://schemas.microsoft.com/office/drawing/2014/main" id="{F58848C0-92C7-4AB4-B1FB-CDE3F93835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2" y="1672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282" name="Line 113">
              <a:extLst>
                <a:ext uri="{FF2B5EF4-FFF2-40B4-BE49-F238E27FC236}">
                  <a16:creationId xmlns:a16="http://schemas.microsoft.com/office/drawing/2014/main" id="{E3BC8C88-9831-4535-8DAC-DD3016D25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2" y="1984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283" name="Line 114">
              <a:extLst>
                <a:ext uri="{FF2B5EF4-FFF2-40B4-BE49-F238E27FC236}">
                  <a16:creationId xmlns:a16="http://schemas.microsoft.com/office/drawing/2014/main" id="{C6DD7E48-7345-4D4C-BF71-8B26A21D1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4" y="2304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284" name="Line 115">
              <a:extLst>
                <a:ext uri="{FF2B5EF4-FFF2-40B4-BE49-F238E27FC236}">
                  <a16:creationId xmlns:a16="http://schemas.microsoft.com/office/drawing/2014/main" id="{F2216848-4CA5-4E11-9F08-9F65617F41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6" y="2608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285" name="Line 116">
              <a:extLst>
                <a:ext uri="{FF2B5EF4-FFF2-40B4-BE49-F238E27FC236}">
                  <a16:creationId xmlns:a16="http://schemas.microsoft.com/office/drawing/2014/main" id="{87F812AA-6959-4F99-AEEB-5298751F3F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2944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286" name="Line 117">
              <a:extLst>
                <a:ext uri="{FF2B5EF4-FFF2-40B4-BE49-F238E27FC236}">
                  <a16:creationId xmlns:a16="http://schemas.microsoft.com/office/drawing/2014/main" id="{1D39A413-178D-483E-839D-4534FA5FA9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264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287" name="Line 118">
              <a:extLst>
                <a:ext uri="{FF2B5EF4-FFF2-40B4-BE49-F238E27FC236}">
                  <a16:creationId xmlns:a16="http://schemas.microsoft.com/office/drawing/2014/main" id="{3FA72CB9-52F1-4373-80C6-519358D8BE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6" y="3576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791595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00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00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260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60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0098" grpId="0" autoUpdateAnimBg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Rectangle 2">
            <a:extLst>
              <a:ext uri="{FF2B5EF4-FFF2-40B4-BE49-F238E27FC236}">
                <a16:creationId xmlns:a16="http://schemas.microsoft.com/office/drawing/2014/main" id="{5B3227AE-E608-4F0A-9974-4BE2239E72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8125" y="146050"/>
            <a:ext cx="4203700" cy="4445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kumimoji="0" lang="zh-CN" altLang="en-US" sz="2800" b="1" dirty="0">
                <a:solidFill>
                  <a:srgbClr val="1F08F8"/>
                </a:solidFill>
              </a:rPr>
              <a:t>不完全译码的</a:t>
            </a:r>
            <a:r>
              <a:rPr kumimoji="0" lang="en-US" altLang="zh-CN" sz="2800" b="1" dirty="0">
                <a:solidFill>
                  <a:srgbClr val="1F08F8"/>
                </a:solidFill>
              </a:rPr>
              <a:t>BCD</a:t>
            </a:r>
            <a:r>
              <a:rPr kumimoji="0" lang="zh-CN" altLang="en-US" sz="2800" b="1" dirty="0">
                <a:solidFill>
                  <a:srgbClr val="1F08F8"/>
                </a:solidFill>
              </a:rPr>
              <a:t>译码器</a:t>
            </a:r>
          </a:p>
        </p:txBody>
      </p:sp>
      <p:sp>
        <p:nvSpPr>
          <p:cNvPr id="261123" name="Text Box 3">
            <a:extLst>
              <a:ext uri="{FF2B5EF4-FFF2-40B4-BE49-F238E27FC236}">
                <a16:creationId xmlns:a16="http://schemas.microsoft.com/office/drawing/2014/main" id="{2443F334-F549-4DEB-B05E-C844A03527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425" y="719138"/>
            <a:ext cx="6904038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当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ABCD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＝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0101~1111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时，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0" lang="en-US" altLang="zh-CN" sz="2800" b="1" i="0" u="none" strike="noStrike" kern="1200" cap="none" spc="0" normalizeH="0" baseline="-30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0~9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均为任意值</a:t>
            </a:r>
          </a:p>
        </p:txBody>
      </p:sp>
      <p:grpSp>
        <p:nvGrpSpPr>
          <p:cNvPr id="261124" name="Group 4">
            <a:extLst>
              <a:ext uri="{FF2B5EF4-FFF2-40B4-BE49-F238E27FC236}">
                <a16:creationId xmlns:a16="http://schemas.microsoft.com/office/drawing/2014/main" id="{D2F76B89-511A-4BED-9E2E-8645AB7AD3C0}"/>
              </a:ext>
            </a:extLst>
          </p:cNvPr>
          <p:cNvGrpSpPr>
            <a:grpSpLocks/>
          </p:cNvGrpSpPr>
          <p:nvPr/>
        </p:nvGrpSpPr>
        <p:grpSpPr bwMode="auto">
          <a:xfrm>
            <a:off x="5549900" y="2216150"/>
            <a:ext cx="3130550" cy="2754313"/>
            <a:chOff x="3451" y="741"/>
            <a:chExt cx="1972" cy="1735"/>
          </a:xfrm>
        </p:grpSpPr>
        <p:grpSp>
          <p:nvGrpSpPr>
            <p:cNvPr id="55323" name="Group 5">
              <a:extLst>
                <a:ext uri="{FF2B5EF4-FFF2-40B4-BE49-F238E27FC236}">
                  <a16:creationId xmlns:a16="http://schemas.microsoft.com/office/drawing/2014/main" id="{93765146-B57B-40BC-B9B1-F2FB71D247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50"/>
              <a:ext cx="1491" cy="1326"/>
              <a:chOff x="816" y="1570"/>
              <a:chExt cx="1994" cy="1969"/>
            </a:xfrm>
          </p:grpSpPr>
          <p:sp>
            <p:nvSpPr>
              <p:cNvPr id="55338" name="Rectangle 6">
                <a:extLst>
                  <a:ext uri="{FF2B5EF4-FFF2-40B4-BE49-F238E27FC236}">
                    <a16:creationId xmlns:a16="http://schemas.microsoft.com/office/drawing/2014/main" id="{3053902F-ADC0-485B-B6FB-58F298529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</a:t>
                </a:r>
              </a:p>
            </p:txBody>
          </p:sp>
          <p:sp>
            <p:nvSpPr>
              <p:cNvPr id="55339" name="Rectangle 7">
                <a:extLst>
                  <a:ext uri="{FF2B5EF4-FFF2-40B4-BE49-F238E27FC236}">
                    <a16:creationId xmlns:a16="http://schemas.microsoft.com/office/drawing/2014/main" id="{B6993842-4314-4E2A-A2E4-40713397C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</a:t>
                </a:r>
              </a:p>
            </p:txBody>
          </p:sp>
          <p:sp>
            <p:nvSpPr>
              <p:cNvPr id="55340" name="Rectangle 8">
                <a:extLst>
                  <a:ext uri="{FF2B5EF4-FFF2-40B4-BE49-F238E27FC236}">
                    <a16:creationId xmlns:a16="http://schemas.microsoft.com/office/drawing/2014/main" id="{A1C4888F-DDF9-4A36-8DFD-8A5870CFB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5341" name="Rectangle 9">
                <a:extLst>
                  <a:ext uri="{FF2B5EF4-FFF2-40B4-BE49-F238E27FC236}">
                    <a16:creationId xmlns:a16="http://schemas.microsoft.com/office/drawing/2014/main" id="{3A9E091A-856B-494C-85B4-7B0C87044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5342" name="Rectangle 10">
                <a:extLst>
                  <a:ext uri="{FF2B5EF4-FFF2-40B4-BE49-F238E27FC236}">
                    <a16:creationId xmlns:a16="http://schemas.microsoft.com/office/drawing/2014/main" id="{0364627B-F4D3-4AB0-BD4B-9C8869786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</a:t>
                </a:r>
              </a:p>
            </p:txBody>
          </p:sp>
          <p:sp>
            <p:nvSpPr>
              <p:cNvPr id="55343" name="Rectangle 11">
                <a:extLst>
                  <a:ext uri="{FF2B5EF4-FFF2-40B4-BE49-F238E27FC236}">
                    <a16:creationId xmlns:a16="http://schemas.microsoft.com/office/drawing/2014/main" id="{C24ABB15-B67A-43F9-81C3-E1753F29B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</a:t>
                </a:r>
              </a:p>
            </p:txBody>
          </p:sp>
          <p:sp>
            <p:nvSpPr>
              <p:cNvPr id="55344" name="Rectangle 12">
                <a:extLst>
                  <a:ext uri="{FF2B5EF4-FFF2-40B4-BE49-F238E27FC236}">
                    <a16:creationId xmlns:a16="http://schemas.microsoft.com/office/drawing/2014/main" id="{D0AAD384-9C05-4A2E-A4AB-C7B9DFA4F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</a:t>
                </a:r>
              </a:p>
            </p:txBody>
          </p:sp>
          <p:sp>
            <p:nvSpPr>
              <p:cNvPr id="55345" name="Rectangle 13">
                <a:extLst>
                  <a:ext uri="{FF2B5EF4-FFF2-40B4-BE49-F238E27FC236}">
                    <a16:creationId xmlns:a16="http://schemas.microsoft.com/office/drawing/2014/main" id="{B7218F46-67FB-4230-9C19-B35BBC935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46" name="Rectangle 14">
                <a:extLst>
                  <a:ext uri="{FF2B5EF4-FFF2-40B4-BE49-F238E27FC236}">
                    <a16:creationId xmlns:a16="http://schemas.microsoft.com/office/drawing/2014/main" id="{A6BB13AF-BB9F-4D83-853C-5EF066E47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5347" name="Rectangle 15">
                <a:extLst>
                  <a:ext uri="{FF2B5EF4-FFF2-40B4-BE49-F238E27FC236}">
                    <a16:creationId xmlns:a16="http://schemas.microsoft.com/office/drawing/2014/main" id="{4C0F0DF5-1360-41DD-B9B1-F2D3E263B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5348" name="Rectangle 16">
                <a:extLst>
                  <a:ext uri="{FF2B5EF4-FFF2-40B4-BE49-F238E27FC236}">
                    <a16:creationId xmlns:a16="http://schemas.microsoft.com/office/drawing/2014/main" id="{D04ADC1A-A2FC-43B2-BA07-40653DC76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5349" name="Rectangle 17">
                <a:extLst>
                  <a:ext uri="{FF2B5EF4-FFF2-40B4-BE49-F238E27FC236}">
                    <a16:creationId xmlns:a16="http://schemas.microsoft.com/office/drawing/2014/main" id="{0FFE4A96-211A-47DB-9789-5015DB85A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5350" name="Rectangle 18">
                <a:extLst>
                  <a:ext uri="{FF2B5EF4-FFF2-40B4-BE49-F238E27FC236}">
                    <a16:creationId xmlns:a16="http://schemas.microsoft.com/office/drawing/2014/main" id="{861B3E12-FB24-46EA-84DA-3BD5BE048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5351" name="Rectangle 19">
                <a:extLst>
                  <a:ext uri="{FF2B5EF4-FFF2-40B4-BE49-F238E27FC236}">
                    <a16:creationId xmlns:a16="http://schemas.microsoft.com/office/drawing/2014/main" id="{6CDC5594-A2C7-4A29-ABC3-C2556CBF3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5352" name="Rectangle 20">
                <a:extLst>
                  <a:ext uri="{FF2B5EF4-FFF2-40B4-BE49-F238E27FC236}">
                    <a16:creationId xmlns:a16="http://schemas.microsoft.com/office/drawing/2014/main" id="{C163613E-EBF4-4463-88A4-D0E016F46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5353" name="Rectangle 21">
                <a:extLst>
                  <a:ext uri="{FF2B5EF4-FFF2-40B4-BE49-F238E27FC236}">
                    <a16:creationId xmlns:a16="http://schemas.microsoft.com/office/drawing/2014/main" id="{2E741E7B-0FE2-43F9-AB79-D511C2443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55354" name="Line 22">
                <a:extLst>
                  <a:ext uri="{FF2B5EF4-FFF2-40B4-BE49-F238E27FC236}">
                    <a16:creationId xmlns:a16="http://schemas.microsoft.com/office/drawing/2014/main" id="{FE4AAC69-FAB7-47D7-8538-A3D1712B48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55" name="Line 23">
                <a:extLst>
                  <a:ext uri="{FF2B5EF4-FFF2-40B4-BE49-F238E27FC236}">
                    <a16:creationId xmlns:a16="http://schemas.microsoft.com/office/drawing/2014/main" id="{C1116736-8867-4356-9310-0377CDECD4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061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56" name="Line 24">
                <a:extLst>
                  <a:ext uri="{FF2B5EF4-FFF2-40B4-BE49-F238E27FC236}">
                    <a16:creationId xmlns:a16="http://schemas.microsoft.com/office/drawing/2014/main" id="{8E739E59-4236-4C8D-9363-1067BDFD85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554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57" name="Line 25">
                <a:extLst>
                  <a:ext uri="{FF2B5EF4-FFF2-40B4-BE49-F238E27FC236}">
                    <a16:creationId xmlns:a16="http://schemas.microsoft.com/office/drawing/2014/main" id="{AED4646A-A253-44B0-A1B2-40C76A066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047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58" name="Line 26">
                <a:extLst>
                  <a:ext uri="{FF2B5EF4-FFF2-40B4-BE49-F238E27FC236}">
                    <a16:creationId xmlns:a16="http://schemas.microsoft.com/office/drawing/2014/main" id="{111E8310-EEC7-4C66-9D33-C71341406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539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59" name="Line 27">
                <a:extLst>
                  <a:ext uri="{FF2B5EF4-FFF2-40B4-BE49-F238E27FC236}">
                    <a16:creationId xmlns:a16="http://schemas.microsoft.com/office/drawing/2014/main" id="{8102546D-8F86-45CD-A39E-784F230BF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60" name="Line 28">
                <a:extLst>
                  <a:ext uri="{FF2B5EF4-FFF2-40B4-BE49-F238E27FC236}">
                    <a16:creationId xmlns:a16="http://schemas.microsoft.com/office/drawing/2014/main" id="{96F49AAF-A65D-435D-B3F7-BB947B76EF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5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61" name="Line 29">
                <a:extLst>
                  <a:ext uri="{FF2B5EF4-FFF2-40B4-BE49-F238E27FC236}">
                    <a16:creationId xmlns:a16="http://schemas.microsoft.com/office/drawing/2014/main" id="{5835A8CD-1DAA-487B-AB68-595920FAC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4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62" name="Line 30">
                <a:extLst>
                  <a:ext uri="{FF2B5EF4-FFF2-40B4-BE49-F238E27FC236}">
                    <a16:creationId xmlns:a16="http://schemas.microsoft.com/office/drawing/2014/main" id="{68178E9B-295D-47DC-BC5A-A11256E29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2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63" name="Line 31">
                <a:extLst>
                  <a:ext uri="{FF2B5EF4-FFF2-40B4-BE49-F238E27FC236}">
                    <a16:creationId xmlns:a16="http://schemas.microsoft.com/office/drawing/2014/main" id="{AF50DBB4-CDEE-4848-A79D-9E0D4F8BF7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0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55324" name="Line 32">
              <a:extLst>
                <a:ext uri="{FF2B5EF4-FFF2-40B4-BE49-F238E27FC236}">
                  <a16:creationId xmlns:a16="http://schemas.microsoft.com/office/drawing/2014/main" id="{D65E3F33-6F99-4A6B-82D0-105010781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27" y="889"/>
              <a:ext cx="275" cy="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55325" name="Group 33">
              <a:extLst>
                <a:ext uri="{FF2B5EF4-FFF2-40B4-BE49-F238E27FC236}">
                  <a16:creationId xmlns:a16="http://schemas.microsoft.com/office/drawing/2014/main" id="{BACA0DC6-EBB4-483D-BB4A-CD0FEFF067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1" y="741"/>
              <a:ext cx="447" cy="601"/>
              <a:chOff x="1326" y="1162"/>
              <a:chExt cx="556" cy="757"/>
            </a:xfrm>
          </p:grpSpPr>
          <p:sp>
            <p:nvSpPr>
              <p:cNvPr id="55334" name="Text Box 34">
                <a:extLst>
                  <a:ext uri="{FF2B5EF4-FFF2-40B4-BE49-F238E27FC236}">
                    <a16:creationId xmlns:a16="http://schemas.microsoft.com/office/drawing/2014/main" id="{F92ED3ED-61A4-4C68-BA0B-FEB3DB6F80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2" y="1162"/>
                <a:ext cx="273" cy="3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55335" name="Text Box 35">
                <a:extLst>
                  <a:ext uri="{FF2B5EF4-FFF2-40B4-BE49-F238E27FC236}">
                    <a16:creationId xmlns:a16="http://schemas.microsoft.com/office/drawing/2014/main" id="{BD14AA4E-E81B-49C9-A719-5B2AD6098C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09" y="1345"/>
                <a:ext cx="273" cy="3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55336" name="Text Box 36">
                <a:extLst>
                  <a:ext uri="{FF2B5EF4-FFF2-40B4-BE49-F238E27FC236}">
                    <a16:creationId xmlns:a16="http://schemas.microsoft.com/office/drawing/2014/main" id="{546AD14B-867F-4A19-9246-BDBC897843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6" y="1416"/>
                <a:ext cx="273" cy="3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</a:p>
            </p:txBody>
          </p:sp>
          <p:sp>
            <p:nvSpPr>
              <p:cNvPr id="55337" name="Text Box 37">
                <a:extLst>
                  <a:ext uri="{FF2B5EF4-FFF2-40B4-BE49-F238E27FC236}">
                    <a16:creationId xmlns:a16="http://schemas.microsoft.com/office/drawing/2014/main" id="{A9A62CDF-9387-4E57-921B-B4442BA819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4" y="1553"/>
                <a:ext cx="272" cy="3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</a:p>
            </p:txBody>
          </p:sp>
        </p:grpSp>
        <p:sp>
          <p:nvSpPr>
            <p:cNvPr id="55326" name="Text Box 38">
              <a:extLst>
                <a:ext uri="{FF2B5EF4-FFF2-40B4-BE49-F238E27FC236}">
                  <a16:creationId xmlns:a16="http://schemas.microsoft.com/office/drawing/2014/main" id="{6DB169A2-AAF3-426A-951F-9C6053B1EF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21" y="914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55327" name="Text Box 39">
              <a:extLst>
                <a:ext uri="{FF2B5EF4-FFF2-40B4-BE49-F238E27FC236}">
                  <a16:creationId xmlns:a16="http://schemas.microsoft.com/office/drawing/2014/main" id="{4722C63D-2222-46F1-B936-4E68D1D6B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5" y="906"/>
              <a:ext cx="55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55328" name="Text Box 40">
              <a:extLst>
                <a:ext uri="{FF2B5EF4-FFF2-40B4-BE49-F238E27FC236}">
                  <a16:creationId xmlns:a16="http://schemas.microsoft.com/office/drawing/2014/main" id="{C3E312A6-551A-4048-9BA5-93802AA425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8" y="903"/>
              <a:ext cx="4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55329" name="Text Box 41">
              <a:extLst>
                <a:ext uri="{FF2B5EF4-FFF2-40B4-BE49-F238E27FC236}">
                  <a16:creationId xmlns:a16="http://schemas.microsoft.com/office/drawing/2014/main" id="{B519B6B3-BE49-4452-9868-7A134A0C45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7" y="917"/>
              <a:ext cx="49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55330" name="Text Box 42">
              <a:extLst>
                <a:ext uri="{FF2B5EF4-FFF2-40B4-BE49-F238E27FC236}">
                  <a16:creationId xmlns:a16="http://schemas.microsoft.com/office/drawing/2014/main" id="{5510B966-D893-483C-8BE8-860E125EB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4" y="1209"/>
              <a:ext cx="47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55331" name="Text Box 43">
              <a:extLst>
                <a:ext uri="{FF2B5EF4-FFF2-40B4-BE49-F238E27FC236}">
                  <a16:creationId xmlns:a16="http://schemas.microsoft.com/office/drawing/2014/main" id="{CA08DA1C-40A2-413C-A8C4-2CFA1DFF6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6" y="1849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55332" name="Text Box 44">
              <a:extLst>
                <a:ext uri="{FF2B5EF4-FFF2-40B4-BE49-F238E27FC236}">
                  <a16:creationId xmlns:a16="http://schemas.microsoft.com/office/drawing/2014/main" id="{662790FE-C14E-4ACB-86E8-1802C4AF83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2" y="1520"/>
              <a:ext cx="41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55333" name="Text Box 45">
              <a:extLst>
                <a:ext uri="{FF2B5EF4-FFF2-40B4-BE49-F238E27FC236}">
                  <a16:creationId xmlns:a16="http://schemas.microsoft.com/office/drawing/2014/main" id="{4A511F15-B6EC-469A-AE0D-EB0CC1003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5" y="2179"/>
              <a:ext cx="37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</p:grpSp>
      <p:grpSp>
        <p:nvGrpSpPr>
          <p:cNvPr id="261166" name="Group 46">
            <a:extLst>
              <a:ext uri="{FF2B5EF4-FFF2-40B4-BE49-F238E27FC236}">
                <a16:creationId xmlns:a16="http://schemas.microsoft.com/office/drawing/2014/main" id="{EC1BF94D-6DFF-415F-A27D-149BC8023089}"/>
              </a:ext>
            </a:extLst>
          </p:cNvPr>
          <p:cNvGrpSpPr>
            <a:grpSpLocks/>
          </p:cNvGrpSpPr>
          <p:nvPr/>
        </p:nvGrpSpPr>
        <p:grpSpPr bwMode="auto">
          <a:xfrm>
            <a:off x="242888" y="1474788"/>
            <a:ext cx="5059362" cy="5146675"/>
            <a:chOff x="153" y="929"/>
            <a:chExt cx="3187" cy="3242"/>
          </a:xfrm>
        </p:grpSpPr>
        <p:grpSp>
          <p:nvGrpSpPr>
            <p:cNvPr id="55302" name="Group 47">
              <a:extLst>
                <a:ext uri="{FF2B5EF4-FFF2-40B4-BE49-F238E27FC236}">
                  <a16:creationId xmlns:a16="http://schemas.microsoft.com/office/drawing/2014/main" id="{1A8C56A8-5A2B-43B4-A208-0276DE4A58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" y="929"/>
              <a:ext cx="3187" cy="3242"/>
              <a:chOff x="153" y="929"/>
              <a:chExt cx="3187" cy="3242"/>
            </a:xfrm>
          </p:grpSpPr>
          <p:grpSp>
            <p:nvGrpSpPr>
              <p:cNvPr id="55313" name="Group 48">
                <a:extLst>
                  <a:ext uri="{FF2B5EF4-FFF2-40B4-BE49-F238E27FC236}">
                    <a16:creationId xmlns:a16="http://schemas.microsoft.com/office/drawing/2014/main" id="{369598C4-C358-4AC2-85C9-E9EC5099EE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" y="929"/>
                <a:ext cx="3187" cy="3242"/>
                <a:chOff x="1225" y="763"/>
                <a:chExt cx="3187" cy="3072"/>
              </a:xfrm>
            </p:grpSpPr>
            <p:graphicFrame>
              <p:nvGraphicFramePr>
                <p:cNvPr id="55321" name="Object 49">
                  <a:extLst>
                    <a:ext uri="{FF2B5EF4-FFF2-40B4-BE49-F238E27FC236}">
                      <a16:creationId xmlns:a16="http://schemas.microsoft.com/office/drawing/2014/main" id="{7CEC046B-1B54-441E-B226-FFF1606C7005}"/>
                    </a:ext>
                  </a:extLst>
                </p:cNvPr>
                <p:cNvGraphicFramePr>
                  <a:graphicFrameLocks noChangeAspect="1"/>
                </p:cNvGraphicFramePr>
                <p:nvPr/>
              </p:nvGraphicFramePr>
              <p:xfrm>
                <a:off x="1225" y="763"/>
                <a:ext cx="3187" cy="307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0820" name="Image" r:id="rId3" imgW="7738776" imgH="9237551" progId="Photoshop.Image.6">
                        <p:embed/>
                      </p:oleObj>
                    </mc:Choice>
                    <mc:Fallback>
                      <p:oleObj name="Image" r:id="rId3" imgW="7738776" imgH="9237551" progId="Photoshop.Image.6">
                        <p:embed/>
                        <p:pic>
                          <p:nvPicPr>
                            <p:cNvPr id="55321" name="Object 49">
                              <a:extLst>
                                <a:ext uri="{FF2B5EF4-FFF2-40B4-BE49-F238E27FC236}">
                                  <a16:creationId xmlns:a16="http://schemas.microsoft.com/office/drawing/2014/main" id="{7CEC046B-1B54-441E-B226-FFF1606C7005}"/>
                                </a:ext>
                              </a:extLst>
                            </p:cNvPr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4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1225" y="763"/>
                              <a:ext cx="3187" cy="3072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sp>
              <p:nvSpPr>
                <p:cNvPr id="55322" name="Rectangle 50">
                  <a:extLst>
                    <a:ext uri="{FF2B5EF4-FFF2-40B4-BE49-F238E27FC236}">
                      <a16:creationId xmlns:a16="http://schemas.microsoft.com/office/drawing/2014/main" id="{44EF7EBF-F1B7-45ED-8A98-1BD6268FFB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9" y="3693"/>
                  <a:ext cx="859" cy="130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55314" name="Rectangle 51">
                <a:extLst>
                  <a:ext uri="{FF2B5EF4-FFF2-40B4-BE49-F238E27FC236}">
                    <a16:creationId xmlns:a16="http://schemas.microsoft.com/office/drawing/2014/main" id="{FB163520-A4CF-4532-A23D-6B3D86DEC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970"/>
                <a:ext cx="1886" cy="960"/>
              </a:xfrm>
              <a:prstGeom prst="rect">
                <a:avLst/>
              </a:prstGeom>
              <a:solidFill>
                <a:schemeClr val="bg1"/>
              </a:solidFill>
              <a:ln w="38100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55315" name="Text Box 52">
                <a:extLst>
                  <a:ext uri="{FF2B5EF4-FFF2-40B4-BE49-F238E27FC236}">
                    <a16:creationId xmlns:a16="http://schemas.microsoft.com/office/drawing/2014/main" id="{57AF4F43-A964-4F8B-811D-3D527D7A5B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6" y="2904"/>
                <a:ext cx="2000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                              </a:t>
                </a:r>
              </a:p>
            </p:txBody>
          </p:sp>
          <p:sp>
            <p:nvSpPr>
              <p:cNvPr id="55316" name="Text Box 53">
                <a:extLst>
                  <a:ext uri="{FF2B5EF4-FFF2-40B4-BE49-F238E27FC236}">
                    <a16:creationId xmlns:a16="http://schemas.microsoft.com/office/drawing/2014/main" id="{699DACBE-FED9-4A1F-933C-E480C4D32B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2" y="3073"/>
                <a:ext cx="2000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                              </a:t>
                </a:r>
              </a:p>
            </p:txBody>
          </p:sp>
          <p:sp>
            <p:nvSpPr>
              <p:cNvPr id="55317" name="Text Box 54">
                <a:extLst>
                  <a:ext uri="{FF2B5EF4-FFF2-40B4-BE49-F238E27FC236}">
                    <a16:creationId xmlns:a16="http://schemas.microsoft.com/office/drawing/2014/main" id="{39D69F53-AAD5-4BD6-AFB3-271F0C3CE7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0" y="3243"/>
                <a:ext cx="2000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                              </a:t>
                </a:r>
              </a:p>
            </p:txBody>
          </p:sp>
          <p:sp>
            <p:nvSpPr>
              <p:cNvPr id="55318" name="Text Box 55">
                <a:extLst>
                  <a:ext uri="{FF2B5EF4-FFF2-40B4-BE49-F238E27FC236}">
                    <a16:creationId xmlns:a16="http://schemas.microsoft.com/office/drawing/2014/main" id="{A9CB203C-852C-4D67-9AC4-B420EA516C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2" y="3401"/>
                <a:ext cx="2000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                              </a:t>
                </a:r>
              </a:p>
            </p:txBody>
          </p:sp>
          <p:sp>
            <p:nvSpPr>
              <p:cNvPr id="55319" name="Text Box 56">
                <a:extLst>
                  <a:ext uri="{FF2B5EF4-FFF2-40B4-BE49-F238E27FC236}">
                    <a16:creationId xmlns:a16="http://schemas.microsoft.com/office/drawing/2014/main" id="{8C05F99D-2D33-44D7-8557-CB257AD256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0" y="3570"/>
                <a:ext cx="2000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                              </a:t>
                </a:r>
              </a:p>
            </p:txBody>
          </p:sp>
          <p:sp>
            <p:nvSpPr>
              <p:cNvPr id="55320" name="Text Box 57">
                <a:extLst>
                  <a:ext uri="{FF2B5EF4-FFF2-40B4-BE49-F238E27FC236}">
                    <a16:creationId xmlns:a16="http://schemas.microsoft.com/office/drawing/2014/main" id="{CA6619FE-47E3-4986-9F6B-734D0EAD12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20" y="3740"/>
                <a:ext cx="2000" cy="231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                              </a:t>
                </a:r>
              </a:p>
            </p:txBody>
          </p:sp>
        </p:grpSp>
        <p:sp>
          <p:nvSpPr>
            <p:cNvPr id="55303" name="Line 58">
              <a:extLst>
                <a:ext uri="{FF2B5EF4-FFF2-40B4-BE49-F238E27FC236}">
                  <a16:creationId xmlns:a16="http://schemas.microsoft.com/office/drawing/2014/main" id="{13CAD8B2-25D0-4F1F-8D2C-7B3B5A3E8C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048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304" name="Line 59">
              <a:extLst>
                <a:ext uri="{FF2B5EF4-FFF2-40B4-BE49-F238E27FC236}">
                  <a16:creationId xmlns:a16="http://schemas.microsoft.com/office/drawing/2014/main" id="{81657ECE-13D2-4C64-A889-B31E7C5BFF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0" y="1048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305" name="Line 60">
              <a:extLst>
                <a:ext uri="{FF2B5EF4-FFF2-40B4-BE49-F238E27FC236}">
                  <a16:creationId xmlns:a16="http://schemas.microsoft.com/office/drawing/2014/main" id="{4967F8A6-0DBE-4AFD-95D3-22C3225368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048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306" name="Line 61">
              <a:extLst>
                <a:ext uri="{FF2B5EF4-FFF2-40B4-BE49-F238E27FC236}">
                  <a16:creationId xmlns:a16="http://schemas.microsoft.com/office/drawing/2014/main" id="{7F2CA016-B0AF-4C93-B299-FCA86F1BA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4" y="1040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307" name="Line 62">
              <a:extLst>
                <a:ext uri="{FF2B5EF4-FFF2-40B4-BE49-F238E27FC236}">
                  <a16:creationId xmlns:a16="http://schemas.microsoft.com/office/drawing/2014/main" id="{94EE2379-57EB-4573-825C-93F11CD2BE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" y="1048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308" name="Line 63">
              <a:extLst>
                <a:ext uri="{FF2B5EF4-FFF2-40B4-BE49-F238E27FC236}">
                  <a16:creationId xmlns:a16="http://schemas.microsoft.com/office/drawing/2014/main" id="{9D1EF966-1238-4942-940D-D01339292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2" y="1040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309" name="Line 64">
              <a:extLst>
                <a:ext uri="{FF2B5EF4-FFF2-40B4-BE49-F238E27FC236}">
                  <a16:creationId xmlns:a16="http://schemas.microsoft.com/office/drawing/2014/main" id="{4D225E37-CE86-47C5-976D-45EEE204C2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0" y="1048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310" name="Line 65">
              <a:extLst>
                <a:ext uri="{FF2B5EF4-FFF2-40B4-BE49-F238E27FC236}">
                  <a16:creationId xmlns:a16="http://schemas.microsoft.com/office/drawing/2014/main" id="{D83D9FC7-BE3F-48DB-BFD1-5A9EA4FFD6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4" y="1048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311" name="Line 66">
              <a:extLst>
                <a:ext uri="{FF2B5EF4-FFF2-40B4-BE49-F238E27FC236}">
                  <a16:creationId xmlns:a16="http://schemas.microsoft.com/office/drawing/2014/main" id="{418E577A-84BE-4AEA-A920-03C0FE815E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" y="1048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312" name="Line 67">
              <a:extLst>
                <a:ext uri="{FF2B5EF4-FFF2-40B4-BE49-F238E27FC236}">
                  <a16:creationId xmlns:a16="http://schemas.microsoft.com/office/drawing/2014/main" id="{57D9BB56-208D-4D82-AECC-338EB7F722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0" y="1048"/>
              <a:ext cx="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9800391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1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1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6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61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1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1122" grpId="0"/>
      <p:bldP spid="261123" grpId="0" animBg="1" autoUpdateAnimBg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Rectangle 2">
            <a:extLst>
              <a:ext uri="{FF2B5EF4-FFF2-40B4-BE49-F238E27FC236}">
                <a16:creationId xmlns:a16="http://schemas.microsoft.com/office/drawing/2014/main" id="{04133BA6-A331-45CF-AD90-0365CCB182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8125" y="165100"/>
            <a:ext cx="5280025" cy="479425"/>
          </a:xfrm>
        </p:spPr>
        <p:txBody>
          <a:bodyPr/>
          <a:lstStyle/>
          <a:p>
            <a:pPr algn="l" eaLnBrk="1" hangingPunct="1"/>
            <a:r>
              <a:rPr kumimoji="0" lang="zh-CN" altLang="en-US" sz="2800" b="1">
                <a:solidFill>
                  <a:srgbClr val="FF9900"/>
                </a:solidFill>
              </a:rPr>
              <a:t>不完全译码的</a:t>
            </a:r>
            <a:r>
              <a:rPr kumimoji="0" lang="en-US" altLang="zh-CN" sz="2800" b="1">
                <a:solidFill>
                  <a:srgbClr val="FF9900"/>
                </a:solidFill>
              </a:rPr>
              <a:t>BCD</a:t>
            </a:r>
            <a:r>
              <a:rPr kumimoji="0" lang="zh-CN" altLang="en-US" sz="2800" b="1">
                <a:solidFill>
                  <a:srgbClr val="FF9900"/>
                </a:solidFill>
              </a:rPr>
              <a:t>译码器电路图</a:t>
            </a:r>
          </a:p>
        </p:txBody>
      </p:sp>
      <p:grpSp>
        <p:nvGrpSpPr>
          <p:cNvPr id="262147" name="Group 3">
            <a:extLst>
              <a:ext uri="{FF2B5EF4-FFF2-40B4-BE49-F238E27FC236}">
                <a16:creationId xmlns:a16="http://schemas.microsoft.com/office/drawing/2014/main" id="{0716AA62-BB33-44AD-A3A6-2293FA3BDF74}"/>
              </a:ext>
            </a:extLst>
          </p:cNvPr>
          <p:cNvGrpSpPr>
            <a:grpSpLocks/>
          </p:cNvGrpSpPr>
          <p:nvPr/>
        </p:nvGrpSpPr>
        <p:grpSpPr bwMode="auto">
          <a:xfrm>
            <a:off x="430213" y="671513"/>
            <a:ext cx="2598737" cy="519112"/>
            <a:chOff x="271" y="423"/>
            <a:chExt cx="1637" cy="327"/>
          </a:xfrm>
        </p:grpSpPr>
        <p:sp>
          <p:nvSpPr>
            <p:cNvPr id="56430" name="Text Box 4">
              <a:extLst>
                <a:ext uri="{FF2B5EF4-FFF2-40B4-BE49-F238E27FC236}">
                  <a16:creationId xmlns:a16="http://schemas.microsoft.com/office/drawing/2014/main" id="{C2432223-3D5A-4D32-AC0A-A85A27F3C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" y="423"/>
              <a:ext cx="1637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0" lang="en-US" altLang="zh-CN" sz="2800" b="1" i="0" u="none" strike="noStrike" kern="1200" cap="none" spc="0" normalizeH="0" baseline="-30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0~9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表达式为</a:t>
              </a:r>
            </a:p>
          </p:txBody>
        </p:sp>
        <p:sp>
          <p:nvSpPr>
            <p:cNvPr id="56431" name="Line 5">
              <a:extLst>
                <a:ext uri="{FF2B5EF4-FFF2-40B4-BE49-F238E27FC236}">
                  <a16:creationId xmlns:a16="http://schemas.microsoft.com/office/drawing/2014/main" id="{D528B2AF-0F54-474C-8878-78C83A3F5F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" y="472"/>
              <a:ext cx="1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62150" name="Group 6">
            <a:extLst>
              <a:ext uri="{FF2B5EF4-FFF2-40B4-BE49-F238E27FC236}">
                <a16:creationId xmlns:a16="http://schemas.microsoft.com/office/drawing/2014/main" id="{0A6496DB-0477-406E-9FB8-1C0F546A65B4}"/>
              </a:ext>
            </a:extLst>
          </p:cNvPr>
          <p:cNvGrpSpPr>
            <a:grpSpLocks/>
          </p:cNvGrpSpPr>
          <p:nvPr/>
        </p:nvGrpSpPr>
        <p:grpSpPr bwMode="auto">
          <a:xfrm>
            <a:off x="1239838" y="1416050"/>
            <a:ext cx="1989137" cy="5318125"/>
            <a:chOff x="781" y="892"/>
            <a:chExt cx="1253" cy="3350"/>
          </a:xfrm>
        </p:grpSpPr>
        <p:grpSp>
          <p:nvGrpSpPr>
            <p:cNvPr id="56374" name="Group 7">
              <a:extLst>
                <a:ext uri="{FF2B5EF4-FFF2-40B4-BE49-F238E27FC236}">
                  <a16:creationId xmlns:a16="http://schemas.microsoft.com/office/drawing/2014/main" id="{B20D864B-52CC-4A9B-8914-300DF50845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1" y="892"/>
              <a:ext cx="1253" cy="3350"/>
              <a:chOff x="781" y="892"/>
              <a:chExt cx="1253" cy="3350"/>
            </a:xfrm>
          </p:grpSpPr>
          <p:grpSp>
            <p:nvGrpSpPr>
              <p:cNvPr id="56385" name="Group 8">
                <a:extLst>
                  <a:ext uri="{FF2B5EF4-FFF2-40B4-BE49-F238E27FC236}">
                    <a16:creationId xmlns:a16="http://schemas.microsoft.com/office/drawing/2014/main" id="{C3D6DCB0-B463-4B4B-A9B6-682675AA4F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" y="892"/>
                <a:ext cx="1242" cy="327"/>
                <a:chOff x="3535" y="3095"/>
                <a:chExt cx="1242" cy="327"/>
              </a:xfrm>
            </p:grpSpPr>
            <p:sp>
              <p:nvSpPr>
                <p:cNvPr id="56424" name="Text Box 9">
                  <a:extLst>
                    <a:ext uri="{FF2B5EF4-FFF2-40B4-BE49-F238E27FC236}">
                      <a16:creationId xmlns:a16="http://schemas.microsoft.com/office/drawing/2014/main" id="{8210A8AF-8923-4D5C-B7CA-4420633A2B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35" y="3095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6425" name="Line 10">
                  <a:extLst>
                    <a:ext uri="{FF2B5EF4-FFF2-40B4-BE49-F238E27FC236}">
                      <a16:creationId xmlns:a16="http://schemas.microsoft.com/office/drawing/2014/main" id="{AD5D89AD-A421-489E-B5B4-1294AD6BC1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87" y="3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26" name="Line 11">
                  <a:extLst>
                    <a:ext uri="{FF2B5EF4-FFF2-40B4-BE49-F238E27FC236}">
                      <a16:creationId xmlns:a16="http://schemas.microsoft.com/office/drawing/2014/main" id="{2C5EC27F-0390-4C22-A0A1-89AA5651C2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22" y="3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27" name="Line 12">
                  <a:extLst>
                    <a:ext uri="{FF2B5EF4-FFF2-40B4-BE49-F238E27FC236}">
                      <a16:creationId xmlns:a16="http://schemas.microsoft.com/office/drawing/2014/main" id="{8E726563-A0E0-490B-B8C9-0F5B213EDF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81" y="3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28" name="Line 13">
                  <a:extLst>
                    <a:ext uri="{FF2B5EF4-FFF2-40B4-BE49-F238E27FC236}">
                      <a16:creationId xmlns:a16="http://schemas.microsoft.com/office/drawing/2014/main" id="{7F445F61-61B0-4F99-B7DC-A0238C33C3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39" y="3151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29" name="Line 14">
                  <a:extLst>
                    <a:ext uri="{FF2B5EF4-FFF2-40B4-BE49-F238E27FC236}">
                      <a16:creationId xmlns:a16="http://schemas.microsoft.com/office/drawing/2014/main" id="{7C61DC62-D525-418B-A9EE-5C1F4B24E2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87" y="3106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6386" name="Group 15">
                <a:extLst>
                  <a:ext uri="{FF2B5EF4-FFF2-40B4-BE49-F238E27FC236}">
                    <a16:creationId xmlns:a16="http://schemas.microsoft.com/office/drawing/2014/main" id="{0AEA5715-48AD-4E6C-BA00-F744E807EB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" y="1242"/>
                <a:ext cx="1242" cy="327"/>
                <a:chOff x="3716" y="3266"/>
                <a:chExt cx="1242" cy="327"/>
              </a:xfrm>
            </p:grpSpPr>
            <p:sp>
              <p:nvSpPr>
                <p:cNvPr id="56419" name="Text Box 16">
                  <a:extLst>
                    <a:ext uri="{FF2B5EF4-FFF2-40B4-BE49-F238E27FC236}">
                      <a16:creationId xmlns:a16="http://schemas.microsoft.com/office/drawing/2014/main" id="{5F3E2575-CCE6-45D0-88AC-E47F39384D7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716" y="3266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=ABCD</a:t>
                  </a:r>
                </a:p>
              </p:txBody>
            </p:sp>
            <p:sp>
              <p:nvSpPr>
                <p:cNvPr id="56420" name="Line 17">
                  <a:extLst>
                    <a:ext uri="{FF2B5EF4-FFF2-40B4-BE49-F238E27FC236}">
                      <a16:creationId xmlns:a16="http://schemas.microsoft.com/office/drawing/2014/main" id="{0F9B7E8B-C203-4385-952E-D560CEBFE8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303" y="332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21" name="Line 18">
                  <a:extLst>
                    <a:ext uri="{FF2B5EF4-FFF2-40B4-BE49-F238E27FC236}">
                      <a16:creationId xmlns:a16="http://schemas.microsoft.com/office/drawing/2014/main" id="{EA207852-1ACC-4FB4-88EC-ED53CC212F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462" y="332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22" name="Line 19">
                  <a:extLst>
                    <a:ext uri="{FF2B5EF4-FFF2-40B4-BE49-F238E27FC236}">
                      <a16:creationId xmlns:a16="http://schemas.microsoft.com/office/drawing/2014/main" id="{89E714CB-CA14-4D96-AB01-941DF03304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20" y="3322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23" name="Line 20">
                  <a:extLst>
                    <a:ext uri="{FF2B5EF4-FFF2-40B4-BE49-F238E27FC236}">
                      <a16:creationId xmlns:a16="http://schemas.microsoft.com/office/drawing/2014/main" id="{6DDDCB00-334C-4D52-9E7B-03FB319767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168" y="3277"/>
                  <a:ext cx="565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6387" name="Group 21">
                <a:extLst>
                  <a:ext uri="{FF2B5EF4-FFF2-40B4-BE49-F238E27FC236}">
                    <a16:creationId xmlns:a16="http://schemas.microsoft.com/office/drawing/2014/main" id="{69053817-BD65-41F7-9799-07B796E9E5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1" y="3915"/>
                <a:ext cx="1242" cy="327"/>
                <a:chOff x="791" y="3915"/>
                <a:chExt cx="1242" cy="327"/>
              </a:xfrm>
            </p:grpSpPr>
            <p:sp>
              <p:nvSpPr>
                <p:cNvPr id="56417" name="Text Box 22">
                  <a:extLst>
                    <a:ext uri="{FF2B5EF4-FFF2-40B4-BE49-F238E27FC236}">
                      <a16:creationId xmlns:a16="http://schemas.microsoft.com/office/drawing/2014/main" id="{53FCD3EE-0D1A-45E4-903B-F802A12B72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91" y="3915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9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=AD</a:t>
                  </a:r>
                </a:p>
              </p:txBody>
            </p:sp>
            <p:sp>
              <p:nvSpPr>
                <p:cNvPr id="56418" name="Line 23">
                  <a:extLst>
                    <a:ext uri="{FF2B5EF4-FFF2-40B4-BE49-F238E27FC236}">
                      <a16:creationId xmlns:a16="http://schemas.microsoft.com/office/drawing/2014/main" id="{506103C4-FD68-49AE-930A-1D59182C01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32" y="3948"/>
                  <a:ext cx="24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6388" name="Group 24">
                <a:extLst>
                  <a:ext uri="{FF2B5EF4-FFF2-40B4-BE49-F238E27FC236}">
                    <a16:creationId xmlns:a16="http://schemas.microsoft.com/office/drawing/2014/main" id="{191534FC-D65F-42C8-BF59-A4513F1A7C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" y="1593"/>
                <a:ext cx="982" cy="327"/>
                <a:chOff x="781" y="1593"/>
                <a:chExt cx="982" cy="327"/>
              </a:xfrm>
            </p:grpSpPr>
            <p:sp>
              <p:nvSpPr>
                <p:cNvPr id="56413" name="Text Box 25">
                  <a:extLst>
                    <a:ext uri="{FF2B5EF4-FFF2-40B4-BE49-F238E27FC236}">
                      <a16:creationId xmlns:a16="http://schemas.microsoft.com/office/drawing/2014/main" id="{89B3F9A6-6BC0-49FA-80D3-5FCD96B457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81" y="1593"/>
                  <a:ext cx="98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</a:t>
                  </a:r>
                </a:p>
              </p:txBody>
            </p:sp>
            <p:sp>
              <p:nvSpPr>
                <p:cNvPr id="56414" name="Line 26">
                  <a:extLst>
                    <a:ext uri="{FF2B5EF4-FFF2-40B4-BE49-F238E27FC236}">
                      <a16:creationId xmlns:a16="http://schemas.microsoft.com/office/drawing/2014/main" id="{7C25D962-1915-4F11-9604-79505DF485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33" y="1649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15" name="Line 27">
                  <a:extLst>
                    <a:ext uri="{FF2B5EF4-FFF2-40B4-BE49-F238E27FC236}">
                      <a16:creationId xmlns:a16="http://schemas.microsoft.com/office/drawing/2014/main" id="{29D9B7D9-9D0C-4815-9865-E15165AFE4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49" y="1649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16" name="Line 28">
                  <a:extLst>
                    <a:ext uri="{FF2B5EF4-FFF2-40B4-BE49-F238E27FC236}">
                      <a16:creationId xmlns:a16="http://schemas.microsoft.com/office/drawing/2014/main" id="{529F5816-6D3E-4F63-9C61-E979CF8BFF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33" y="1604"/>
                  <a:ext cx="452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6389" name="Group 29">
                <a:extLst>
                  <a:ext uri="{FF2B5EF4-FFF2-40B4-BE49-F238E27FC236}">
                    <a16:creationId xmlns:a16="http://schemas.microsoft.com/office/drawing/2014/main" id="{90C426D7-987C-4BA8-B044-A15EC068F7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" y="1932"/>
                <a:ext cx="1242" cy="327"/>
                <a:chOff x="792" y="1932"/>
                <a:chExt cx="1242" cy="327"/>
              </a:xfrm>
            </p:grpSpPr>
            <p:sp>
              <p:nvSpPr>
                <p:cNvPr id="56410" name="Text Box 30">
                  <a:extLst>
                    <a:ext uri="{FF2B5EF4-FFF2-40B4-BE49-F238E27FC236}">
                      <a16:creationId xmlns:a16="http://schemas.microsoft.com/office/drawing/2014/main" id="{875102F8-0F1B-4DFE-89A4-3DF3B69F52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92" y="1932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</a:t>
                  </a:r>
                </a:p>
              </p:txBody>
            </p:sp>
            <p:sp>
              <p:nvSpPr>
                <p:cNvPr id="56411" name="Line 31">
                  <a:extLst>
                    <a:ext uri="{FF2B5EF4-FFF2-40B4-BE49-F238E27FC236}">
                      <a16:creationId xmlns:a16="http://schemas.microsoft.com/office/drawing/2014/main" id="{3BB65B5E-48DE-4DDE-9814-248D2FD8B5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60" y="1988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12" name="Line 32">
                  <a:extLst>
                    <a:ext uri="{FF2B5EF4-FFF2-40B4-BE49-F238E27FC236}">
                      <a16:creationId xmlns:a16="http://schemas.microsoft.com/office/drawing/2014/main" id="{EFA67B6F-9305-4C2A-A4C6-C1027A8F72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44" y="1943"/>
                  <a:ext cx="441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6390" name="Group 33">
                <a:extLst>
                  <a:ext uri="{FF2B5EF4-FFF2-40B4-BE49-F238E27FC236}">
                    <a16:creationId xmlns:a16="http://schemas.microsoft.com/office/drawing/2014/main" id="{9FEC31B9-3B2B-4CF8-80D7-B0CB6839B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" y="2271"/>
                <a:ext cx="982" cy="327"/>
                <a:chOff x="792" y="2271"/>
                <a:chExt cx="982" cy="327"/>
              </a:xfrm>
            </p:grpSpPr>
            <p:sp>
              <p:nvSpPr>
                <p:cNvPr id="56406" name="Text Box 34">
                  <a:extLst>
                    <a:ext uri="{FF2B5EF4-FFF2-40B4-BE49-F238E27FC236}">
                      <a16:creationId xmlns:a16="http://schemas.microsoft.com/office/drawing/2014/main" id="{FDDD8EFE-6D0B-47BF-842E-C018248A2C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92" y="2271"/>
                  <a:ext cx="98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</a:t>
                  </a:r>
                </a:p>
              </p:txBody>
            </p:sp>
            <p:sp>
              <p:nvSpPr>
                <p:cNvPr id="56407" name="Line 35">
                  <a:extLst>
                    <a:ext uri="{FF2B5EF4-FFF2-40B4-BE49-F238E27FC236}">
                      <a16:creationId xmlns:a16="http://schemas.microsoft.com/office/drawing/2014/main" id="{3CFA924A-B7A5-4AA6-8ECD-7C1C3EBED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44" y="2327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08" name="Line 36">
                  <a:extLst>
                    <a:ext uri="{FF2B5EF4-FFF2-40B4-BE49-F238E27FC236}">
                      <a16:creationId xmlns:a16="http://schemas.microsoft.com/office/drawing/2014/main" id="{F9D750A5-A9F4-40B6-A11C-14F1350605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79" y="2327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09" name="Line 37">
                  <a:extLst>
                    <a:ext uri="{FF2B5EF4-FFF2-40B4-BE49-F238E27FC236}">
                      <a16:creationId xmlns:a16="http://schemas.microsoft.com/office/drawing/2014/main" id="{4915EA13-9372-407F-97FE-C86FE275B7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44" y="2282"/>
                  <a:ext cx="452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6391" name="Group 38">
                <a:extLst>
                  <a:ext uri="{FF2B5EF4-FFF2-40B4-BE49-F238E27FC236}">
                    <a16:creationId xmlns:a16="http://schemas.microsoft.com/office/drawing/2014/main" id="{0107F7B5-4329-4C35-8666-9DF5019076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" y="2610"/>
                <a:ext cx="1027" cy="327"/>
                <a:chOff x="792" y="2610"/>
                <a:chExt cx="1027" cy="327"/>
              </a:xfrm>
            </p:grpSpPr>
            <p:sp>
              <p:nvSpPr>
                <p:cNvPr id="56403" name="Text Box 39">
                  <a:extLst>
                    <a:ext uri="{FF2B5EF4-FFF2-40B4-BE49-F238E27FC236}">
                      <a16:creationId xmlns:a16="http://schemas.microsoft.com/office/drawing/2014/main" id="{37288AE4-061D-4B1E-9B45-53AC88712D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92" y="2610"/>
                  <a:ext cx="1027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5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</a:t>
                  </a:r>
                </a:p>
              </p:txBody>
            </p:sp>
            <p:sp>
              <p:nvSpPr>
                <p:cNvPr id="56404" name="Line 40">
                  <a:extLst>
                    <a:ext uri="{FF2B5EF4-FFF2-40B4-BE49-F238E27FC236}">
                      <a16:creationId xmlns:a16="http://schemas.microsoft.com/office/drawing/2014/main" id="{DA3DAFAD-1951-42A8-AE0A-18579818C4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79" y="2666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05" name="Line 41">
                  <a:extLst>
                    <a:ext uri="{FF2B5EF4-FFF2-40B4-BE49-F238E27FC236}">
                      <a16:creationId xmlns:a16="http://schemas.microsoft.com/office/drawing/2014/main" id="{576683D7-8E08-4E97-A77A-FB88F648B0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44" y="2621"/>
                  <a:ext cx="430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6392" name="Group 42">
                <a:extLst>
                  <a:ext uri="{FF2B5EF4-FFF2-40B4-BE49-F238E27FC236}">
                    <a16:creationId xmlns:a16="http://schemas.microsoft.com/office/drawing/2014/main" id="{D1FDF649-C072-4030-A691-AAEB14A551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" y="2950"/>
                <a:ext cx="971" cy="327"/>
                <a:chOff x="792" y="2950"/>
                <a:chExt cx="971" cy="327"/>
              </a:xfrm>
            </p:grpSpPr>
            <p:sp>
              <p:nvSpPr>
                <p:cNvPr id="56400" name="Text Box 43">
                  <a:extLst>
                    <a:ext uri="{FF2B5EF4-FFF2-40B4-BE49-F238E27FC236}">
                      <a16:creationId xmlns:a16="http://schemas.microsoft.com/office/drawing/2014/main" id="{6DC2A3F0-2CBF-4181-8A9F-7E99A5FAD3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92" y="2950"/>
                  <a:ext cx="971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</a:t>
                  </a:r>
                </a:p>
              </p:txBody>
            </p:sp>
            <p:sp>
              <p:nvSpPr>
                <p:cNvPr id="56401" name="Line 44">
                  <a:extLst>
                    <a:ext uri="{FF2B5EF4-FFF2-40B4-BE49-F238E27FC236}">
                      <a16:creationId xmlns:a16="http://schemas.microsoft.com/office/drawing/2014/main" id="{E41806E8-E5F2-47A8-BBFD-6072853586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44" y="3006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402" name="Line 45">
                  <a:extLst>
                    <a:ext uri="{FF2B5EF4-FFF2-40B4-BE49-F238E27FC236}">
                      <a16:creationId xmlns:a16="http://schemas.microsoft.com/office/drawing/2014/main" id="{A1E79D0D-D87A-4E03-B002-4CE9ED9761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44" y="2961"/>
                  <a:ext cx="42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6393" name="Group 46">
                <a:extLst>
                  <a:ext uri="{FF2B5EF4-FFF2-40B4-BE49-F238E27FC236}">
                    <a16:creationId xmlns:a16="http://schemas.microsoft.com/office/drawing/2014/main" id="{0DB9E78C-53AE-443E-84A6-495824B63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" y="3266"/>
                <a:ext cx="971" cy="327"/>
                <a:chOff x="781" y="3277"/>
                <a:chExt cx="971" cy="327"/>
              </a:xfrm>
            </p:grpSpPr>
            <p:sp>
              <p:nvSpPr>
                <p:cNvPr id="56398" name="Text Box 47">
                  <a:extLst>
                    <a:ext uri="{FF2B5EF4-FFF2-40B4-BE49-F238E27FC236}">
                      <a16:creationId xmlns:a16="http://schemas.microsoft.com/office/drawing/2014/main" id="{51F12BA9-46C2-4DBF-A024-1E7ECF2FD9F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81" y="3277"/>
                  <a:ext cx="971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7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=ABC</a:t>
                  </a:r>
                </a:p>
              </p:txBody>
            </p:sp>
            <p:sp>
              <p:nvSpPr>
                <p:cNvPr id="56399" name="Line 48">
                  <a:extLst>
                    <a:ext uri="{FF2B5EF4-FFF2-40B4-BE49-F238E27FC236}">
                      <a16:creationId xmlns:a16="http://schemas.microsoft.com/office/drawing/2014/main" id="{6F0960B8-5EC6-4F43-B965-6DA3A8BA83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33" y="3321"/>
                  <a:ext cx="42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56394" name="Group 49">
                <a:extLst>
                  <a:ext uri="{FF2B5EF4-FFF2-40B4-BE49-F238E27FC236}">
                    <a16:creationId xmlns:a16="http://schemas.microsoft.com/office/drawing/2014/main" id="{9EE55892-CBA5-4E88-A35B-B6A1AE264D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" y="3582"/>
                <a:ext cx="1242" cy="327"/>
                <a:chOff x="781" y="3582"/>
                <a:chExt cx="1242" cy="327"/>
              </a:xfrm>
            </p:grpSpPr>
            <p:sp>
              <p:nvSpPr>
                <p:cNvPr id="56395" name="Text Box 50">
                  <a:extLst>
                    <a:ext uri="{FF2B5EF4-FFF2-40B4-BE49-F238E27FC236}">
                      <a16:creationId xmlns:a16="http://schemas.microsoft.com/office/drawing/2014/main" id="{BB5D0F22-3DE2-4402-ACBD-DD53DB4E56D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81" y="3582"/>
                  <a:ext cx="1242" cy="327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8</a:t>
                  </a: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1F08F8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=AD</a:t>
                  </a:r>
                </a:p>
              </p:txBody>
            </p:sp>
            <p:sp>
              <p:nvSpPr>
                <p:cNvPr id="56396" name="Line 51">
                  <a:extLst>
                    <a:ext uri="{FF2B5EF4-FFF2-40B4-BE49-F238E27FC236}">
                      <a16:creationId xmlns:a16="http://schemas.microsoft.com/office/drawing/2014/main" id="{F2820EA6-6D40-4E57-8F41-58813FD0D6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33" y="3638"/>
                  <a:ext cx="79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397" name="Line 52">
                  <a:extLst>
                    <a:ext uri="{FF2B5EF4-FFF2-40B4-BE49-F238E27FC236}">
                      <a16:creationId xmlns:a16="http://schemas.microsoft.com/office/drawing/2014/main" id="{A5076DA6-DA3A-46AE-A7A9-5EA2B6C540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33" y="3593"/>
                  <a:ext cx="260" cy="0"/>
                </a:xfrm>
                <a:prstGeom prst="line">
                  <a:avLst/>
                </a:prstGeom>
                <a:noFill/>
                <a:ln w="38100">
                  <a:solidFill>
                    <a:srgbClr val="1F08F8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</p:grpSp>
        <p:sp>
          <p:nvSpPr>
            <p:cNvPr id="56375" name="Line 53">
              <a:extLst>
                <a:ext uri="{FF2B5EF4-FFF2-40B4-BE49-F238E27FC236}">
                  <a16:creationId xmlns:a16="http://schemas.microsoft.com/office/drawing/2014/main" id="{B28154AE-F640-41B0-B70E-53391D660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" y="952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76" name="Line 54">
              <a:extLst>
                <a:ext uri="{FF2B5EF4-FFF2-40B4-BE49-F238E27FC236}">
                  <a16:creationId xmlns:a16="http://schemas.microsoft.com/office/drawing/2014/main" id="{DF710BDC-482D-4109-8BDA-345A9C01AB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" y="1296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77" name="Line 55">
              <a:extLst>
                <a:ext uri="{FF2B5EF4-FFF2-40B4-BE49-F238E27FC236}">
                  <a16:creationId xmlns:a16="http://schemas.microsoft.com/office/drawing/2014/main" id="{3EBC7AF9-5430-4382-9DB0-678507C83C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" y="1640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78" name="Line 56">
              <a:extLst>
                <a:ext uri="{FF2B5EF4-FFF2-40B4-BE49-F238E27FC236}">
                  <a16:creationId xmlns:a16="http://schemas.microsoft.com/office/drawing/2014/main" id="{A06B3D7C-2CCD-4669-9315-A914479B77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" y="1984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79" name="Line 57">
              <a:extLst>
                <a:ext uri="{FF2B5EF4-FFF2-40B4-BE49-F238E27FC236}">
                  <a16:creationId xmlns:a16="http://schemas.microsoft.com/office/drawing/2014/main" id="{F11DEC0D-F0E2-4324-A068-CC487A4F3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" y="2328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80" name="Line 58">
              <a:extLst>
                <a:ext uri="{FF2B5EF4-FFF2-40B4-BE49-F238E27FC236}">
                  <a16:creationId xmlns:a16="http://schemas.microsoft.com/office/drawing/2014/main" id="{9B02B110-83F3-44A8-A3F5-5C9013230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" y="2664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81" name="Line 59">
              <a:extLst>
                <a:ext uri="{FF2B5EF4-FFF2-40B4-BE49-F238E27FC236}">
                  <a16:creationId xmlns:a16="http://schemas.microsoft.com/office/drawing/2014/main" id="{347A4D2D-BDFA-4754-B4C1-E7E453047B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" y="3000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82" name="Line 60">
              <a:extLst>
                <a:ext uri="{FF2B5EF4-FFF2-40B4-BE49-F238E27FC236}">
                  <a16:creationId xmlns:a16="http://schemas.microsoft.com/office/drawing/2014/main" id="{BC8D6556-2515-44F6-B22B-4F5FF88F86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" y="3320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83" name="Line 61">
              <a:extLst>
                <a:ext uri="{FF2B5EF4-FFF2-40B4-BE49-F238E27FC236}">
                  <a16:creationId xmlns:a16="http://schemas.microsoft.com/office/drawing/2014/main" id="{7736679F-026C-4D22-9590-9B5B977891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" y="3632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84" name="Line 62">
              <a:extLst>
                <a:ext uri="{FF2B5EF4-FFF2-40B4-BE49-F238E27FC236}">
                  <a16:creationId xmlns:a16="http://schemas.microsoft.com/office/drawing/2014/main" id="{2B5996FF-D385-4397-96D0-DA5E98CDB6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" y="3960"/>
              <a:ext cx="15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62207" name="Group 63">
            <a:extLst>
              <a:ext uri="{FF2B5EF4-FFF2-40B4-BE49-F238E27FC236}">
                <a16:creationId xmlns:a16="http://schemas.microsoft.com/office/drawing/2014/main" id="{8056214D-7B4D-4131-A8BF-A4DD66043200}"/>
              </a:ext>
            </a:extLst>
          </p:cNvPr>
          <p:cNvGrpSpPr>
            <a:grpSpLocks/>
          </p:cNvGrpSpPr>
          <p:nvPr/>
        </p:nvGrpSpPr>
        <p:grpSpPr bwMode="auto">
          <a:xfrm>
            <a:off x="3711575" y="1057275"/>
            <a:ext cx="4464050" cy="5145088"/>
            <a:chOff x="2338" y="666"/>
            <a:chExt cx="2812" cy="3241"/>
          </a:xfrm>
        </p:grpSpPr>
        <p:grpSp>
          <p:nvGrpSpPr>
            <p:cNvPr id="56326" name="Group 64">
              <a:extLst>
                <a:ext uri="{FF2B5EF4-FFF2-40B4-BE49-F238E27FC236}">
                  <a16:creationId xmlns:a16="http://schemas.microsoft.com/office/drawing/2014/main" id="{2FB0833F-4CA7-48FC-87AB-BCDDB34EF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8" y="666"/>
              <a:ext cx="2812" cy="3241"/>
              <a:chOff x="2338" y="666"/>
              <a:chExt cx="2812" cy="3241"/>
            </a:xfrm>
          </p:grpSpPr>
          <p:grpSp>
            <p:nvGrpSpPr>
              <p:cNvPr id="56337" name="Group 65">
                <a:extLst>
                  <a:ext uri="{FF2B5EF4-FFF2-40B4-BE49-F238E27FC236}">
                    <a16:creationId xmlns:a16="http://schemas.microsoft.com/office/drawing/2014/main" id="{5AAE61A9-9BAE-4004-8699-2A11F25814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38" y="666"/>
                <a:ext cx="2812" cy="3241"/>
                <a:chOff x="2338" y="666"/>
                <a:chExt cx="2812" cy="3241"/>
              </a:xfrm>
            </p:grpSpPr>
            <p:graphicFrame>
              <p:nvGraphicFramePr>
                <p:cNvPr id="56356" name="Object 66">
                  <a:extLst>
                    <a:ext uri="{FF2B5EF4-FFF2-40B4-BE49-F238E27FC236}">
                      <a16:creationId xmlns:a16="http://schemas.microsoft.com/office/drawing/2014/main" id="{09C97530-E4A6-4566-B277-B98F1909A6D6}"/>
                    </a:ext>
                  </a:extLst>
                </p:cNvPr>
                <p:cNvGraphicFramePr>
                  <a:graphicFrameLocks noChangeAspect="1"/>
                </p:cNvGraphicFramePr>
                <p:nvPr/>
              </p:nvGraphicFramePr>
              <p:xfrm>
                <a:off x="2484" y="666"/>
                <a:ext cx="2506" cy="3241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1844" name="Image" r:id="rId3" imgW="6142041" imgH="10530612" progId="Photoshop.Image.6">
                        <p:embed/>
                      </p:oleObj>
                    </mc:Choice>
                    <mc:Fallback>
                      <p:oleObj name="Image" r:id="rId3" imgW="6142041" imgH="10530612" progId="Photoshop.Image.6">
                        <p:embed/>
                        <p:pic>
                          <p:nvPicPr>
                            <p:cNvPr id="56356" name="Object 66">
                              <a:extLst>
                                <a:ext uri="{FF2B5EF4-FFF2-40B4-BE49-F238E27FC236}">
                                  <a16:creationId xmlns:a16="http://schemas.microsoft.com/office/drawing/2014/main" id="{09C97530-E4A6-4566-B277-B98F1909A6D6}"/>
                                </a:ext>
                              </a:extLst>
                            </p:cNvPr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4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484" y="666"/>
                              <a:ext cx="2506" cy="324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chemeClr val="accent1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chemeClr val="tx1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chemeClr val="bg2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sp>
              <p:nvSpPr>
                <p:cNvPr id="56357" name="Rectangle 67">
                  <a:extLst>
                    <a:ext uri="{FF2B5EF4-FFF2-40B4-BE49-F238E27FC236}">
                      <a16:creationId xmlns:a16="http://schemas.microsoft.com/office/drawing/2014/main" id="{AD368622-9471-4424-94CA-A58A7C425A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03" y="3738"/>
                  <a:ext cx="734" cy="113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358" name="Rectangle 68">
                  <a:extLst>
                    <a:ext uri="{FF2B5EF4-FFF2-40B4-BE49-F238E27FC236}">
                      <a16:creationId xmlns:a16="http://schemas.microsoft.com/office/drawing/2014/main" id="{60E42B2E-7D86-45D9-AEE5-E93AB5D5C7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12" y="678"/>
                  <a:ext cx="305" cy="3218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359" name="Rectangle 69">
                  <a:extLst>
                    <a:ext uri="{FF2B5EF4-FFF2-40B4-BE49-F238E27FC236}">
                      <a16:creationId xmlns:a16="http://schemas.microsoft.com/office/drawing/2014/main" id="{68C3F0D2-10D3-44B4-B1E0-D91403F1C3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38" y="677"/>
                  <a:ext cx="361" cy="3219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56360" name="Text Box 70">
                  <a:extLst>
                    <a:ext uri="{FF2B5EF4-FFF2-40B4-BE49-F238E27FC236}">
                      <a16:creationId xmlns:a16="http://schemas.microsoft.com/office/drawing/2014/main" id="{4A57FF3A-BD3B-4FDC-98A8-A6CE9B086C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44" y="709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56361" name="Text Box 71">
                  <a:extLst>
                    <a:ext uri="{FF2B5EF4-FFF2-40B4-BE49-F238E27FC236}">
                      <a16:creationId xmlns:a16="http://schemas.microsoft.com/office/drawing/2014/main" id="{0E2D03B1-D5B4-4021-900D-F526B2BAAE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55" y="1015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56362" name="Text Box 72">
                  <a:extLst>
                    <a:ext uri="{FF2B5EF4-FFF2-40B4-BE49-F238E27FC236}">
                      <a16:creationId xmlns:a16="http://schemas.microsoft.com/office/drawing/2014/main" id="{8B06F0D0-8A7C-466A-915C-E106CA6EDC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66" y="1308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56363" name="Text Box 73">
                  <a:extLst>
                    <a:ext uri="{FF2B5EF4-FFF2-40B4-BE49-F238E27FC236}">
                      <a16:creationId xmlns:a16="http://schemas.microsoft.com/office/drawing/2014/main" id="{FFC55E61-C85C-4D7D-A32B-4363206338F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77" y="1592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56364" name="Text Box 74">
                  <a:extLst>
                    <a:ext uri="{FF2B5EF4-FFF2-40B4-BE49-F238E27FC236}">
                      <a16:creationId xmlns:a16="http://schemas.microsoft.com/office/drawing/2014/main" id="{AE261BC0-EF5D-43E3-9E11-BBF98A0AEAA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77" y="1908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56365" name="Text Box 75">
                  <a:extLst>
                    <a:ext uri="{FF2B5EF4-FFF2-40B4-BE49-F238E27FC236}">
                      <a16:creationId xmlns:a16="http://schemas.microsoft.com/office/drawing/2014/main" id="{5CAA8555-A189-44B2-B224-D0A9E78E51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77" y="2224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5</a:t>
                  </a:r>
                </a:p>
              </p:txBody>
            </p:sp>
            <p:sp>
              <p:nvSpPr>
                <p:cNvPr id="56366" name="Text Box 76">
                  <a:extLst>
                    <a:ext uri="{FF2B5EF4-FFF2-40B4-BE49-F238E27FC236}">
                      <a16:creationId xmlns:a16="http://schemas.microsoft.com/office/drawing/2014/main" id="{FBFAC8EE-E62E-4FB2-BEA8-449F1A14A5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77" y="2540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56367" name="Text Box 77">
                  <a:extLst>
                    <a:ext uri="{FF2B5EF4-FFF2-40B4-BE49-F238E27FC236}">
                      <a16:creationId xmlns:a16="http://schemas.microsoft.com/office/drawing/2014/main" id="{15BAD192-A3CB-401E-8BC4-DD46CE5DD2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78" y="2824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7</a:t>
                  </a:r>
                </a:p>
              </p:txBody>
            </p:sp>
            <p:sp>
              <p:nvSpPr>
                <p:cNvPr id="56368" name="Text Box 78">
                  <a:extLst>
                    <a:ext uri="{FF2B5EF4-FFF2-40B4-BE49-F238E27FC236}">
                      <a16:creationId xmlns:a16="http://schemas.microsoft.com/office/drawing/2014/main" id="{917F4B3A-BBEF-4ADC-88F9-AA753298E6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78" y="3107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8</a:t>
                  </a:r>
                </a:p>
              </p:txBody>
            </p:sp>
            <p:sp>
              <p:nvSpPr>
                <p:cNvPr id="56369" name="Text Box 79">
                  <a:extLst>
                    <a:ext uri="{FF2B5EF4-FFF2-40B4-BE49-F238E27FC236}">
                      <a16:creationId xmlns:a16="http://schemas.microsoft.com/office/drawing/2014/main" id="{63D5C722-3F89-431E-83BC-89AD78C7C2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89" y="3357"/>
                  <a:ext cx="361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800" b="1" i="0" u="none" strike="noStrike" kern="1200" cap="none" spc="0" normalizeH="0" baseline="-2500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9</a:t>
                  </a:r>
                </a:p>
              </p:txBody>
            </p:sp>
            <p:sp>
              <p:nvSpPr>
                <p:cNvPr id="56370" name="Text Box 80">
                  <a:extLst>
                    <a:ext uri="{FF2B5EF4-FFF2-40B4-BE49-F238E27FC236}">
                      <a16:creationId xmlns:a16="http://schemas.microsoft.com/office/drawing/2014/main" id="{238FC14E-D255-4990-9DB2-179C83649DE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40" y="869"/>
                  <a:ext cx="305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</a:p>
              </p:txBody>
            </p:sp>
            <p:sp>
              <p:nvSpPr>
                <p:cNvPr id="56371" name="Text Box 81">
                  <a:extLst>
                    <a:ext uri="{FF2B5EF4-FFF2-40B4-BE49-F238E27FC236}">
                      <a16:creationId xmlns:a16="http://schemas.microsoft.com/office/drawing/2014/main" id="{DB0F1E2E-78E0-4060-BB22-3BC07A60E1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63" y="1512"/>
                  <a:ext cx="305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B</a:t>
                  </a:r>
                </a:p>
              </p:txBody>
            </p:sp>
            <p:sp>
              <p:nvSpPr>
                <p:cNvPr id="56372" name="Text Box 82">
                  <a:extLst>
                    <a:ext uri="{FF2B5EF4-FFF2-40B4-BE49-F238E27FC236}">
                      <a16:creationId xmlns:a16="http://schemas.microsoft.com/office/drawing/2014/main" id="{0FDE0856-5A4F-4540-AD4E-E5C4985DD4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73" y="2079"/>
                  <a:ext cx="305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C</a:t>
                  </a:r>
                </a:p>
              </p:txBody>
            </p:sp>
            <p:sp>
              <p:nvSpPr>
                <p:cNvPr id="56373" name="Text Box 83">
                  <a:extLst>
                    <a:ext uri="{FF2B5EF4-FFF2-40B4-BE49-F238E27FC236}">
                      <a16:creationId xmlns:a16="http://schemas.microsoft.com/office/drawing/2014/main" id="{5F1B3864-E10F-4058-B22D-9AD833DB41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461" y="2657"/>
                  <a:ext cx="305" cy="32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</a:p>
              </p:txBody>
            </p:sp>
          </p:grpSp>
          <p:sp>
            <p:nvSpPr>
              <p:cNvPr id="56338" name="Text Box 84">
                <a:extLst>
                  <a:ext uri="{FF2B5EF4-FFF2-40B4-BE49-F238E27FC236}">
                    <a16:creationId xmlns:a16="http://schemas.microsoft.com/office/drawing/2014/main" id="{BBD64B9D-9F6A-4EB7-A909-FA2200051E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7" y="728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6339" name="Text Box 85">
                <a:extLst>
                  <a:ext uri="{FF2B5EF4-FFF2-40B4-BE49-F238E27FC236}">
                    <a16:creationId xmlns:a16="http://schemas.microsoft.com/office/drawing/2014/main" id="{CB8F3AD5-3C13-432B-B29E-2B01F2D1C5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03" y="902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6340" name="Text Box 86">
                <a:extLst>
                  <a:ext uri="{FF2B5EF4-FFF2-40B4-BE49-F238E27FC236}">
                    <a16:creationId xmlns:a16="http://schemas.microsoft.com/office/drawing/2014/main" id="{ABF260C0-0348-4E95-A191-749C72FCE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4" y="1511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6341" name="Text Box 87">
                <a:extLst>
                  <a:ext uri="{FF2B5EF4-FFF2-40B4-BE49-F238E27FC236}">
                    <a16:creationId xmlns:a16="http://schemas.microsoft.com/office/drawing/2014/main" id="{420A5C03-809F-4994-91A7-18673F0F19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4" y="2087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6342" name="Text Box 88">
                <a:extLst>
                  <a:ext uri="{FF2B5EF4-FFF2-40B4-BE49-F238E27FC236}">
                    <a16:creationId xmlns:a16="http://schemas.microsoft.com/office/drawing/2014/main" id="{BDF7BFD3-1973-4DD0-BA4F-9DD1E06E79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04" y="2663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6343" name="Text Box 89">
                <a:extLst>
                  <a:ext uri="{FF2B5EF4-FFF2-40B4-BE49-F238E27FC236}">
                    <a16:creationId xmlns:a16="http://schemas.microsoft.com/office/drawing/2014/main" id="{4BAAF4FA-C0E2-4D59-BC4E-85E3AD1004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3" y="903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6344" name="Text Box 90">
                <a:extLst>
                  <a:ext uri="{FF2B5EF4-FFF2-40B4-BE49-F238E27FC236}">
                    <a16:creationId xmlns:a16="http://schemas.microsoft.com/office/drawing/2014/main" id="{24DD9255-FBE6-42B5-B6CA-B5D21BEF14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3" y="1500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6345" name="Text Box 91">
                <a:extLst>
                  <a:ext uri="{FF2B5EF4-FFF2-40B4-BE49-F238E27FC236}">
                    <a16:creationId xmlns:a16="http://schemas.microsoft.com/office/drawing/2014/main" id="{C68E805F-15AF-46DC-9CCE-B47A2C71B6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3" y="2087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6346" name="Text Box 92">
                <a:extLst>
                  <a:ext uri="{FF2B5EF4-FFF2-40B4-BE49-F238E27FC236}">
                    <a16:creationId xmlns:a16="http://schemas.microsoft.com/office/drawing/2014/main" id="{2FE826C0-6D87-474E-B512-39E81D4C29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3" y="2685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56347" name="Text Box 93">
                <a:extLst>
                  <a:ext uri="{FF2B5EF4-FFF2-40B4-BE49-F238E27FC236}">
                    <a16:creationId xmlns:a16="http://schemas.microsoft.com/office/drawing/2014/main" id="{69FF5E1A-1600-4DCC-9175-CBDE424DD1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79" y="1043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6348" name="Text Box 94">
                <a:extLst>
                  <a:ext uri="{FF2B5EF4-FFF2-40B4-BE49-F238E27FC236}">
                    <a16:creationId xmlns:a16="http://schemas.microsoft.com/office/drawing/2014/main" id="{57F4F149-D0DE-453A-B923-289C16CCC4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68" y="1326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6349" name="Text Box 95">
                <a:extLst>
                  <a:ext uri="{FF2B5EF4-FFF2-40B4-BE49-F238E27FC236}">
                    <a16:creationId xmlns:a16="http://schemas.microsoft.com/office/drawing/2014/main" id="{C5B72EEC-C594-463E-A45A-7513345671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68" y="1619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6350" name="Text Box 96">
                <a:extLst>
                  <a:ext uri="{FF2B5EF4-FFF2-40B4-BE49-F238E27FC236}">
                    <a16:creationId xmlns:a16="http://schemas.microsoft.com/office/drawing/2014/main" id="{E87F0E0C-A2E4-4294-AB1D-1409E97ACD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79" y="1934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6351" name="Text Box 97">
                <a:extLst>
                  <a:ext uri="{FF2B5EF4-FFF2-40B4-BE49-F238E27FC236}">
                    <a16:creationId xmlns:a16="http://schemas.microsoft.com/office/drawing/2014/main" id="{B3401C6A-E856-4808-A646-6E93A376B7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79" y="2239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6352" name="Text Box 98">
                <a:extLst>
                  <a:ext uri="{FF2B5EF4-FFF2-40B4-BE49-F238E27FC236}">
                    <a16:creationId xmlns:a16="http://schemas.microsoft.com/office/drawing/2014/main" id="{D45C7879-CF85-4DB1-BFBB-897CAD1123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68" y="2532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6353" name="Text Box 99">
                <a:extLst>
                  <a:ext uri="{FF2B5EF4-FFF2-40B4-BE49-F238E27FC236}">
                    <a16:creationId xmlns:a16="http://schemas.microsoft.com/office/drawing/2014/main" id="{A9EAC4C4-C45A-4AE2-9C86-97648EBB5C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79" y="2815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6354" name="Text Box 100">
                <a:extLst>
                  <a:ext uri="{FF2B5EF4-FFF2-40B4-BE49-F238E27FC236}">
                    <a16:creationId xmlns:a16="http://schemas.microsoft.com/office/drawing/2014/main" id="{C402DEFD-F11F-4B88-B54F-F78A25F82C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68" y="3119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56355" name="Text Box 101">
                <a:extLst>
                  <a:ext uri="{FF2B5EF4-FFF2-40B4-BE49-F238E27FC236}">
                    <a16:creationId xmlns:a16="http://schemas.microsoft.com/office/drawing/2014/main" id="{390CFBB0-5C79-4A0B-925F-AB891FB301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7" y="3402"/>
                <a:ext cx="26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</p:grpSp>
        <p:sp>
          <p:nvSpPr>
            <p:cNvPr id="56327" name="Line 102">
              <a:extLst>
                <a:ext uri="{FF2B5EF4-FFF2-40B4-BE49-F238E27FC236}">
                  <a16:creationId xmlns:a16="http://schemas.microsoft.com/office/drawing/2014/main" id="{88FF78BB-1275-4D1F-B934-23215996CE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8" y="776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28" name="Line 103">
              <a:extLst>
                <a:ext uri="{FF2B5EF4-FFF2-40B4-BE49-F238E27FC236}">
                  <a16:creationId xmlns:a16="http://schemas.microsoft.com/office/drawing/2014/main" id="{63A126C2-E29B-4AB8-A6C8-13976789A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6" y="1072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29" name="Line 104">
              <a:extLst>
                <a:ext uri="{FF2B5EF4-FFF2-40B4-BE49-F238E27FC236}">
                  <a16:creationId xmlns:a16="http://schemas.microsoft.com/office/drawing/2014/main" id="{B82EA94F-394E-4EDE-953B-31C51A949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4" y="1376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30" name="Line 105">
              <a:extLst>
                <a:ext uri="{FF2B5EF4-FFF2-40B4-BE49-F238E27FC236}">
                  <a16:creationId xmlns:a16="http://schemas.microsoft.com/office/drawing/2014/main" id="{FD0113D6-4DEC-41FC-A698-44CC27FF9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4" y="1656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31" name="Line 106">
              <a:extLst>
                <a:ext uri="{FF2B5EF4-FFF2-40B4-BE49-F238E27FC236}">
                  <a16:creationId xmlns:a16="http://schemas.microsoft.com/office/drawing/2014/main" id="{E10D9AD3-DFA7-4424-9CCF-48BA76E7D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1968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32" name="Line 107">
              <a:extLst>
                <a:ext uri="{FF2B5EF4-FFF2-40B4-BE49-F238E27FC236}">
                  <a16:creationId xmlns:a16="http://schemas.microsoft.com/office/drawing/2014/main" id="{9D2EA413-E8BE-4F35-BEE5-EA4FE19DD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4" y="2288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33" name="Line 108">
              <a:extLst>
                <a:ext uri="{FF2B5EF4-FFF2-40B4-BE49-F238E27FC236}">
                  <a16:creationId xmlns:a16="http://schemas.microsoft.com/office/drawing/2014/main" id="{A01F6736-1CF1-40B3-8E53-034901BC1E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2600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34" name="Line 109">
              <a:extLst>
                <a:ext uri="{FF2B5EF4-FFF2-40B4-BE49-F238E27FC236}">
                  <a16:creationId xmlns:a16="http://schemas.microsoft.com/office/drawing/2014/main" id="{41EF3DC2-E5CF-468B-A70B-E786F74EE6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2880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35" name="Line 110">
              <a:extLst>
                <a:ext uri="{FF2B5EF4-FFF2-40B4-BE49-F238E27FC236}">
                  <a16:creationId xmlns:a16="http://schemas.microsoft.com/office/drawing/2014/main" id="{DC13FE5A-0928-46C6-B81F-821DE61D2E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3168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336" name="Line 111">
              <a:extLst>
                <a:ext uri="{FF2B5EF4-FFF2-40B4-BE49-F238E27FC236}">
                  <a16:creationId xmlns:a16="http://schemas.microsoft.com/office/drawing/2014/main" id="{395B529F-93FC-4E56-BF5F-095D69DB3B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0" y="3416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3156551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2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2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62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62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62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" dur="500"/>
                                        <p:tgtEl>
                                          <p:spTgt spid="262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146" grpId="0" autoUpdateAnimBg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Rectangle 2">
            <a:extLst>
              <a:ext uri="{FF2B5EF4-FFF2-40B4-BE49-F238E27FC236}">
                <a16:creationId xmlns:a16="http://schemas.microsoft.com/office/drawing/2014/main" id="{C618CBDE-0B63-4D73-9921-D5D5CEB17EF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830263" y="827088"/>
            <a:ext cx="4743450" cy="442912"/>
          </a:xfrm>
        </p:spPr>
        <p:txBody>
          <a:bodyPr/>
          <a:lstStyle/>
          <a:p>
            <a:pPr algn="l" eaLnBrk="1" hangingPunct="1"/>
            <a:r>
              <a:rPr lang="zh-CN" altLang="en-US" sz="2800" b="1">
                <a:solidFill>
                  <a:srgbClr val="1F08F8"/>
                </a:solidFill>
              </a:rPr>
              <a:t>集成</a:t>
            </a:r>
            <a:r>
              <a:rPr lang="en-US" altLang="zh-CN" sz="2800" b="1">
                <a:solidFill>
                  <a:srgbClr val="1F08F8"/>
                </a:solidFill>
              </a:rPr>
              <a:t>8421BCD</a:t>
            </a:r>
            <a:r>
              <a:rPr lang="zh-CN" altLang="en-US" sz="2800" b="1">
                <a:solidFill>
                  <a:srgbClr val="1F08F8"/>
                </a:solidFill>
              </a:rPr>
              <a:t>译码器</a:t>
            </a:r>
            <a:r>
              <a:rPr lang="en-US" altLang="zh-CN" sz="2800" b="1">
                <a:solidFill>
                  <a:srgbClr val="1F08F8"/>
                </a:solidFill>
              </a:rPr>
              <a:t>74</a:t>
            </a:r>
            <a:r>
              <a:rPr lang="en-US" altLang="zh-CN" sz="2800" b="1">
                <a:solidFill>
                  <a:srgbClr val="1F08F8"/>
                </a:solidFill>
                <a:sym typeface="Symbol" panose="05050102010706020507" pitchFamily="18" charset="2"/>
              </a:rPr>
              <a:t></a:t>
            </a:r>
            <a:r>
              <a:rPr lang="en-US" altLang="zh-CN" sz="2800" b="1">
                <a:solidFill>
                  <a:srgbClr val="1F08F8"/>
                </a:solidFill>
              </a:rPr>
              <a:t>42</a:t>
            </a:r>
          </a:p>
        </p:txBody>
      </p:sp>
      <p:grpSp>
        <p:nvGrpSpPr>
          <p:cNvPr id="263171" name="Group 3">
            <a:extLst>
              <a:ext uri="{FF2B5EF4-FFF2-40B4-BE49-F238E27FC236}">
                <a16:creationId xmlns:a16="http://schemas.microsoft.com/office/drawing/2014/main" id="{266793DC-F239-429F-AC4D-56B1E486C168}"/>
              </a:ext>
            </a:extLst>
          </p:cNvPr>
          <p:cNvGrpSpPr>
            <a:grpSpLocks/>
          </p:cNvGrpSpPr>
          <p:nvPr/>
        </p:nvGrpSpPr>
        <p:grpSpPr bwMode="auto">
          <a:xfrm>
            <a:off x="1627188" y="1789113"/>
            <a:ext cx="5387975" cy="3352800"/>
            <a:chOff x="912" y="923"/>
            <a:chExt cx="3394" cy="2112"/>
          </a:xfrm>
        </p:grpSpPr>
        <p:sp>
          <p:nvSpPr>
            <p:cNvPr id="57349" name="Rectangle 4">
              <a:extLst>
                <a:ext uri="{FF2B5EF4-FFF2-40B4-BE49-F238E27FC236}">
                  <a16:creationId xmlns:a16="http://schemas.microsoft.com/office/drawing/2014/main" id="{8FC49E7E-0367-4D9E-AF38-AB68DD1C1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2459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0" name="Rectangle 5">
              <a:extLst>
                <a:ext uri="{FF2B5EF4-FFF2-40B4-BE49-F238E27FC236}">
                  <a16:creationId xmlns:a16="http://schemas.microsoft.com/office/drawing/2014/main" id="{ECF15F3E-AD5B-43DF-968C-2747A47A3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2459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1" name="Rectangle 6">
              <a:extLst>
                <a:ext uri="{FF2B5EF4-FFF2-40B4-BE49-F238E27FC236}">
                  <a16:creationId xmlns:a16="http://schemas.microsoft.com/office/drawing/2014/main" id="{BE260359-4B73-445E-AB94-6C7329773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2459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2" name="Rectangle 7">
              <a:extLst>
                <a:ext uri="{FF2B5EF4-FFF2-40B4-BE49-F238E27FC236}">
                  <a16:creationId xmlns:a16="http://schemas.microsoft.com/office/drawing/2014/main" id="{4BFB6C2E-5A46-42FA-9C6A-9CAB8D461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459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3" name="Rectangle 8">
              <a:extLst>
                <a:ext uri="{FF2B5EF4-FFF2-40B4-BE49-F238E27FC236}">
                  <a16:creationId xmlns:a16="http://schemas.microsoft.com/office/drawing/2014/main" id="{0BB8F021-F9AE-415D-87AD-83EDF1AB8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2459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4" name="Rectangle 9">
              <a:extLst>
                <a:ext uri="{FF2B5EF4-FFF2-40B4-BE49-F238E27FC236}">
                  <a16:creationId xmlns:a16="http://schemas.microsoft.com/office/drawing/2014/main" id="{692389DE-7A22-4EEE-BAC1-FD66F87B7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459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5" name="Rectangle 10">
              <a:extLst>
                <a:ext uri="{FF2B5EF4-FFF2-40B4-BE49-F238E27FC236}">
                  <a16:creationId xmlns:a16="http://schemas.microsoft.com/office/drawing/2014/main" id="{ED63F605-BB3E-42B5-ADF8-09375EDFA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459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6" name="Rectangle 11">
              <a:extLst>
                <a:ext uri="{FF2B5EF4-FFF2-40B4-BE49-F238E27FC236}">
                  <a16:creationId xmlns:a16="http://schemas.microsoft.com/office/drawing/2014/main" id="{BC1BDAD1-28B2-44D4-A87E-967F4F904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459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7" name="Rectangle 12">
              <a:extLst>
                <a:ext uri="{FF2B5EF4-FFF2-40B4-BE49-F238E27FC236}">
                  <a16:creationId xmlns:a16="http://schemas.microsoft.com/office/drawing/2014/main" id="{1B97AEAD-EEB8-43D7-80ED-6DAB763BB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1211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8" name="Rectangle 13">
              <a:extLst>
                <a:ext uri="{FF2B5EF4-FFF2-40B4-BE49-F238E27FC236}">
                  <a16:creationId xmlns:a16="http://schemas.microsoft.com/office/drawing/2014/main" id="{340C9C07-A500-40ED-AD86-89782750D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211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59" name="Rectangle 14">
              <a:extLst>
                <a:ext uri="{FF2B5EF4-FFF2-40B4-BE49-F238E27FC236}">
                  <a16:creationId xmlns:a16="http://schemas.microsoft.com/office/drawing/2014/main" id="{701D24BA-A093-4423-90E1-54AC85636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" y="1211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0" name="Rectangle 15">
              <a:extLst>
                <a:ext uri="{FF2B5EF4-FFF2-40B4-BE49-F238E27FC236}">
                  <a16:creationId xmlns:a16="http://schemas.microsoft.com/office/drawing/2014/main" id="{8CBAE728-019B-4461-8897-946A3E76D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211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1" name="Rectangle 16">
              <a:extLst>
                <a:ext uri="{FF2B5EF4-FFF2-40B4-BE49-F238E27FC236}">
                  <a16:creationId xmlns:a16="http://schemas.microsoft.com/office/drawing/2014/main" id="{5D069E2A-07CE-47F1-9AEF-155E8854C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211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2" name="Rectangle 17">
              <a:extLst>
                <a:ext uri="{FF2B5EF4-FFF2-40B4-BE49-F238E27FC236}">
                  <a16:creationId xmlns:a16="http://schemas.microsoft.com/office/drawing/2014/main" id="{209A5935-FFA9-4BA2-A811-51E501B2F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211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3" name="Rectangle 18">
              <a:extLst>
                <a:ext uri="{FF2B5EF4-FFF2-40B4-BE49-F238E27FC236}">
                  <a16:creationId xmlns:a16="http://schemas.microsoft.com/office/drawing/2014/main" id="{0B583B40-F883-453E-A10E-C21D9349F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1211"/>
              <a:ext cx="232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4" name="Rectangle 19">
              <a:extLst>
                <a:ext uri="{FF2B5EF4-FFF2-40B4-BE49-F238E27FC236}">
                  <a16:creationId xmlns:a16="http://schemas.microsoft.com/office/drawing/2014/main" id="{990E6108-B5A8-4E0D-A6A4-2E25578BF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1211"/>
              <a:ext cx="231" cy="240"/>
            </a:xfrm>
            <a:prstGeom prst="rect">
              <a:avLst/>
            </a:prstGeom>
            <a:solidFill>
              <a:srgbClr val="008080"/>
            </a:solidFill>
            <a:ln w="28575" cap="sq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5" name="Text Box 20">
              <a:extLst>
                <a:ext uri="{FF2B5EF4-FFF2-40B4-BE49-F238E27FC236}">
                  <a16:creationId xmlns:a16="http://schemas.microsoft.com/office/drawing/2014/main" id="{0ED99B8B-956B-4B90-8B71-92188A1DBF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196"/>
              <a:ext cx="29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1        2        3        4        5        6       7       8</a:t>
              </a:r>
              <a:endParaRPr kumimoji="1" lang="en-US" altLang="zh-CN" sz="2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7366" name="Text Box 21">
              <a:extLst>
                <a:ext uri="{FF2B5EF4-FFF2-40B4-BE49-F238E27FC236}">
                  <a16:creationId xmlns:a16="http://schemas.microsoft.com/office/drawing/2014/main" id="{BFB71B3D-3F03-4B65-9A78-782BC6A32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2" y="923"/>
              <a:ext cx="339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+V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CC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 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3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9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8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7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</a:t>
              </a:r>
            </a:p>
          </p:txBody>
        </p:sp>
        <p:sp>
          <p:nvSpPr>
            <p:cNvPr id="57367" name="Line 22">
              <a:extLst>
                <a:ext uri="{FF2B5EF4-FFF2-40B4-BE49-F238E27FC236}">
                  <a16:creationId xmlns:a16="http://schemas.microsoft.com/office/drawing/2014/main" id="{907BB543-62A1-43F1-872F-275181D447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9" y="971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8" name="Line 23">
              <a:extLst>
                <a:ext uri="{FF2B5EF4-FFF2-40B4-BE49-F238E27FC236}">
                  <a16:creationId xmlns:a16="http://schemas.microsoft.com/office/drawing/2014/main" id="{4A5CFAE9-99C1-4B22-A834-AA40798C5E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8" y="971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69" name="Line 24">
              <a:extLst>
                <a:ext uri="{FF2B5EF4-FFF2-40B4-BE49-F238E27FC236}">
                  <a16:creationId xmlns:a16="http://schemas.microsoft.com/office/drawing/2014/main" id="{EFF255F3-8A5D-4C75-9027-B956F510A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5" y="971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70" name="Rectangle 25">
              <a:extLst>
                <a:ext uri="{FF2B5EF4-FFF2-40B4-BE49-F238E27FC236}">
                  <a16:creationId xmlns:a16="http://schemas.microsoft.com/office/drawing/2014/main" id="{CDF25BE5-969B-4C41-8406-F21B6A754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1451"/>
              <a:ext cx="3168" cy="1008"/>
            </a:xfrm>
            <a:prstGeom prst="rect">
              <a:avLst/>
            </a:prstGeom>
            <a:solidFill>
              <a:srgbClr val="FFFF99"/>
            </a:solidFill>
            <a:ln w="38100" cap="sq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74</a:t>
              </a:r>
              <a:r>
                <a:rPr kumimoji="1" lang="en-US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  <a:sym typeface="Symbol" panose="05050102010706020507" pitchFamily="18" charset="2"/>
                </a:rPr>
                <a:t></a:t>
              </a:r>
              <a:r>
                <a:rPr kumimoji="1" lang="en-US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42</a:t>
              </a:r>
            </a:p>
          </p:txBody>
        </p:sp>
        <p:sp>
          <p:nvSpPr>
            <p:cNvPr id="57371" name="Text Box 26">
              <a:extLst>
                <a:ext uri="{FF2B5EF4-FFF2-40B4-BE49-F238E27FC236}">
                  <a16:creationId xmlns:a16="http://schemas.microsoft.com/office/drawing/2014/main" id="{2F15FEC0-8C43-4D80-A7C5-06B979472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1451"/>
              <a:ext cx="29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just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16      15      14      13     12     11      10        9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7372" name="Text Box 27">
              <a:extLst>
                <a:ext uri="{FF2B5EF4-FFF2-40B4-BE49-F238E27FC236}">
                  <a16:creationId xmlns:a16="http://schemas.microsoft.com/office/drawing/2014/main" id="{C8B90502-C755-4B25-93A5-A125FF835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196"/>
              <a:ext cx="29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1        2        3        4        5        6       7       8</a:t>
              </a:r>
              <a:endParaRPr kumimoji="1" lang="en-US" altLang="zh-CN" sz="2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7373" name="Arc 28">
              <a:extLst>
                <a:ext uri="{FF2B5EF4-FFF2-40B4-BE49-F238E27FC236}">
                  <a16:creationId xmlns:a16="http://schemas.microsoft.com/office/drawing/2014/main" id="{0AF3D4CA-459F-43DA-96AB-ED7CD667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835"/>
              <a:ext cx="192" cy="14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74" name="Arc 29">
              <a:extLst>
                <a:ext uri="{FF2B5EF4-FFF2-40B4-BE49-F238E27FC236}">
                  <a16:creationId xmlns:a16="http://schemas.microsoft.com/office/drawing/2014/main" id="{DD15B0FF-9E0E-4067-865D-F6C78197DB4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008" y="1979"/>
              <a:ext cx="192" cy="14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75" name="Line 30">
              <a:extLst>
                <a:ext uri="{FF2B5EF4-FFF2-40B4-BE49-F238E27FC236}">
                  <a16:creationId xmlns:a16="http://schemas.microsoft.com/office/drawing/2014/main" id="{C22BC0C2-6B46-4321-9DEA-290235328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2795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76" name="Line 31">
              <a:extLst>
                <a:ext uri="{FF2B5EF4-FFF2-40B4-BE49-F238E27FC236}">
                  <a16:creationId xmlns:a16="http://schemas.microsoft.com/office/drawing/2014/main" id="{CDCE10A3-D484-46A3-9C10-C89ECD33B2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6" y="2795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77" name="Line 32">
              <a:extLst>
                <a:ext uri="{FF2B5EF4-FFF2-40B4-BE49-F238E27FC236}">
                  <a16:creationId xmlns:a16="http://schemas.microsoft.com/office/drawing/2014/main" id="{DB7A9857-AEB3-42B7-A151-0DBA5ABAD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7" y="2795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78" name="Line 33">
              <a:extLst>
                <a:ext uri="{FF2B5EF4-FFF2-40B4-BE49-F238E27FC236}">
                  <a16:creationId xmlns:a16="http://schemas.microsoft.com/office/drawing/2014/main" id="{83BDBA79-2801-4AD8-97C8-541251661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7" y="2795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79" name="Line 34">
              <a:extLst>
                <a:ext uri="{FF2B5EF4-FFF2-40B4-BE49-F238E27FC236}">
                  <a16:creationId xmlns:a16="http://schemas.microsoft.com/office/drawing/2014/main" id="{A3B9923F-A56E-4C1B-B41E-D46E7E3993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1" y="2795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80" name="Line 35">
              <a:extLst>
                <a:ext uri="{FF2B5EF4-FFF2-40B4-BE49-F238E27FC236}">
                  <a16:creationId xmlns:a16="http://schemas.microsoft.com/office/drawing/2014/main" id="{9E17C595-9B21-409A-BA45-FCFDC982C1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5" y="2795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81" name="Line 36">
              <a:extLst>
                <a:ext uri="{FF2B5EF4-FFF2-40B4-BE49-F238E27FC236}">
                  <a16:creationId xmlns:a16="http://schemas.microsoft.com/office/drawing/2014/main" id="{6448343E-F0C9-41A5-8AA3-7BED8FEC1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6" y="2795"/>
              <a:ext cx="96" cy="0"/>
            </a:xfrm>
            <a:prstGeom prst="line">
              <a:avLst/>
            </a:prstGeom>
            <a:noFill/>
            <a:ln w="28575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382" name="Rectangle 37">
              <a:extLst>
                <a:ext uri="{FF2B5EF4-FFF2-40B4-BE49-F238E27FC236}">
                  <a16:creationId xmlns:a16="http://schemas.microsoft.com/office/drawing/2014/main" id="{FEB9DD70-7381-4908-85DB-943CB036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2747"/>
              <a:ext cx="301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  </a:t>
              </a:r>
              <a:r>
                <a:rPr kumimoji="1" lang="zh-CN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地</a:t>
              </a:r>
              <a:r>
                <a:rPr kumimoji="1" lang="zh-CN" altLang="en-US" sz="2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</a:t>
              </a:r>
            </a:p>
          </p:txBody>
        </p:sp>
      </p:grpSp>
      <p:sp>
        <p:nvSpPr>
          <p:cNvPr id="263206" name="Text Box 38">
            <a:extLst>
              <a:ext uri="{FF2B5EF4-FFF2-40B4-BE49-F238E27FC236}">
                <a16:creationId xmlns:a16="http://schemas.microsoft.com/office/drawing/2014/main" id="{81E20FBD-B794-4589-AD10-A0B5A8C91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5719763"/>
            <a:ext cx="813593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42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为完全译码的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BCD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译码器，没有“使能”端。</a:t>
            </a:r>
          </a:p>
        </p:txBody>
      </p:sp>
    </p:spTree>
    <p:extLst>
      <p:ext uri="{BB962C8B-B14F-4D97-AF65-F5344CB8AC3E}">
        <p14:creationId xmlns:p14="http://schemas.microsoft.com/office/powerpoint/2010/main" val="106106954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3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3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0" presetID="16" presetClass="entr" presetSubtype="42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2" dur="500"/>
                                        <p:tgtEl>
                                          <p:spTgt spid="263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63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170" grpId="0" autoUpdateAnimBg="0"/>
      <p:bldP spid="263206" grpId="0" autoUpdateAnimBg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2">
            <a:extLst>
              <a:ext uri="{FF2B5EF4-FFF2-40B4-BE49-F238E27FC236}">
                <a16:creationId xmlns:a16="http://schemas.microsoft.com/office/drawing/2014/main" id="{6AD799A6-CCD5-4749-8CE5-A60106A1F5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3050" y="144463"/>
            <a:ext cx="3541713" cy="407987"/>
          </a:xfrm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1F08F8"/>
                </a:solidFill>
              </a:rPr>
              <a:t>3</a:t>
            </a:r>
            <a:r>
              <a:rPr lang="zh-CN" altLang="en-US" sz="2800" b="1" dirty="0">
                <a:solidFill>
                  <a:srgbClr val="1F08F8"/>
                </a:solidFill>
              </a:rPr>
              <a:t>、数字显示译码器</a:t>
            </a:r>
          </a:p>
        </p:txBody>
      </p:sp>
      <p:sp>
        <p:nvSpPr>
          <p:cNvPr id="264195" name="Text Box 3">
            <a:extLst>
              <a:ext uri="{FF2B5EF4-FFF2-40B4-BE49-F238E27FC236}">
                <a16:creationId xmlns:a16="http://schemas.microsoft.com/office/drawing/2014/main" id="{F4F80BF5-7CD3-4C73-B970-0A5AE35281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175" y="687388"/>
            <a:ext cx="8821738" cy="1988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常用的数字显示器有多种类型；</a:t>
            </a:r>
          </a:p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按显示方式分：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有字型重叠式、点阵式、分段式等。</a:t>
            </a:r>
          </a:p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按发光物质分：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有半导体显示器，又称发光二极管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(LED)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显示器、荧光显示器、液晶显示器等。</a:t>
            </a:r>
          </a:p>
        </p:txBody>
      </p:sp>
      <p:sp>
        <p:nvSpPr>
          <p:cNvPr id="264196" name="AutoShape 4">
            <a:extLst>
              <a:ext uri="{FF2B5EF4-FFF2-40B4-BE49-F238E27FC236}">
                <a16:creationId xmlns:a16="http://schemas.microsoft.com/office/drawing/2014/main" id="{F3CF992A-BF82-4E43-8AD1-23988F8BD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3182938"/>
            <a:ext cx="1600200" cy="838200"/>
          </a:xfrm>
          <a:prstGeom prst="wedgeRoundRectCallout">
            <a:avLst>
              <a:gd name="adj1" fmla="val -77282"/>
              <a:gd name="adj2" fmla="val 49431"/>
              <a:gd name="adj3" fmla="val 16667"/>
            </a:avLst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七段数码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显示器</a:t>
            </a:r>
          </a:p>
        </p:txBody>
      </p:sp>
      <p:grpSp>
        <p:nvGrpSpPr>
          <p:cNvPr id="264197" name="Group 5">
            <a:extLst>
              <a:ext uri="{FF2B5EF4-FFF2-40B4-BE49-F238E27FC236}">
                <a16:creationId xmlns:a16="http://schemas.microsoft.com/office/drawing/2014/main" id="{3D633414-DAF1-4856-9C90-1806CE40CA86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733675"/>
            <a:ext cx="1335088" cy="4114800"/>
            <a:chOff x="4608" y="1722"/>
            <a:chExt cx="841" cy="2592"/>
          </a:xfrm>
        </p:grpSpPr>
        <p:sp>
          <p:nvSpPr>
            <p:cNvPr id="58404" name="Rectangle 6">
              <a:extLst>
                <a:ext uri="{FF2B5EF4-FFF2-40B4-BE49-F238E27FC236}">
                  <a16:creationId xmlns:a16="http://schemas.microsoft.com/office/drawing/2014/main" id="{B7B53AAB-2A74-401C-BEF5-4695550D0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67"/>
              <a:ext cx="723" cy="1350"/>
            </a:xfrm>
            <a:prstGeom prst="rect">
              <a:avLst/>
            </a:prstGeom>
            <a:solidFill>
              <a:schemeClr val="bg1"/>
            </a:solidFill>
            <a:ln w="38100" cap="sq">
              <a:solidFill>
                <a:srgbClr val="FF00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05" name="Line 7">
              <a:extLst>
                <a:ext uri="{FF2B5EF4-FFF2-40B4-BE49-F238E27FC236}">
                  <a16:creationId xmlns:a16="http://schemas.microsoft.com/office/drawing/2014/main" id="{7096D41E-5A41-47E3-85BE-615687E6FF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5" y="2538"/>
              <a:ext cx="434" cy="0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06" name="Line 8">
              <a:extLst>
                <a:ext uri="{FF2B5EF4-FFF2-40B4-BE49-F238E27FC236}">
                  <a16:creationId xmlns:a16="http://schemas.microsoft.com/office/drawing/2014/main" id="{CCB613AF-B519-4433-BE62-784F3B94E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7" y="2586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07" name="Line 9">
              <a:extLst>
                <a:ext uri="{FF2B5EF4-FFF2-40B4-BE49-F238E27FC236}">
                  <a16:creationId xmlns:a16="http://schemas.microsoft.com/office/drawing/2014/main" id="{5F120AF0-A671-44EC-B7E8-1460E23662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5" y="2605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08" name="Line 10">
              <a:extLst>
                <a:ext uri="{FF2B5EF4-FFF2-40B4-BE49-F238E27FC236}">
                  <a16:creationId xmlns:a16="http://schemas.microsoft.com/office/drawing/2014/main" id="{8F73EF71-5E92-4C0B-8E1F-233ACC0B6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3" y="3066"/>
              <a:ext cx="361" cy="0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09" name="Line 11">
              <a:extLst>
                <a:ext uri="{FF2B5EF4-FFF2-40B4-BE49-F238E27FC236}">
                  <a16:creationId xmlns:a16="http://schemas.microsoft.com/office/drawing/2014/main" id="{3FED3F6D-5E0D-478C-9BCE-AA85F81C8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5" y="3121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10" name="Line 12">
              <a:extLst>
                <a:ext uri="{FF2B5EF4-FFF2-40B4-BE49-F238E27FC236}">
                  <a16:creationId xmlns:a16="http://schemas.microsoft.com/office/drawing/2014/main" id="{BEDC58C4-B57E-4412-B7E6-EB16B53B1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5" y="3561"/>
              <a:ext cx="434" cy="0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11" name="Line 13">
              <a:extLst>
                <a:ext uri="{FF2B5EF4-FFF2-40B4-BE49-F238E27FC236}">
                  <a16:creationId xmlns:a16="http://schemas.microsoft.com/office/drawing/2014/main" id="{B1DAFD3A-8160-4E3F-AD29-1FA63B745A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9" y="3132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12" name="Text Box 14">
              <a:extLst>
                <a:ext uri="{FF2B5EF4-FFF2-40B4-BE49-F238E27FC236}">
                  <a16:creationId xmlns:a16="http://schemas.microsoft.com/office/drawing/2014/main" id="{E77012D6-AB7E-4C7B-ACF4-566F0E0BF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1" y="2303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413" name="Text Box 15">
              <a:extLst>
                <a:ext uri="{FF2B5EF4-FFF2-40B4-BE49-F238E27FC236}">
                  <a16:creationId xmlns:a16="http://schemas.microsoft.com/office/drawing/2014/main" id="{3FC9582E-B1E9-4294-920E-D03F6BB473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1" y="2620"/>
              <a:ext cx="22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b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414" name="Text Box 16">
              <a:extLst>
                <a:ext uri="{FF2B5EF4-FFF2-40B4-BE49-F238E27FC236}">
                  <a16:creationId xmlns:a16="http://schemas.microsoft.com/office/drawing/2014/main" id="{0BDFE9B5-278B-4298-A130-8446EF139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8" y="2634"/>
              <a:ext cx="25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f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415" name="Text Box 17">
              <a:extLst>
                <a:ext uri="{FF2B5EF4-FFF2-40B4-BE49-F238E27FC236}">
                  <a16:creationId xmlns:a16="http://schemas.microsoft.com/office/drawing/2014/main" id="{DA50116F-ADF7-4BF1-AF34-071736759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4" y="2779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g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416" name="Text Box 18">
              <a:extLst>
                <a:ext uri="{FF2B5EF4-FFF2-40B4-BE49-F238E27FC236}">
                  <a16:creationId xmlns:a16="http://schemas.microsoft.com/office/drawing/2014/main" id="{F3D8F78C-617E-4509-A471-0A738A704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3216"/>
              <a:ext cx="20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e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417" name="Text Box 19">
              <a:extLst>
                <a:ext uri="{FF2B5EF4-FFF2-40B4-BE49-F238E27FC236}">
                  <a16:creationId xmlns:a16="http://schemas.microsoft.com/office/drawing/2014/main" id="{EF33D821-AB40-4C20-85F4-4F58A0CD71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2" y="3216"/>
              <a:ext cx="20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418" name="Text Box 20">
              <a:extLst>
                <a:ext uri="{FF2B5EF4-FFF2-40B4-BE49-F238E27FC236}">
                  <a16:creationId xmlns:a16="http://schemas.microsoft.com/office/drawing/2014/main" id="{BB98203F-AC0C-4B56-8B41-02CBC23247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4" y="3258"/>
              <a:ext cx="22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d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419" name="Text Box 21">
              <a:extLst>
                <a:ext uri="{FF2B5EF4-FFF2-40B4-BE49-F238E27FC236}">
                  <a16:creationId xmlns:a16="http://schemas.microsoft.com/office/drawing/2014/main" id="{E39A8A58-F89C-4680-9399-AC098713B1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7" y="3447"/>
              <a:ext cx="20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0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•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420" name="Line 22">
              <a:extLst>
                <a:ext uri="{FF2B5EF4-FFF2-40B4-BE49-F238E27FC236}">
                  <a16:creationId xmlns:a16="http://schemas.microsoft.com/office/drawing/2014/main" id="{A474BE0E-C9FB-40F0-9674-6666FC327D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2" y="2169"/>
              <a:ext cx="0" cy="19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21" name="Line 23">
              <a:extLst>
                <a:ext uri="{FF2B5EF4-FFF2-40B4-BE49-F238E27FC236}">
                  <a16:creationId xmlns:a16="http://schemas.microsoft.com/office/drawing/2014/main" id="{942C29CB-EEFE-40CA-A558-CC17D9EEC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8" y="2010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22" name="Line 24">
              <a:extLst>
                <a:ext uri="{FF2B5EF4-FFF2-40B4-BE49-F238E27FC236}">
                  <a16:creationId xmlns:a16="http://schemas.microsoft.com/office/drawing/2014/main" id="{8D65180E-4930-4134-B83E-A0222FDC83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7" y="2010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23" name="Line 25">
              <a:extLst>
                <a:ext uri="{FF2B5EF4-FFF2-40B4-BE49-F238E27FC236}">
                  <a16:creationId xmlns:a16="http://schemas.microsoft.com/office/drawing/2014/main" id="{1BBE8DF0-BAB9-4A26-B411-453D368D99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3" y="2010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24" name="Line 26">
              <a:extLst>
                <a:ext uri="{FF2B5EF4-FFF2-40B4-BE49-F238E27FC236}">
                  <a16:creationId xmlns:a16="http://schemas.microsoft.com/office/drawing/2014/main" id="{57C12497-7BA0-4B4D-9492-E5E8154ECB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2" y="2010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25" name="Line 27">
              <a:extLst>
                <a:ext uri="{FF2B5EF4-FFF2-40B4-BE49-F238E27FC236}">
                  <a16:creationId xmlns:a16="http://schemas.microsoft.com/office/drawing/2014/main" id="{30ED2B7B-5C64-480A-8515-2E458496F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2" y="3717"/>
              <a:ext cx="0" cy="19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26" name="Line 28">
              <a:extLst>
                <a:ext uri="{FF2B5EF4-FFF2-40B4-BE49-F238E27FC236}">
                  <a16:creationId xmlns:a16="http://schemas.microsoft.com/office/drawing/2014/main" id="{027A90E2-43B2-46A3-A8FC-057E48609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8" y="3717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27" name="Line 29">
              <a:extLst>
                <a:ext uri="{FF2B5EF4-FFF2-40B4-BE49-F238E27FC236}">
                  <a16:creationId xmlns:a16="http://schemas.microsoft.com/office/drawing/2014/main" id="{5CFC9CD7-F793-4B3B-AD2B-B708EAFC94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7" y="3717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28" name="Line 30">
              <a:extLst>
                <a:ext uri="{FF2B5EF4-FFF2-40B4-BE49-F238E27FC236}">
                  <a16:creationId xmlns:a16="http://schemas.microsoft.com/office/drawing/2014/main" id="{A919232F-E5CF-4782-97DD-825F238F00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3" y="3717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29" name="Line 31">
              <a:extLst>
                <a:ext uri="{FF2B5EF4-FFF2-40B4-BE49-F238E27FC236}">
                  <a16:creationId xmlns:a16="http://schemas.microsoft.com/office/drawing/2014/main" id="{1DD263B6-A72E-454D-9D3A-94C396A0B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2" y="3717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30" name="Line 32">
              <a:extLst>
                <a:ext uri="{FF2B5EF4-FFF2-40B4-BE49-F238E27FC236}">
                  <a16:creationId xmlns:a16="http://schemas.microsoft.com/office/drawing/2014/main" id="{23F0B005-EE07-4886-9BC1-CEDFA7A412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0" y="3915"/>
              <a:ext cx="145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31" name="Line 33">
              <a:extLst>
                <a:ext uri="{FF2B5EF4-FFF2-40B4-BE49-F238E27FC236}">
                  <a16:creationId xmlns:a16="http://schemas.microsoft.com/office/drawing/2014/main" id="{1FB00A45-246B-4032-BAC6-B06B5C84A6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0" y="2169"/>
              <a:ext cx="145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32" name="Text Box 34">
              <a:extLst>
                <a:ext uri="{FF2B5EF4-FFF2-40B4-BE49-F238E27FC236}">
                  <a16:creationId xmlns:a16="http://schemas.microsoft.com/office/drawing/2014/main" id="{48776409-1813-41A5-8FE9-63374F884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3" y="1722"/>
              <a:ext cx="51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f  g</a:t>
              </a:r>
              <a:r>
                <a:rPr kumimoji="1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</a:p>
          </p:txBody>
        </p:sp>
        <p:sp>
          <p:nvSpPr>
            <p:cNvPr id="58433" name="Text Box 35">
              <a:extLst>
                <a:ext uri="{FF2B5EF4-FFF2-40B4-BE49-F238E27FC236}">
                  <a16:creationId xmlns:a16="http://schemas.microsoft.com/office/drawing/2014/main" id="{68994180-23D4-4603-8F5E-DAE5B1164D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4" y="1722"/>
              <a:ext cx="41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  b</a:t>
              </a:r>
            </a:p>
          </p:txBody>
        </p:sp>
        <p:sp>
          <p:nvSpPr>
            <p:cNvPr id="58434" name="Text Box 36">
              <a:extLst>
                <a:ext uri="{FF2B5EF4-FFF2-40B4-BE49-F238E27FC236}">
                  <a16:creationId xmlns:a16="http://schemas.microsoft.com/office/drawing/2014/main" id="{97710285-3D41-4388-9C97-6D11830130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8" y="4026"/>
              <a:ext cx="40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e  d</a:t>
              </a:r>
            </a:p>
          </p:txBody>
        </p:sp>
        <p:sp>
          <p:nvSpPr>
            <p:cNvPr id="58435" name="Text Box 37">
              <a:extLst>
                <a:ext uri="{FF2B5EF4-FFF2-40B4-BE49-F238E27FC236}">
                  <a16:creationId xmlns:a16="http://schemas.microsoft.com/office/drawing/2014/main" id="{52D704B3-A674-40F5-9D8A-4F826F90E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5" y="4026"/>
              <a:ext cx="36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 </a:t>
              </a:r>
              <a:r>
                <a:rPr kumimoji="1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•</a:t>
              </a:r>
            </a:p>
          </p:txBody>
        </p:sp>
        <p:sp>
          <p:nvSpPr>
            <p:cNvPr id="58436" name="Line 38">
              <a:extLst>
                <a:ext uri="{FF2B5EF4-FFF2-40B4-BE49-F238E27FC236}">
                  <a16:creationId xmlns:a16="http://schemas.microsoft.com/office/drawing/2014/main" id="{C588B911-E7FD-49B6-B25C-0051EE033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5" y="2538"/>
              <a:ext cx="434" cy="0"/>
            </a:xfrm>
            <a:prstGeom prst="line">
              <a:avLst/>
            </a:prstGeom>
            <a:noFill/>
            <a:ln w="38100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37" name="Line 39">
              <a:extLst>
                <a:ext uri="{FF2B5EF4-FFF2-40B4-BE49-F238E27FC236}">
                  <a16:creationId xmlns:a16="http://schemas.microsoft.com/office/drawing/2014/main" id="{8F4B61BC-7D76-4079-9499-D8E05EF16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7" y="2586"/>
              <a:ext cx="0" cy="358"/>
            </a:xfrm>
            <a:prstGeom prst="line">
              <a:avLst/>
            </a:prstGeom>
            <a:noFill/>
            <a:ln w="38100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38" name="Line 40">
              <a:extLst>
                <a:ext uri="{FF2B5EF4-FFF2-40B4-BE49-F238E27FC236}">
                  <a16:creationId xmlns:a16="http://schemas.microsoft.com/office/drawing/2014/main" id="{949B254B-82F5-4EA1-A235-A7C032A766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3" y="3066"/>
              <a:ext cx="361" cy="0"/>
            </a:xfrm>
            <a:prstGeom prst="line">
              <a:avLst/>
            </a:prstGeom>
            <a:noFill/>
            <a:ln w="38100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39" name="Line 41">
              <a:extLst>
                <a:ext uri="{FF2B5EF4-FFF2-40B4-BE49-F238E27FC236}">
                  <a16:creationId xmlns:a16="http://schemas.microsoft.com/office/drawing/2014/main" id="{BAA89A8A-E6DC-4859-B667-EEC803FBE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5" y="3125"/>
              <a:ext cx="0" cy="358"/>
            </a:xfrm>
            <a:prstGeom prst="line">
              <a:avLst/>
            </a:prstGeom>
            <a:noFill/>
            <a:ln w="38100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40" name="Line 42">
              <a:extLst>
                <a:ext uri="{FF2B5EF4-FFF2-40B4-BE49-F238E27FC236}">
                  <a16:creationId xmlns:a16="http://schemas.microsoft.com/office/drawing/2014/main" id="{F4374929-1DBC-439B-B25B-775498B863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5" y="3561"/>
              <a:ext cx="434" cy="0"/>
            </a:xfrm>
            <a:prstGeom prst="line">
              <a:avLst/>
            </a:prstGeom>
            <a:noFill/>
            <a:ln w="38100" cap="sq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64235" name="AutoShape 43">
            <a:extLst>
              <a:ext uri="{FF2B5EF4-FFF2-40B4-BE49-F238E27FC236}">
                <a16:creationId xmlns:a16="http://schemas.microsoft.com/office/drawing/2014/main" id="{19A5CAE0-D7F1-4655-B2BE-AA012DCCA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4706938"/>
            <a:ext cx="1600200" cy="838200"/>
          </a:xfrm>
          <a:prstGeom prst="wedgeRoundRectCallout">
            <a:avLst>
              <a:gd name="adj1" fmla="val 92458"/>
              <a:gd name="adj2" fmla="val 28218"/>
              <a:gd name="adj3" fmla="val 16667"/>
            </a:avLst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七段发光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二极管</a:t>
            </a:r>
          </a:p>
        </p:txBody>
      </p:sp>
      <p:grpSp>
        <p:nvGrpSpPr>
          <p:cNvPr id="264236" name="Group 44">
            <a:extLst>
              <a:ext uri="{FF2B5EF4-FFF2-40B4-BE49-F238E27FC236}">
                <a16:creationId xmlns:a16="http://schemas.microsoft.com/office/drawing/2014/main" id="{B21C7D79-5058-4CFA-BF55-9BE78C84BCC6}"/>
              </a:ext>
            </a:extLst>
          </p:cNvPr>
          <p:cNvGrpSpPr>
            <a:grpSpLocks/>
          </p:cNvGrpSpPr>
          <p:nvPr/>
        </p:nvGrpSpPr>
        <p:grpSpPr bwMode="auto">
          <a:xfrm>
            <a:off x="0" y="3435350"/>
            <a:ext cx="4419600" cy="2795588"/>
            <a:chOff x="0" y="2164"/>
            <a:chExt cx="2784" cy="1761"/>
          </a:xfrm>
        </p:grpSpPr>
        <p:sp>
          <p:nvSpPr>
            <p:cNvPr id="58376" name="Rectangle 45">
              <a:extLst>
                <a:ext uri="{FF2B5EF4-FFF2-40B4-BE49-F238E27FC236}">
                  <a16:creationId xmlns:a16="http://schemas.microsoft.com/office/drawing/2014/main" id="{FEE8D512-D91A-4967-A284-032FCF852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" y="3637"/>
              <a:ext cx="166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显示译码器示意图</a:t>
              </a:r>
            </a:p>
          </p:txBody>
        </p:sp>
        <p:sp>
          <p:nvSpPr>
            <p:cNvPr id="58377" name="Rectangle 46">
              <a:extLst>
                <a:ext uri="{FF2B5EF4-FFF2-40B4-BE49-F238E27FC236}">
                  <a16:creationId xmlns:a16="http://schemas.microsoft.com/office/drawing/2014/main" id="{ABDA6833-EB35-4270-8917-8619318C7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2341"/>
              <a:ext cx="624" cy="1104"/>
            </a:xfrm>
            <a:prstGeom prst="rect">
              <a:avLst/>
            </a:prstGeom>
            <a:solidFill>
              <a:srgbClr val="FFFF99"/>
            </a:solidFill>
            <a:ln w="38100">
              <a:solidFill>
                <a:srgbClr val="FF00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78" name="Line 47">
              <a:extLst>
                <a:ext uri="{FF2B5EF4-FFF2-40B4-BE49-F238E27FC236}">
                  <a16:creationId xmlns:a16="http://schemas.microsoft.com/office/drawing/2014/main" id="{2B52D678-7901-4719-81D0-20399015FA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53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79" name="Line 48">
              <a:extLst>
                <a:ext uri="{FF2B5EF4-FFF2-40B4-BE49-F238E27FC236}">
                  <a16:creationId xmlns:a16="http://schemas.microsoft.com/office/drawing/2014/main" id="{53F95F30-D2FC-46C9-8187-F1F0A059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277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0" name="Line 49">
              <a:extLst>
                <a:ext uri="{FF2B5EF4-FFF2-40B4-BE49-F238E27FC236}">
                  <a16:creationId xmlns:a16="http://schemas.microsoft.com/office/drawing/2014/main" id="{14E470F9-11BA-4501-824C-A52161BDAF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01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1" name="Line 50">
              <a:extLst>
                <a:ext uri="{FF2B5EF4-FFF2-40B4-BE49-F238E27FC236}">
                  <a16:creationId xmlns:a16="http://schemas.microsoft.com/office/drawing/2014/main" id="{8CBE3124-6E4E-4430-AB24-B3A6662752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" y="325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2" name="Line 51">
              <a:extLst>
                <a:ext uri="{FF2B5EF4-FFF2-40B4-BE49-F238E27FC236}">
                  <a16:creationId xmlns:a16="http://schemas.microsoft.com/office/drawing/2014/main" id="{EA6D07AB-F4CF-4A63-A0AA-BC9D824162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437"/>
              <a:ext cx="2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3" name="Line 52">
              <a:extLst>
                <a:ext uri="{FF2B5EF4-FFF2-40B4-BE49-F238E27FC236}">
                  <a16:creationId xmlns:a16="http://schemas.microsoft.com/office/drawing/2014/main" id="{0B44EF84-0D65-449A-8775-3B976EF8B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2677"/>
              <a:ext cx="2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4" name="Line 53">
              <a:extLst>
                <a:ext uri="{FF2B5EF4-FFF2-40B4-BE49-F238E27FC236}">
                  <a16:creationId xmlns:a16="http://schemas.microsoft.com/office/drawing/2014/main" id="{54E37F66-C627-4707-9A86-30A349B065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" y="3253"/>
              <a:ext cx="2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5" name="Line 54">
              <a:extLst>
                <a:ext uri="{FF2B5EF4-FFF2-40B4-BE49-F238E27FC236}">
                  <a16:creationId xmlns:a16="http://schemas.microsoft.com/office/drawing/2014/main" id="{F575D88A-3A94-4581-AC93-09B35EEE27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2869"/>
              <a:ext cx="0" cy="24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6" name="Rectangle 55">
              <a:extLst>
                <a:ext uri="{FF2B5EF4-FFF2-40B4-BE49-F238E27FC236}">
                  <a16:creationId xmlns:a16="http://schemas.microsoft.com/office/drawing/2014/main" id="{5546BD4A-C0B3-4B0E-AE50-94BECAFC5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341"/>
              <a:ext cx="720" cy="110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7" name="Line 56">
              <a:extLst>
                <a:ext uri="{FF2B5EF4-FFF2-40B4-BE49-F238E27FC236}">
                  <a16:creationId xmlns:a16="http://schemas.microsoft.com/office/drawing/2014/main" id="{C4FD7A95-BE2E-45FA-8266-75018EDFF0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2533"/>
              <a:ext cx="2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8" name="Line 57">
              <a:extLst>
                <a:ext uri="{FF2B5EF4-FFF2-40B4-BE49-F238E27FC236}">
                  <a16:creationId xmlns:a16="http://schemas.microsoft.com/office/drawing/2014/main" id="{09D6795D-A2EA-4179-BC2B-FB80DBB228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3109"/>
              <a:ext cx="2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89" name="Line 58">
              <a:extLst>
                <a:ext uri="{FF2B5EF4-FFF2-40B4-BE49-F238E27FC236}">
                  <a16:creationId xmlns:a16="http://schemas.microsoft.com/office/drawing/2014/main" id="{5AF18703-FAD5-4983-B375-4B6EB817E2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6" y="2581"/>
              <a:ext cx="0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90" name="Line 59">
              <a:extLst>
                <a:ext uri="{FF2B5EF4-FFF2-40B4-BE49-F238E27FC236}">
                  <a16:creationId xmlns:a16="http://schemas.microsoft.com/office/drawing/2014/main" id="{C64FDAA0-31E3-4D30-A372-FB09AA62E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4" y="2821"/>
              <a:ext cx="2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91" name="Line 60">
              <a:extLst>
                <a:ext uri="{FF2B5EF4-FFF2-40B4-BE49-F238E27FC236}">
                  <a16:creationId xmlns:a16="http://schemas.microsoft.com/office/drawing/2014/main" id="{0F1AE439-2603-4A36-8ABC-8FDE290440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" y="2581"/>
              <a:ext cx="0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92" name="Line 61">
              <a:extLst>
                <a:ext uri="{FF2B5EF4-FFF2-40B4-BE49-F238E27FC236}">
                  <a16:creationId xmlns:a16="http://schemas.microsoft.com/office/drawing/2014/main" id="{DB1FDD54-8286-4F42-8CF4-0A92DE1CC5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6" y="2869"/>
              <a:ext cx="0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93" name="Line 62">
              <a:extLst>
                <a:ext uri="{FF2B5EF4-FFF2-40B4-BE49-F238E27FC236}">
                  <a16:creationId xmlns:a16="http://schemas.microsoft.com/office/drawing/2014/main" id="{AC763D36-044F-43A9-983C-22FE1A1DA2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" y="2869"/>
              <a:ext cx="0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394" name="Rectangle 63">
              <a:extLst>
                <a:ext uri="{FF2B5EF4-FFF2-40B4-BE49-F238E27FC236}">
                  <a16:creationId xmlns:a16="http://schemas.microsoft.com/office/drawing/2014/main" id="{EC83D83D-683E-48E0-BD58-7D7720B9F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" y="2341"/>
              <a:ext cx="432" cy="9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1</a:t>
              </a:r>
              <a:r>
                <a:rPr kumimoji="1" lang="en-US" altLang="zh-CN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</a:t>
              </a:r>
              <a:r>
                <a:rPr kumimoji="1" lang="en-US" altLang="zh-CN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  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3</a:t>
              </a:r>
            </a:p>
          </p:txBody>
        </p:sp>
        <p:sp>
          <p:nvSpPr>
            <p:cNvPr id="58395" name="Rectangle 64">
              <a:extLst>
                <a:ext uri="{FF2B5EF4-FFF2-40B4-BE49-F238E27FC236}">
                  <a16:creationId xmlns:a16="http://schemas.microsoft.com/office/drawing/2014/main" id="{036ACD70-991B-428F-A276-AEC0FD297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2164"/>
              <a:ext cx="40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endParaRPr kumimoji="1" lang="en-US" altLang="zh-CN" sz="20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396" name="Rectangle 65">
              <a:extLst>
                <a:ext uri="{FF2B5EF4-FFF2-40B4-BE49-F238E27FC236}">
                  <a16:creationId xmlns:a16="http://schemas.microsoft.com/office/drawing/2014/main" id="{86D8411B-D88C-4A0D-8750-7D0C1BC90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415"/>
              <a:ext cx="293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b</a:t>
              </a:r>
              <a:endParaRPr kumimoji="1" lang="en-US" altLang="zh-CN" sz="20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397" name="Rectangle 66">
              <a:extLst>
                <a:ext uri="{FF2B5EF4-FFF2-40B4-BE49-F238E27FC236}">
                  <a16:creationId xmlns:a16="http://schemas.microsoft.com/office/drawing/2014/main" id="{612C1EA3-4233-41DE-86D9-27A1591FA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3243"/>
              <a:ext cx="38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g</a:t>
              </a:r>
              <a:endParaRPr kumimoji="1" lang="en-US" altLang="zh-CN" sz="20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8398" name="Text Box 67">
              <a:extLst>
                <a:ext uri="{FF2B5EF4-FFF2-40B4-BE49-F238E27FC236}">
                  <a16:creationId xmlns:a16="http://schemas.microsoft.com/office/drawing/2014/main" id="{F19E9033-5280-4853-82E1-A73E6CAF9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2389"/>
              <a:ext cx="624" cy="9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显示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译码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器</a:t>
              </a:r>
            </a:p>
          </p:txBody>
        </p:sp>
        <p:sp>
          <p:nvSpPr>
            <p:cNvPr id="58399" name="AutoShape 68">
              <a:extLst>
                <a:ext uri="{FF2B5EF4-FFF2-40B4-BE49-F238E27FC236}">
                  <a16:creationId xmlns:a16="http://schemas.microsoft.com/office/drawing/2014/main" id="{948777A7-3713-4871-8957-CD3E091D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437"/>
              <a:ext cx="48" cy="816"/>
            </a:xfrm>
            <a:prstGeom prst="leftBrace">
              <a:avLst>
                <a:gd name="adj1" fmla="val 141667"/>
                <a:gd name="adj2" fmla="val 50000"/>
              </a:avLst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400" name="Text Box 69">
              <a:extLst>
                <a:ext uri="{FF2B5EF4-FFF2-40B4-BE49-F238E27FC236}">
                  <a16:creationId xmlns:a16="http://schemas.microsoft.com/office/drawing/2014/main" id="{0C9D35DD-C1E1-470B-8650-ACE24926B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437"/>
              <a:ext cx="722" cy="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输入为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6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8421</a:t>
              </a:r>
            </a:p>
            <a:p>
              <a:pPr marL="0" marR="0" lvl="0" indent="0" algn="l" defTabSz="914400" rtl="0" eaLnBrk="1" fontAlgn="base" latinLnBrk="0" hangingPunct="1">
                <a:lnSpc>
                  <a:spcPct val="6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BCD</a:t>
              </a: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码</a:t>
              </a:r>
            </a:p>
          </p:txBody>
        </p:sp>
        <p:sp>
          <p:nvSpPr>
            <p:cNvPr id="58401" name="Rectangle 70">
              <a:extLst>
                <a:ext uri="{FF2B5EF4-FFF2-40B4-BE49-F238E27FC236}">
                  <a16:creationId xmlns:a16="http://schemas.microsoft.com/office/drawing/2014/main" id="{5FBE7715-848A-41FA-B1D8-6709C2245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245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</a:p>
          </p:txBody>
        </p:sp>
        <p:sp>
          <p:nvSpPr>
            <p:cNvPr id="58402" name="Rectangle 71">
              <a:extLst>
                <a:ext uri="{FF2B5EF4-FFF2-40B4-BE49-F238E27FC236}">
                  <a16:creationId xmlns:a16="http://schemas.microsoft.com/office/drawing/2014/main" id="{C8BED890-92E7-466D-9040-1D234366C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533"/>
              <a:ext cx="22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b</a:t>
              </a:r>
            </a:p>
          </p:txBody>
        </p:sp>
        <p:sp>
          <p:nvSpPr>
            <p:cNvPr id="58403" name="Rectangle 72">
              <a:extLst>
                <a:ext uri="{FF2B5EF4-FFF2-40B4-BE49-F238E27FC236}">
                  <a16:creationId xmlns:a16="http://schemas.microsoft.com/office/drawing/2014/main" id="{C8271082-D7F0-49A6-B568-6457180BC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3109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g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278042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4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4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64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64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4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4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64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64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4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194" grpId="0" autoUpdateAnimBg="0"/>
      <p:bldP spid="264195" grpId="0" autoUpdateAnimBg="0"/>
      <p:bldP spid="264196" grpId="0" animBg="1" autoUpdateAnimBg="0"/>
      <p:bldP spid="264235" grpId="0" animBg="1" autoUpdateAnimBg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Rectangle 2">
            <a:extLst>
              <a:ext uri="{FF2B5EF4-FFF2-40B4-BE49-F238E27FC236}">
                <a16:creationId xmlns:a16="http://schemas.microsoft.com/office/drawing/2014/main" id="{2AB7DF8A-5527-404F-88FA-C3D7743D2A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71550" y="447675"/>
            <a:ext cx="1782763" cy="604838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字形显示</a:t>
            </a:r>
          </a:p>
        </p:txBody>
      </p:sp>
      <p:grpSp>
        <p:nvGrpSpPr>
          <p:cNvPr id="265219" name="Group 3">
            <a:extLst>
              <a:ext uri="{FF2B5EF4-FFF2-40B4-BE49-F238E27FC236}">
                <a16:creationId xmlns:a16="http://schemas.microsoft.com/office/drawing/2014/main" id="{E131745E-A9F7-447E-BD5B-EEA3CC84348D}"/>
              </a:ext>
            </a:extLst>
          </p:cNvPr>
          <p:cNvGrpSpPr>
            <a:grpSpLocks/>
          </p:cNvGrpSpPr>
          <p:nvPr/>
        </p:nvGrpSpPr>
        <p:grpSpPr bwMode="auto">
          <a:xfrm>
            <a:off x="1130300" y="1531938"/>
            <a:ext cx="1335088" cy="4114800"/>
            <a:chOff x="712" y="965"/>
            <a:chExt cx="841" cy="2592"/>
          </a:xfrm>
        </p:grpSpPr>
        <p:sp>
          <p:nvSpPr>
            <p:cNvPr id="59541" name="Rectangle 4">
              <a:extLst>
                <a:ext uri="{FF2B5EF4-FFF2-40B4-BE49-F238E27FC236}">
                  <a16:creationId xmlns:a16="http://schemas.microsoft.com/office/drawing/2014/main" id="{42A0AAA5-02A3-4A7D-A19C-A91F9F6C2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" y="1610"/>
              <a:ext cx="723" cy="1350"/>
            </a:xfrm>
            <a:prstGeom prst="rect">
              <a:avLst/>
            </a:prstGeom>
            <a:solidFill>
              <a:schemeClr val="bg1"/>
            </a:solidFill>
            <a:ln w="38100" cap="sq">
              <a:solidFill>
                <a:srgbClr val="FF00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42" name="Line 5">
              <a:extLst>
                <a:ext uri="{FF2B5EF4-FFF2-40B4-BE49-F238E27FC236}">
                  <a16:creationId xmlns:a16="http://schemas.microsoft.com/office/drawing/2014/main" id="{463DC167-9F61-4CBA-80B2-3254F3785D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" y="1781"/>
              <a:ext cx="434" cy="0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43" name="Line 6">
              <a:extLst>
                <a:ext uri="{FF2B5EF4-FFF2-40B4-BE49-F238E27FC236}">
                  <a16:creationId xmlns:a16="http://schemas.microsoft.com/office/drawing/2014/main" id="{25F12C4F-677B-4456-A614-BD1BB3464C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1" y="1829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44" name="Line 7">
              <a:extLst>
                <a:ext uri="{FF2B5EF4-FFF2-40B4-BE49-F238E27FC236}">
                  <a16:creationId xmlns:a16="http://schemas.microsoft.com/office/drawing/2014/main" id="{CBB7C0F8-6493-43EA-A6DF-AA9C8DC885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" y="1848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45" name="Line 8">
              <a:extLst>
                <a:ext uri="{FF2B5EF4-FFF2-40B4-BE49-F238E27FC236}">
                  <a16:creationId xmlns:a16="http://schemas.microsoft.com/office/drawing/2014/main" id="{2D31F337-A12B-4EF6-9F02-0345481DF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7" y="2309"/>
              <a:ext cx="361" cy="0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46" name="Line 9">
              <a:extLst>
                <a:ext uri="{FF2B5EF4-FFF2-40B4-BE49-F238E27FC236}">
                  <a16:creationId xmlns:a16="http://schemas.microsoft.com/office/drawing/2014/main" id="{4812283D-01B2-4668-BC9E-E958E7603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" y="2364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47" name="Line 10">
              <a:extLst>
                <a:ext uri="{FF2B5EF4-FFF2-40B4-BE49-F238E27FC236}">
                  <a16:creationId xmlns:a16="http://schemas.microsoft.com/office/drawing/2014/main" id="{8BA41ADB-74B0-4634-8589-69AD5E2A02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" y="2804"/>
              <a:ext cx="434" cy="0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48" name="Line 11">
              <a:extLst>
                <a:ext uri="{FF2B5EF4-FFF2-40B4-BE49-F238E27FC236}">
                  <a16:creationId xmlns:a16="http://schemas.microsoft.com/office/drawing/2014/main" id="{9BFE3D38-4546-40F2-99C6-AFE6969AF4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2375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49" name="Text Box 12">
              <a:extLst>
                <a:ext uri="{FF2B5EF4-FFF2-40B4-BE49-F238E27FC236}">
                  <a16:creationId xmlns:a16="http://schemas.microsoft.com/office/drawing/2014/main" id="{AC5D57FB-B7B5-4578-B145-81FF6EFC0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5" y="1546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9550" name="Text Box 13">
              <a:extLst>
                <a:ext uri="{FF2B5EF4-FFF2-40B4-BE49-F238E27FC236}">
                  <a16:creationId xmlns:a16="http://schemas.microsoft.com/office/drawing/2014/main" id="{505D4E1D-961B-4FA8-A14B-6D693B7E6D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5" y="1863"/>
              <a:ext cx="22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b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9551" name="Text Box 14">
              <a:extLst>
                <a:ext uri="{FF2B5EF4-FFF2-40B4-BE49-F238E27FC236}">
                  <a16:creationId xmlns:a16="http://schemas.microsoft.com/office/drawing/2014/main" id="{5D23EF0B-E0BF-48B8-B7FC-FA1C502EE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" y="1877"/>
              <a:ext cx="25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f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9552" name="Text Box 15">
              <a:extLst>
                <a:ext uri="{FF2B5EF4-FFF2-40B4-BE49-F238E27FC236}">
                  <a16:creationId xmlns:a16="http://schemas.microsoft.com/office/drawing/2014/main" id="{30220B28-5601-42C2-9695-E78C051375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8" y="2022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g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9553" name="Text Box 16">
              <a:extLst>
                <a:ext uri="{FF2B5EF4-FFF2-40B4-BE49-F238E27FC236}">
                  <a16:creationId xmlns:a16="http://schemas.microsoft.com/office/drawing/2014/main" id="{7F587F44-DE9B-4758-8CA9-13985B5AC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" y="2459"/>
              <a:ext cx="20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e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9554" name="Text Box 17">
              <a:extLst>
                <a:ext uri="{FF2B5EF4-FFF2-40B4-BE49-F238E27FC236}">
                  <a16:creationId xmlns:a16="http://schemas.microsoft.com/office/drawing/2014/main" id="{7E959AA1-C5BB-4F5D-A466-0723424776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6" y="2459"/>
              <a:ext cx="20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9555" name="Text Box 18">
              <a:extLst>
                <a:ext uri="{FF2B5EF4-FFF2-40B4-BE49-F238E27FC236}">
                  <a16:creationId xmlns:a16="http://schemas.microsoft.com/office/drawing/2014/main" id="{61FE6383-A0D2-4F40-BA39-877B299F7C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8" y="2501"/>
              <a:ext cx="22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d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9556" name="Text Box 19">
              <a:extLst>
                <a:ext uri="{FF2B5EF4-FFF2-40B4-BE49-F238E27FC236}">
                  <a16:creationId xmlns:a16="http://schemas.microsoft.com/office/drawing/2014/main" id="{B9AAA3D4-7936-46D0-AEF9-3073A62A3A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1" y="2690"/>
              <a:ext cx="20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•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59557" name="Line 20">
              <a:extLst>
                <a:ext uri="{FF2B5EF4-FFF2-40B4-BE49-F238E27FC236}">
                  <a16:creationId xmlns:a16="http://schemas.microsoft.com/office/drawing/2014/main" id="{54FF986C-617E-46D5-8000-214846174A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6" y="1412"/>
              <a:ext cx="0" cy="19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58" name="Line 21">
              <a:extLst>
                <a:ext uri="{FF2B5EF4-FFF2-40B4-BE49-F238E27FC236}">
                  <a16:creationId xmlns:a16="http://schemas.microsoft.com/office/drawing/2014/main" id="{0720C437-1D33-494C-9D65-A8A1D97E8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2" y="1253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59" name="Line 22">
              <a:extLst>
                <a:ext uri="{FF2B5EF4-FFF2-40B4-BE49-F238E27FC236}">
                  <a16:creationId xmlns:a16="http://schemas.microsoft.com/office/drawing/2014/main" id="{FC7FC1A0-7823-464F-B14F-3F47A88FDC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1" y="1253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60" name="Line 23">
              <a:extLst>
                <a:ext uri="{FF2B5EF4-FFF2-40B4-BE49-F238E27FC236}">
                  <a16:creationId xmlns:a16="http://schemas.microsoft.com/office/drawing/2014/main" id="{CAB4180A-7F57-411B-9D23-B5622C013F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7" y="1253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61" name="Line 24">
              <a:extLst>
                <a:ext uri="{FF2B5EF4-FFF2-40B4-BE49-F238E27FC236}">
                  <a16:creationId xmlns:a16="http://schemas.microsoft.com/office/drawing/2014/main" id="{8D5ADBF3-C0BD-4037-925A-75F3FF551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6" y="1253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62" name="Line 25">
              <a:extLst>
                <a:ext uri="{FF2B5EF4-FFF2-40B4-BE49-F238E27FC236}">
                  <a16:creationId xmlns:a16="http://schemas.microsoft.com/office/drawing/2014/main" id="{EDBD8250-C8FC-443A-8E06-498659CC83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6" y="2960"/>
              <a:ext cx="0" cy="19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63" name="Line 26">
              <a:extLst>
                <a:ext uri="{FF2B5EF4-FFF2-40B4-BE49-F238E27FC236}">
                  <a16:creationId xmlns:a16="http://schemas.microsoft.com/office/drawing/2014/main" id="{8E8ECD29-07D8-4F63-AF0F-735F54514C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7" y="2960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64" name="Line 27">
              <a:extLst>
                <a:ext uri="{FF2B5EF4-FFF2-40B4-BE49-F238E27FC236}">
                  <a16:creationId xmlns:a16="http://schemas.microsoft.com/office/drawing/2014/main" id="{35B59B64-3E64-4732-8EE0-5DE6FBE75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1" y="2960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65" name="Line 28">
              <a:extLst>
                <a:ext uri="{FF2B5EF4-FFF2-40B4-BE49-F238E27FC236}">
                  <a16:creationId xmlns:a16="http://schemas.microsoft.com/office/drawing/2014/main" id="{13A48C2A-7DB3-4E3E-B7FA-1F7DFCB86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7" y="2960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66" name="Line 29">
              <a:extLst>
                <a:ext uri="{FF2B5EF4-FFF2-40B4-BE49-F238E27FC236}">
                  <a16:creationId xmlns:a16="http://schemas.microsoft.com/office/drawing/2014/main" id="{6F7CA3CA-B163-4236-91A4-5E1B56BB61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6" y="2960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67" name="Text Box 30">
              <a:extLst>
                <a:ext uri="{FF2B5EF4-FFF2-40B4-BE49-F238E27FC236}">
                  <a16:creationId xmlns:a16="http://schemas.microsoft.com/office/drawing/2014/main" id="{C78FD85F-2F4A-4D7D-905F-ACDF3C2B41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" y="965"/>
              <a:ext cx="51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f  g</a:t>
              </a:r>
              <a:r>
                <a:rPr kumimoji="1" lang="en-US" altLang="zh-CN" sz="2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</a:p>
          </p:txBody>
        </p:sp>
        <p:sp>
          <p:nvSpPr>
            <p:cNvPr id="59568" name="Text Box 31">
              <a:extLst>
                <a:ext uri="{FF2B5EF4-FFF2-40B4-BE49-F238E27FC236}">
                  <a16:creationId xmlns:a16="http://schemas.microsoft.com/office/drawing/2014/main" id="{D0DDBAFF-C2A7-4657-8B07-3D91AE76C0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8" y="965"/>
              <a:ext cx="41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  b</a:t>
              </a:r>
            </a:p>
          </p:txBody>
        </p:sp>
        <p:sp>
          <p:nvSpPr>
            <p:cNvPr id="59569" name="Text Box 32">
              <a:extLst>
                <a:ext uri="{FF2B5EF4-FFF2-40B4-BE49-F238E27FC236}">
                  <a16:creationId xmlns:a16="http://schemas.microsoft.com/office/drawing/2014/main" id="{4CA3991C-B057-4A13-B2B1-1757EC204A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" y="3269"/>
              <a:ext cx="40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e  d</a:t>
              </a:r>
            </a:p>
          </p:txBody>
        </p:sp>
        <p:sp>
          <p:nvSpPr>
            <p:cNvPr id="59570" name="Text Box 33">
              <a:extLst>
                <a:ext uri="{FF2B5EF4-FFF2-40B4-BE49-F238E27FC236}">
                  <a16:creationId xmlns:a16="http://schemas.microsoft.com/office/drawing/2014/main" id="{EEA72DA6-9362-46A9-B44A-2FB9D90FE3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9" y="3269"/>
              <a:ext cx="36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 </a:t>
              </a:r>
              <a:r>
                <a:rPr kumimoji="1" lang="en-US" altLang="zh-CN" sz="2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•</a:t>
              </a:r>
            </a:p>
          </p:txBody>
        </p:sp>
        <p:sp>
          <p:nvSpPr>
            <p:cNvPr id="59571" name="Line 34">
              <a:extLst>
                <a:ext uri="{FF2B5EF4-FFF2-40B4-BE49-F238E27FC236}">
                  <a16:creationId xmlns:a16="http://schemas.microsoft.com/office/drawing/2014/main" id="{D1AC5E0B-732F-4349-B8AD-147D1C7797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" y="1781"/>
              <a:ext cx="434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72" name="Line 35">
              <a:extLst>
                <a:ext uri="{FF2B5EF4-FFF2-40B4-BE49-F238E27FC236}">
                  <a16:creationId xmlns:a16="http://schemas.microsoft.com/office/drawing/2014/main" id="{1FDE5871-1A63-4C03-AC8F-0BA4A8A421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1" y="1829"/>
              <a:ext cx="0" cy="358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73" name="Line 36">
              <a:extLst>
                <a:ext uri="{FF2B5EF4-FFF2-40B4-BE49-F238E27FC236}">
                  <a16:creationId xmlns:a16="http://schemas.microsoft.com/office/drawing/2014/main" id="{379FE751-1767-47F3-8080-7CE5EB7869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7" y="2309"/>
              <a:ext cx="361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74" name="Line 37">
              <a:extLst>
                <a:ext uri="{FF2B5EF4-FFF2-40B4-BE49-F238E27FC236}">
                  <a16:creationId xmlns:a16="http://schemas.microsoft.com/office/drawing/2014/main" id="{DBCC8DBD-76BF-4DC9-BE0A-ECB621694F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" y="2368"/>
              <a:ext cx="0" cy="358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75" name="Line 38">
              <a:extLst>
                <a:ext uri="{FF2B5EF4-FFF2-40B4-BE49-F238E27FC236}">
                  <a16:creationId xmlns:a16="http://schemas.microsoft.com/office/drawing/2014/main" id="{6A9F4794-7F6B-4481-8780-20C2639552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" y="2804"/>
              <a:ext cx="434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65255" name="Group 39">
            <a:extLst>
              <a:ext uri="{FF2B5EF4-FFF2-40B4-BE49-F238E27FC236}">
                <a16:creationId xmlns:a16="http://schemas.microsoft.com/office/drawing/2014/main" id="{EB912871-09B0-4DD0-A013-890750235F99}"/>
              </a:ext>
            </a:extLst>
          </p:cNvPr>
          <p:cNvGrpSpPr>
            <a:grpSpLocks/>
          </p:cNvGrpSpPr>
          <p:nvPr/>
        </p:nvGrpSpPr>
        <p:grpSpPr bwMode="auto">
          <a:xfrm>
            <a:off x="3211513" y="2751138"/>
            <a:ext cx="4932362" cy="1677987"/>
            <a:chOff x="2260" y="2400"/>
            <a:chExt cx="3107" cy="1057"/>
          </a:xfrm>
        </p:grpSpPr>
        <p:sp>
          <p:nvSpPr>
            <p:cNvPr id="59397" name="Line 40">
              <a:extLst>
                <a:ext uri="{FF2B5EF4-FFF2-40B4-BE49-F238E27FC236}">
                  <a16:creationId xmlns:a16="http://schemas.microsoft.com/office/drawing/2014/main" id="{C0CCD305-9096-41D0-A9B1-D7E68C6EEE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8" y="2472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398" name="Line 41">
              <a:extLst>
                <a:ext uri="{FF2B5EF4-FFF2-40B4-BE49-F238E27FC236}">
                  <a16:creationId xmlns:a16="http://schemas.microsoft.com/office/drawing/2014/main" id="{AC911172-4D58-41BD-8E13-58697519F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8" y="2484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399" name="Line 42">
              <a:extLst>
                <a:ext uri="{FF2B5EF4-FFF2-40B4-BE49-F238E27FC236}">
                  <a16:creationId xmlns:a16="http://schemas.microsoft.com/office/drawing/2014/main" id="{A0A9D6EA-245E-4624-BB53-F0FC5C2A8B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5" y="2496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0" name="Line 43">
              <a:extLst>
                <a:ext uri="{FF2B5EF4-FFF2-40B4-BE49-F238E27FC236}">
                  <a16:creationId xmlns:a16="http://schemas.microsoft.com/office/drawing/2014/main" id="{1E8A9CC6-081C-43DF-AD9E-F2769A8B89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4" y="2496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1" name="Line 44">
              <a:extLst>
                <a:ext uri="{FF2B5EF4-FFF2-40B4-BE49-F238E27FC236}">
                  <a16:creationId xmlns:a16="http://schemas.microsoft.com/office/drawing/2014/main" id="{2EC90992-D9C6-49BB-9C8A-60E6328A39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8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2" name="Line 45">
              <a:extLst>
                <a:ext uri="{FF2B5EF4-FFF2-40B4-BE49-F238E27FC236}">
                  <a16:creationId xmlns:a16="http://schemas.microsoft.com/office/drawing/2014/main" id="{0B92F5A7-ECEC-46B3-8123-7F0181BAF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7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3" name="Line 46">
              <a:extLst>
                <a:ext uri="{FF2B5EF4-FFF2-40B4-BE49-F238E27FC236}">
                  <a16:creationId xmlns:a16="http://schemas.microsoft.com/office/drawing/2014/main" id="{54CCEDC5-28CB-4300-B574-F90E54D3D9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8" y="2784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4" name="Line 47">
              <a:extLst>
                <a:ext uri="{FF2B5EF4-FFF2-40B4-BE49-F238E27FC236}">
                  <a16:creationId xmlns:a16="http://schemas.microsoft.com/office/drawing/2014/main" id="{89D519A8-01CC-4243-905A-294484CD59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8" y="2796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5" name="Line 48">
              <a:extLst>
                <a:ext uri="{FF2B5EF4-FFF2-40B4-BE49-F238E27FC236}">
                  <a16:creationId xmlns:a16="http://schemas.microsoft.com/office/drawing/2014/main" id="{2CC05969-2F05-4227-B4AA-95BF66E10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4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6" name="Line 49">
              <a:extLst>
                <a:ext uri="{FF2B5EF4-FFF2-40B4-BE49-F238E27FC236}">
                  <a16:creationId xmlns:a16="http://schemas.microsoft.com/office/drawing/2014/main" id="{FC7BF806-6183-47C8-8515-7D851D4C61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5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7" name="Line 50">
              <a:extLst>
                <a:ext uri="{FF2B5EF4-FFF2-40B4-BE49-F238E27FC236}">
                  <a16:creationId xmlns:a16="http://schemas.microsoft.com/office/drawing/2014/main" id="{C49D789A-123A-4539-9F6C-C7F285CF1B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" y="266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8" name="Line 51">
              <a:extLst>
                <a:ext uri="{FF2B5EF4-FFF2-40B4-BE49-F238E27FC236}">
                  <a16:creationId xmlns:a16="http://schemas.microsoft.com/office/drawing/2014/main" id="{954DCE4B-F323-4C25-A08D-3E9D6EA32C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266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09" name="Line 52">
              <a:extLst>
                <a:ext uri="{FF2B5EF4-FFF2-40B4-BE49-F238E27FC236}">
                  <a16:creationId xmlns:a16="http://schemas.microsoft.com/office/drawing/2014/main" id="{66F91875-798E-4AFF-B380-C612529EA0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34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0" name="Line 53">
              <a:extLst>
                <a:ext uri="{FF2B5EF4-FFF2-40B4-BE49-F238E27FC236}">
                  <a16:creationId xmlns:a16="http://schemas.microsoft.com/office/drawing/2014/main" id="{7B4271AD-D535-4869-BE1C-AE5B02BA5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5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1" name="Line 54">
              <a:extLst>
                <a:ext uri="{FF2B5EF4-FFF2-40B4-BE49-F238E27FC236}">
                  <a16:creationId xmlns:a16="http://schemas.microsoft.com/office/drawing/2014/main" id="{B6445D6C-BF42-428F-9885-523672EEDE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5" y="266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2" name="Line 55">
              <a:extLst>
                <a:ext uri="{FF2B5EF4-FFF2-40B4-BE49-F238E27FC236}">
                  <a16:creationId xmlns:a16="http://schemas.microsoft.com/office/drawing/2014/main" id="{42002A5D-8E14-4C3C-BB96-2022E27E8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4" y="266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3" name="Line 56">
              <a:extLst>
                <a:ext uri="{FF2B5EF4-FFF2-40B4-BE49-F238E27FC236}">
                  <a16:creationId xmlns:a16="http://schemas.microsoft.com/office/drawing/2014/main" id="{4C4EFB6C-1595-42D1-B129-284B0B524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5" y="2484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4" name="Line 57">
              <a:extLst>
                <a:ext uri="{FF2B5EF4-FFF2-40B4-BE49-F238E27FC236}">
                  <a16:creationId xmlns:a16="http://schemas.microsoft.com/office/drawing/2014/main" id="{DA3B75D5-84F1-4F24-91C8-002FEA422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5" y="2472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5" name="Line 58">
              <a:extLst>
                <a:ext uri="{FF2B5EF4-FFF2-40B4-BE49-F238E27FC236}">
                  <a16:creationId xmlns:a16="http://schemas.microsoft.com/office/drawing/2014/main" id="{08BB8ADE-D2F6-4463-8ECE-09A83F23B8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4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6" name="Line 59">
              <a:extLst>
                <a:ext uri="{FF2B5EF4-FFF2-40B4-BE49-F238E27FC236}">
                  <a16:creationId xmlns:a16="http://schemas.microsoft.com/office/drawing/2014/main" id="{71CE0877-3158-4D6F-B501-3EB330841C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5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7" name="Line 60">
              <a:extLst>
                <a:ext uri="{FF2B5EF4-FFF2-40B4-BE49-F238E27FC236}">
                  <a16:creationId xmlns:a16="http://schemas.microsoft.com/office/drawing/2014/main" id="{8EA992B0-5744-4C84-847A-5DD7B46869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1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8" name="Line 61">
              <a:extLst>
                <a:ext uri="{FF2B5EF4-FFF2-40B4-BE49-F238E27FC236}">
                  <a16:creationId xmlns:a16="http://schemas.microsoft.com/office/drawing/2014/main" id="{6B1B4BE2-554E-45B2-900E-778AE18E2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2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19" name="Line 62">
              <a:extLst>
                <a:ext uri="{FF2B5EF4-FFF2-40B4-BE49-F238E27FC236}">
                  <a16:creationId xmlns:a16="http://schemas.microsoft.com/office/drawing/2014/main" id="{4A7451DC-457E-4652-9D34-8398763A9C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5" y="2628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0" name="Line 63">
              <a:extLst>
                <a:ext uri="{FF2B5EF4-FFF2-40B4-BE49-F238E27FC236}">
                  <a16:creationId xmlns:a16="http://schemas.microsoft.com/office/drawing/2014/main" id="{AF0C541F-6FB8-4EFE-90BC-EC367AC170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2472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1" name="Line 64">
              <a:extLst>
                <a:ext uri="{FF2B5EF4-FFF2-40B4-BE49-F238E27FC236}">
                  <a16:creationId xmlns:a16="http://schemas.microsoft.com/office/drawing/2014/main" id="{0C4E300F-5A44-4B64-8A5D-25D2BCE6F4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2" name="Line 65">
              <a:extLst>
                <a:ext uri="{FF2B5EF4-FFF2-40B4-BE49-F238E27FC236}">
                  <a16:creationId xmlns:a16="http://schemas.microsoft.com/office/drawing/2014/main" id="{5AE504A1-93CF-4885-8F79-0F8C08C548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2484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3" name="Line 66">
              <a:extLst>
                <a:ext uri="{FF2B5EF4-FFF2-40B4-BE49-F238E27FC236}">
                  <a16:creationId xmlns:a16="http://schemas.microsoft.com/office/drawing/2014/main" id="{D25D552E-D73A-4E2E-9C28-E7FFF4AF62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2628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4" name="Line 67">
              <a:extLst>
                <a:ext uri="{FF2B5EF4-FFF2-40B4-BE49-F238E27FC236}">
                  <a16:creationId xmlns:a16="http://schemas.microsoft.com/office/drawing/2014/main" id="{79A57D49-2DED-40C2-A37C-C3CA035BE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2784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5" name="Line 68">
              <a:extLst>
                <a:ext uri="{FF2B5EF4-FFF2-40B4-BE49-F238E27FC236}">
                  <a16:creationId xmlns:a16="http://schemas.microsoft.com/office/drawing/2014/main" id="{9EADEDEA-43C9-438E-A9F5-A95CEF355C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2640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6" name="Line 69">
              <a:extLst>
                <a:ext uri="{FF2B5EF4-FFF2-40B4-BE49-F238E27FC236}">
                  <a16:creationId xmlns:a16="http://schemas.microsoft.com/office/drawing/2014/main" id="{EF2DC503-265E-4A1B-B34C-67B34BD1D7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2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7" name="Line 70">
              <a:extLst>
                <a:ext uri="{FF2B5EF4-FFF2-40B4-BE49-F238E27FC236}">
                  <a16:creationId xmlns:a16="http://schemas.microsoft.com/office/drawing/2014/main" id="{BD3425DC-1265-4E66-AD74-3126030DBC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2796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8" name="Line 71">
              <a:extLst>
                <a:ext uri="{FF2B5EF4-FFF2-40B4-BE49-F238E27FC236}">
                  <a16:creationId xmlns:a16="http://schemas.microsoft.com/office/drawing/2014/main" id="{7CF7860F-33B7-4410-86A7-453CC03050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1" y="266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29" name="Line 72">
              <a:extLst>
                <a:ext uri="{FF2B5EF4-FFF2-40B4-BE49-F238E27FC236}">
                  <a16:creationId xmlns:a16="http://schemas.microsoft.com/office/drawing/2014/main" id="{5BA5040B-0128-4BE7-86E1-9E1A78ABC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2" y="266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0" name="Line 73">
              <a:extLst>
                <a:ext uri="{FF2B5EF4-FFF2-40B4-BE49-F238E27FC236}">
                  <a16:creationId xmlns:a16="http://schemas.microsoft.com/office/drawing/2014/main" id="{5D984EF7-04BD-48E7-A71B-EB58C49933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3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1" name="Line 74">
              <a:extLst>
                <a:ext uri="{FF2B5EF4-FFF2-40B4-BE49-F238E27FC236}">
                  <a16:creationId xmlns:a16="http://schemas.microsoft.com/office/drawing/2014/main" id="{07F0046D-724A-4543-9B0F-6BB55C9180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5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2" name="Line 75">
              <a:extLst>
                <a:ext uri="{FF2B5EF4-FFF2-40B4-BE49-F238E27FC236}">
                  <a16:creationId xmlns:a16="http://schemas.microsoft.com/office/drawing/2014/main" id="{494EF946-B49A-4AEA-AD7B-B138E117BE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6" y="247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3" name="Line 76">
              <a:extLst>
                <a:ext uri="{FF2B5EF4-FFF2-40B4-BE49-F238E27FC236}">
                  <a16:creationId xmlns:a16="http://schemas.microsoft.com/office/drawing/2014/main" id="{DD0AB32A-3576-4734-B2D4-1D8C3FE27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8" y="247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4" name="Line 77">
              <a:extLst>
                <a:ext uri="{FF2B5EF4-FFF2-40B4-BE49-F238E27FC236}">
                  <a16:creationId xmlns:a16="http://schemas.microsoft.com/office/drawing/2014/main" id="{36EA04E6-80D3-4473-8EEA-F684CA84CE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8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5" name="Line 78">
              <a:extLst>
                <a:ext uri="{FF2B5EF4-FFF2-40B4-BE49-F238E27FC236}">
                  <a16:creationId xmlns:a16="http://schemas.microsoft.com/office/drawing/2014/main" id="{8ED8C403-370C-42F4-B993-4DE628024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6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6" name="Line 79">
              <a:extLst>
                <a:ext uri="{FF2B5EF4-FFF2-40B4-BE49-F238E27FC236}">
                  <a16:creationId xmlns:a16="http://schemas.microsoft.com/office/drawing/2014/main" id="{5B5A2D06-A588-4A5A-9B56-66051016C2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8" y="2616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7" name="Line 80">
              <a:extLst>
                <a:ext uri="{FF2B5EF4-FFF2-40B4-BE49-F238E27FC236}">
                  <a16:creationId xmlns:a16="http://schemas.microsoft.com/office/drawing/2014/main" id="{C3729F38-8512-49D9-8721-90E9954590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8" y="2628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8" name="Line 81">
              <a:extLst>
                <a:ext uri="{FF2B5EF4-FFF2-40B4-BE49-F238E27FC236}">
                  <a16:creationId xmlns:a16="http://schemas.microsoft.com/office/drawing/2014/main" id="{DBC2982B-B6A2-4C10-8D36-BB234F3796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5" y="2460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39" name="Line 82">
              <a:extLst>
                <a:ext uri="{FF2B5EF4-FFF2-40B4-BE49-F238E27FC236}">
                  <a16:creationId xmlns:a16="http://schemas.microsoft.com/office/drawing/2014/main" id="{E0419DF6-81F3-444E-AEB6-73AB8D7BCD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82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0" name="Line 83">
              <a:extLst>
                <a:ext uri="{FF2B5EF4-FFF2-40B4-BE49-F238E27FC236}">
                  <a16:creationId xmlns:a16="http://schemas.microsoft.com/office/drawing/2014/main" id="{10CADDDF-8F57-45E3-928A-30060070DF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5" y="2616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1" name="Line 84">
              <a:extLst>
                <a:ext uri="{FF2B5EF4-FFF2-40B4-BE49-F238E27FC236}">
                  <a16:creationId xmlns:a16="http://schemas.microsoft.com/office/drawing/2014/main" id="{859ED301-4258-479E-886C-D88759841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5" y="2772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2" name="Line 85">
              <a:extLst>
                <a:ext uri="{FF2B5EF4-FFF2-40B4-BE49-F238E27FC236}">
                  <a16:creationId xmlns:a16="http://schemas.microsoft.com/office/drawing/2014/main" id="{F339C282-06BF-4711-8B89-182621D01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5" y="2628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3" name="Line 86">
              <a:extLst>
                <a:ext uri="{FF2B5EF4-FFF2-40B4-BE49-F238E27FC236}">
                  <a16:creationId xmlns:a16="http://schemas.microsoft.com/office/drawing/2014/main" id="{DCA1A09C-468D-4F2A-80EA-EDC5320CA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0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4" name="Line 87">
              <a:extLst>
                <a:ext uri="{FF2B5EF4-FFF2-40B4-BE49-F238E27FC236}">
                  <a16:creationId xmlns:a16="http://schemas.microsoft.com/office/drawing/2014/main" id="{2455FB84-410D-4F47-84C7-4067117F15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5" y="2784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5" name="Line 88">
              <a:extLst>
                <a:ext uri="{FF2B5EF4-FFF2-40B4-BE49-F238E27FC236}">
                  <a16:creationId xmlns:a16="http://schemas.microsoft.com/office/drawing/2014/main" id="{578FDCDF-72BF-48DD-B145-B41D17325A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3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6" name="Line 89">
              <a:extLst>
                <a:ext uri="{FF2B5EF4-FFF2-40B4-BE49-F238E27FC236}">
                  <a16:creationId xmlns:a16="http://schemas.microsoft.com/office/drawing/2014/main" id="{C4806919-56E9-490B-8CC1-272521E20C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7" name="Line 90">
              <a:extLst>
                <a:ext uri="{FF2B5EF4-FFF2-40B4-BE49-F238E27FC236}">
                  <a16:creationId xmlns:a16="http://schemas.microsoft.com/office/drawing/2014/main" id="{561D4F99-C18E-4982-B78C-6C426613E7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2616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8" name="Line 91">
              <a:extLst>
                <a:ext uri="{FF2B5EF4-FFF2-40B4-BE49-F238E27FC236}">
                  <a16:creationId xmlns:a16="http://schemas.microsoft.com/office/drawing/2014/main" id="{B2A30278-1570-4017-88FC-8759718FB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2784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49" name="Line 92">
              <a:extLst>
                <a:ext uri="{FF2B5EF4-FFF2-40B4-BE49-F238E27FC236}">
                  <a16:creationId xmlns:a16="http://schemas.microsoft.com/office/drawing/2014/main" id="{1039FE61-DCE6-478C-81E6-DBB20B3A6E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2628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0" name="Line 93">
              <a:extLst>
                <a:ext uri="{FF2B5EF4-FFF2-40B4-BE49-F238E27FC236}">
                  <a16:creationId xmlns:a16="http://schemas.microsoft.com/office/drawing/2014/main" id="{84A11E03-B17F-41C8-ADC1-81492EE046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0" y="247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1" name="Line 94">
              <a:extLst>
                <a:ext uri="{FF2B5EF4-FFF2-40B4-BE49-F238E27FC236}">
                  <a16:creationId xmlns:a16="http://schemas.microsoft.com/office/drawing/2014/main" id="{723B944A-0FE3-4D11-B117-56235ED81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3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2" name="Line 95">
              <a:extLst>
                <a:ext uri="{FF2B5EF4-FFF2-40B4-BE49-F238E27FC236}">
                  <a16:creationId xmlns:a16="http://schemas.microsoft.com/office/drawing/2014/main" id="{66BEE809-AAA7-4DB8-A9BE-01A0E85A51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2" y="2640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3" name="Line 96">
              <a:extLst>
                <a:ext uri="{FF2B5EF4-FFF2-40B4-BE49-F238E27FC236}">
                  <a16:creationId xmlns:a16="http://schemas.microsoft.com/office/drawing/2014/main" id="{ACB452C1-EACF-4DA4-8844-C68C5C6E8F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0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4" name="Line 97">
              <a:extLst>
                <a:ext uri="{FF2B5EF4-FFF2-40B4-BE49-F238E27FC236}">
                  <a16:creationId xmlns:a16="http://schemas.microsoft.com/office/drawing/2014/main" id="{C8E7C06A-D7B5-4A72-9EDC-2EB3784A6C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1" y="247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5" name="Line 98">
              <a:extLst>
                <a:ext uri="{FF2B5EF4-FFF2-40B4-BE49-F238E27FC236}">
                  <a16:creationId xmlns:a16="http://schemas.microsoft.com/office/drawing/2014/main" id="{3C4D7A96-AF09-4988-8707-7C7C1BE1FB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1" y="2460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6" name="Line 99">
              <a:extLst>
                <a:ext uri="{FF2B5EF4-FFF2-40B4-BE49-F238E27FC236}">
                  <a16:creationId xmlns:a16="http://schemas.microsoft.com/office/drawing/2014/main" id="{DE499FDD-6709-4B8D-A4D3-A57FE7482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0" y="2640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7" name="Line 100">
              <a:extLst>
                <a:ext uri="{FF2B5EF4-FFF2-40B4-BE49-F238E27FC236}">
                  <a16:creationId xmlns:a16="http://schemas.microsoft.com/office/drawing/2014/main" id="{9D4A58D4-B786-4399-A8D5-0E1325D20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4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8" name="Line 101">
              <a:extLst>
                <a:ext uri="{FF2B5EF4-FFF2-40B4-BE49-F238E27FC236}">
                  <a16:creationId xmlns:a16="http://schemas.microsoft.com/office/drawing/2014/main" id="{37D1F57C-FCE2-424F-AA5A-3618374E3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1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59" name="Line 102">
              <a:extLst>
                <a:ext uri="{FF2B5EF4-FFF2-40B4-BE49-F238E27FC236}">
                  <a16:creationId xmlns:a16="http://schemas.microsoft.com/office/drawing/2014/main" id="{7F971E9E-B4A7-4A2A-B790-F987939D45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82" y="2484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0" name="Line 103">
              <a:extLst>
                <a:ext uri="{FF2B5EF4-FFF2-40B4-BE49-F238E27FC236}">
                  <a16:creationId xmlns:a16="http://schemas.microsoft.com/office/drawing/2014/main" id="{9344A56D-24C8-4B3F-B6D3-CFA8AEAA83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0" y="2652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1" name="Line 104">
              <a:extLst>
                <a:ext uri="{FF2B5EF4-FFF2-40B4-BE49-F238E27FC236}">
                  <a16:creationId xmlns:a16="http://schemas.microsoft.com/office/drawing/2014/main" id="{A6F3978C-E383-4F18-8F59-81E03A9DBC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1" y="2472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2" name="Line 105">
              <a:extLst>
                <a:ext uri="{FF2B5EF4-FFF2-40B4-BE49-F238E27FC236}">
                  <a16:creationId xmlns:a16="http://schemas.microsoft.com/office/drawing/2014/main" id="{645476C0-9D3F-48DE-8504-311EA29825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2772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3" name="Line 106">
              <a:extLst>
                <a:ext uri="{FF2B5EF4-FFF2-40B4-BE49-F238E27FC236}">
                  <a16:creationId xmlns:a16="http://schemas.microsoft.com/office/drawing/2014/main" id="{EF236684-0B52-4954-BAEC-7363124AB2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0" y="3109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4" name="Line 107">
              <a:extLst>
                <a:ext uri="{FF2B5EF4-FFF2-40B4-BE49-F238E27FC236}">
                  <a16:creationId xmlns:a16="http://schemas.microsoft.com/office/drawing/2014/main" id="{BFF2030A-402D-44E3-B69A-596DAE4655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0" y="3097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5" name="Line 108">
              <a:extLst>
                <a:ext uri="{FF2B5EF4-FFF2-40B4-BE49-F238E27FC236}">
                  <a16:creationId xmlns:a16="http://schemas.microsoft.com/office/drawing/2014/main" id="{349CDF55-E4A7-4837-B090-ABF35E39FA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5" y="3121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6" name="Line 109">
              <a:extLst>
                <a:ext uri="{FF2B5EF4-FFF2-40B4-BE49-F238E27FC236}">
                  <a16:creationId xmlns:a16="http://schemas.microsoft.com/office/drawing/2014/main" id="{E09EB4B5-0A4A-43D3-B0DE-FC1A12445A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7" y="3121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7" name="Line 110">
              <a:extLst>
                <a:ext uri="{FF2B5EF4-FFF2-40B4-BE49-F238E27FC236}">
                  <a16:creationId xmlns:a16="http://schemas.microsoft.com/office/drawing/2014/main" id="{A988B61C-B004-45EC-A1E4-8E96195696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8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8" name="Line 111">
              <a:extLst>
                <a:ext uri="{FF2B5EF4-FFF2-40B4-BE49-F238E27FC236}">
                  <a16:creationId xmlns:a16="http://schemas.microsoft.com/office/drawing/2014/main" id="{EC154A6B-E67B-4149-AAC9-B3E461413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0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69" name="Line 112">
              <a:extLst>
                <a:ext uri="{FF2B5EF4-FFF2-40B4-BE49-F238E27FC236}">
                  <a16:creationId xmlns:a16="http://schemas.microsoft.com/office/drawing/2014/main" id="{712EB787-BC59-4567-89AD-EC712BE6B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0" y="3421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0" name="Line 113">
              <a:extLst>
                <a:ext uri="{FF2B5EF4-FFF2-40B4-BE49-F238E27FC236}">
                  <a16:creationId xmlns:a16="http://schemas.microsoft.com/office/drawing/2014/main" id="{150C9721-AB90-4170-A397-0DC7F2D05F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0" y="328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1" name="Line 114">
              <a:extLst>
                <a:ext uri="{FF2B5EF4-FFF2-40B4-BE49-F238E27FC236}">
                  <a16:creationId xmlns:a16="http://schemas.microsoft.com/office/drawing/2014/main" id="{A7B11ADB-961A-46CA-B30F-CFCB1DAEB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5" y="3277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2" name="Line 115">
              <a:extLst>
                <a:ext uri="{FF2B5EF4-FFF2-40B4-BE49-F238E27FC236}">
                  <a16:creationId xmlns:a16="http://schemas.microsoft.com/office/drawing/2014/main" id="{3FEFDEB8-0D8F-4F48-B648-A517AF48F4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0" y="3409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3" name="Line 116">
              <a:extLst>
                <a:ext uri="{FF2B5EF4-FFF2-40B4-BE49-F238E27FC236}">
                  <a16:creationId xmlns:a16="http://schemas.microsoft.com/office/drawing/2014/main" id="{F07213E0-82D1-4D74-B75E-DD4B361579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7" y="3277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4" name="Line 117">
              <a:extLst>
                <a:ext uri="{FF2B5EF4-FFF2-40B4-BE49-F238E27FC236}">
                  <a16:creationId xmlns:a16="http://schemas.microsoft.com/office/drawing/2014/main" id="{01B8A4B7-0B31-46AC-BA7E-CA7AE23A1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28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5" name="Line 118">
              <a:extLst>
                <a:ext uri="{FF2B5EF4-FFF2-40B4-BE49-F238E27FC236}">
                  <a16:creationId xmlns:a16="http://schemas.microsoft.com/office/drawing/2014/main" id="{9019E577-91D9-40C0-812C-C4B4D6F3F8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0" y="3253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6" name="Line 119">
              <a:extLst>
                <a:ext uri="{FF2B5EF4-FFF2-40B4-BE49-F238E27FC236}">
                  <a16:creationId xmlns:a16="http://schemas.microsoft.com/office/drawing/2014/main" id="{DEA67834-8DD4-4A45-AF81-9C1B11DDCC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0" y="3265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7" name="Line 120">
              <a:extLst>
                <a:ext uri="{FF2B5EF4-FFF2-40B4-BE49-F238E27FC236}">
                  <a16:creationId xmlns:a16="http://schemas.microsoft.com/office/drawing/2014/main" id="{1E92CC5F-72E3-4F34-B547-33653F6A2F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7" y="3097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8" name="Line 121">
              <a:extLst>
                <a:ext uri="{FF2B5EF4-FFF2-40B4-BE49-F238E27FC236}">
                  <a16:creationId xmlns:a16="http://schemas.microsoft.com/office/drawing/2014/main" id="{CEACE499-687D-4D66-B945-55EFEE3317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5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79" name="Line 122">
              <a:extLst>
                <a:ext uri="{FF2B5EF4-FFF2-40B4-BE49-F238E27FC236}">
                  <a16:creationId xmlns:a16="http://schemas.microsoft.com/office/drawing/2014/main" id="{DBA3F7AA-5C8C-4C72-821B-C47BDA99C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4" y="3121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0" name="Line 123">
              <a:extLst>
                <a:ext uri="{FF2B5EF4-FFF2-40B4-BE49-F238E27FC236}">
                  <a16:creationId xmlns:a16="http://schemas.microsoft.com/office/drawing/2014/main" id="{CB13D7D8-0EC5-4AF4-A562-7C426BC7E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7" y="3109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1" name="Line 124">
              <a:extLst>
                <a:ext uri="{FF2B5EF4-FFF2-40B4-BE49-F238E27FC236}">
                  <a16:creationId xmlns:a16="http://schemas.microsoft.com/office/drawing/2014/main" id="{0B8EA8AD-D676-4A4B-86B8-97FD71ADA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7" y="3253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2" name="Line 125">
              <a:extLst>
                <a:ext uri="{FF2B5EF4-FFF2-40B4-BE49-F238E27FC236}">
                  <a16:creationId xmlns:a16="http://schemas.microsoft.com/office/drawing/2014/main" id="{EE1706C0-5FF1-4B0E-826D-8BFD8210F2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7" y="3265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3" name="Line 126">
              <a:extLst>
                <a:ext uri="{FF2B5EF4-FFF2-40B4-BE49-F238E27FC236}">
                  <a16:creationId xmlns:a16="http://schemas.microsoft.com/office/drawing/2014/main" id="{897DD8AF-2A52-4245-A5C7-914081A8FD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7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4" name="Line 127">
              <a:extLst>
                <a:ext uri="{FF2B5EF4-FFF2-40B4-BE49-F238E27FC236}">
                  <a16:creationId xmlns:a16="http://schemas.microsoft.com/office/drawing/2014/main" id="{B537DA2B-54E5-4703-A36F-61FB36B48D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2" y="3121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5" name="Line 128">
              <a:extLst>
                <a:ext uri="{FF2B5EF4-FFF2-40B4-BE49-F238E27FC236}">
                  <a16:creationId xmlns:a16="http://schemas.microsoft.com/office/drawing/2014/main" id="{A0E0C462-7AAA-48BB-AFDE-F52EEDB775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5" y="328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6" name="Line 129">
              <a:extLst>
                <a:ext uri="{FF2B5EF4-FFF2-40B4-BE49-F238E27FC236}">
                  <a16:creationId xmlns:a16="http://schemas.microsoft.com/office/drawing/2014/main" id="{84809F82-C383-44D5-A04F-003AB97BB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7" y="328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7" name="Line 130">
              <a:extLst>
                <a:ext uri="{FF2B5EF4-FFF2-40B4-BE49-F238E27FC236}">
                  <a16:creationId xmlns:a16="http://schemas.microsoft.com/office/drawing/2014/main" id="{515B5FC8-A370-43EE-A8DD-D0C9F085F5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7" y="3253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8" name="Line 131">
              <a:extLst>
                <a:ext uri="{FF2B5EF4-FFF2-40B4-BE49-F238E27FC236}">
                  <a16:creationId xmlns:a16="http://schemas.microsoft.com/office/drawing/2014/main" id="{1081C5BE-5DEC-4113-BF27-8BED47A9B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7" y="3421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89" name="Line 132">
              <a:extLst>
                <a:ext uri="{FF2B5EF4-FFF2-40B4-BE49-F238E27FC236}">
                  <a16:creationId xmlns:a16="http://schemas.microsoft.com/office/drawing/2014/main" id="{8F1C0809-B446-45A4-A2BA-E660A35B8F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7" y="3265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0" name="Line 133">
              <a:extLst>
                <a:ext uri="{FF2B5EF4-FFF2-40B4-BE49-F238E27FC236}">
                  <a16:creationId xmlns:a16="http://schemas.microsoft.com/office/drawing/2014/main" id="{F25B4679-1E3B-44D5-8E11-DF99F2638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3" y="3265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1" name="Line 134">
              <a:extLst>
                <a:ext uri="{FF2B5EF4-FFF2-40B4-BE49-F238E27FC236}">
                  <a16:creationId xmlns:a16="http://schemas.microsoft.com/office/drawing/2014/main" id="{E9FB9DB1-B189-4518-B7B7-214308B57A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" y="3277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2" name="Line 135">
              <a:extLst>
                <a:ext uri="{FF2B5EF4-FFF2-40B4-BE49-F238E27FC236}">
                  <a16:creationId xmlns:a16="http://schemas.microsoft.com/office/drawing/2014/main" id="{ED86F5AB-A603-4B15-AA8B-B139E4F89F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2" y="3277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3" name="Line 136">
              <a:extLst>
                <a:ext uri="{FF2B5EF4-FFF2-40B4-BE49-F238E27FC236}">
                  <a16:creationId xmlns:a16="http://schemas.microsoft.com/office/drawing/2014/main" id="{3C454A18-AF47-4BEB-8FA4-EA8C1FE495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3" y="3409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4" name="Line 137">
              <a:extLst>
                <a:ext uri="{FF2B5EF4-FFF2-40B4-BE49-F238E27FC236}">
                  <a16:creationId xmlns:a16="http://schemas.microsoft.com/office/drawing/2014/main" id="{E8BD8ED1-975C-4273-8AD5-5EC57844A4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3" y="328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5" name="Line 138">
              <a:extLst>
                <a:ext uri="{FF2B5EF4-FFF2-40B4-BE49-F238E27FC236}">
                  <a16:creationId xmlns:a16="http://schemas.microsoft.com/office/drawing/2014/main" id="{B649624F-9932-4293-BE7B-6302A98F2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2" y="328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6" name="Line 139">
              <a:extLst>
                <a:ext uri="{FF2B5EF4-FFF2-40B4-BE49-F238E27FC236}">
                  <a16:creationId xmlns:a16="http://schemas.microsoft.com/office/drawing/2014/main" id="{7F2A5EFC-499E-4C88-9AD9-1845E24298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3" y="3253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7" name="Line 140">
              <a:extLst>
                <a:ext uri="{FF2B5EF4-FFF2-40B4-BE49-F238E27FC236}">
                  <a16:creationId xmlns:a16="http://schemas.microsoft.com/office/drawing/2014/main" id="{4D1BA964-8C4A-404B-A8BC-8FCB55ECA7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7" y="3409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8" name="Line 141">
              <a:extLst>
                <a:ext uri="{FF2B5EF4-FFF2-40B4-BE49-F238E27FC236}">
                  <a16:creationId xmlns:a16="http://schemas.microsoft.com/office/drawing/2014/main" id="{4FAC28E5-1932-49CD-A013-4F25DE2F14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3" y="3421"/>
              <a:ext cx="11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499" name="Line 142">
              <a:extLst>
                <a:ext uri="{FF2B5EF4-FFF2-40B4-BE49-F238E27FC236}">
                  <a16:creationId xmlns:a16="http://schemas.microsoft.com/office/drawing/2014/main" id="{7B91E31C-26A7-4B88-BA5D-6483C5B69C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3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0" name="Line 143">
              <a:extLst>
                <a:ext uri="{FF2B5EF4-FFF2-40B4-BE49-F238E27FC236}">
                  <a16:creationId xmlns:a16="http://schemas.microsoft.com/office/drawing/2014/main" id="{52E0BE08-CD13-49FC-96FC-CE60B475BC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3241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1" name="Line 144">
              <a:extLst>
                <a:ext uri="{FF2B5EF4-FFF2-40B4-BE49-F238E27FC236}">
                  <a16:creationId xmlns:a16="http://schemas.microsoft.com/office/drawing/2014/main" id="{9EB7ADB1-7884-459E-9D1B-52FE7823AA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9" y="3241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2" name="Line 145">
              <a:extLst>
                <a:ext uri="{FF2B5EF4-FFF2-40B4-BE49-F238E27FC236}">
                  <a16:creationId xmlns:a16="http://schemas.microsoft.com/office/drawing/2014/main" id="{B464C6A7-4517-4292-8E43-804A66FF86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9" y="3253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3" name="Line 146">
              <a:extLst>
                <a:ext uri="{FF2B5EF4-FFF2-40B4-BE49-F238E27FC236}">
                  <a16:creationId xmlns:a16="http://schemas.microsoft.com/office/drawing/2014/main" id="{421130DB-37D0-4A93-8D26-AB98015055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82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4" name="Line 147">
              <a:extLst>
                <a:ext uri="{FF2B5EF4-FFF2-40B4-BE49-F238E27FC236}">
                  <a16:creationId xmlns:a16="http://schemas.microsoft.com/office/drawing/2014/main" id="{F76ACC77-E08C-4B23-9DD9-25581CAD2D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2" y="3265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5" name="Line 148">
              <a:extLst>
                <a:ext uri="{FF2B5EF4-FFF2-40B4-BE49-F238E27FC236}">
                  <a16:creationId xmlns:a16="http://schemas.microsoft.com/office/drawing/2014/main" id="{8D72713C-B309-4CCE-9F93-7C5C9E25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93" y="3265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6" name="Line 149">
              <a:extLst>
                <a:ext uri="{FF2B5EF4-FFF2-40B4-BE49-F238E27FC236}">
                  <a16:creationId xmlns:a16="http://schemas.microsoft.com/office/drawing/2014/main" id="{ED45114C-C424-411B-8480-FC15F6B83D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6" y="3409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7" name="Line 150">
              <a:extLst>
                <a:ext uri="{FF2B5EF4-FFF2-40B4-BE49-F238E27FC236}">
                  <a16:creationId xmlns:a16="http://schemas.microsoft.com/office/drawing/2014/main" id="{50306463-32D8-46EA-96AF-3EAE807B82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82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8" name="Line 151">
              <a:extLst>
                <a:ext uri="{FF2B5EF4-FFF2-40B4-BE49-F238E27FC236}">
                  <a16:creationId xmlns:a16="http://schemas.microsoft.com/office/drawing/2014/main" id="{ED4334AA-84F7-497D-A07F-F5B685CBDC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3409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09" name="Line 152">
              <a:extLst>
                <a:ext uri="{FF2B5EF4-FFF2-40B4-BE49-F238E27FC236}">
                  <a16:creationId xmlns:a16="http://schemas.microsoft.com/office/drawing/2014/main" id="{1BE8E4D7-732F-4F8E-9E8C-5153E85702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3253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0" name="Line 153">
              <a:extLst>
                <a:ext uri="{FF2B5EF4-FFF2-40B4-BE49-F238E27FC236}">
                  <a16:creationId xmlns:a16="http://schemas.microsoft.com/office/drawing/2014/main" id="{4B175FE0-63E0-4A6F-B4D6-A7E4A66464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6" y="3397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1" name="Line 154">
              <a:extLst>
                <a:ext uri="{FF2B5EF4-FFF2-40B4-BE49-F238E27FC236}">
                  <a16:creationId xmlns:a16="http://schemas.microsoft.com/office/drawing/2014/main" id="{9CA511FA-7A8D-4A46-BC22-42C79AF4A3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6" y="3241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2" name="Line 155">
              <a:extLst>
                <a:ext uri="{FF2B5EF4-FFF2-40B4-BE49-F238E27FC236}">
                  <a16:creationId xmlns:a16="http://schemas.microsoft.com/office/drawing/2014/main" id="{DCAA31B6-17B6-4476-8E95-566F1F702D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93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3" name="Line 156">
              <a:extLst>
                <a:ext uri="{FF2B5EF4-FFF2-40B4-BE49-F238E27FC236}">
                  <a16:creationId xmlns:a16="http://schemas.microsoft.com/office/drawing/2014/main" id="{F27B3C30-1F08-48A5-8140-5214A66C2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3397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4" name="Line 157">
              <a:extLst>
                <a:ext uri="{FF2B5EF4-FFF2-40B4-BE49-F238E27FC236}">
                  <a16:creationId xmlns:a16="http://schemas.microsoft.com/office/drawing/2014/main" id="{6156BF32-392D-48CD-A24C-CC12CCE985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99" y="3097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5" name="Line 158">
              <a:extLst>
                <a:ext uri="{FF2B5EF4-FFF2-40B4-BE49-F238E27FC236}">
                  <a16:creationId xmlns:a16="http://schemas.microsoft.com/office/drawing/2014/main" id="{BF7D6FAA-51D9-426E-8CE1-AA42976EAC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8" y="3097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6" name="Line 159">
              <a:extLst>
                <a:ext uri="{FF2B5EF4-FFF2-40B4-BE49-F238E27FC236}">
                  <a16:creationId xmlns:a16="http://schemas.microsoft.com/office/drawing/2014/main" id="{1B560C80-5CA9-4B06-9FF3-0689695316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3097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7" name="Line 160">
              <a:extLst>
                <a:ext uri="{FF2B5EF4-FFF2-40B4-BE49-F238E27FC236}">
                  <a16:creationId xmlns:a16="http://schemas.microsoft.com/office/drawing/2014/main" id="{1D2A81B1-41AB-4797-8D57-A2B9249C98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16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8" name="Line 161">
              <a:extLst>
                <a:ext uri="{FF2B5EF4-FFF2-40B4-BE49-F238E27FC236}">
                  <a16:creationId xmlns:a16="http://schemas.microsoft.com/office/drawing/2014/main" id="{8F6D173E-8D6D-4B96-8E8C-3954118B7E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5" y="3109"/>
              <a:ext cx="1" cy="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19" name="Line 162">
              <a:extLst>
                <a:ext uri="{FF2B5EF4-FFF2-40B4-BE49-F238E27FC236}">
                  <a16:creationId xmlns:a16="http://schemas.microsoft.com/office/drawing/2014/main" id="{0E7CF3B1-B68C-48CC-A9EA-F91E27B37E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6" y="3253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0" name="Line 163">
              <a:extLst>
                <a:ext uri="{FF2B5EF4-FFF2-40B4-BE49-F238E27FC236}">
                  <a16:creationId xmlns:a16="http://schemas.microsoft.com/office/drawing/2014/main" id="{0555AD9F-69B0-4E29-93B3-B06571A7F3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5" y="2640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1" name="Line 164">
              <a:extLst>
                <a:ext uri="{FF2B5EF4-FFF2-40B4-BE49-F238E27FC236}">
                  <a16:creationId xmlns:a16="http://schemas.microsoft.com/office/drawing/2014/main" id="{8C222D1D-0722-4797-A3D7-6AF47DA010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5" y="2796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2" name="Line 165">
              <a:extLst>
                <a:ext uri="{FF2B5EF4-FFF2-40B4-BE49-F238E27FC236}">
                  <a16:creationId xmlns:a16="http://schemas.microsoft.com/office/drawing/2014/main" id="{7AC4F09F-73EA-4200-BC2F-F262BFC17D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5" y="2784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3" name="Line 166">
              <a:extLst>
                <a:ext uri="{FF2B5EF4-FFF2-40B4-BE49-F238E27FC236}">
                  <a16:creationId xmlns:a16="http://schemas.microsoft.com/office/drawing/2014/main" id="{488048F8-10B4-4BB8-AE8E-82F32BBDE0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5" y="2472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4" name="Line 167">
              <a:extLst>
                <a:ext uri="{FF2B5EF4-FFF2-40B4-BE49-F238E27FC236}">
                  <a16:creationId xmlns:a16="http://schemas.microsoft.com/office/drawing/2014/main" id="{10E28A04-9AD1-4C16-8E3E-536A7403E5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3085"/>
              <a:ext cx="11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5" name="Line 168">
              <a:extLst>
                <a:ext uri="{FF2B5EF4-FFF2-40B4-BE49-F238E27FC236}">
                  <a16:creationId xmlns:a16="http://schemas.microsoft.com/office/drawing/2014/main" id="{CA498C9C-44F4-420C-A46D-F5C991480D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2" y="2400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6" name="Line 169">
              <a:extLst>
                <a:ext uri="{FF2B5EF4-FFF2-40B4-BE49-F238E27FC236}">
                  <a16:creationId xmlns:a16="http://schemas.microsoft.com/office/drawing/2014/main" id="{96114659-CD8B-432A-B683-A8574741B6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9" y="2400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7" name="Line 170">
              <a:extLst>
                <a:ext uri="{FF2B5EF4-FFF2-40B4-BE49-F238E27FC236}">
                  <a16:creationId xmlns:a16="http://schemas.microsoft.com/office/drawing/2014/main" id="{91ECC3C5-2786-47A4-8CE1-3FE17C066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2400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8" name="Line 171">
              <a:extLst>
                <a:ext uri="{FF2B5EF4-FFF2-40B4-BE49-F238E27FC236}">
                  <a16:creationId xmlns:a16="http://schemas.microsoft.com/office/drawing/2014/main" id="{98CB4FA4-8559-4678-8262-D0663E683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8" y="2400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29" name="Line 172">
              <a:extLst>
                <a:ext uri="{FF2B5EF4-FFF2-40B4-BE49-F238E27FC236}">
                  <a16:creationId xmlns:a16="http://schemas.microsoft.com/office/drawing/2014/main" id="{3E84AC6B-A10B-4E46-BBC4-89666F7DA8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2" y="2400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0" name="Line 173">
              <a:extLst>
                <a:ext uri="{FF2B5EF4-FFF2-40B4-BE49-F238E27FC236}">
                  <a16:creationId xmlns:a16="http://schemas.microsoft.com/office/drawing/2014/main" id="{C15DA45B-8991-40A4-BF36-CACE006C3B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7" y="2400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1" name="Line 174">
              <a:extLst>
                <a:ext uri="{FF2B5EF4-FFF2-40B4-BE49-F238E27FC236}">
                  <a16:creationId xmlns:a16="http://schemas.microsoft.com/office/drawing/2014/main" id="{A96F3615-3F69-4F28-AEED-031BD3577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9" y="2400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2" name="Line 175">
              <a:extLst>
                <a:ext uri="{FF2B5EF4-FFF2-40B4-BE49-F238E27FC236}">
                  <a16:creationId xmlns:a16="http://schemas.microsoft.com/office/drawing/2014/main" id="{41D6E270-B86A-452F-B955-A59D565C6C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2" y="3013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3" name="Line 176">
              <a:extLst>
                <a:ext uri="{FF2B5EF4-FFF2-40B4-BE49-F238E27FC236}">
                  <a16:creationId xmlns:a16="http://schemas.microsoft.com/office/drawing/2014/main" id="{44816B7F-F4E9-44EC-BA1C-0A165DD77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1" y="3013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4" name="Line 177">
              <a:extLst>
                <a:ext uri="{FF2B5EF4-FFF2-40B4-BE49-F238E27FC236}">
                  <a16:creationId xmlns:a16="http://schemas.microsoft.com/office/drawing/2014/main" id="{C3F6B74A-E215-45E5-B3CA-526AB937E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8" y="3013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5" name="Line 178">
              <a:extLst>
                <a:ext uri="{FF2B5EF4-FFF2-40B4-BE49-F238E27FC236}">
                  <a16:creationId xmlns:a16="http://schemas.microsoft.com/office/drawing/2014/main" id="{891A402C-EBDB-4537-BB5D-A9DAC7AFDC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6" y="3013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6" name="Line 179">
              <a:extLst>
                <a:ext uri="{FF2B5EF4-FFF2-40B4-BE49-F238E27FC236}">
                  <a16:creationId xmlns:a16="http://schemas.microsoft.com/office/drawing/2014/main" id="{1753421C-EBF0-4203-8A58-8EA8D7E152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3" y="3013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7" name="Line 180">
              <a:extLst>
                <a:ext uri="{FF2B5EF4-FFF2-40B4-BE49-F238E27FC236}">
                  <a16:creationId xmlns:a16="http://schemas.microsoft.com/office/drawing/2014/main" id="{AD4D6170-BB37-4DB0-999D-831A2D8576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9" y="3013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8" name="Line 181">
              <a:extLst>
                <a:ext uri="{FF2B5EF4-FFF2-40B4-BE49-F238E27FC236}">
                  <a16:creationId xmlns:a16="http://schemas.microsoft.com/office/drawing/2014/main" id="{88135F3B-B4F3-4136-817D-8A1DEFF029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0" y="3013"/>
              <a:ext cx="1" cy="4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39" name="Rectangle 182">
              <a:extLst>
                <a:ext uri="{FF2B5EF4-FFF2-40B4-BE49-F238E27FC236}">
                  <a16:creationId xmlns:a16="http://schemas.microsoft.com/office/drawing/2014/main" id="{96B6AF9A-1B8A-4242-871E-46B4C79BA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2400"/>
              <a:ext cx="3095" cy="4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540" name="Rectangle 183">
              <a:extLst>
                <a:ext uri="{FF2B5EF4-FFF2-40B4-BE49-F238E27FC236}">
                  <a16:creationId xmlns:a16="http://schemas.microsoft.com/office/drawing/2014/main" id="{C82FEC7A-90D6-4C07-8AB4-AB7718A97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3013"/>
              <a:ext cx="3096" cy="4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171259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5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5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265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65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5218" grpId="0" autoUpdateAnimBg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2">
            <a:extLst>
              <a:ext uri="{FF2B5EF4-FFF2-40B4-BE49-F238E27FC236}">
                <a16:creationId xmlns:a16="http://schemas.microsoft.com/office/drawing/2014/main" id="{5FC410B4-4740-4F26-AD45-7299FEB40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9813" y="4995863"/>
            <a:ext cx="7118350" cy="1460500"/>
          </a:xfrm>
          <a:prstGeom prst="rect">
            <a:avLst/>
          </a:prstGeom>
          <a:gradFill rotWithShape="0">
            <a:gsLst>
              <a:gs pos="0">
                <a:srgbClr val="C9FFF1"/>
              </a:gs>
              <a:gs pos="50000">
                <a:srgbClr val="FFFFD1"/>
              </a:gs>
              <a:gs pos="100000">
                <a:srgbClr val="C9FFF1"/>
              </a:gs>
            </a:gsLst>
            <a:lin ang="5400000" scaled="1"/>
          </a:gradFill>
          <a:ln w="381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6243" name="Rectangle 3">
            <a:extLst>
              <a:ext uri="{FF2B5EF4-FFF2-40B4-BE49-F238E27FC236}">
                <a16:creationId xmlns:a16="http://schemas.microsoft.com/office/drawing/2014/main" id="{DADB3E46-54D5-4931-ADB5-846066CB553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5588" y="146050"/>
            <a:ext cx="2554287" cy="461963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9900"/>
                </a:solidFill>
              </a:rPr>
              <a:t>LED</a:t>
            </a:r>
            <a:r>
              <a:rPr lang="zh-CN" altLang="en-US" sz="2800" b="1" dirty="0">
                <a:solidFill>
                  <a:srgbClr val="FF9900"/>
                </a:solidFill>
              </a:rPr>
              <a:t>连接方式</a:t>
            </a:r>
          </a:p>
        </p:txBody>
      </p:sp>
      <p:sp>
        <p:nvSpPr>
          <p:cNvPr id="266244" name="Text Box 4">
            <a:extLst>
              <a:ext uri="{FF2B5EF4-FFF2-40B4-BE49-F238E27FC236}">
                <a16:creationId xmlns:a16="http://schemas.microsoft.com/office/drawing/2014/main" id="{20602DB1-8AD0-4265-A083-A51B47EEE6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0763" y="546100"/>
            <a:ext cx="7113587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七段数字显示器分为共阴极和共阳极两种。</a:t>
            </a:r>
          </a:p>
        </p:txBody>
      </p:sp>
      <p:grpSp>
        <p:nvGrpSpPr>
          <p:cNvPr id="266245" name="Group 5">
            <a:extLst>
              <a:ext uri="{FF2B5EF4-FFF2-40B4-BE49-F238E27FC236}">
                <a16:creationId xmlns:a16="http://schemas.microsoft.com/office/drawing/2014/main" id="{77FEACE7-1EDC-472C-97D8-41177E854751}"/>
              </a:ext>
            </a:extLst>
          </p:cNvPr>
          <p:cNvGrpSpPr>
            <a:grpSpLocks/>
          </p:cNvGrpSpPr>
          <p:nvPr/>
        </p:nvGrpSpPr>
        <p:grpSpPr bwMode="auto">
          <a:xfrm>
            <a:off x="1930401" y="1076325"/>
            <a:ext cx="2005013" cy="3294063"/>
            <a:chOff x="677" y="986"/>
            <a:chExt cx="1263" cy="2075"/>
          </a:xfrm>
        </p:grpSpPr>
        <p:grpSp>
          <p:nvGrpSpPr>
            <p:cNvPr id="60462" name="Group 6">
              <a:extLst>
                <a:ext uri="{FF2B5EF4-FFF2-40B4-BE49-F238E27FC236}">
                  <a16:creationId xmlns:a16="http://schemas.microsoft.com/office/drawing/2014/main" id="{B4F004EA-9D1C-40D9-B627-48D81DE22E49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 flipH="1" flipV="1">
              <a:off x="1431" y="1119"/>
              <a:ext cx="192" cy="96"/>
              <a:chOff x="2400" y="1968"/>
              <a:chExt cx="192" cy="96"/>
            </a:xfrm>
          </p:grpSpPr>
          <p:sp>
            <p:nvSpPr>
              <p:cNvPr id="60510" name="AutoShape 7">
                <a:extLst>
                  <a:ext uri="{FF2B5EF4-FFF2-40B4-BE49-F238E27FC236}">
                    <a16:creationId xmlns:a16="http://schemas.microsoft.com/office/drawing/2014/main" id="{AB59A0A7-FADE-4729-AD15-045081C16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968"/>
                <a:ext cx="192" cy="96"/>
              </a:xfrm>
              <a:prstGeom prst="triangle">
                <a:avLst>
                  <a:gd name="adj" fmla="val 44792"/>
                </a:avLst>
              </a:prstGeom>
              <a:noFill/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511" name="Line 8">
                <a:extLst>
                  <a:ext uri="{FF2B5EF4-FFF2-40B4-BE49-F238E27FC236}">
                    <a16:creationId xmlns:a16="http://schemas.microsoft.com/office/drawing/2014/main" id="{E560B6E5-F74F-4E2B-9900-6BB2445036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0" y="1968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0463" name="Group 9">
              <a:extLst>
                <a:ext uri="{FF2B5EF4-FFF2-40B4-BE49-F238E27FC236}">
                  <a16:creationId xmlns:a16="http://schemas.microsoft.com/office/drawing/2014/main" id="{6AC99F76-6190-40E1-BB53-BFFF73ED074E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 flipH="1" flipV="1">
              <a:off x="1431" y="1407"/>
              <a:ext cx="192" cy="96"/>
              <a:chOff x="2688" y="1968"/>
              <a:chExt cx="192" cy="96"/>
            </a:xfrm>
          </p:grpSpPr>
          <p:sp>
            <p:nvSpPr>
              <p:cNvPr id="60508" name="AutoShape 10">
                <a:extLst>
                  <a:ext uri="{FF2B5EF4-FFF2-40B4-BE49-F238E27FC236}">
                    <a16:creationId xmlns:a16="http://schemas.microsoft.com/office/drawing/2014/main" id="{34C71646-6183-4721-A503-B4FEB6996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1968"/>
                <a:ext cx="192" cy="96"/>
              </a:xfrm>
              <a:prstGeom prst="triangle">
                <a:avLst>
                  <a:gd name="adj" fmla="val 44792"/>
                </a:avLst>
              </a:prstGeom>
              <a:noFill/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509" name="Line 11">
                <a:extLst>
                  <a:ext uri="{FF2B5EF4-FFF2-40B4-BE49-F238E27FC236}">
                    <a16:creationId xmlns:a16="http://schemas.microsoft.com/office/drawing/2014/main" id="{64CB8432-0A8D-422A-8EE8-A685F6F9CA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8" y="1968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0464" name="Group 12">
              <a:extLst>
                <a:ext uri="{FF2B5EF4-FFF2-40B4-BE49-F238E27FC236}">
                  <a16:creationId xmlns:a16="http://schemas.microsoft.com/office/drawing/2014/main" id="{602F5390-240C-444E-BDB5-89CBECD30AEE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 flipH="1" flipV="1">
              <a:off x="1431" y="1983"/>
              <a:ext cx="192" cy="96"/>
              <a:chOff x="3264" y="1968"/>
              <a:chExt cx="192" cy="96"/>
            </a:xfrm>
          </p:grpSpPr>
          <p:sp>
            <p:nvSpPr>
              <p:cNvPr id="60506" name="AutoShape 13">
                <a:extLst>
                  <a:ext uri="{FF2B5EF4-FFF2-40B4-BE49-F238E27FC236}">
                    <a16:creationId xmlns:a16="http://schemas.microsoft.com/office/drawing/2014/main" id="{1D6BC119-D725-4CB9-AEE5-EA45FA0DE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1968"/>
                <a:ext cx="192" cy="96"/>
              </a:xfrm>
              <a:prstGeom prst="triangle">
                <a:avLst>
                  <a:gd name="adj" fmla="val 44792"/>
                </a:avLst>
              </a:prstGeom>
              <a:noFill/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507" name="Line 14">
                <a:extLst>
                  <a:ext uri="{FF2B5EF4-FFF2-40B4-BE49-F238E27FC236}">
                    <a16:creationId xmlns:a16="http://schemas.microsoft.com/office/drawing/2014/main" id="{07CFF209-CDE1-4482-BDA2-6557E7428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4" y="1968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0465" name="Group 15">
              <a:extLst>
                <a:ext uri="{FF2B5EF4-FFF2-40B4-BE49-F238E27FC236}">
                  <a16:creationId xmlns:a16="http://schemas.microsoft.com/office/drawing/2014/main" id="{84A9F4A3-A7D2-4213-BD78-A2F8127F2505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 flipH="1" flipV="1">
              <a:off x="1431" y="2271"/>
              <a:ext cx="192" cy="96"/>
              <a:chOff x="3552" y="1968"/>
              <a:chExt cx="192" cy="96"/>
            </a:xfrm>
          </p:grpSpPr>
          <p:sp>
            <p:nvSpPr>
              <p:cNvPr id="60504" name="AutoShape 16">
                <a:extLst>
                  <a:ext uri="{FF2B5EF4-FFF2-40B4-BE49-F238E27FC236}">
                    <a16:creationId xmlns:a16="http://schemas.microsoft.com/office/drawing/2014/main" id="{F882984B-EAAE-4E56-99AF-215D20FF6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1968"/>
                <a:ext cx="192" cy="96"/>
              </a:xfrm>
              <a:prstGeom prst="triangle">
                <a:avLst>
                  <a:gd name="adj" fmla="val 44792"/>
                </a:avLst>
              </a:prstGeom>
              <a:noFill/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505" name="Line 17">
                <a:extLst>
                  <a:ext uri="{FF2B5EF4-FFF2-40B4-BE49-F238E27FC236}">
                    <a16:creationId xmlns:a16="http://schemas.microsoft.com/office/drawing/2014/main" id="{51D9ED06-522F-431F-A5DD-7D61467C0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52" y="1968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60467" name="Line 19">
              <a:extLst>
                <a:ext uri="{FF2B5EF4-FFF2-40B4-BE49-F238E27FC236}">
                  <a16:creationId xmlns:a16="http://schemas.microsoft.com/office/drawing/2014/main" id="{E1CE1A1C-BF40-4ECB-AE7A-A98C38D48CB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483" y="2607"/>
              <a:ext cx="192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68" name="Line 20">
              <a:extLst>
                <a:ext uri="{FF2B5EF4-FFF2-40B4-BE49-F238E27FC236}">
                  <a16:creationId xmlns:a16="http://schemas.microsoft.com/office/drawing/2014/main" id="{46CD0A12-D9B8-40B3-851B-C5263F335F5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383" y="2223"/>
              <a:ext cx="0" cy="76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69" name="AutoShape 21">
              <a:extLst>
                <a:ext uri="{FF2B5EF4-FFF2-40B4-BE49-F238E27FC236}">
                  <a16:creationId xmlns:a16="http://schemas.microsoft.com/office/drawing/2014/main" id="{A50D7C42-F220-4EF5-8B9B-47977688D2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 flipH="1" flipV="1">
              <a:off x="1431" y="2847"/>
              <a:ext cx="192" cy="96"/>
            </a:xfrm>
            <a:prstGeom prst="triangle">
              <a:avLst>
                <a:gd name="adj" fmla="val 44792"/>
              </a:avLst>
            </a:prstGeom>
            <a:noFill/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70" name="Line 22">
              <a:extLst>
                <a:ext uri="{FF2B5EF4-FFF2-40B4-BE49-F238E27FC236}">
                  <a16:creationId xmlns:a16="http://schemas.microsoft.com/office/drawing/2014/main" id="{5D62F7F2-6605-4394-9525-FAE7DDE8761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483" y="2895"/>
              <a:ext cx="192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71" name="Line 23">
              <a:extLst>
                <a:ext uri="{FF2B5EF4-FFF2-40B4-BE49-F238E27FC236}">
                  <a16:creationId xmlns:a16="http://schemas.microsoft.com/office/drawing/2014/main" id="{CF8EB3E9-B7DD-46F7-9ABA-74FA3A72E5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903" y="2031"/>
              <a:ext cx="1728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72" name="Line 24">
              <a:extLst>
                <a:ext uri="{FF2B5EF4-FFF2-40B4-BE49-F238E27FC236}">
                  <a16:creationId xmlns:a16="http://schemas.microsoft.com/office/drawing/2014/main" id="{621DFB81-78F7-4E62-8ED7-7B17CBD1D7D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839" y="2103"/>
              <a:ext cx="0" cy="144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73" name="Line 25">
              <a:extLst>
                <a:ext uri="{FF2B5EF4-FFF2-40B4-BE49-F238E27FC236}">
                  <a16:creationId xmlns:a16="http://schemas.microsoft.com/office/drawing/2014/main" id="{F3264816-83F4-4215-A487-19FFD303D9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815" y="2175"/>
              <a:ext cx="192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74" name="Text Box 26">
              <a:extLst>
                <a:ext uri="{FF2B5EF4-FFF2-40B4-BE49-F238E27FC236}">
                  <a16:creationId xmlns:a16="http://schemas.microsoft.com/office/drawing/2014/main" id="{2DF28C4A-F2B0-4C76-87E1-CB087D762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 flipH="1">
              <a:off x="-217" y="1880"/>
              <a:ext cx="2016" cy="227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   b   c   d    e   f   g</a:t>
              </a:r>
            </a:p>
          </p:txBody>
        </p:sp>
        <p:sp>
          <p:nvSpPr>
            <p:cNvPr id="60475" name="Text Box 27">
              <a:extLst>
                <a:ext uri="{FF2B5EF4-FFF2-40B4-BE49-F238E27FC236}">
                  <a16:creationId xmlns:a16="http://schemas.microsoft.com/office/drawing/2014/main" id="{106298AF-C318-45BB-9858-739AD2A83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 flipH="1">
              <a:off x="811" y="1019"/>
              <a:ext cx="262" cy="365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</a:t>
              </a:r>
              <a:endParaRPr kumimoji="1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60476" name="Rectangle 28">
              <a:extLst>
                <a:ext uri="{FF2B5EF4-FFF2-40B4-BE49-F238E27FC236}">
                  <a16:creationId xmlns:a16="http://schemas.microsoft.com/office/drawing/2014/main" id="{A8D59B27-F7F9-4D91-A6BF-8BF181853A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 flipH="1">
              <a:off x="811" y="1355"/>
              <a:ext cx="262" cy="365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</a:t>
              </a:r>
            </a:p>
          </p:txBody>
        </p:sp>
        <p:sp>
          <p:nvSpPr>
            <p:cNvPr id="60477" name="Rectangle 29">
              <a:extLst>
                <a:ext uri="{FF2B5EF4-FFF2-40B4-BE49-F238E27FC236}">
                  <a16:creationId xmlns:a16="http://schemas.microsoft.com/office/drawing/2014/main" id="{549BA4D3-1B04-4078-9940-FF58992FA0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 flipH="1">
              <a:off x="811" y="1883"/>
              <a:ext cx="262" cy="365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</a:t>
              </a:r>
            </a:p>
          </p:txBody>
        </p:sp>
        <p:sp>
          <p:nvSpPr>
            <p:cNvPr id="60478" name="Rectangle 30">
              <a:extLst>
                <a:ext uri="{FF2B5EF4-FFF2-40B4-BE49-F238E27FC236}">
                  <a16:creationId xmlns:a16="http://schemas.microsoft.com/office/drawing/2014/main" id="{7CD64E04-FC74-4735-82AC-B3A98E3B17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 flipH="1">
              <a:off x="779" y="2251"/>
              <a:ext cx="326" cy="365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 </a:t>
              </a:r>
            </a:p>
          </p:txBody>
        </p:sp>
        <p:sp>
          <p:nvSpPr>
            <p:cNvPr id="60479" name="Text Box 31">
              <a:extLst>
                <a:ext uri="{FF2B5EF4-FFF2-40B4-BE49-F238E27FC236}">
                  <a16:creationId xmlns:a16="http://schemas.microsoft.com/office/drawing/2014/main" id="{8072B997-0DF0-40A2-9B54-2EC9493A3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 flipH="1">
              <a:off x="811" y="2747"/>
              <a:ext cx="262" cy="365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</a:t>
              </a:r>
            </a:p>
          </p:txBody>
        </p:sp>
        <p:sp>
          <p:nvSpPr>
            <p:cNvPr id="60480" name="AutoShape 32">
              <a:extLst>
                <a:ext uri="{FF2B5EF4-FFF2-40B4-BE49-F238E27FC236}">
                  <a16:creationId xmlns:a16="http://schemas.microsoft.com/office/drawing/2014/main" id="{AB895E58-3182-4BB5-9405-61BDC491B8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 flipH="1" flipV="1">
              <a:off x="1431" y="1695"/>
              <a:ext cx="192" cy="96"/>
            </a:xfrm>
            <a:prstGeom prst="triangle">
              <a:avLst>
                <a:gd name="adj" fmla="val 44792"/>
              </a:avLst>
            </a:prstGeom>
            <a:noFill/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81" name="Line 33">
              <a:extLst>
                <a:ext uri="{FF2B5EF4-FFF2-40B4-BE49-F238E27FC236}">
                  <a16:creationId xmlns:a16="http://schemas.microsoft.com/office/drawing/2014/main" id="{DCD95DD0-5E3B-428B-A91A-70889CF8755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1479" y="1743"/>
              <a:ext cx="192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82" name="Line 34">
              <a:extLst>
                <a:ext uri="{FF2B5EF4-FFF2-40B4-BE49-F238E27FC236}">
                  <a16:creationId xmlns:a16="http://schemas.microsoft.com/office/drawing/2014/main" id="{5F1FB3B5-54D6-48B1-8B5F-6FDD5F6336F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1372" y="1359"/>
              <a:ext cx="0" cy="76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60483" name="Group 35">
              <a:extLst>
                <a:ext uri="{FF2B5EF4-FFF2-40B4-BE49-F238E27FC236}">
                  <a16:creationId xmlns:a16="http://schemas.microsoft.com/office/drawing/2014/main" id="{FD8E3207-E6DF-4756-95B2-30FB7C80B518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 flipH="1" flipV="1">
              <a:off x="1431" y="1118"/>
              <a:ext cx="192" cy="96"/>
              <a:chOff x="2400" y="1968"/>
              <a:chExt cx="192" cy="96"/>
            </a:xfrm>
          </p:grpSpPr>
          <p:sp>
            <p:nvSpPr>
              <p:cNvPr id="60502" name="AutoShape 36">
                <a:extLst>
                  <a:ext uri="{FF2B5EF4-FFF2-40B4-BE49-F238E27FC236}">
                    <a16:creationId xmlns:a16="http://schemas.microsoft.com/office/drawing/2014/main" id="{06113242-1E2E-4629-860D-D0FE03678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968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503" name="Line 37">
                <a:extLst>
                  <a:ext uri="{FF2B5EF4-FFF2-40B4-BE49-F238E27FC236}">
                    <a16:creationId xmlns:a16="http://schemas.microsoft.com/office/drawing/2014/main" id="{3AA7F085-978F-46BE-B3B9-82D6DA1991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0" y="1968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0484" name="Group 38">
              <a:extLst>
                <a:ext uri="{FF2B5EF4-FFF2-40B4-BE49-F238E27FC236}">
                  <a16:creationId xmlns:a16="http://schemas.microsoft.com/office/drawing/2014/main" id="{30B92B56-3A4E-4585-BD42-04BBE6366357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 flipH="1" flipV="1">
              <a:off x="1431" y="1407"/>
              <a:ext cx="192" cy="96"/>
              <a:chOff x="2400" y="1968"/>
              <a:chExt cx="192" cy="96"/>
            </a:xfrm>
          </p:grpSpPr>
          <p:sp>
            <p:nvSpPr>
              <p:cNvPr id="60500" name="AutoShape 39">
                <a:extLst>
                  <a:ext uri="{FF2B5EF4-FFF2-40B4-BE49-F238E27FC236}">
                    <a16:creationId xmlns:a16="http://schemas.microsoft.com/office/drawing/2014/main" id="{772D1E8C-9D00-4D23-BDB3-4E880A1A6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968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501" name="Line 40">
                <a:extLst>
                  <a:ext uri="{FF2B5EF4-FFF2-40B4-BE49-F238E27FC236}">
                    <a16:creationId xmlns:a16="http://schemas.microsoft.com/office/drawing/2014/main" id="{7DA5E40D-EFE6-4EC9-BA17-14252A5F82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0" y="1968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0485" name="Group 41">
              <a:extLst>
                <a:ext uri="{FF2B5EF4-FFF2-40B4-BE49-F238E27FC236}">
                  <a16:creationId xmlns:a16="http://schemas.microsoft.com/office/drawing/2014/main" id="{DF47B550-1D4A-4815-93C0-0B17971B6440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 flipH="1" flipV="1">
              <a:off x="1431" y="1983"/>
              <a:ext cx="192" cy="96"/>
              <a:chOff x="2400" y="1968"/>
              <a:chExt cx="192" cy="96"/>
            </a:xfrm>
          </p:grpSpPr>
          <p:sp>
            <p:nvSpPr>
              <p:cNvPr id="60498" name="AutoShape 42">
                <a:extLst>
                  <a:ext uri="{FF2B5EF4-FFF2-40B4-BE49-F238E27FC236}">
                    <a16:creationId xmlns:a16="http://schemas.microsoft.com/office/drawing/2014/main" id="{91EB1B5A-0233-4968-B4E2-0C59FEFDD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968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99" name="Line 43">
                <a:extLst>
                  <a:ext uri="{FF2B5EF4-FFF2-40B4-BE49-F238E27FC236}">
                    <a16:creationId xmlns:a16="http://schemas.microsoft.com/office/drawing/2014/main" id="{0DC43391-2C24-4BAC-8342-86822B93A6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0" y="1968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0486" name="Group 44">
              <a:extLst>
                <a:ext uri="{FF2B5EF4-FFF2-40B4-BE49-F238E27FC236}">
                  <a16:creationId xmlns:a16="http://schemas.microsoft.com/office/drawing/2014/main" id="{24D30BC8-F8C5-40F8-B98D-BD6DF680592F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 flipH="1" flipV="1">
              <a:off x="1431" y="2272"/>
              <a:ext cx="192" cy="96"/>
              <a:chOff x="2400" y="1968"/>
              <a:chExt cx="192" cy="96"/>
            </a:xfrm>
          </p:grpSpPr>
          <p:sp>
            <p:nvSpPr>
              <p:cNvPr id="60497" name="Line 46">
                <a:extLst>
                  <a:ext uri="{FF2B5EF4-FFF2-40B4-BE49-F238E27FC236}">
                    <a16:creationId xmlns:a16="http://schemas.microsoft.com/office/drawing/2014/main" id="{A0F570ED-3D70-4DF1-B766-597EE546D3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0" y="1968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96" name="AutoShape 45">
                <a:extLst>
                  <a:ext uri="{FF2B5EF4-FFF2-40B4-BE49-F238E27FC236}">
                    <a16:creationId xmlns:a16="http://schemas.microsoft.com/office/drawing/2014/main" id="{A758F8F3-BAA0-4282-9B9E-A61E58F40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968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60487" name="Group 47">
              <a:extLst>
                <a:ext uri="{FF2B5EF4-FFF2-40B4-BE49-F238E27FC236}">
                  <a16:creationId xmlns:a16="http://schemas.microsoft.com/office/drawing/2014/main" id="{9619356F-C6C9-488F-8571-A18114550BBE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 flipH="1" flipV="1">
              <a:off x="1431" y="2847"/>
              <a:ext cx="192" cy="96"/>
              <a:chOff x="2400" y="1968"/>
              <a:chExt cx="192" cy="96"/>
            </a:xfrm>
          </p:grpSpPr>
          <p:sp>
            <p:nvSpPr>
              <p:cNvPr id="60495" name="Line 49">
                <a:extLst>
                  <a:ext uri="{FF2B5EF4-FFF2-40B4-BE49-F238E27FC236}">
                    <a16:creationId xmlns:a16="http://schemas.microsoft.com/office/drawing/2014/main" id="{519EDE01-A64E-467D-B746-AF74F8882B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0" y="1968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94" name="AutoShape 48">
                <a:extLst>
                  <a:ext uri="{FF2B5EF4-FFF2-40B4-BE49-F238E27FC236}">
                    <a16:creationId xmlns:a16="http://schemas.microsoft.com/office/drawing/2014/main" id="{2C35BB5F-4624-4F5E-887D-91F7DF07C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968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60488" name="Text Box 50">
              <a:extLst>
                <a:ext uri="{FF2B5EF4-FFF2-40B4-BE49-F238E27FC236}">
                  <a16:creationId xmlns:a16="http://schemas.microsoft.com/office/drawing/2014/main" id="{F5898DBC-2824-49FD-92D9-59606C619D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 flipH="1">
              <a:off x="1655" y="1999"/>
              <a:ext cx="206" cy="365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•</a:t>
              </a:r>
            </a:p>
          </p:txBody>
        </p:sp>
        <p:sp>
          <p:nvSpPr>
            <p:cNvPr id="60490" name="Line 52">
              <a:extLst>
                <a:ext uri="{FF2B5EF4-FFF2-40B4-BE49-F238E27FC236}">
                  <a16:creationId xmlns:a16="http://schemas.microsoft.com/office/drawing/2014/main" id="{9F38B1C7-4D93-40B1-9E78-16FA6CB3D10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383" y="783"/>
              <a:ext cx="0" cy="76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91" name="Line 53">
              <a:extLst>
                <a:ext uri="{FF2B5EF4-FFF2-40B4-BE49-F238E27FC236}">
                  <a16:creationId xmlns:a16="http://schemas.microsoft.com/office/drawing/2014/main" id="{5CD2CB0A-143E-4978-8354-313FEF7528D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383" y="1071"/>
              <a:ext cx="0" cy="76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92" name="Line 54">
              <a:extLst>
                <a:ext uri="{FF2B5EF4-FFF2-40B4-BE49-F238E27FC236}">
                  <a16:creationId xmlns:a16="http://schemas.microsoft.com/office/drawing/2014/main" id="{71931DF1-CC3E-4E7C-A2DD-9C1749218EA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383" y="1647"/>
              <a:ext cx="0" cy="76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93" name="Line 55">
              <a:extLst>
                <a:ext uri="{FF2B5EF4-FFF2-40B4-BE49-F238E27FC236}">
                  <a16:creationId xmlns:a16="http://schemas.microsoft.com/office/drawing/2014/main" id="{FA9F956C-8223-43F4-9484-A245F45FA58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383" y="1935"/>
              <a:ext cx="0" cy="76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66" name="AutoShape 18">
              <a:extLst>
                <a:ext uri="{FF2B5EF4-FFF2-40B4-BE49-F238E27FC236}">
                  <a16:creationId xmlns:a16="http://schemas.microsoft.com/office/drawing/2014/main" id="{CD95B79A-9010-4EE5-92F3-9F6C12C335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 flipH="1" flipV="1">
              <a:off x="1431" y="2559"/>
              <a:ext cx="192" cy="96"/>
            </a:xfrm>
            <a:prstGeom prst="triangle">
              <a:avLst>
                <a:gd name="adj" fmla="val 44792"/>
              </a:avLst>
            </a:prstGeom>
            <a:noFill/>
            <a:ln w="28575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89" name="Line 51">
              <a:extLst>
                <a:ext uri="{FF2B5EF4-FFF2-40B4-BE49-F238E27FC236}">
                  <a16:creationId xmlns:a16="http://schemas.microsoft.com/office/drawing/2014/main" id="{7648508D-BC2D-435D-B7F3-6520CA57607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1383" y="2511"/>
              <a:ext cx="0" cy="76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66296" name="Text Box 56">
            <a:extLst>
              <a:ext uri="{FF2B5EF4-FFF2-40B4-BE49-F238E27FC236}">
                <a16:creationId xmlns:a16="http://schemas.microsoft.com/office/drawing/2014/main" id="{E4B1BF12-187F-48DB-B9CF-D81F4544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3275" y="4316413"/>
            <a:ext cx="1970088" cy="519112"/>
          </a:xfrm>
          <a:prstGeom prst="rect">
            <a:avLst/>
          </a:prstGeom>
          <a:noFill/>
          <a:ln w="28575" cap="sq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cs typeface="+mn-cs"/>
              </a:rPr>
              <a:t>共阴极接法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1F08F8"/>
              </a:solidFill>
              <a:effectLst/>
              <a:uLnTx/>
              <a:uFillTx/>
              <a:latin typeface="Times New Roman" panose="02020603050405020304" pitchFamily="18" charset="0"/>
              <a:ea typeface="幼圆" panose="02010509060101010101" pitchFamily="49" charset="-122"/>
              <a:cs typeface="+mn-cs"/>
            </a:endParaRPr>
          </a:p>
        </p:txBody>
      </p:sp>
      <p:grpSp>
        <p:nvGrpSpPr>
          <p:cNvPr id="266297" name="Group 57">
            <a:extLst>
              <a:ext uri="{FF2B5EF4-FFF2-40B4-BE49-F238E27FC236}">
                <a16:creationId xmlns:a16="http://schemas.microsoft.com/office/drawing/2014/main" id="{CB832149-A626-413D-8FA2-CF061469446E}"/>
              </a:ext>
            </a:extLst>
          </p:cNvPr>
          <p:cNvGrpSpPr>
            <a:grpSpLocks/>
          </p:cNvGrpSpPr>
          <p:nvPr/>
        </p:nvGrpSpPr>
        <p:grpSpPr bwMode="auto">
          <a:xfrm>
            <a:off x="5357813" y="1087438"/>
            <a:ext cx="3660776" cy="3200399"/>
            <a:chOff x="2836" y="839"/>
            <a:chExt cx="2306" cy="2016"/>
          </a:xfrm>
        </p:grpSpPr>
        <p:grpSp>
          <p:nvGrpSpPr>
            <p:cNvPr id="60427" name="Group 58">
              <a:extLst>
                <a:ext uri="{FF2B5EF4-FFF2-40B4-BE49-F238E27FC236}">
                  <a16:creationId xmlns:a16="http://schemas.microsoft.com/office/drawing/2014/main" id="{DBD85D1E-36C3-4749-B787-4F73A379F1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6" y="839"/>
              <a:ext cx="2306" cy="2016"/>
              <a:chOff x="2859" y="1004"/>
              <a:chExt cx="2306" cy="2016"/>
            </a:xfrm>
          </p:grpSpPr>
          <p:sp>
            <p:nvSpPr>
              <p:cNvPr id="60433" name="Line 59">
                <a:extLst>
                  <a:ext uri="{FF2B5EF4-FFF2-40B4-BE49-F238E27FC236}">
                    <a16:creationId xmlns:a16="http://schemas.microsoft.com/office/drawing/2014/main" id="{DA3CA5F4-6E66-4CE4-B5D6-2AB42128A5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4232" y="1881"/>
                <a:ext cx="0" cy="528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34" name="Text Box 60">
                <a:extLst>
                  <a:ext uri="{FF2B5EF4-FFF2-40B4-BE49-F238E27FC236}">
                    <a16:creationId xmlns:a16="http://schemas.microsoft.com/office/drawing/2014/main" id="{BAAA73C9-307A-4606-94E3-1D47BE7E79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4435" y="2017"/>
                <a:ext cx="730" cy="288"/>
              </a:xfrm>
              <a:prstGeom prst="rect">
                <a:avLst/>
              </a:prstGeom>
              <a:noFill/>
              <a:ln w="28575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+V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CC</a:t>
                </a:r>
              </a:p>
            </p:txBody>
          </p:sp>
          <p:sp>
            <p:nvSpPr>
              <p:cNvPr id="60436" name="Line 62">
                <a:extLst>
                  <a:ext uri="{FF2B5EF4-FFF2-40B4-BE49-F238E27FC236}">
                    <a16:creationId xmlns:a16="http://schemas.microsoft.com/office/drawing/2014/main" id="{FC2F3377-65B0-4CE7-ACAD-916A211B18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2913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37" name="Line 63">
                <a:extLst>
                  <a:ext uri="{FF2B5EF4-FFF2-40B4-BE49-F238E27FC236}">
                    <a16:creationId xmlns:a16="http://schemas.microsoft.com/office/drawing/2014/main" id="{9E93BD36-D683-446D-BCA5-CBCBA14DB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2529"/>
                <a:ext cx="0" cy="768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39" name="Line 65">
                <a:extLst>
                  <a:ext uri="{FF2B5EF4-FFF2-40B4-BE49-F238E27FC236}">
                    <a16:creationId xmlns:a16="http://schemas.microsoft.com/office/drawing/2014/main" id="{1D67535D-53F0-4AD1-A7E8-35378FEE26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2625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40" name="Line 66">
                <a:extLst>
                  <a:ext uri="{FF2B5EF4-FFF2-40B4-BE49-F238E27FC236}">
                    <a16:creationId xmlns:a16="http://schemas.microsoft.com/office/drawing/2014/main" id="{1B04554B-FAAC-4F7F-87DA-B8F26B087B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2241"/>
                <a:ext cx="0" cy="768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60441" name="Group 67">
                <a:extLst>
                  <a:ext uri="{FF2B5EF4-FFF2-40B4-BE49-F238E27FC236}">
                    <a16:creationId xmlns:a16="http://schemas.microsoft.com/office/drawing/2014/main" id="{C6364278-A9E3-4183-9F57-F6B06FB68D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 flipH="1" flipV="1">
                <a:off x="3488" y="1953"/>
                <a:ext cx="192" cy="768"/>
                <a:chOff x="2784" y="1872"/>
                <a:chExt cx="192" cy="1152"/>
              </a:xfrm>
            </p:grpSpPr>
            <p:sp>
              <p:nvSpPr>
                <p:cNvPr id="60459" name="AutoShape 68">
                  <a:extLst>
                    <a:ext uri="{FF2B5EF4-FFF2-40B4-BE49-F238E27FC236}">
                      <a16:creationId xmlns:a16="http://schemas.microsoft.com/office/drawing/2014/main" id="{29F08D3B-C45E-44CB-BF25-CFA30EA8F6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84" y="2592"/>
                  <a:ext cx="192" cy="144"/>
                </a:xfrm>
                <a:prstGeom prst="triangle">
                  <a:avLst>
                    <a:gd name="adj" fmla="val 44792"/>
                  </a:avLst>
                </a:prstGeom>
                <a:noFill/>
                <a:ln w="28575" cap="sq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0460" name="Line 69">
                  <a:extLst>
                    <a:ext uri="{FF2B5EF4-FFF2-40B4-BE49-F238E27FC236}">
                      <a16:creationId xmlns:a16="http://schemas.microsoft.com/office/drawing/2014/main" id="{8A9192D2-3C67-4BDD-A65B-28BDBA38AC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2592"/>
                  <a:ext cx="192" cy="0"/>
                </a:xfrm>
                <a:prstGeom prst="line">
                  <a:avLst/>
                </a:prstGeom>
                <a:noFill/>
                <a:ln w="28575" cap="sq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0461" name="Line 70">
                  <a:extLst>
                    <a:ext uri="{FF2B5EF4-FFF2-40B4-BE49-F238E27FC236}">
                      <a16:creationId xmlns:a16="http://schemas.microsoft.com/office/drawing/2014/main" id="{A0A8670D-EC09-455A-8A54-4C66F9D252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80" y="1872"/>
                  <a:ext cx="0" cy="1152"/>
                </a:xfrm>
                <a:prstGeom prst="line">
                  <a:avLst/>
                </a:prstGeom>
                <a:noFill/>
                <a:ln w="28575" cap="sq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60443" name="Line 72">
                <a:extLst>
                  <a:ext uri="{FF2B5EF4-FFF2-40B4-BE49-F238E27FC236}">
                    <a16:creationId xmlns:a16="http://schemas.microsoft.com/office/drawing/2014/main" id="{110C4980-9D54-481A-9DFB-AEAD9E92C1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2049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44" name="Line 73">
                <a:extLst>
                  <a:ext uri="{FF2B5EF4-FFF2-40B4-BE49-F238E27FC236}">
                    <a16:creationId xmlns:a16="http://schemas.microsoft.com/office/drawing/2014/main" id="{CD6343C0-1837-426C-9267-2BC3998E0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1665"/>
                <a:ext cx="0" cy="768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46" name="Line 75">
                <a:extLst>
                  <a:ext uri="{FF2B5EF4-FFF2-40B4-BE49-F238E27FC236}">
                    <a16:creationId xmlns:a16="http://schemas.microsoft.com/office/drawing/2014/main" id="{37960236-4C67-4A0E-AAD1-B62EB83DC6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1761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60448" name="Group 77">
                <a:extLst>
                  <a:ext uri="{FF2B5EF4-FFF2-40B4-BE49-F238E27FC236}">
                    <a16:creationId xmlns:a16="http://schemas.microsoft.com/office/drawing/2014/main" id="{224F7851-C1FA-4285-9D79-AA053AE6A8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 flipH="1" flipV="1">
                <a:off x="3488" y="1089"/>
                <a:ext cx="192" cy="768"/>
                <a:chOff x="2784" y="1872"/>
                <a:chExt cx="192" cy="1152"/>
              </a:xfrm>
            </p:grpSpPr>
            <p:sp>
              <p:nvSpPr>
                <p:cNvPr id="60457" name="Line 79">
                  <a:extLst>
                    <a:ext uri="{FF2B5EF4-FFF2-40B4-BE49-F238E27FC236}">
                      <a16:creationId xmlns:a16="http://schemas.microsoft.com/office/drawing/2014/main" id="{BACBB735-CA1F-4A92-9098-8675D6EE7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84" y="2592"/>
                  <a:ext cx="192" cy="0"/>
                </a:xfrm>
                <a:prstGeom prst="line">
                  <a:avLst/>
                </a:prstGeom>
                <a:noFill/>
                <a:ln w="28575" cap="sq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0458" name="Line 80">
                  <a:extLst>
                    <a:ext uri="{FF2B5EF4-FFF2-40B4-BE49-F238E27FC236}">
                      <a16:creationId xmlns:a16="http://schemas.microsoft.com/office/drawing/2014/main" id="{09787C24-1B9F-44E3-9A5A-EE887139D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80" y="1872"/>
                  <a:ext cx="0" cy="1152"/>
                </a:xfrm>
                <a:prstGeom prst="line">
                  <a:avLst/>
                </a:prstGeom>
                <a:noFill/>
                <a:ln w="28575" cap="sq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0456" name="AutoShape 78">
                  <a:extLst>
                    <a:ext uri="{FF2B5EF4-FFF2-40B4-BE49-F238E27FC236}">
                      <a16:creationId xmlns:a16="http://schemas.microsoft.com/office/drawing/2014/main" id="{D36B6DFF-6785-443B-A98B-0B3422641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84" y="2592"/>
                  <a:ext cx="192" cy="144"/>
                </a:xfrm>
                <a:prstGeom prst="triangle">
                  <a:avLst>
                    <a:gd name="adj" fmla="val 44792"/>
                  </a:avLst>
                </a:prstGeom>
                <a:noFill/>
                <a:ln w="28575" cap="sq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60450" name="Line 82">
                <a:extLst>
                  <a:ext uri="{FF2B5EF4-FFF2-40B4-BE49-F238E27FC236}">
                    <a16:creationId xmlns:a16="http://schemas.microsoft.com/office/drawing/2014/main" id="{6316385F-EF1D-479D-8E65-5750F5B306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1185"/>
                <a:ext cx="192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51" name="Line 83">
                <a:extLst>
                  <a:ext uri="{FF2B5EF4-FFF2-40B4-BE49-F238E27FC236}">
                    <a16:creationId xmlns:a16="http://schemas.microsoft.com/office/drawing/2014/main" id="{84DE8E41-0F40-4A46-B11D-07E7234488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801"/>
                <a:ext cx="0" cy="768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52" name="Line 84">
                <a:extLst>
                  <a:ext uri="{FF2B5EF4-FFF2-40B4-BE49-F238E27FC236}">
                    <a16:creationId xmlns:a16="http://schemas.microsoft.com/office/drawing/2014/main" id="{06D75C45-A228-4FB2-9DA5-7F86B20D32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3104" y="2049"/>
                <a:ext cx="1728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53" name="Text Box 85">
                <a:extLst>
                  <a:ext uri="{FF2B5EF4-FFF2-40B4-BE49-F238E27FC236}">
                    <a16:creationId xmlns:a16="http://schemas.microsoft.com/office/drawing/2014/main" id="{332994E8-EF8E-47D1-A50D-7E16365685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 flipH="1">
                <a:off x="3874" y="1955"/>
                <a:ext cx="206" cy="365"/>
              </a:xfrm>
              <a:prstGeom prst="rect">
                <a:avLst/>
              </a:prstGeom>
              <a:noFill/>
              <a:ln w="28575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3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•</a:t>
                </a:r>
              </a:p>
            </p:txBody>
          </p:sp>
          <p:sp>
            <p:nvSpPr>
              <p:cNvPr id="60454" name="Text Box 86">
                <a:extLst>
                  <a:ext uri="{FF2B5EF4-FFF2-40B4-BE49-F238E27FC236}">
                    <a16:creationId xmlns:a16="http://schemas.microsoft.com/office/drawing/2014/main" id="{992B4FBB-60FD-480E-B3F8-5D38FEC8D0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2003" y="1860"/>
                <a:ext cx="2016" cy="304"/>
              </a:xfrm>
              <a:prstGeom prst="rect">
                <a:avLst/>
              </a:prstGeom>
              <a:noFill/>
              <a:ln w="28575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a   b   c   d    e   f    g</a:t>
                </a:r>
              </a:p>
            </p:txBody>
          </p:sp>
          <p:sp>
            <p:nvSpPr>
              <p:cNvPr id="60455" name="Rectangle 87">
                <a:extLst>
                  <a:ext uri="{FF2B5EF4-FFF2-40B4-BE49-F238E27FC236}">
                    <a16:creationId xmlns:a16="http://schemas.microsoft.com/office/drawing/2014/main" id="{CA5BF209-0CD3-4387-A1C8-CEC2DA952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 flipH="1">
                <a:off x="4184" y="2025"/>
                <a:ext cx="96" cy="240"/>
              </a:xfrm>
              <a:prstGeom prst="rect">
                <a:avLst/>
              </a:prstGeom>
              <a:solidFill>
                <a:srgbClr val="FFFF00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rot="10800000" vert="eaVert"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42" name="AutoShape 71">
                <a:extLst>
                  <a:ext uri="{FF2B5EF4-FFF2-40B4-BE49-F238E27FC236}">
                    <a16:creationId xmlns:a16="http://schemas.microsoft.com/office/drawing/2014/main" id="{AFC82FFF-7071-4F7D-809C-28EE3A52B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 flipH="1" flipV="1">
                <a:off x="3632" y="2001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47" name="Line 76">
                <a:extLst>
                  <a:ext uri="{FF2B5EF4-FFF2-40B4-BE49-F238E27FC236}">
                    <a16:creationId xmlns:a16="http://schemas.microsoft.com/office/drawing/2014/main" id="{230F16AE-AB83-4025-BEDF-4F02D7B176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 flipV="1">
                <a:off x="3584" y="1377"/>
                <a:ext cx="0" cy="768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45" name="AutoShape 74">
                <a:extLst>
                  <a:ext uri="{FF2B5EF4-FFF2-40B4-BE49-F238E27FC236}">
                    <a16:creationId xmlns:a16="http://schemas.microsoft.com/office/drawing/2014/main" id="{57A57257-2364-484A-80BF-104745234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 flipH="1" flipV="1">
                <a:off x="3632" y="1713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49" name="AutoShape 81">
                <a:extLst>
                  <a:ext uri="{FF2B5EF4-FFF2-40B4-BE49-F238E27FC236}">
                    <a16:creationId xmlns:a16="http://schemas.microsoft.com/office/drawing/2014/main" id="{B9941280-35D2-4162-90DA-736208D3F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 flipH="1" flipV="1">
                <a:off x="3632" y="1137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38" name="AutoShape 64">
                <a:extLst>
                  <a:ext uri="{FF2B5EF4-FFF2-40B4-BE49-F238E27FC236}">
                    <a16:creationId xmlns:a16="http://schemas.microsoft.com/office/drawing/2014/main" id="{97BAECE1-1326-47B3-BD0A-C76EC6EF6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 flipH="1" flipV="1">
                <a:off x="3632" y="2577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0435" name="AutoShape 61">
                <a:extLst>
                  <a:ext uri="{FF2B5EF4-FFF2-40B4-BE49-F238E27FC236}">
                    <a16:creationId xmlns:a16="http://schemas.microsoft.com/office/drawing/2014/main" id="{980EC866-C308-4F92-8C7A-11BC84601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 flipH="1" flipV="1">
                <a:off x="3632" y="2865"/>
                <a:ext cx="192" cy="96"/>
              </a:xfrm>
              <a:prstGeom prst="triangle">
                <a:avLst>
                  <a:gd name="adj" fmla="val 44792"/>
                </a:avLst>
              </a:prstGeom>
              <a:solidFill>
                <a:srgbClr val="FFFF99"/>
              </a:solidFill>
              <a:ln w="28575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60428" name="Line 88">
              <a:extLst>
                <a:ext uri="{FF2B5EF4-FFF2-40B4-BE49-F238E27FC236}">
                  <a16:creationId xmlns:a16="http://schemas.microsoft.com/office/drawing/2014/main" id="{5CCA06BF-BDBC-4C0B-903B-9D1B16ACD0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3" y="953"/>
              <a:ext cx="0" cy="1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29" name="Line 89">
              <a:extLst>
                <a:ext uri="{FF2B5EF4-FFF2-40B4-BE49-F238E27FC236}">
                  <a16:creationId xmlns:a16="http://schemas.microsoft.com/office/drawing/2014/main" id="{12304F33-D7E2-4C95-9131-00EC90584A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" y="1518"/>
              <a:ext cx="0" cy="1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30" name="Line 90">
              <a:extLst>
                <a:ext uri="{FF2B5EF4-FFF2-40B4-BE49-F238E27FC236}">
                  <a16:creationId xmlns:a16="http://schemas.microsoft.com/office/drawing/2014/main" id="{19512B74-DF6C-4C4A-A3FB-59453A1C4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" y="1800"/>
              <a:ext cx="0" cy="1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31" name="Line 91">
              <a:extLst>
                <a:ext uri="{FF2B5EF4-FFF2-40B4-BE49-F238E27FC236}">
                  <a16:creationId xmlns:a16="http://schemas.microsoft.com/office/drawing/2014/main" id="{6E0740CD-C392-4C26-9331-C25E8706ED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" y="2365"/>
              <a:ext cx="0" cy="1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432" name="Line 92">
              <a:extLst>
                <a:ext uri="{FF2B5EF4-FFF2-40B4-BE49-F238E27FC236}">
                  <a16:creationId xmlns:a16="http://schemas.microsoft.com/office/drawing/2014/main" id="{DAFF15D4-AB70-4313-B2D6-AEB2B6DA7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" y="2681"/>
              <a:ext cx="0" cy="1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66333" name="Text Box 93">
            <a:extLst>
              <a:ext uri="{FF2B5EF4-FFF2-40B4-BE49-F238E27FC236}">
                <a16:creationId xmlns:a16="http://schemas.microsoft.com/office/drawing/2014/main" id="{3473BF5C-92A1-4D1C-AC4A-407F9C0BD8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63" y="4262438"/>
            <a:ext cx="1970087" cy="519112"/>
          </a:xfrm>
          <a:prstGeom prst="rect">
            <a:avLst/>
          </a:prstGeom>
          <a:noFill/>
          <a:ln w="28575" cap="sq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cs typeface="+mn-cs"/>
              </a:rPr>
              <a:t>共阳极接法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1F08F8"/>
              </a:solidFill>
              <a:effectLst/>
              <a:uLnTx/>
              <a:uFillTx/>
              <a:latin typeface="Times New Roman" panose="02020603050405020304" pitchFamily="18" charset="0"/>
              <a:ea typeface="幼圆" panose="02010509060101010101" pitchFamily="49" charset="-122"/>
              <a:cs typeface="+mn-cs"/>
            </a:endParaRPr>
          </a:p>
        </p:txBody>
      </p:sp>
      <p:sp>
        <p:nvSpPr>
          <p:cNvPr id="266334" name="Text Box 94">
            <a:extLst>
              <a:ext uri="{FF2B5EF4-FFF2-40B4-BE49-F238E27FC236}">
                <a16:creationId xmlns:a16="http://schemas.microsoft.com/office/drawing/2014/main" id="{A1EBB8A5-0CDE-4559-8B00-A77F5B28C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1563" y="5022850"/>
            <a:ext cx="7067550" cy="13731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若采用共阳极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LED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，显示译码器的输出应为低电平输出有效；若采用共阴极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LED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，则高电平输出有效。</a:t>
            </a:r>
          </a:p>
        </p:txBody>
      </p:sp>
      <p:sp>
        <p:nvSpPr>
          <p:cNvPr id="266335" name="AutoShape 95">
            <a:extLst>
              <a:ext uri="{FF2B5EF4-FFF2-40B4-BE49-F238E27FC236}">
                <a16:creationId xmlns:a16="http://schemas.microsoft.com/office/drawing/2014/main" id="{422D4B72-39E9-43C2-93EC-66BB0AF92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027488"/>
            <a:ext cx="1382713" cy="838200"/>
          </a:xfrm>
          <a:prstGeom prst="cloudCallout">
            <a:avLst>
              <a:gd name="adj1" fmla="val 77097"/>
              <a:gd name="adj2" fmla="val 45074"/>
            </a:avLst>
          </a:prstGeom>
          <a:solidFill>
            <a:srgbClr val="FFFF99"/>
          </a:solidFill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注意</a:t>
            </a:r>
          </a:p>
        </p:txBody>
      </p:sp>
    </p:spTree>
    <p:extLst>
      <p:ext uri="{BB962C8B-B14F-4D97-AF65-F5344CB8AC3E}">
        <p14:creationId xmlns:p14="http://schemas.microsoft.com/office/powerpoint/2010/main" val="215008194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66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6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66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2" dur="500"/>
                                        <p:tgtEl>
                                          <p:spTgt spid="266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66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266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0" fill="hold"/>
                                        <p:tgtEl>
                                          <p:spTgt spid="266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0" fill="hold"/>
                                        <p:tgtEl>
                                          <p:spTgt spid="266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6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6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6" presetID="4" presetClass="entr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8" dur="500"/>
                                        <p:tgtEl>
                                          <p:spTgt spid="266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42" grpId="0" animBg="1"/>
      <p:bldP spid="266243" grpId="0" autoUpdateAnimBg="0"/>
      <p:bldP spid="266244" grpId="0" animBg="1" autoUpdateAnimBg="0"/>
      <p:bldP spid="266296" grpId="0" autoUpdateAnimBg="0"/>
      <p:bldP spid="266333" grpId="0" autoUpdateAnimBg="0"/>
      <p:bldP spid="266334" grpId="0" animBg="1" autoUpdateAnimBg="0"/>
      <p:bldP spid="266335" grpId="0" animBg="1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>
            <a:extLst>
              <a:ext uri="{FF2B5EF4-FFF2-40B4-BE49-F238E27FC236}">
                <a16:creationId xmlns:a16="http://schemas.microsoft.com/office/drawing/2014/main" id="{09AC7163-A4D2-4B21-A11C-A508EAA186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93700" y="385763"/>
            <a:ext cx="3579813" cy="608012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chemeClr val="tx1"/>
                </a:solidFill>
              </a:rPr>
              <a:t>显示译码器的真值表</a:t>
            </a:r>
          </a:p>
        </p:txBody>
      </p:sp>
      <p:grpSp>
        <p:nvGrpSpPr>
          <p:cNvPr id="267267" name="Group 3">
            <a:extLst>
              <a:ext uri="{FF2B5EF4-FFF2-40B4-BE49-F238E27FC236}">
                <a16:creationId xmlns:a16="http://schemas.microsoft.com/office/drawing/2014/main" id="{FD7A7647-517B-499C-BBFF-D10E34B87316}"/>
              </a:ext>
            </a:extLst>
          </p:cNvPr>
          <p:cNvGrpSpPr>
            <a:grpSpLocks/>
          </p:cNvGrpSpPr>
          <p:nvPr/>
        </p:nvGrpSpPr>
        <p:grpSpPr bwMode="auto">
          <a:xfrm>
            <a:off x="303213" y="1362075"/>
            <a:ext cx="8431212" cy="4970463"/>
            <a:chOff x="191" y="858"/>
            <a:chExt cx="5311" cy="3131"/>
          </a:xfrm>
        </p:grpSpPr>
        <p:pic>
          <p:nvPicPr>
            <p:cNvPr id="61444" name="Picture 4" descr="msotw9_temp0">
              <a:extLst>
                <a:ext uri="{FF2B5EF4-FFF2-40B4-BE49-F238E27FC236}">
                  <a16:creationId xmlns:a16="http://schemas.microsoft.com/office/drawing/2014/main" id="{6CD8FD4B-4700-41F9-AAB6-E55B328F9E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lum bright="24000" contrast="48000"/>
              <a:grayscl/>
              <a:biLevel thresh="5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72" t="19283"/>
            <a:stretch>
              <a:fillRect/>
            </a:stretch>
          </p:blipFill>
          <p:spPr bwMode="auto">
            <a:xfrm>
              <a:off x="191" y="858"/>
              <a:ext cx="5311" cy="31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1445" name="Line 5">
              <a:extLst>
                <a:ext uri="{FF2B5EF4-FFF2-40B4-BE49-F238E27FC236}">
                  <a16:creationId xmlns:a16="http://schemas.microsoft.com/office/drawing/2014/main" id="{6CA7CF86-18C2-4A53-830E-DE7C461567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2" y="1336"/>
              <a:ext cx="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446" name="Line 6">
              <a:extLst>
                <a:ext uri="{FF2B5EF4-FFF2-40B4-BE49-F238E27FC236}">
                  <a16:creationId xmlns:a16="http://schemas.microsoft.com/office/drawing/2014/main" id="{06D51FFA-CFBE-45D4-B9CC-CA46889CF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8" y="1336"/>
              <a:ext cx="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447" name="Line 7">
              <a:extLst>
                <a:ext uri="{FF2B5EF4-FFF2-40B4-BE49-F238E27FC236}">
                  <a16:creationId xmlns:a16="http://schemas.microsoft.com/office/drawing/2014/main" id="{DC7D1EA8-F463-4476-9112-EE8319B59B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2" y="1336"/>
              <a:ext cx="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448" name="Line 8">
              <a:extLst>
                <a:ext uri="{FF2B5EF4-FFF2-40B4-BE49-F238E27FC236}">
                  <a16:creationId xmlns:a16="http://schemas.microsoft.com/office/drawing/2014/main" id="{2C24AFE4-28F3-4C15-8DEC-590BBCECA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4" y="1336"/>
              <a:ext cx="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449" name="Line 9">
              <a:extLst>
                <a:ext uri="{FF2B5EF4-FFF2-40B4-BE49-F238E27FC236}">
                  <a16:creationId xmlns:a16="http://schemas.microsoft.com/office/drawing/2014/main" id="{3F7FC01C-14FF-4F45-91CF-68D061B6B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1328"/>
              <a:ext cx="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450" name="Line 10">
              <a:extLst>
                <a:ext uri="{FF2B5EF4-FFF2-40B4-BE49-F238E27FC236}">
                  <a16:creationId xmlns:a16="http://schemas.microsoft.com/office/drawing/2014/main" id="{811D368F-CDB8-4DA5-8F64-51A2E29E3C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8" y="1336"/>
              <a:ext cx="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1451" name="Line 11">
              <a:extLst>
                <a:ext uri="{FF2B5EF4-FFF2-40B4-BE49-F238E27FC236}">
                  <a16:creationId xmlns:a16="http://schemas.microsoft.com/office/drawing/2014/main" id="{AC6E604F-8A9D-4C28-98FA-C783B104B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1328"/>
              <a:ext cx="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9871838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67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2">
            <a:extLst>
              <a:ext uri="{FF2B5EF4-FFF2-40B4-BE49-F238E27FC236}">
                <a16:creationId xmlns:a16="http://schemas.microsoft.com/office/drawing/2014/main" id="{7AF1AE46-10B1-4751-B70D-3A97C20CDA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68338" y="557213"/>
            <a:ext cx="3579812" cy="642937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显示译码器的函数式</a:t>
            </a:r>
          </a:p>
        </p:txBody>
      </p:sp>
      <p:grpSp>
        <p:nvGrpSpPr>
          <p:cNvPr id="268291" name="Group 3">
            <a:extLst>
              <a:ext uri="{FF2B5EF4-FFF2-40B4-BE49-F238E27FC236}">
                <a16:creationId xmlns:a16="http://schemas.microsoft.com/office/drawing/2014/main" id="{E5EA170A-DD74-40A8-8810-95B275D10204}"/>
              </a:ext>
            </a:extLst>
          </p:cNvPr>
          <p:cNvGrpSpPr>
            <a:grpSpLocks/>
          </p:cNvGrpSpPr>
          <p:nvPr/>
        </p:nvGrpSpPr>
        <p:grpSpPr bwMode="auto">
          <a:xfrm>
            <a:off x="1006475" y="1379538"/>
            <a:ext cx="6491288" cy="4668837"/>
            <a:chOff x="634" y="869"/>
            <a:chExt cx="4089" cy="2941"/>
          </a:xfrm>
        </p:grpSpPr>
        <p:grpSp>
          <p:nvGrpSpPr>
            <p:cNvPr id="62468" name="Group 4">
              <a:extLst>
                <a:ext uri="{FF2B5EF4-FFF2-40B4-BE49-F238E27FC236}">
                  <a16:creationId xmlns:a16="http://schemas.microsoft.com/office/drawing/2014/main" id="{EC9111E8-6923-40F5-88D1-789D5B43A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" y="869"/>
              <a:ext cx="4089" cy="2941"/>
              <a:chOff x="1036" y="1891"/>
              <a:chExt cx="3633" cy="1919"/>
            </a:xfrm>
          </p:grpSpPr>
          <p:pic>
            <p:nvPicPr>
              <p:cNvPr id="62476" name="Picture 5" descr="msotw9_temp0">
                <a:extLst>
                  <a:ext uri="{FF2B5EF4-FFF2-40B4-BE49-F238E27FC236}">
                    <a16:creationId xmlns:a16="http://schemas.microsoft.com/office/drawing/2014/main" id="{18271E0E-7D82-4969-BA81-4FC61A390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4653" t="27710" r="11098" b="19739"/>
              <a:stretch>
                <a:fillRect/>
              </a:stretch>
            </p:blipFill>
            <p:spPr bwMode="auto">
              <a:xfrm>
                <a:off x="1036" y="2162"/>
                <a:ext cx="3633" cy="16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2477" name="Picture 6" descr="msotw9_temp0">
                <a:extLst>
                  <a:ext uri="{FF2B5EF4-FFF2-40B4-BE49-F238E27FC236}">
                    <a16:creationId xmlns:a16="http://schemas.microsoft.com/office/drawing/2014/main" id="{A8DF4C28-7778-4EF5-AF3A-7C91A2331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9537" t="11415" r="3311" b="79370"/>
              <a:stretch>
                <a:fillRect/>
              </a:stretch>
            </p:blipFill>
            <p:spPr bwMode="auto">
              <a:xfrm>
                <a:off x="1036" y="1891"/>
                <a:ext cx="3633" cy="28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</p:grpSp>
        <p:sp>
          <p:nvSpPr>
            <p:cNvPr id="62469" name="Line 7">
              <a:extLst>
                <a:ext uri="{FF2B5EF4-FFF2-40B4-BE49-F238E27FC236}">
                  <a16:creationId xmlns:a16="http://schemas.microsoft.com/office/drawing/2014/main" id="{7400A806-950F-4D9A-8A2C-5E20983200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" y="992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470" name="Line 8">
              <a:extLst>
                <a:ext uri="{FF2B5EF4-FFF2-40B4-BE49-F238E27FC236}">
                  <a16:creationId xmlns:a16="http://schemas.microsoft.com/office/drawing/2014/main" id="{497E29BC-9320-4B20-9AE3-874F69828C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" y="1392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471" name="Line 9">
              <a:extLst>
                <a:ext uri="{FF2B5EF4-FFF2-40B4-BE49-F238E27FC236}">
                  <a16:creationId xmlns:a16="http://schemas.microsoft.com/office/drawing/2014/main" id="{FCF82869-F128-47FF-8813-E915A2ED3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" y="1824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472" name="Line 10">
              <a:extLst>
                <a:ext uri="{FF2B5EF4-FFF2-40B4-BE49-F238E27FC236}">
                  <a16:creationId xmlns:a16="http://schemas.microsoft.com/office/drawing/2014/main" id="{C74246AD-1F3D-4538-8404-FE6F221006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" y="2232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473" name="Line 11">
              <a:extLst>
                <a:ext uri="{FF2B5EF4-FFF2-40B4-BE49-F238E27FC236}">
                  <a16:creationId xmlns:a16="http://schemas.microsoft.com/office/drawing/2014/main" id="{B3BFF3DD-51D6-4A22-84CE-E2A72BA39E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" y="2656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474" name="Line 12">
              <a:extLst>
                <a:ext uri="{FF2B5EF4-FFF2-40B4-BE49-F238E27FC236}">
                  <a16:creationId xmlns:a16="http://schemas.microsoft.com/office/drawing/2014/main" id="{6D97D3C0-087F-4941-AFF8-7CF43CFE4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" y="3072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475" name="Line 13">
              <a:extLst>
                <a:ext uri="{FF2B5EF4-FFF2-40B4-BE49-F238E27FC236}">
                  <a16:creationId xmlns:a16="http://schemas.microsoft.com/office/drawing/2014/main" id="{C82C4E06-37FA-401D-ACAF-818D24A0FA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" y="3488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1694459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68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>
            <a:extLst>
              <a:ext uri="{FF2B5EF4-FFF2-40B4-BE49-F238E27FC236}">
                <a16:creationId xmlns:a16="http://schemas.microsoft.com/office/drawing/2014/main" id="{1AB88072-E8ED-4725-A2F2-92C77933B2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00075" y="592138"/>
            <a:ext cx="4373563" cy="711200"/>
          </a:xfrm>
        </p:spPr>
        <p:txBody>
          <a:bodyPr/>
          <a:lstStyle/>
          <a:p>
            <a:pPr algn="l" eaLnBrk="1" hangingPunct="1"/>
            <a:r>
              <a:rPr lang="zh-CN" altLang="en-US" sz="2800" b="1">
                <a:solidFill>
                  <a:schemeClr val="tx1"/>
                </a:solidFill>
              </a:rPr>
              <a:t>显示译码器的逻辑电路图</a:t>
            </a: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595055E4-6836-4B19-9941-1B67F6773722}"/>
              </a:ext>
            </a:extLst>
          </p:cNvPr>
          <p:cNvGrpSpPr>
            <a:grpSpLocks/>
          </p:cNvGrpSpPr>
          <p:nvPr/>
        </p:nvGrpSpPr>
        <p:grpSpPr bwMode="auto">
          <a:xfrm>
            <a:off x="312738" y="1711325"/>
            <a:ext cx="8345487" cy="4419600"/>
            <a:chOff x="197" y="1078"/>
            <a:chExt cx="5257" cy="2784"/>
          </a:xfrm>
        </p:grpSpPr>
        <p:pic>
          <p:nvPicPr>
            <p:cNvPr id="63492" name="Picture 4" descr="msotw9_temp0">
              <a:extLst>
                <a:ext uri="{FF2B5EF4-FFF2-40B4-BE49-F238E27FC236}">
                  <a16:creationId xmlns:a16="http://schemas.microsoft.com/office/drawing/2014/main" id="{E69FB37A-26D6-4EF9-A6E8-2A7DE6630B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207" r="7466" b="13014"/>
            <a:stretch>
              <a:fillRect/>
            </a:stretch>
          </p:blipFill>
          <p:spPr bwMode="auto">
            <a:xfrm>
              <a:off x="197" y="1078"/>
              <a:ext cx="5257" cy="27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3493" name="Line 5">
              <a:extLst>
                <a:ext uri="{FF2B5EF4-FFF2-40B4-BE49-F238E27FC236}">
                  <a16:creationId xmlns:a16="http://schemas.microsoft.com/office/drawing/2014/main" id="{DDBC6FA7-7CA2-46C9-B30B-1A0340ADD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" y="1376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494" name="Line 6">
              <a:extLst>
                <a:ext uri="{FF2B5EF4-FFF2-40B4-BE49-F238E27FC236}">
                  <a16:creationId xmlns:a16="http://schemas.microsoft.com/office/drawing/2014/main" id="{BA96B528-EFD7-4BF0-8125-3ACAC3EAFB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2" y="1392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495" name="Line 7">
              <a:extLst>
                <a:ext uri="{FF2B5EF4-FFF2-40B4-BE49-F238E27FC236}">
                  <a16:creationId xmlns:a16="http://schemas.microsoft.com/office/drawing/2014/main" id="{B31D9AD6-F660-49C1-AC0A-E05231410A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0" y="1376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496" name="Line 8">
              <a:extLst>
                <a:ext uri="{FF2B5EF4-FFF2-40B4-BE49-F238E27FC236}">
                  <a16:creationId xmlns:a16="http://schemas.microsoft.com/office/drawing/2014/main" id="{01E0D2B3-FE6E-462C-A0B7-25A5B7178D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0" y="1376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497" name="Line 9">
              <a:extLst>
                <a:ext uri="{FF2B5EF4-FFF2-40B4-BE49-F238E27FC236}">
                  <a16:creationId xmlns:a16="http://schemas.microsoft.com/office/drawing/2014/main" id="{0939CD67-D761-403B-ACD3-C695510965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0" y="1368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498" name="Line 10">
              <a:extLst>
                <a:ext uri="{FF2B5EF4-FFF2-40B4-BE49-F238E27FC236}">
                  <a16:creationId xmlns:a16="http://schemas.microsoft.com/office/drawing/2014/main" id="{1339693B-A9EE-487F-B7CD-A33488A82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4" y="1384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499" name="Line 11">
              <a:extLst>
                <a:ext uri="{FF2B5EF4-FFF2-40B4-BE49-F238E27FC236}">
                  <a16:creationId xmlns:a16="http://schemas.microsoft.com/office/drawing/2014/main" id="{88D4B7DB-DA82-49AA-B5F6-BD2F110B4D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6" y="1368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99243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500"/>
                                        <p:tgtEl>
                                          <p:spTgt spid="269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>
            <a:extLst>
              <a:ext uri="{FF2B5EF4-FFF2-40B4-BE49-F238E27FC236}">
                <a16:creationId xmlns:a16="http://schemas.microsoft.com/office/drawing/2014/main" id="{185DDB15-DCE1-4303-A880-F2FC801892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609600"/>
            <a:ext cx="3494088" cy="434975"/>
          </a:xfrm>
        </p:spPr>
        <p:txBody>
          <a:bodyPr/>
          <a:lstStyle/>
          <a:p>
            <a:pPr algn="l" eaLnBrk="1" hangingPunct="1"/>
            <a:r>
              <a:rPr lang="zh-CN" altLang="en-US" sz="2800" b="1">
                <a:solidFill>
                  <a:schemeClr val="tx1"/>
                </a:solidFill>
                <a:latin typeface="宋体" panose="02010600030101010101" pitchFamily="2" charset="-122"/>
              </a:rPr>
              <a:t>共阳极显示器接线图</a:t>
            </a:r>
          </a:p>
        </p:txBody>
      </p:sp>
      <p:pic>
        <p:nvPicPr>
          <p:cNvPr id="64515" name="Picture 3" descr="msotw9_temp0">
            <a:extLst>
              <a:ext uri="{FF2B5EF4-FFF2-40B4-BE49-F238E27FC236}">
                <a16:creationId xmlns:a16="http://schemas.microsoft.com/office/drawing/2014/main" id="{ADEDD2FD-8192-4AB6-A095-B0D4E4299B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59" t="11954" r="7367"/>
          <a:stretch>
            <a:fillRect/>
          </a:stretch>
        </p:blipFill>
        <p:spPr bwMode="auto">
          <a:xfrm>
            <a:off x="517525" y="1636713"/>
            <a:ext cx="7885113" cy="4857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928226998"/>
      </p:ext>
    </p:extLst>
  </p:cSld>
  <p:clrMapOvr>
    <a:masterClrMapping/>
  </p:clrMapOvr>
  <p:transition>
    <p:zoom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Rectangle 2">
            <a:extLst>
              <a:ext uri="{FF2B5EF4-FFF2-40B4-BE49-F238E27FC236}">
                <a16:creationId xmlns:a16="http://schemas.microsoft.com/office/drawing/2014/main" id="{A23F1EB0-B519-434B-9855-0B77CD700B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77850" y="339725"/>
            <a:ext cx="2913063" cy="569913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  <a:latin typeface="宋体" panose="02010600030101010101" pitchFamily="2" charset="-122"/>
              </a:rPr>
              <a:t>常用显示译码器</a:t>
            </a:r>
          </a:p>
        </p:txBody>
      </p:sp>
      <p:sp>
        <p:nvSpPr>
          <p:cNvPr id="271363" name="Rectangle 3">
            <a:extLst>
              <a:ext uri="{FF2B5EF4-FFF2-40B4-BE49-F238E27FC236}">
                <a16:creationId xmlns:a16="http://schemas.microsoft.com/office/drawing/2014/main" id="{41C35F95-1E98-49B4-B84D-D06DDB64A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913" y="1052513"/>
            <a:ext cx="4375150" cy="1887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4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47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低电平输出有效）</a:t>
            </a:r>
          </a:p>
          <a:p>
            <a:pPr marL="0" marR="0" lvl="0" indent="0" algn="l" defTabSz="914400" rtl="0" eaLnBrk="1" fontAlgn="base" latinLnBrk="0" hangingPunct="1">
              <a:lnSpc>
                <a:spcPct val="14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48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高电平输出有效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</a:p>
          <a:p>
            <a:pPr marL="0" marR="0" lvl="0" indent="0" algn="l" defTabSz="914400" rtl="0" eaLnBrk="1" fontAlgn="base" latinLnBrk="0" hangingPunct="1">
              <a:lnSpc>
                <a:spcPct val="14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49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 OC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输出有效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</a:p>
        </p:txBody>
      </p:sp>
      <p:graphicFrame>
        <p:nvGraphicFramePr>
          <p:cNvPr id="271364" name="Object 4">
            <a:extLst>
              <a:ext uri="{FF2B5EF4-FFF2-40B4-BE49-F238E27FC236}">
                <a16:creationId xmlns:a16="http://schemas.microsoft.com/office/drawing/2014/main" id="{149B29DB-A2B8-433F-82C0-3C67987A041E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16683560"/>
              </p:ext>
            </p:extLst>
          </p:nvPr>
        </p:nvGraphicFramePr>
        <p:xfrm>
          <a:off x="4805363" y="1062038"/>
          <a:ext cx="3629025" cy="2371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5941" name="BMP 图象" r:id="rId4" imgW="3629532" imgH="2371429" progId="Paint.Picture">
                  <p:embed/>
                </p:oleObj>
              </mc:Choice>
              <mc:Fallback>
                <p:oleObj name="BMP 图象" r:id="rId4" imgW="3629532" imgH="2371429" progId="Paint.Picture">
                  <p:embed/>
                  <p:pic>
                    <p:nvPicPr>
                      <p:cNvPr id="271364" name="Object 4">
                        <a:extLst>
                          <a:ext uri="{FF2B5EF4-FFF2-40B4-BE49-F238E27FC236}">
                            <a16:creationId xmlns:a16="http://schemas.microsoft.com/office/drawing/2014/main" id="{149B29DB-A2B8-433F-82C0-3C67987A041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05363" y="1062038"/>
                        <a:ext cx="3629025" cy="23717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 cap="sq">
                            <a:solidFill>
                              <a:schemeClr val="tx1"/>
                            </a:solidFill>
                            <a:miter lim="800000"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1365" name="Text Box 5">
            <a:extLst>
              <a:ext uri="{FF2B5EF4-FFF2-40B4-BE49-F238E27FC236}">
                <a16:creationId xmlns:a16="http://schemas.microsoft.com/office/drawing/2014/main" id="{938EC061-8405-4D9D-BF10-DFA93ADF4B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188" y="3136900"/>
            <a:ext cx="3779837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48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的逻辑功能：</a:t>
            </a:r>
          </a:p>
        </p:txBody>
      </p:sp>
      <p:grpSp>
        <p:nvGrpSpPr>
          <p:cNvPr id="271366" name="Group 6">
            <a:extLst>
              <a:ext uri="{FF2B5EF4-FFF2-40B4-BE49-F238E27FC236}">
                <a16:creationId xmlns:a16="http://schemas.microsoft.com/office/drawing/2014/main" id="{630DFDB1-43D1-465D-91AF-548BC59EF9EB}"/>
              </a:ext>
            </a:extLst>
          </p:cNvPr>
          <p:cNvGrpSpPr>
            <a:grpSpLocks/>
          </p:cNvGrpSpPr>
          <p:nvPr/>
        </p:nvGrpSpPr>
        <p:grpSpPr bwMode="auto">
          <a:xfrm>
            <a:off x="327025" y="3835400"/>
            <a:ext cx="4248150" cy="519113"/>
            <a:chOff x="971" y="3004"/>
            <a:chExt cx="2676" cy="327"/>
          </a:xfrm>
        </p:grpSpPr>
        <p:sp>
          <p:nvSpPr>
            <p:cNvPr id="65552" name="Text Box 7">
              <a:extLst>
                <a:ext uri="{FF2B5EF4-FFF2-40B4-BE49-F238E27FC236}">
                  <a16:creationId xmlns:a16="http://schemas.microsoft.com/office/drawing/2014/main" id="{598F5194-36C1-4AB3-953A-1DC697ED1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" y="3004"/>
              <a:ext cx="2676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LT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灯测试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低电平有效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65553" name="Line 8">
              <a:extLst>
                <a:ext uri="{FF2B5EF4-FFF2-40B4-BE49-F238E27FC236}">
                  <a16:creationId xmlns:a16="http://schemas.microsoft.com/office/drawing/2014/main" id="{E7362105-2B94-40BE-8B18-E99DBCFF45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6" y="3049"/>
              <a:ext cx="28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71369" name="Group 9">
            <a:extLst>
              <a:ext uri="{FF2B5EF4-FFF2-40B4-BE49-F238E27FC236}">
                <a16:creationId xmlns:a16="http://schemas.microsoft.com/office/drawing/2014/main" id="{C88D6E15-2C7E-43E0-A7F3-B0890964AA63}"/>
              </a:ext>
            </a:extLst>
          </p:cNvPr>
          <p:cNvGrpSpPr>
            <a:grpSpLocks/>
          </p:cNvGrpSpPr>
          <p:nvPr/>
        </p:nvGrpSpPr>
        <p:grpSpPr bwMode="auto">
          <a:xfrm>
            <a:off x="279400" y="4618038"/>
            <a:ext cx="7708900" cy="519112"/>
            <a:chOff x="320" y="2544"/>
            <a:chExt cx="4856" cy="327"/>
          </a:xfrm>
        </p:grpSpPr>
        <p:sp>
          <p:nvSpPr>
            <p:cNvPr id="65549" name="Text Box 10">
              <a:extLst>
                <a:ext uri="{FF2B5EF4-FFF2-40B4-BE49-F238E27FC236}">
                  <a16:creationId xmlns:a16="http://schemas.microsoft.com/office/drawing/2014/main" id="{76152E94-E059-42A3-B79B-DF40DA7F43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" y="2544"/>
              <a:ext cx="4856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BI / RBO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灭灯输入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/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灭零输出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低电平有效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65550" name="Line 11">
              <a:extLst>
                <a:ext uri="{FF2B5EF4-FFF2-40B4-BE49-F238E27FC236}">
                  <a16:creationId xmlns:a16="http://schemas.microsoft.com/office/drawing/2014/main" id="{BD57EC88-618C-4690-9AB8-525C3D835E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" y="2598"/>
              <a:ext cx="21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551" name="Line 12">
              <a:extLst>
                <a:ext uri="{FF2B5EF4-FFF2-40B4-BE49-F238E27FC236}">
                  <a16:creationId xmlns:a16="http://schemas.microsoft.com/office/drawing/2014/main" id="{FB16FF18-F7DC-406A-A0B4-6F9255A9F0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5" y="2597"/>
              <a:ext cx="4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71373" name="Group 13">
            <a:extLst>
              <a:ext uri="{FF2B5EF4-FFF2-40B4-BE49-F238E27FC236}">
                <a16:creationId xmlns:a16="http://schemas.microsoft.com/office/drawing/2014/main" id="{F6D4C845-C3E3-4B29-9450-B817842315A9}"/>
              </a:ext>
            </a:extLst>
          </p:cNvPr>
          <p:cNvGrpSpPr>
            <a:grpSpLocks/>
          </p:cNvGrpSpPr>
          <p:nvPr/>
        </p:nvGrpSpPr>
        <p:grpSpPr bwMode="auto">
          <a:xfrm>
            <a:off x="234950" y="5402260"/>
            <a:ext cx="8497888" cy="1012824"/>
            <a:chOff x="148" y="3403"/>
            <a:chExt cx="5353" cy="638"/>
          </a:xfrm>
        </p:grpSpPr>
        <p:sp>
          <p:nvSpPr>
            <p:cNvPr id="65545" name="Text Box 14">
              <a:extLst>
                <a:ext uri="{FF2B5EF4-FFF2-40B4-BE49-F238E27FC236}">
                  <a16:creationId xmlns:a16="http://schemas.microsoft.com/office/drawing/2014/main" id="{5E21A67E-EEF2-4D4E-9D28-EE6418713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" y="3403"/>
              <a:ext cx="5353" cy="63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RBI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灭零输入；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低电平有效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当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RBI=0;A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=0</a:t>
              </a:r>
            </a:p>
            <a:p>
              <a:pPr marL="0" marR="0" lvl="0" indent="0" algn="l" defTabSz="914400" rtl="0" eaLnBrk="1" fontAlgn="base" latinLnBrk="0" hangingPunct="1">
                <a:lnSpc>
                  <a:spcPct val="6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  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时灯灭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，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RBI=1;A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时，显示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。</a:t>
              </a:r>
            </a:p>
          </p:txBody>
        </p:sp>
        <p:sp>
          <p:nvSpPr>
            <p:cNvPr id="65546" name="Line 15">
              <a:extLst>
                <a:ext uri="{FF2B5EF4-FFF2-40B4-BE49-F238E27FC236}">
                  <a16:creationId xmlns:a16="http://schemas.microsoft.com/office/drawing/2014/main" id="{E17B2850-70B7-43B6-B535-CDBE1BE28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" y="3449"/>
              <a:ext cx="36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547" name="Line 16">
              <a:extLst>
                <a:ext uri="{FF2B5EF4-FFF2-40B4-BE49-F238E27FC236}">
                  <a16:creationId xmlns:a16="http://schemas.microsoft.com/office/drawing/2014/main" id="{AABEED0F-F03C-40D9-A3F3-7C6FBB0679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6" y="3449"/>
              <a:ext cx="36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548" name="Line 17">
              <a:extLst>
                <a:ext uri="{FF2B5EF4-FFF2-40B4-BE49-F238E27FC236}">
                  <a16:creationId xmlns:a16="http://schemas.microsoft.com/office/drawing/2014/main" id="{9C7AA003-0F9B-4D5D-8094-EA33336BC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3" y="3777"/>
              <a:ext cx="36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4930013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1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1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71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8" dur="500"/>
                                        <p:tgtEl>
                                          <p:spTgt spid="271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713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13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71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71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71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71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71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71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1362" grpId="0" autoUpdateAnimBg="0"/>
      <p:bldP spid="271363" grpId="0" autoUpdateAnimBg="0"/>
      <p:bldP spid="271365" grpId="0" animBg="1" autoUpdateAnimBg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2">
            <a:extLst>
              <a:ext uri="{FF2B5EF4-FFF2-40B4-BE49-F238E27FC236}">
                <a16:creationId xmlns:a16="http://schemas.microsoft.com/office/drawing/2014/main" id="{173485CA-B5F0-44AB-8CC8-7A8FD70E2D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361660" y="350838"/>
            <a:ext cx="5754757" cy="439737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FF0000"/>
                </a:solidFill>
              </a:rPr>
              <a:t>真值表（不同型号要看</a:t>
            </a:r>
            <a:r>
              <a:rPr lang="en-US" altLang="zh-CN" sz="2800" b="1" dirty="0" err="1">
                <a:solidFill>
                  <a:srgbClr val="FF0000"/>
                </a:solidFill>
              </a:rPr>
              <a:t>deatsheet</a:t>
            </a:r>
            <a:r>
              <a:rPr lang="zh-CN" altLang="en-US" sz="2800" b="1" dirty="0">
                <a:solidFill>
                  <a:srgbClr val="FF0000"/>
                </a:solidFill>
              </a:rPr>
              <a:t>）</a:t>
            </a:r>
          </a:p>
        </p:txBody>
      </p:sp>
      <p:grpSp>
        <p:nvGrpSpPr>
          <p:cNvPr id="272387" name="Group 3">
            <a:extLst>
              <a:ext uri="{FF2B5EF4-FFF2-40B4-BE49-F238E27FC236}">
                <a16:creationId xmlns:a16="http://schemas.microsoft.com/office/drawing/2014/main" id="{56AABCB4-8C90-479F-AE38-E9FCF822CFF4}"/>
              </a:ext>
            </a:extLst>
          </p:cNvPr>
          <p:cNvGrpSpPr>
            <a:grpSpLocks/>
          </p:cNvGrpSpPr>
          <p:nvPr/>
        </p:nvGrpSpPr>
        <p:grpSpPr bwMode="auto">
          <a:xfrm>
            <a:off x="311150" y="790575"/>
            <a:ext cx="7291388" cy="5627688"/>
            <a:chOff x="859" y="648"/>
            <a:chExt cx="3818" cy="3268"/>
          </a:xfrm>
        </p:grpSpPr>
        <p:pic>
          <p:nvPicPr>
            <p:cNvPr id="66600" name="Picture 4" descr="msotw9_temp0">
              <a:extLst>
                <a:ext uri="{FF2B5EF4-FFF2-40B4-BE49-F238E27FC236}">
                  <a16:creationId xmlns:a16="http://schemas.microsoft.com/office/drawing/2014/main" id="{E389AB98-46C3-4423-B651-B33D18D4F2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234" t="4448" r="14622" b="1958"/>
            <a:stretch>
              <a:fillRect/>
            </a:stretch>
          </p:blipFill>
          <p:spPr bwMode="auto">
            <a:xfrm>
              <a:off x="859" y="648"/>
              <a:ext cx="3818" cy="32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6601" name="Rectangle 5">
              <a:extLst>
                <a:ext uri="{FF2B5EF4-FFF2-40B4-BE49-F238E27FC236}">
                  <a16:creationId xmlns:a16="http://schemas.microsoft.com/office/drawing/2014/main" id="{C8B1280F-1A17-466B-939E-57BC11CDB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470"/>
              <a:ext cx="165" cy="86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72390" name="Group 6">
            <a:extLst>
              <a:ext uri="{FF2B5EF4-FFF2-40B4-BE49-F238E27FC236}">
                <a16:creationId xmlns:a16="http://schemas.microsoft.com/office/drawing/2014/main" id="{B2745890-BC81-4718-A80E-50B4E54299D7}"/>
              </a:ext>
            </a:extLst>
          </p:cNvPr>
          <p:cNvGrpSpPr>
            <a:grpSpLocks/>
          </p:cNvGrpSpPr>
          <p:nvPr/>
        </p:nvGrpSpPr>
        <p:grpSpPr bwMode="auto">
          <a:xfrm>
            <a:off x="7756525" y="1333500"/>
            <a:ext cx="1335088" cy="4114800"/>
            <a:chOff x="4886" y="840"/>
            <a:chExt cx="841" cy="2592"/>
          </a:xfrm>
        </p:grpSpPr>
        <p:sp>
          <p:nvSpPr>
            <p:cNvPr id="66565" name="Rectangle 7">
              <a:extLst>
                <a:ext uri="{FF2B5EF4-FFF2-40B4-BE49-F238E27FC236}">
                  <a16:creationId xmlns:a16="http://schemas.microsoft.com/office/drawing/2014/main" id="{81D5D675-469E-4388-84E6-60826D7C2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9" y="1485"/>
              <a:ext cx="723" cy="1350"/>
            </a:xfrm>
            <a:prstGeom prst="rect">
              <a:avLst/>
            </a:prstGeom>
            <a:solidFill>
              <a:schemeClr val="bg1"/>
            </a:solidFill>
            <a:ln w="38100" cap="sq">
              <a:solidFill>
                <a:srgbClr val="FF00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66" name="Line 8">
              <a:extLst>
                <a:ext uri="{FF2B5EF4-FFF2-40B4-BE49-F238E27FC236}">
                  <a16:creationId xmlns:a16="http://schemas.microsoft.com/office/drawing/2014/main" id="{B20DB9E4-9674-4207-A755-6B088B702A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3" y="1656"/>
              <a:ext cx="434" cy="0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67" name="Line 9">
              <a:extLst>
                <a:ext uri="{FF2B5EF4-FFF2-40B4-BE49-F238E27FC236}">
                  <a16:creationId xmlns:a16="http://schemas.microsoft.com/office/drawing/2014/main" id="{A9894CC9-1141-433D-8F15-7D6957625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5" y="1704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68" name="Line 10">
              <a:extLst>
                <a:ext uri="{FF2B5EF4-FFF2-40B4-BE49-F238E27FC236}">
                  <a16:creationId xmlns:a16="http://schemas.microsoft.com/office/drawing/2014/main" id="{FA9CB255-820A-4C63-A5F9-E3BE42AE0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3" y="1723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69" name="Line 11">
              <a:extLst>
                <a:ext uri="{FF2B5EF4-FFF2-40B4-BE49-F238E27FC236}">
                  <a16:creationId xmlns:a16="http://schemas.microsoft.com/office/drawing/2014/main" id="{6A1FBD37-A786-49C0-90D3-E6B7AEB9BB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1" y="2184"/>
              <a:ext cx="361" cy="0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70" name="Line 12">
              <a:extLst>
                <a:ext uri="{FF2B5EF4-FFF2-40B4-BE49-F238E27FC236}">
                  <a16:creationId xmlns:a16="http://schemas.microsoft.com/office/drawing/2014/main" id="{7034369A-1934-49F3-8719-E5920381C0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3" y="2239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71" name="Line 13">
              <a:extLst>
                <a:ext uri="{FF2B5EF4-FFF2-40B4-BE49-F238E27FC236}">
                  <a16:creationId xmlns:a16="http://schemas.microsoft.com/office/drawing/2014/main" id="{7EC84658-75DC-4D6E-B69E-E9C6697AE9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3" y="2679"/>
              <a:ext cx="434" cy="0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72" name="Line 14">
              <a:extLst>
                <a:ext uri="{FF2B5EF4-FFF2-40B4-BE49-F238E27FC236}">
                  <a16:creationId xmlns:a16="http://schemas.microsoft.com/office/drawing/2014/main" id="{D757D477-0049-42A0-AE97-BBFAADB244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7" y="2250"/>
              <a:ext cx="0" cy="358"/>
            </a:xfrm>
            <a:prstGeom prst="line">
              <a:avLst/>
            </a:prstGeom>
            <a:noFill/>
            <a:ln w="28575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73" name="Text Box 15">
              <a:extLst>
                <a:ext uri="{FF2B5EF4-FFF2-40B4-BE49-F238E27FC236}">
                  <a16:creationId xmlns:a16="http://schemas.microsoft.com/office/drawing/2014/main" id="{DC3CC6E2-0A95-4C35-954E-53F61A7D8C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9" y="1421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66574" name="Text Box 16">
              <a:extLst>
                <a:ext uri="{FF2B5EF4-FFF2-40B4-BE49-F238E27FC236}">
                  <a16:creationId xmlns:a16="http://schemas.microsoft.com/office/drawing/2014/main" id="{CB5C1E4F-EDF2-45B1-BB30-D24E6F10C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79" y="1738"/>
              <a:ext cx="22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b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66575" name="Text Box 17">
              <a:extLst>
                <a:ext uri="{FF2B5EF4-FFF2-40B4-BE49-F238E27FC236}">
                  <a16:creationId xmlns:a16="http://schemas.microsoft.com/office/drawing/2014/main" id="{53903D68-71AC-4E71-B1E5-D7795B654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6" y="1752"/>
              <a:ext cx="25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f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66576" name="Text Box 18">
              <a:extLst>
                <a:ext uri="{FF2B5EF4-FFF2-40B4-BE49-F238E27FC236}">
                  <a16:creationId xmlns:a16="http://schemas.microsoft.com/office/drawing/2014/main" id="{69DE7D17-2E54-4ADA-8984-724EE52D75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2" y="1897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g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66577" name="Text Box 19">
              <a:extLst>
                <a:ext uri="{FF2B5EF4-FFF2-40B4-BE49-F238E27FC236}">
                  <a16:creationId xmlns:a16="http://schemas.microsoft.com/office/drawing/2014/main" id="{4CA7BECA-EFA0-45E9-B99E-79B3A53E14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4" y="2334"/>
              <a:ext cx="20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e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66578" name="Text Box 20">
              <a:extLst>
                <a:ext uri="{FF2B5EF4-FFF2-40B4-BE49-F238E27FC236}">
                  <a16:creationId xmlns:a16="http://schemas.microsoft.com/office/drawing/2014/main" id="{4675C18C-1E35-47F1-A3C6-8BF3FE4A0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0" y="2334"/>
              <a:ext cx="20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66579" name="Text Box 21">
              <a:extLst>
                <a:ext uri="{FF2B5EF4-FFF2-40B4-BE49-F238E27FC236}">
                  <a16:creationId xmlns:a16="http://schemas.microsoft.com/office/drawing/2014/main" id="{ADAEE96C-B032-4B15-A21F-E5BBAEC5AF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22" y="2376"/>
              <a:ext cx="223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d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66580" name="Text Box 22">
              <a:extLst>
                <a:ext uri="{FF2B5EF4-FFF2-40B4-BE49-F238E27FC236}">
                  <a16:creationId xmlns:a16="http://schemas.microsoft.com/office/drawing/2014/main" id="{89492E17-ABA8-4198-9B42-959CE1BA3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55" y="2565"/>
              <a:ext cx="20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3200" b="0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•</a:t>
              </a:r>
              <a:endParaRPr kumimoji="1" lang="en-US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66581" name="Line 23">
              <a:extLst>
                <a:ext uri="{FF2B5EF4-FFF2-40B4-BE49-F238E27FC236}">
                  <a16:creationId xmlns:a16="http://schemas.microsoft.com/office/drawing/2014/main" id="{C8F640C8-8D3F-48E8-BFE3-6256713B30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0" y="1287"/>
              <a:ext cx="0" cy="19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2" name="Line 24">
              <a:extLst>
                <a:ext uri="{FF2B5EF4-FFF2-40B4-BE49-F238E27FC236}">
                  <a16:creationId xmlns:a16="http://schemas.microsoft.com/office/drawing/2014/main" id="{2D2677EC-3246-4459-A241-E2DD7A1354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6" y="1128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3" name="Line 25">
              <a:extLst>
                <a:ext uri="{FF2B5EF4-FFF2-40B4-BE49-F238E27FC236}">
                  <a16:creationId xmlns:a16="http://schemas.microsoft.com/office/drawing/2014/main" id="{DB9BD626-436A-49D2-9B3B-0942A78EC7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5" y="1128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4" name="Line 26">
              <a:extLst>
                <a:ext uri="{FF2B5EF4-FFF2-40B4-BE49-F238E27FC236}">
                  <a16:creationId xmlns:a16="http://schemas.microsoft.com/office/drawing/2014/main" id="{44F65F3C-B154-404B-9C48-1BCF8B91A2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1" y="1128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5" name="Line 27">
              <a:extLst>
                <a:ext uri="{FF2B5EF4-FFF2-40B4-BE49-F238E27FC236}">
                  <a16:creationId xmlns:a16="http://schemas.microsoft.com/office/drawing/2014/main" id="{DF2A8B32-47C3-4878-806B-C31F5AFF70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90" y="1128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6" name="Line 28">
              <a:extLst>
                <a:ext uri="{FF2B5EF4-FFF2-40B4-BE49-F238E27FC236}">
                  <a16:creationId xmlns:a16="http://schemas.microsoft.com/office/drawing/2014/main" id="{A648B6ED-0BBC-454D-9E64-74D8FDD2B8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0" y="2835"/>
              <a:ext cx="0" cy="19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7" name="Line 29">
              <a:extLst>
                <a:ext uri="{FF2B5EF4-FFF2-40B4-BE49-F238E27FC236}">
                  <a16:creationId xmlns:a16="http://schemas.microsoft.com/office/drawing/2014/main" id="{416BB15D-EBD3-434D-86E1-2E031BB8B0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6" y="2835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8" name="Line 30">
              <a:extLst>
                <a:ext uri="{FF2B5EF4-FFF2-40B4-BE49-F238E27FC236}">
                  <a16:creationId xmlns:a16="http://schemas.microsoft.com/office/drawing/2014/main" id="{0E6A9676-3E66-41FC-83E5-FA5F6B3933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5" y="2835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89" name="Line 31">
              <a:extLst>
                <a:ext uri="{FF2B5EF4-FFF2-40B4-BE49-F238E27FC236}">
                  <a16:creationId xmlns:a16="http://schemas.microsoft.com/office/drawing/2014/main" id="{3733AC67-262D-4BB2-BE9F-514CF581A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1" y="2835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90" name="Line 32">
              <a:extLst>
                <a:ext uri="{FF2B5EF4-FFF2-40B4-BE49-F238E27FC236}">
                  <a16:creationId xmlns:a16="http://schemas.microsoft.com/office/drawing/2014/main" id="{DE81BB5F-E9D6-4992-A58F-CCAD4F59EE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90" y="2835"/>
              <a:ext cx="0" cy="357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91" name="Text Box 33">
              <a:extLst>
                <a:ext uri="{FF2B5EF4-FFF2-40B4-BE49-F238E27FC236}">
                  <a16:creationId xmlns:a16="http://schemas.microsoft.com/office/drawing/2014/main" id="{F9DE41B8-B235-46A1-8870-33F74C3AAE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1" y="840"/>
              <a:ext cx="51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f  g</a:t>
              </a:r>
              <a:r>
                <a:rPr kumimoji="1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  </a:t>
              </a:r>
            </a:p>
          </p:txBody>
        </p:sp>
        <p:sp>
          <p:nvSpPr>
            <p:cNvPr id="66592" name="Text Box 34">
              <a:extLst>
                <a:ext uri="{FF2B5EF4-FFF2-40B4-BE49-F238E27FC236}">
                  <a16:creationId xmlns:a16="http://schemas.microsoft.com/office/drawing/2014/main" id="{ABBB3941-389C-4715-AC80-2F55BE91DF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2" y="840"/>
              <a:ext cx="41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  b</a:t>
              </a:r>
            </a:p>
          </p:txBody>
        </p:sp>
        <p:sp>
          <p:nvSpPr>
            <p:cNvPr id="66593" name="Text Box 35">
              <a:extLst>
                <a:ext uri="{FF2B5EF4-FFF2-40B4-BE49-F238E27FC236}">
                  <a16:creationId xmlns:a16="http://schemas.microsoft.com/office/drawing/2014/main" id="{2ECD7804-E987-4C6E-ACB7-A51D12F3B4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6" y="3144"/>
              <a:ext cx="40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e  d</a:t>
              </a:r>
            </a:p>
          </p:txBody>
        </p:sp>
        <p:sp>
          <p:nvSpPr>
            <p:cNvPr id="66594" name="Text Box 36">
              <a:extLst>
                <a:ext uri="{FF2B5EF4-FFF2-40B4-BE49-F238E27FC236}">
                  <a16:creationId xmlns:a16="http://schemas.microsoft.com/office/drawing/2014/main" id="{861F7B01-AD34-4843-99A3-81901B96FF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" y="3144"/>
              <a:ext cx="36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 </a:t>
              </a:r>
              <a:r>
                <a:rPr kumimoji="1" lang="en-US" altLang="zh-CN" sz="2400" b="0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•</a:t>
              </a:r>
            </a:p>
          </p:txBody>
        </p:sp>
        <p:sp>
          <p:nvSpPr>
            <p:cNvPr id="66595" name="Line 37">
              <a:extLst>
                <a:ext uri="{FF2B5EF4-FFF2-40B4-BE49-F238E27FC236}">
                  <a16:creationId xmlns:a16="http://schemas.microsoft.com/office/drawing/2014/main" id="{18A5EA2E-D430-43D2-811A-D5D0B7ACF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3" y="1656"/>
              <a:ext cx="434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96" name="Line 38">
              <a:extLst>
                <a:ext uri="{FF2B5EF4-FFF2-40B4-BE49-F238E27FC236}">
                  <a16:creationId xmlns:a16="http://schemas.microsoft.com/office/drawing/2014/main" id="{09976780-37AD-4F2D-9B34-115473023A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5" y="1704"/>
              <a:ext cx="0" cy="358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97" name="Line 39">
              <a:extLst>
                <a:ext uri="{FF2B5EF4-FFF2-40B4-BE49-F238E27FC236}">
                  <a16:creationId xmlns:a16="http://schemas.microsoft.com/office/drawing/2014/main" id="{B6D78DB8-5013-4863-A63C-EFA6914C8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1" y="2184"/>
              <a:ext cx="361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98" name="Line 40">
              <a:extLst>
                <a:ext uri="{FF2B5EF4-FFF2-40B4-BE49-F238E27FC236}">
                  <a16:creationId xmlns:a16="http://schemas.microsoft.com/office/drawing/2014/main" id="{D66FD60C-9EB5-4E45-9408-53406AB777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3" y="2243"/>
              <a:ext cx="0" cy="358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599" name="Line 41">
              <a:extLst>
                <a:ext uri="{FF2B5EF4-FFF2-40B4-BE49-F238E27FC236}">
                  <a16:creationId xmlns:a16="http://schemas.microsoft.com/office/drawing/2014/main" id="{FE2F9BC7-D5E0-4C98-90A6-1D39C0D29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3" y="2679"/>
              <a:ext cx="434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335231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2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2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" presetID="4" presetClass="entr" presetSubtype="32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272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272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2386" grpId="0" autoUpdateAnimBg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2">
            <a:extLst>
              <a:ext uri="{FF2B5EF4-FFF2-40B4-BE49-F238E27FC236}">
                <a16:creationId xmlns:a16="http://schemas.microsoft.com/office/drawing/2014/main" id="{C33E8F90-2774-4D21-B545-1C6B5B47749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4000" y="285750"/>
            <a:ext cx="2609850" cy="479425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74</a:t>
            </a:r>
            <a:r>
              <a:rPr lang="en-US" altLang="zh-CN" sz="2800" b="1" dirty="0">
                <a:solidFill>
                  <a:srgbClr val="FF0000"/>
                </a:solidFill>
                <a:sym typeface="Symbol" panose="05050102010706020507" pitchFamily="18" charset="2"/>
              </a:rPr>
              <a:t></a:t>
            </a:r>
            <a:r>
              <a:rPr lang="en-US" altLang="zh-CN" sz="2800" b="1" dirty="0">
                <a:solidFill>
                  <a:srgbClr val="FF0000"/>
                </a:solidFill>
              </a:rPr>
              <a:t>48</a:t>
            </a:r>
            <a:r>
              <a:rPr lang="zh-CN" altLang="en-US" sz="2800" b="1" dirty="0">
                <a:solidFill>
                  <a:srgbClr val="FF0000"/>
                </a:solidFill>
              </a:rPr>
              <a:t>的连接</a:t>
            </a:r>
          </a:p>
        </p:txBody>
      </p:sp>
      <p:grpSp>
        <p:nvGrpSpPr>
          <p:cNvPr id="274435" name="Group 3">
            <a:extLst>
              <a:ext uri="{FF2B5EF4-FFF2-40B4-BE49-F238E27FC236}">
                <a16:creationId xmlns:a16="http://schemas.microsoft.com/office/drawing/2014/main" id="{0C182C8A-6577-4968-8BB1-7EFC496FD4F2}"/>
              </a:ext>
            </a:extLst>
          </p:cNvPr>
          <p:cNvGrpSpPr>
            <a:grpSpLocks/>
          </p:cNvGrpSpPr>
          <p:nvPr/>
        </p:nvGrpSpPr>
        <p:grpSpPr bwMode="auto">
          <a:xfrm>
            <a:off x="1136650" y="1038225"/>
            <a:ext cx="6446838" cy="933450"/>
            <a:chOff x="863" y="756"/>
            <a:chExt cx="4061" cy="588"/>
          </a:xfrm>
        </p:grpSpPr>
        <p:sp>
          <p:nvSpPr>
            <p:cNvPr id="68691" name="Rectangle 4">
              <a:extLst>
                <a:ext uri="{FF2B5EF4-FFF2-40B4-BE49-F238E27FC236}">
                  <a16:creationId xmlns:a16="http://schemas.microsoft.com/office/drawing/2014/main" id="{803F1CD4-B5BE-421A-8B96-08234E377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3" y="769"/>
              <a:ext cx="418" cy="54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92" name="Rectangle 5">
              <a:extLst>
                <a:ext uri="{FF2B5EF4-FFF2-40B4-BE49-F238E27FC236}">
                  <a16:creationId xmlns:a16="http://schemas.microsoft.com/office/drawing/2014/main" id="{C7DB33EE-6914-477B-95CB-EB01FCD98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769"/>
              <a:ext cx="418" cy="54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93" name="Rectangle 6">
              <a:extLst>
                <a:ext uri="{FF2B5EF4-FFF2-40B4-BE49-F238E27FC236}">
                  <a16:creationId xmlns:a16="http://schemas.microsoft.com/office/drawing/2014/main" id="{2E0AFA69-ED5F-445F-ABF9-D171DE782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769"/>
              <a:ext cx="418" cy="54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94" name="Rectangle 7">
              <a:extLst>
                <a:ext uri="{FF2B5EF4-FFF2-40B4-BE49-F238E27FC236}">
                  <a16:creationId xmlns:a16="http://schemas.microsoft.com/office/drawing/2014/main" id="{8F7F336C-F901-4C7E-B7B6-9D70DFECE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770"/>
              <a:ext cx="418" cy="54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95" name="Rectangle 8">
              <a:extLst>
                <a:ext uri="{FF2B5EF4-FFF2-40B4-BE49-F238E27FC236}">
                  <a16:creationId xmlns:a16="http://schemas.microsoft.com/office/drawing/2014/main" id="{1DA53D23-D279-403F-98CA-E776CDF1B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769"/>
              <a:ext cx="418" cy="54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96" name="Rectangle 9">
              <a:extLst>
                <a:ext uri="{FF2B5EF4-FFF2-40B4-BE49-F238E27FC236}">
                  <a16:creationId xmlns:a16="http://schemas.microsoft.com/office/drawing/2014/main" id="{AF13107E-C7B1-44E0-8124-3680722AC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769"/>
              <a:ext cx="418" cy="54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97" name="Rectangle 10">
              <a:extLst>
                <a:ext uri="{FF2B5EF4-FFF2-40B4-BE49-F238E27FC236}">
                  <a16:creationId xmlns:a16="http://schemas.microsoft.com/office/drawing/2014/main" id="{95C0014B-BE31-48E6-B711-41AE36640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769"/>
              <a:ext cx="418" cy="54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98" name="Oval 11">
              <a:extLst>
                <a:ext uri="{FF2B5EF4-FFF2-40B4-BE49-F238E27FC236}">
                  <a16:creationId xmlns:a16="http://schemas.microsoft.com/office/drawing/2014/main" id="{3D353536-EA5F-428D-B489-21206B4C2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" y="1199"/>
              <a:ext cx="79" cy="79"/>
            </a:xfrm>
            <a:prstGeom prst="ellipse">
              <a:avLst/>
            </a:prstGeom>
            <a:solidFill>
              <a:srgbClr val="1F08F8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99" name="Text Box 12">
              <a:extLst>
                <a:ext uri="{FF2B5EF4-FFF2-40B4-BE49-F238E27FC236}">
                  <a16:creationId xmlns:a16="http://schemas.microsoft.com/office/drawing/2014/main" id="{2E05EBC1-1032-4FA4-8221-950060FE8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4" y="756"/>
              <a:ext cx="327" cy="576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5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68700" name="Text Box 13">
              <a:extLst>
                <a:ext uri="{FF2B5EF4-FFF2-40B4-BE49-F238E27FC236}">
                  <a16:creationId xmlns:a16="http://schemas.microsoft.com/office/drawing/2014/main" id="{8DE3FB69-8D28-4313-88F4-D767E45EE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02" y="756"/>
              <a:ext cx="327" cy="576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5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68701" name="Text Box 14">
              <a:extLst>
                <a:ext uri="{FF2B5EF4-FFF2-40B4-BE49-F238E27FC236}">
                  <a16:creationId xmlns:a16="http://schemas.microsoft.com/office/drawing/2014/main" id="{273F3581-7883-4E0A-B822-4414BD5275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4" y="756"/>
              <a:ext cx="327" cy="576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5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68702" name="Text Box 15">
              <a:extLst>
                <a:ext uri="{FF2B5EF4-FFF2-40B4-BE49-F238E27FC236}">
                  <a16:creationId xmlns:a16="http://schemas.microsoft.com/office/drawing/2014/main" id="{96CA7CE2-BF13-4114-995A-AC4F0CED5E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9" y="768"/>
              <a:ext cx="327" cy="576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5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</a:p>
          </p:txBody>
        </p:sp>
        <p:sp>
          <p:nvSpPr>
            <p:cNvPr id="68703" name="Text Box 16">
              <a:extLst>
                <a:ext uri="{FF2B5EF4-FFF2-40B4-BE49-F238E27FC236}">
                  <a16:creationId xmlns:a16="http://schemas.microsoft.com/office/drawing/2014/main" id="{0D8EE797-3216-4C25-9A2C-C19215F3E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2" y="756"/>
              <a:ext cx="327" cy="576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5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68704" name="Text Box 17">
              <a:extLst>
                <a:ext uri="{FF2B5EF4-FFF2-40B4-BE49-F238E27FC236}">
                  <a16:creationId xmlns:a16="http://schemas.microsoft.com/office/drawing/2014/main" id="{04EBB397-7715-44F5-8BEE-6AA3893DBE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3" y="768"/>
              <a:ext cx="327" cy="576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5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68705" name="Text Box 18">
              <a:extLst>
                <a:ext uri="{FF2B5EF4-FFF2-40B4-BE49-F238E27FC236}">
                  <a16:creationId xmlns:a16="http://schemas.microsoft.com/office/drawing/2014/main" id="{6D2D4DE5-3F80-43D9-9FA8-1019F94EE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2" y="756"/>
              <a:ext cx="327" cy="576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5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</p:grpSp>
      <p:grpSp>
        <p:nvGrpSpPr>
          <p:cNvPr id="274451" name="Group 19">
            <a:extLst>
              <a:ext uri="{FF2B5EF4-FFF2-40B4-BE49-F238E27FC236}">
                <a16:creationId xmlns:a16="http://schemas.microsoft.com/office/drawing/2014/main" id="{DB445DA1-BE3B-41A3-A70F-BC319E90A0C7}"/>
              </a:ext>
            </a:extLst>
          </p:cNvPr>
          <p:cNvGrpSpPr>
            <a:grpSpLocks/>
          </p:cNvGrpSpPr>
          <p:nvPr/>
        </p:nvGrpSpPr>
        <p:grpSpPr bwMode="auto">
          <a:xfrm>
            <a:off x="430213" y="2259014"/>
            <a:ext cx="8482012" cy="1106488"/>
            <a:chOff x="271" y="1423"/>
            <a:chExt cx="5343" cy="697"/>
          </a:xfrm>
        </p:grpSpPr>
        <p:sp>
          <p:nvSpPr>
            <p:cNvPr id="68687" name="Text Box 20">
              <a:extLst>
                <a:ext uri="{FF2B5EF4-FFF2-40B4-BE49-F238E27FC236}">
                  <a16:creationId xmlns:a16="http://schemas.microsoft.com/office/drawing/2014/main" id="{57EF42C0-9884-447F-BBDB-326E26CC86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" y="1423"/>
              <a:ext cx="5343" cy="69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24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将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BI/RBO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和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RBI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配合使用，可以实现多位数显示时的“无效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消隐”功能。</a:t>
              </a:r>
            </a:p>
          </p:txBody>
        </p:sp>
        <p:sp>
          <p:nvSpPr>
            <p:cNvPr id="68688" name="Line 21">
              <a:extLst>
                <a:ext uri="{FF2B5EF4-FFF2-40B4-BE49-F238E27FC236}">
                  <a16:creationId xmlns:a16="http://schemas.microsoft.com/office/drawing/2014/main" id="{2F0F952C-C409-48AE-BD54-C063BA8E40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6" y="1524"/>
              <a:ext cx="21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89" name="Line 22">
              <a:extLst>
                <a:ext uri="{FF2B5EF4-FFF2-40B4-BE49-F238E27FC236}">
                  <a16:creationId xmlns:a16="http://schemas.microsoft.com/office/drawing/2014/main" id="{C1C0F3A9-C60A-4938-9259-4229283F43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0" y="1525"/>
              <a:ext cx="4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90" name="Line 23">
              <a:extLst>
                <a:ext uri="{FF2B5EF4-FFF2-40B4-BE49-F238E27FC236}">
                  <a16:creationId xmlns:a16="http://schemas.microsoft.com/office/drawing/2014/main" id="{AA73827D-7AAC-4F90-809B-688983C306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1525"/>
              <a:ext cx="36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74456" name="Group 24">
            <a:extLst>
              <a:ext uri="{FF2B5EF4-FFF2-40B4-BE49-F238E27FC236}">
                <a16:creationId xmlns:a16="http://schemas.microsoft.com/office/drawing/2014/main" id="{7C663E21-3689-495C-BBA9-1D7A2F1D49FF}"/>
              </a:ext>
            </a:extLst>
          </p:cNvPr>
          <p:cNvGrpSpPr>
            <a:grpSpLocks/>
          </p:cNvGrpSpPr>
          <p:nvPr/>
        </p:nvGrpSpPr>
        <p:grpSpPr bwMode="auto">
          <a:xfrm>
            <a:off x="376238" y="5181600"/>
            <a:ext cx="214312" cy="555625"/>
            <a:chOff x="237" y="3264"/>
            <a:chExt cx="135" cy="350"/>
          </a:xfrm>
        </p:grpSpPr>
        <p:sp>
          <p:nvSpPr>
            <p:cNvPr id="68685" name="Line 25">
              <a:extLst>
                <a:ext uri="{FF2B5EF4-FFF2-40B4-BE49-F238E27FC236}">
                  <a16:creationId xmlns:a16="http://schemas.microsoft.com/office/drawing/2014/main" id="{C8912323-50F6-4431-AD81-F4F66BC04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" y="3264"/>
              <a:ext cx="0" cy="3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86" name="Line 26">
              <a:extLst>
                <a:ext uri="{FF2B5EF4-FFF2-40B4-BE49-F238E27FC236}">
                  <a16:creationId xmlns:a16="http://schemas.microsoft.com/office/drawing/2014/main" id="{B72F1C42-D25C-47CC-961B-79513164C1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" y="3614"/>
              <a:ext cx="1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74459" name="Freeform 27">
            <a:extLst>
              <a:ext uri="{FF2B5EF4-FFF2-40B4-BE49-F238E27FC236}">
                <a16:creationId xmlns:a16="http://schemas.microsoft.com/office/drawing/2014/main" id="{6CFB4413-107A-4758-B818-82BD1591FC2F}"/>
              </a:ext>
            </a:extLst>
          </p:cNvPr>
          <p:cNvSpPr>
            <a:spLocks/>
          </p:cNvSpPr>
          <p:nvPr/>
        </p:nvSpPr>
        <p:spPr bwMode="auto">
          <a:xfrm>
            <a:off x="1057275" y="5199063"/>
            <a:ext cx="628650" cy="269875"/>
          </a:xfrm>
          <a:custGeom>
            <a:avLst/>
            <a:gdLst>
              <a:gd name="T0" fmla="*/ 0 w 396"/>
              <a:gd name="T1" fmla="*/ 0 h 170"/>
              <a:gd name="T2" fmla="*/ 0 w 396"/>
              <a:gd name="T3" fmla="*/ 2147483647 h 170"/>
              <a:gd name="T4" fmla="*/ 2147483647 w 396"/>
              <a:gd name="T5" fmla="*/ 2147483647 h 170"/>
              <a:gd name="T6" fmla="*/ 2147483647 w 396"/>
              <a:gd name="T7" fmla="*/ 2147483647 h 17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96" h="170">
                <a:moveTo>
                  <a:pt x="0" y="0"/>
                </a:moveTo>
                <a:lnTo>
                  <a:pt x="0" y="170"/>
                </a:lnTo>
                <a:lnTo>
                  <a:pt x="396" y="170"/>
                </a:lnTo>
                <a:lnTo>
                  <a:pt x="396" y="1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4460" name="Freeform 28">
            <a:extLst>
              <a:ext uri="{FF2B5EF4-FFF2-40B4-BE49-F238E27FC236}">
                <a16:creationId xmlns:a16="http://schemas.microsoft.com/office/drawing/2014/main" id="{B91C5F52-E934-44BF-8B75-FF774BCA0FE7}"/>
              </a:ext>
            </a:extLst>
          </p:cNvPr>
          <p:cNvSpPr>
            <a:spLocks/>
          </p:cNvSpPr>
          <p:nvPr/>
        </p:nvSpPr>
        <p:spPr bwMode="auto">
          <a:xfrm>
            <a:off x="2295525" y="5199063"/>
            <a:ext cx="644525" cy="304800"/>
          </a:xfrm>
          <a:custGeom>
            <a:avLst/>
            <a:gdLst>
              <a:gd name="T0" fmla="*/ 0 w 406"/>
              <a:gd name="T1" fmla="*/ 2147483647 h 192"/>
              <a:gd name="T2" fmla="*/ 0 w 406"/>
              <a:gd name="T3" fmla="*/ 2147483647 h 192"/>
              <a:gd name="T4" fmla="*/ 2147483647 w 406"/>
              <a:gd name="T5" fmla="*/ 2147483647 h 192"/>
              <a:gd name="T6" fmla="*/ 2147483647 w 406"/>
              <a:gd name="T7" fmla="*/ 0 h 1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6" h="192">
                <a:moveTo>
                  <a:pt x="0" y="12"/>
                </a:moveTo>
                <a:lnTo>
                  <a:pt x="0" y="192"/>
                </a:lnTo>
                <a:lnTo>
                  <a:pt x="406" y="192"/>
                </a:lnTo>
                <a:lnTo>
                  <a:pt x="406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74461" name="Group 29">
            <a:extLst>
              <a:ext uri="{FF2B5EF4-FFF2-40B4-BE49-F238E27FC236}">
                <a16:creationId xmlns:a16="http://schemas.microsoft.com/office/drawing/2014/main" id="{80872C64-D84B-47F5-989B-6224DBBD8704}"/>
              </a:ext>
            </a:extLst>
          </p:cNvPr>
          <p:cNvGrpSpPr>
            <a:grpSpLocks/>
          </p:cNvGrpSpPr>
          <p:nvPr/>
        </p:nvGrpSpPr>
        <p:grpSpPr bwMode="auto">
          <a:xfrm>
            <a:off x="3803650" y="5181600"/>
            <a:ext cx="681038" cy="762000"/>
            <a:chOff x="2033" y="3264"/>
            <a:chExt cx="429" cy="480"/>
          </a:xfrm>
        </p:grpSpPr>
        <p:sp>
          <p:nvSpPr>
            <p:cNvPr id="68683" name="Line 30">
              <a:extLst>
                <a:ext uri="{FF2B5EF4-FFF2-40B4-BE49-F238E27FC236}">
                  <a16:creationId xmlns:a16="http://schemas.microsoft.com/office/drawing/2014/main" id="{BE42AFA8-4BD6-4226-8AF2-D57037007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6" y="3264"/>
              <a:ext cx="0" cy="2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84" name="Text Box 31">
              <a:extLst>
                <a:ext uri="{FF2B5EF4-FFF2-40B4-BE49-F238E27FC236}">
                  <a16:creationId xmlns:a16="http://schemas.microsoft.com/office/drawing/2014/main" id="{D81998F5-5AF7-4CC3-A415-21890DCB74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3" y="3456"/>
              <a:ext cx="42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</p:grpSp>
      <p:grpSp>
        <p:nvGrpSpPr>
          <p:cNvPr id="274464" name="Group 32">
            <a:extLst>
              <a:ext uri="{FF2B5EF4-FFF2-40B4-BE49-F238E27FC236}">
                <a16:creationId xmlns:a16="http://schemas.microsoft.com/office/drawing/2014/main" id="{30B0DFA2-D2D8-44E5-B916-E2A5CC3D24C5}"/>
              </a:ext>
            </a:extLst>
          </p:cNvPr>
          <p:cNvGrpSpPr>
            <a:grpSpLocks/>
          </p:cNvGrpSpPr>
          <p:nvPr/>
        </p:nvGrpSpPr>
        <p:grpSpPr bwMode="auto">
          <a:xfrm>
            <a:off x="8389938" y="5235575"/>
            <a:ext cx="214312" cy="555625"/>
            <a:chOff x="237" y="3264"/>
            <a:chExt cx="135" cy="350"/>
          </a:xfrm>
        </p:grpSpPr>
        <p:sp>
          <p:nvSpPr>
            <p:cNvPr id="68681" name="Line 33">
              <a:extLst>
                <a:ext uri="{FF2B5EF4-FFF2-40B4-BE49-F238E27FC236}">
                  <a16:creationId xmlns:a16="http://schemas.microsoft.com/office/drawing/2014/main" id="{A5062AAB-AB8B-4F7F-AF58-A178CE4DAE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" y="3264"/>
              <a:ext cx="0" cy="3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82" name="Line 34">
              <a:extLst>
                <a:ext uri="{FF2B5EF4-FFF2-40B4-BE49-F238E27FC236}">
                  <a16:creationId xmlns:a16="http://schemas.microsoft.com/office/drawing/2014/main" id="{1E8A6CBE-B556-4FE6-A048-083BFEE4C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" y="3614"/>
              <a:ext cx="1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74467" name="Freeform 35">
            <a:extLst>
              <a:ext uri="{FF2B5EF4-FFF2-40B4-BE49-F238E27FC236}">
                <a16:creationId xmlns:a16="http://schemas.microsoft.com/office/drawing/2014/main" id="{A1469509-D00A-4E6E-9329-9C291728DD83}"/>
              </a:ext>
            </a:extLst>
          </p:cNvPr>
          <p:cNvSpPr>
            <a:spLocks/>
          </p:cNvSpPr>
          <p:nvPr/>
        </p:nvSpPr>
        <p:spPr bwMode="auto">
          <a:xfrm>
            <a:off x="7351713" y="5199063"/>
            <a:ext cx="644525" cy="304800"/>
          </a:xfrm>
          <a:custGeom>
            <a:avLst/>
            <a:gdLst>
              <a:gd name="T0" fmla="*/ 0 w 406"/>
              <a:gd name="T1" fmla="*/ 2147483647 h 192"/>
              <a:gd name="T2" fmla="*/ 0 w 406"/>
              <a:gd name="T3" fmla="*/ 2147483647 h 192"/>
              <a:gd name="T4" fmla="*/ 2147483647 w 406"/>
              <a:gd name="T5" fmla="*/ 2147483647 h 192"/>
              <a:gd name="T6" fmla="*/ 2147483647 w 406"/>
              <a:gd name="T7" fmla="*/ 0 h 1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6" h="192">
                <a:moveTo>
                  <a:pt x="0" y="12"/>
                </a:moveTo>
                <a:lnTo>
                  <a:pt x="0" y="192"/>
                </a:lnTo>
                <a:lnTo>
                  <a:pt x="406" y="192"/>
                </a:lnTo>
                <a:lnTo>
                  <a:pt x="406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74468" name="Group 36">
            <a:extLst>
              <a:ext uri="{FF2B5EF4-FFF2-40B4-BE49-F238E27FC236}">
                <a16:creationId xmlns:a16="http://schemas.microsoft.com/office/drawing/2014/main" id="{AEC7A445-27AD-4020-AB7F-27F15C444FB8}"/>
              </a:ext>
            </a:extLst>
          </p:cNvPr>
          <p:cNvGrpSpPr>
            <a:grpSpLocks/>
          </p:cNvGrpSpPr>
          <p:nvPr/>
        </p:nvGrpSpPr>
        <p:grpSpPr bwMode="auto">
          <a:xfrm>
            <a:off x="5811838" y="5199063"/>
            <a:ext cx="681037" cy="762000"/>
            <a:chOff x="2033" y="3264"/>
            <a:chExt cx="429" cy="480"/>
          </a:xfrm>
        </p:grpSpPr>
        <p:sp>
          <p:nvSpPr>
            <p:cNvPr id="68679" name="Line 37">
              <a:extLst>
                <a:ext uri="{FF2B5EF4-FFF2-40B4-BE49-F238E27FC236}">
                  <a16:creationId xmlns:a16="http://schemas.microsoft.com/office/drawing/2014/main" id="{915D1885-3492-4C1D-A887-761D0B3EB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6" y="3264"/>
              <a:ext cx="0" cy="2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80" name="Text Box 38">
              <a:extLst>
                <a:ext uri="{FF2B5EF4-FFF2-40B4-BE49-F238E27FC236}">
                  <a16:creationId xmlns:a16="http://schemas.microsoft.com/office/drawing/2014/main" id="{3F16381E-6E22-421F-9864-41D546372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3" y="3456"/>
              <a:ext cx="42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</p:grpSp>
      <p:grpSp>
        <p:nvGrpSpPr>
          <p:cNvPr id="274471" name="Group 39">
            <a:extLst>
              <a:ext uri="{FF2B5EF4-FFF2-40B4-BE49-F238E27FC236}">
                <a16:creationId xmlns:a16="http://schemas.microsoft.com/office/drawing/2014/main" id="{44154C9F-A94A-4EC3-8D22-3D91280D84DC}"/>
              </a:ext>
            </a:extLst>
          </p:cNvPr>
          <p:cNvGrpSpPr>
            <a:grpSpLocks/>
          </p:cNvGrpSpPr>
          <p:nvPr/>
        </p:nvGrpSpPr>
        <p:grpSpPr bwMode="auto">
          <a:xfrm>
            <a:off x="234950" y="3746500"/>
            <a:ext cx="8751888" cy="1454150"/>
            <a:chOff x="148" y="2360"/>
            <a:chExt cx="5513" cy="916"/>
          </a:xfrm>
        </p:grpSpPr>
        <p:grpSp>
          <p:nvGrpSpPr>
            <p:cNvPr id="68621" name="Group 40">
              <a:extLst>
                <a:ext uri="{FF2B5EF4-FFF2-40B4-BE49-F238E27FC236}">
                  <a16:creationId xmlns:a16="http://schemas.microsoft.com/office/drawing/2014/main" id="{7710AEA8-F3F6-411A-B226-A6B2FA6121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" y="2360"/>
              <a:ext cx="5499" cy="916"/>
              <a:chOff x="148" y="2360"/>
              <a:chExt cx="5499" cy="916"/>
            </a:xfrm>
          </p:grpSpPr>
          <p:grpSp>
            <p:nvGrpSpPr>
              <p:cNvPr id="68629" name="Group 41">
                <a:extLst>
                  <a:ext uri="{FF2B5EF4-FFF2-40B4-BE49-F238E27FC236}">
                    <a16:creationId xmlns:a16="http://schemas.microsoft.com/office/drawing/2014/main" id="{B44B0392-7683-4B60-A22D-6DB9532757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8" y="2360"/>
                <a:ext cx="5499" cy="846"/>
                <a:chOff x="148" y="2360"/>
                <a:chExt cx="5499" cy="846"/>
              </a:xfrm>
            </p:grpSpPr>
            <p:sp>
              <p:nvSpPr>
                <p:cNvPr id="68644" name="Rectangle 42">
                  <a:extLst>
                    <a:ext uri="{FF2B5EF4-FFF2-40B4-BE49-F238E27FC236}">
                      <a16:creationId xmlns:a16="http://schemas.microsoft.com/office/drawing/2014/main" id="{847A8DE2-DB1E-4EFE-AB20-EACF2B5F60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51" y="2360"/>
                  <a:ext cx="679" cy="823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645" name="Rectangle 43">
                  <a:extLst>
                    <a:ext uri="{FF2B5EF4-FFF2-40B4-BE49-F238E27FC236}">
                      <a16:creationId xmlns:a16="http://schemas.microsoft.com/office/drawing/2014/main" id="{EA33B2B6-5F5F-47B2-869E-BCBAA02282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6" y="2360"/>
                  <a:ext cx="678" cy="823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646" name="Rectangle 44">
                  <a:extLst>
                    <a:ext uri="{FF2B5EF4-FFF2-40B4-BE49-F238E27FC236}">
                      <a16:creationId xmlns:a16="http://schemas.microsoft.com/office/drawing/2014/main" id="{3C7AFDE8-5B6F-43F2-ACB3-A562B22052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1" y="2362"/>
                  <a:ext cx="679" cy="823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647" name="Rectangle 45">
                  <a:extLst>
                    <a:ext uri="{FF2B5EF4-FFF2-40B4-BE49-F238E27FC236}">
                      <a16:creationId xmlns:a16="http://schemas.microsoft.com/office/drawing/2014/main" id="{376DA801-F185-4E2C-940A-D4F4245CBE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55" y="2360"/>
                  <a:ext cx="678" cy="823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648" name="Rectangle 46">
                  <a:extLst>
                    <a:ext uri="{FF2B5EF4-FFF2-40B4-BE49-F238E27FC236}">
                      <a16:creationId xmlns:a16="http://schemas.microsoft.com/office/drawing/2014/main" id="{2B83490D-1433-4D25-A76D-C0EDF18CA0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18" y="2360"/>
                  <a:ext cx="679" cy="823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649" name="Rectangle 47">
                  <a:extLst>
                    <a:ext uri="{FF2B5EF4-FFF2-40B4-BE49-F238E27FC236}">
                      <a16:creationId xmlns:a16="http://schemas.microsoft.com/office/drawing/2014/main" id="{35926C48-6A6E-4942-8060-D2272E554E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80" y="2360"/>
                  <a:ext cx="680" cy="823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68650" name="Oval 48">
                  <a:extLst>
                    <a:ext uri="{FF2B5EF4-FFF2-40B4-BE49-F238E27FC236}">
                      <a16:creationId xmlns:a16="http://schemas.microsoft.com/office/drawing/2014/main" id="{7C68F573-F507-4DE7-A760-6612302A78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21" y="3026"/>
                  <a:ext cx="79" cy="79"/>
                </a:xfrm>
                <a:prstGeom prst="ellipse">
                  <a:avLst/>
                </a:prstGeom>
                <a:solidFill>
                  <a:srgbClr val="1F08F8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grpSp>
              <p:nvGrpSpPr>
                <p:cNvPr id="68651" name="Group 49">
                  <a:extLst>
                    <a:ext uri="{FF2B5EF4-FFF2-40B4-BE49-F238E27FC236}">
                      <a16:creationId xmlns:a16="http://schemas.microsoft.com/office/drawing/2014/main" id="{723AC4B5-1F6E-464C-B0BF-235DEED2A8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8" y="2360"/>
                  <a:ext cx="799" cy="845"/>
                  <a:chOff x="148" y="2360"/>
                  <a:chExt cx="799" cy="845"/>
                </a:xfrm>
              </p:grpSpPr>
              <p:sp>
                <p:nvSpPr>
                  <p:cNvPr id="68676" name="Rectangle 50">
                    <a:extLst>
                      <a:ext uri="{FF2B5EF4-FFF2-40B4-BE49-F238E27FC236}">
                        <a16:creationId xmlns:a16="http://schemas.microsoft.com/office/drawing/2014/main" id="{144EC515-D926-4809-AE17-1062796D28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7" y="2360"/>
                    <a:ext cx="680" cy="823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68677" name="Text Box 51">
                    <a:extLst>
                      <a:ext uri="{FF2B5EF4-FFF2-40B4-BE49-F238E27FC236}">
                        <a16:creationId xmlns:a16="http://schemas.microsoft.com/office/drawing/2014/main" id="{72FC91A9-39D6-4FFC-9AF2-E5D18530BD3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8" y="2980"/>
                    <a:ext cx="407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RBI</a:t>
                    </a:r>
                  </a:p>
                </p:txBody>
              </p:sp>
              <p:sp>
                <p:nvSpPr>
                  <p:cNvPr id="68678" name="Text Box 52">
                    <a:extLst>
                      <a:ext uri="{FF2B5EF4-FFF2-40B4-BE49-F238E27FC236}">
                        <a16:creationId xmlns:a16="http://schemas.microsoft.com/office/drawing/2014/main" id="{BD1CEB5E-0469-45DE-8BE8-8474F2270EC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5" y="2993"/>
                    <a:ext cx="452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RBO</a:t>
                    </a:r>
                  </a:p>
                </p:txBody>
              </p:sp>
            </p:grpSp>
            <p:grpSp>
              <p:nvGrpSpPr>
                <p:cNvPr id="68652" name="Group 53">
                  <a:extLst>
                    <a:ext uri="{FF2B5EF4-FFF2-40B4-BE49-F238E27FC236}">
                      <a16:creationId xmlns:a16="http://schemas.microsoft.com/office/drawing/2014/main" id="{D3AE3414-1D0E-491C-BF2D-0484838A9D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6" y="2360"/>
                  <a:ext cx="799" cy="845"/>
                  <a:chOff x="148" y="2360"/>
                  <a:chExt cx="799" cy="845"/>
                </a:xfrm>
              </p:grpSpPr>
              <p:sp>
                <p:nvSpPr>
                  <p:cNvPr id="68673" name="Rectangle 54">
                    <a:extLst>
                      <a:ext uri="{FF2B5EF4-FFF2-40B4-BE49-F238E27FC236}">
                        <a16:creationId xmlns:a16="http://schemas.microsoft.com/office/drawing/2014/main" id="{4698BDE9-E347-4B32-A847-3F1E470133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7" y="2360"/>
                    <a:ext cx="680" cy="823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68674" name="Text Box 55">
                    <a:extLst>
                      <a:ext uri="{FF2B5EF4-FFF2-40B4-BE49-F238E27FC236}">
                        <a16:creationId xmlns:a16="http://schemas.microsoft.com/office/drawing/2014/main" id="{3913177E-6F06-4FF9-A441-8BA358D6641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8" y="2980"/>
                    <a:ext cx="407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RBI</a:t>
                    </a:r>
                  </a:p>
                </p:txBody>
              </p:sp>
              <p:sp>
                <p:nvSpPr>
                  <p:cNvPr id="68675" name="Text Box 56">
                    <a:extLst>
                      <a:ext uri="{FF2B5EF4-FFF2-40B4-BE49-F238E27FC236}">
                        <a16:creationId xmlns:a16="http://schemas.microsoft.com/office/drawing/2014/main" id="{27F5AD78-A99B-4B32-8211-A66093FABE7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5" y="2993"/>
                    <a:ext cx="452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RBO</a:t>
                    </a:r>
                  </a:p>
                </p:txBody>
              </p:sp>
            </p:grpSp>
            <p:grpSp>
              <p:nvGrpSpPr>
                <p:cNvPr id="68653" name="Group 57">
                  <a:extLst>
                    <a:ext uri="{FF2B5EF4-FFF2-40B4-BE49-F238E27FC236}">
                      <a16:creationId xmlns:a16="http://schemas.microsoft.com/office/drawing/2014/main" id="{3DE0F3A0-05FB-47D5-BEE3-F703243DB9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96" y="2360"/>
                  <a:ext cx="799" cy="845"/>
                  <a:chOff x="148" y="2360"/>
                  <a:chExt cx="799" cy="845"/>
                </a:xfrm>
              </p:grpSpPr>
              <p:sp>
                <p:nvSpPr>
                  <p:cNvPr id="68670" name="Rectangle 58">
                    <a:extLst>
                      <a:ext uri="{FF2B5EF4-FFF2-40B4-BE49-F238E27FC236}">
                        <a16:creationId xmlns:a16="http://schemas.microsoft.com/office/drawing/2014/main" id="{ACED9F94-37D0-47A9-A990-391EC6D43E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7" y="2360"/>
                    <a:ext cx="680" cy="823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68671" name="Text Box 59">
                    <a:extLst>
                      <a:ext uri="{FF2B5EF4-FFF2-40B4-BE49-F238E27FC236}">
                        <a16:creationId xmlns:a16="http://schemas.microsoft.com/office/drawing/2014/main" id="{C769A662-9F2D-4B77-B553-B9EB7945242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8" y="2980"/>
                    <a:ext cx="407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RBI</a:t>
                    </a:r>
                  </a:p>
                </p:txBody>
              </p:sp>
              <p:sp>
                <p:nvSpPr>
                  <p:cNvPr id="68672" name="Text Box 60">
                    <a:extLst>
                      <a:ext uri="{FF2B5EF4-FFF2-40B4-BE49-F238E27FC236}">
                        <a16:creationId xmlns:a16="http://schemas.microsoft.com/office/drawing/2014/main" id="{E142F033-040B-4DB7-A06C-F053CA7C251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5" y="2993"/>
                    <a:ext cx="452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RBO</a:t>
                    </a:r>
                  </a:p>
                </p:txBody>
              </p:sp>
            </p:grpSp>
            <p:grpSp>
              <p:nvGrpSpPr>
                <p:cNvPr id="68654" name="Group 61">
                  <a:extLst>
                    <a:ext uri="{FF2B5EF4-FFF2-40B4-BE49-F238E27FC236}">
                      <a16:creationId xmlns:a16="http://schemas.microsoft.com/office/drawing/2014/main" id="{2592DD12-77EE-4959-8847-7F41EF03E1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53" y="2360"/>
                  <a:ext cx="799" cy="845"/>
                  <a:chOff x="148" y="2360"/>
                  <a:chExt cx="799" cy="845"/>
                </a:xfrm>
              </p:grpSpPr>
              <p:sp>
                <p:nvSpPr>
                  <p:cNvPr id="68667" name="Rectangle 62">
                    <a:extLst>
                      <a:ext uri="{FF2B5EF4-FFF2-40B4-BE49-F238E27FC236}">
                        <a16:creationId xmlns:a16="http://schemas.microsoft.com/office/drawing/2014/main" id="{B8AEB648-D4C7-4A61-AF6B-6ED19CCA25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7" y="2360"/>
                    <a:ext cx="680" cy="823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68668" name="Text Box 63">
                    <a:extLst>
                      <a:ext uri="{FF2B5EF4-FFF2-40B4-BE49-F238E27FC236}">
                        <a16:creationId xmlns:a16="http://schemas.microsoft.com/office/drawing/2014/main" id="{99E7D81E-A4D0-4012-98EC-7D2B402077A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8" y="2980"/>
                    <a:ext cx="407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RBI</a:t>
                    </a:r>
                  </a:p>
                </p:txBody>
              </p:sp>
              <p:sp>
                <p:nvSpPr>
                  <p:cNvPr id="68669" name="Text Box 64">
                    <a:extLst>
                      <a:ext uri="{FF2B5EF4-FFF2-40B4-BE49-F238E27FC236}">
                        <a16:creationId xmlns:a16="http://schemas.microsoft.com/office/drawing/2014/main" id="{65AD98B2-9EA7-412B-BE75-D295781A8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5" y="2993"/>
                    <a:ext cx="452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RBO</a:t>
                    </a:r>
                  </a:p>
                </p:txBody>
              </p:sp>
            </p:grpSp>
            <p:grpSp>
              <p:nvGrpSpPr>
                <p:cNvPr id="68655" name="Group 65">
                  <a:extLst>
                    <a:ext uri="{FF2B5EF4-FFF2-40B4-BE49-F238E27FC236}">
                      <a16:creationId xmlns:a16="http://schemas.microsoft.com/office/drawing/2014/main" id="{9DA7A485-EDCB-48A8-81E4-541C89EF517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323" y="2361"/>
                  <a:ext cx="799" cy="845"/>
                  <a:chOff x="148" y="2360"/>
                  <a:chExt cx="799" cy="845"/>
                </a:xfrm>
              </p:grpSpPr>
              <p:sp>
                <p:nvSpPr>
                  <p:cNvPr id="68664" name="Rectangle 66">
                    <a:extLst>
                      <a:ext uri="{FF2B5EF4-FFF2-40B4-BE49-F238E27FC236}">
                        <a16:creationId xmlns:a16="http://schemas.microsoft.com/office/drawing/2014/main" id="{82BEC609-0E64-4D54-8488-61626EA4B4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7" y="2360"/>
                    <a:ext cx="680" cy="823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68665" name="Text Box 67">
                    <a:extLst>
                      <a:ext uri="{FF2B5EF4-FFF2-40B4-BE49-F238E27FC236}">
                        <a16:creationId xmlns:a16="http://schemas.microsoft.com/office/drawing/2014/main" id="{ADA4C6B3-C783-41E9-8041-5F6031A1448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8" y="2980"/>
                    <a:ext cx="407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RBO</a:t>
                    </a:r>
                  </a:p>
                </p:txBody>
              </p:sp>
              <p:sp>
                <p:nvSpPr>
                  <p:cNvPr id="68666" name="Text Box 68">
                    <a:extLst>
                      <a:ext uri="{FF2B5EF4-FFF2-40B4-BE49-F238E27FC236}">
                        <a16:creationId xmlns:a16="http://schemas.microsoft.com/office/drawing/2014/main" id="{35FB7667-C864-4483-8437-F8D98EE40B5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5" y="2993"/>
                    <a:ext cx="452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RBI</a:t>
                    </a:r>
                  </a:p>
                </p:txBody>
              </p:sp>
            </p:grpSp>
            <p:grpSp>
              <p:nvGrpSpPr>
                <p:cNvPr id="68656" name="Group 69">
                  <a:extLst>
                    <a:ext uri="{FF2B5EF4-FFF2-40B4-BE49-F238E27FC236}">
                      <a16:creationId xmlns:a16="http://schemas.microsoft.com/office/drawing/2014/main" id="{ED5A6617-1156-409D-805A-DAFE9F2C34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092" y="2361"/>
                  <a:ext cx="799" cy="845"/>
                  <a:chOff x="148" y="2360"/>
                  <a:chExt cx="799" cy="845"/>
                </a:xfrm>
              </p:grpSpPr>
              <p:sp>
                <p:nvSpPr>
                  <p:cNvPr id="68661" name="Rectangle 70">
                    <a:extLst>
                      <a:ext uri="{FF2B5EF4-FFF2-40B4-BE49-F238E27FC236}">
                        <a16:creationId xmlns:a16="http://schemas.microsoft.com/office/drawing/2014/main" id="{1E77E8A1-6DB1-4033-9D3B-2CEBFD88F1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7" y="2360"/>
                    <a:ext cx="680" cy="823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68662" name="Text Box 71">
                    <a:extLst>
                      <a:ext uri="{FF2B5EF4-FFF2-40B4-BE49-F238E27FC236}">
                        <a16:creationId xmlns:a16="http://schemas.microsoft.com/office/drawing/2014/main" id="{73CF9F33-49E9-4BC1-8764-CA1CE5E7C6E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8" y="2980"/>
                    <a:ext cx="407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RBO</a:t>
                    </a:r>
                  </a:p>
                </p:txBody>
              </p:sp>
              <p:sp>
                <p:nvSpPr>
                  <p:cNvPr id="68663" name="Text Box 72">
                    <a:extLst>
                      <a:ext uri="{FF2B5EF4-FFF2-40B4-BE49-F238E27FC236}">
                        <a16:creationId xmlns:a16="http://schemas.microsoft.com/office/drawing/2014/main" id="{1C968193-CD47-4D15-925B-D15F30F8319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5" y="2993"/>
                    <a:ext cx="452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RBI</a:t>
                    </a:r>
                  </a:p>
                </p:txBody>
              </p:sp>
            </p:grpSp>
            <p:grpSp>
              <p:nvGrpSpPr>
                <p:cNvPr id="68657" name="Group 73">
                  <a:extLst>
                    <a:ext uri="{FF2B5EF4-FFF2-40B4-BE49-F238E27FC236}">
                      <a16:creationId xmlns:a16="http://schemas.microsoft.com/office/drawing/2014/main" id="{A929D4BC-8BD3-4902-AC63-AE115F19D18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848" y="2361"/>
                  <a:ext cx="799" cy="845"/>
                  <a:chOff x="148" y="2360"/>
                  <a:chExt cx="799" cy="845"/>
                </a:xfrm>
              </p:grpSpPr>
              <p:sp>
                <p:nvSpPr>
                  <p:cNvPr id="68658" name="Rectangle 74">
                    <a:extLst>
                      <a:ext uri="{FF2B5EF4-FFF2-40B4-BE49-F238E27FC236}">
                        <a16:creationId xmlns:a16="http://schemas.microsoft.com/office/drawing/2014/main" id="{FCA1029B-DCB8-4797-BD3C-3A9BF62D8A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7" y="2360"/>
                    <a:ext cx="680" cy="823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zh-CN" altLang="en-US" sz="28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68659" name="Text Box 75">
                    <a:extLst>
                      <a:ext uri="{FF2B5EF4-FFF2-40B4-BE49-F238E27FC236}">
                        <a16:creationId xmlns:a16="http://schemas.microsoft.com/office/drawing/2014/main" id="{52601EAE-7D62-4AD0-AC21-E00E236CDF0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8" y="2980"/>
                    <a:ext cx="407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RBO</a:t>
                    </a:r>
                  </a:p>
                </p:txBody>
              </p:sp>
              <p:sp>
                <p:nvSpPr>
                  <p:cNvPr id="68660" name="Text Box 76">
                    <a:extLst>
                      <a:ext uri="{FF2B5EF4-FFF2-40B4-BE49-F238E27FC236}">
                        <a16:creationId xmlns:a16="http://schemas.microsoft.com/office/drawing/2014/main" id="{BAAF0292-B150-4CEC-B436-12B91DE2F2B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5" y="2993"/>
                    <a:ext cx="452" cy="212"/>
                  </a:xfrm>
                  <a:prstGeom prst="rect">
                    <a:avLst/>
                  </a:prstGeom>
                  <a:noFill/>
                  <a:ln w="38100">
                    <a:noFill/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kumimoji="1"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kumimoji="1" sz="2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kumimoji="1"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kumimoji="1"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zh-CN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RBI</a:t>
                    </a:r>
                  </a:p>
                </p:txBody>
              </p:sp>
            </p:grpSp>
          </p:grpSp>
          <p:sp>
            <p:nvSpPr>
              <p:cNvPr id="68630" name="Oval 77">
                <a:extLst>
                  <a:ext uri="{FF2B5EF4-FFF2-40B4-BE49-F238E27FC236}">
                    <a16:creationId xmlns:a16="http://schemas.microsoft.com/office/drawing/2014/main" id="{41FD3261-65C8-4E32-9997-369171EE8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" y="3185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31" name="Oval 78">
                <a:extLst>
                  <a:ext uri="{FF2B5EF4-FFF2-40B4-BE49-F238E27FC236}">
                    <a16:creationId xmlns:a16="http://schemas.microsoft.com/office/drawing/2014/main" id="{8FA275E3-C658-426B-BE74-F24F64071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3196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32" name="Oval 79">
                <a:extLst>
                  <a:ext uri="{FF2B5EF4-FFF2-40B4-BE49-F238E27FC236}">
                    <a16:creationId xmlns:a16="http://schemas.microsoft.com/office/drawing/2014/main" id="{770B9251-77D2-4402-83A7-C3891768E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7" y="3196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33" name="Oval 80">
                <a:extLst>
                  <a:ext uri="{FF2B5EF4-FFF2-40B4-BE49-F238E27FC236}">
                    <a16:creationId xmlns:a16="http://schemas.microsoft.com/office/drawing/2014/main" id="{6BF79283-48EE-47B3-8369-4686FA328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1" y="3196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34" name="Oval 81">
                <a:extLst>
                  <a:ext uri="{FF2B5EF4-FFF2-40B4-BE49-F238E27FC236}">
                    <a16:creationId xmlns:a16="http://schemas.microsoft.com/office/drawing/2014/main" id="{F4C302E9-4062-4866-A603-8A88E9087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3196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35" name="Oval 82">
                <a:extLst>
                  <a:ext uri="{FF2B5EF4-FFF2-40B4-BE49-F238E27FC236}">
                    <a16:creationId xmlns:a16="http://schemas.microsoft.com/office/drawing/2014/main" id="{65A07634-9CFA-4A7D-ADC5-B6EE59A60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3185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36" name="Oval 83">
                <a:extLst>
                  <a:ext uri="{FF2B5EF4-FFF2-40B4-BE49-F238E27FC236}">
                    <a16:creationId xmlns:a16="http://schemas.microsoft.com/office/drawing/2014/main" id="{C5F10234-B8D0-4648-8003-3C46E493C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" y="3185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37" name="Oval 84">
                <a:extLst>
                  <a:ext uri="{FF2B5EF4-FFF2-40B4-BE49-F238E27FC236}">
                    <a16:creationId xmlns:a16="http://schemas.microsoft.com/office/drawing/2014/main" id="{56374711-2CE7-4BCA-9633-53E6B68A1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185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38" name="Oval 85">
                <a:extLst>
                  <a:ext uri="{FF2B5EF4-FFF2-40B4-BE49-F238E27FC236}">
                    <a16:creationId xmlns:a16="http://schemas.microsoft.com/office/drawing/2014/main" id="{B3140059-D22B-4FC4-B8E3-49A45035D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185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39" name="Oval 86">
                <a:extLst>
                  <a:ext uri="{FF2B5EF4-FFF2-40B4-BE49-F238E27FC236}">
                    <a16:creationId xmlns:a16="http://schemas.microsoft.com/office/drawing/2014/main" id="{36B6335B-96BB-4B31-99C4-5340BD23E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3196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40" name="Oval 87">
                <a:extLst>
                  <a:ext uri="{FF2B5EF4-FFF2-40B4-BE49-F238E27FC236}">
                    <a16:creationId xmlns:a16="http://schemas.microsoft.com/office/drawing/2014/main" id="{BAA0DC7C-20E4-480E-AC15-DD310731F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3196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41" name="Oval 88">
                <a:extLst>
                  <a:ext uri="{FF2B5EF4-FFF2-40B4-BE49-F238E27FC236}">
                    <a16:creationId xmlns:a16="http://schemas.microsoft.com/office/drawing/2014/main" id="{EFAB59B7-3A52-4428-87E5-5B749A24F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3185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42" name="Oval 89">
                <a:extLst>
                  <a:ext uri="{FF2B5EF4-FFF2-40B4-BE49-F238E27FC236}">
                    <a16:creationId xmlns:a16="http://schemas.microsoft.com/office/drawing/2014/main" id="{949AED10-04A9-4FB5-9FC7-087C2C452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1" y="3196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68643" name="Oval 90">
                <a:extLst>
                  <a:ext uri="{FF2B5EF4-FFF2-40B4-BE49-F238E27FC236}">
                    <a16:creationId xmlns:a16="http://schemas.microsoft.com/office/drawing/2014/main" id="{33009EEE-3252-4B59-96B1-62E48CBBE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9" y="3196"/>
                <a:ext cx="80" cy="80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68622" name="Text Box 91">
              <a:extLst>
                <a:ext uri="{FF2B5EF4-FFF2-40B4-BE49-F238E27FC236}">
                  <a16:creationId xmlns:a16="http://schemas.microsoft.com/office/drawing/2014/main" id="{BCB7EA05-4F4E-48C4-B8A4-AA21C195DD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2597"/>
              <a:ext cx="780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48</a:t>
              </a:r>
              <a:endParaRPr kumimoji="1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23" name="Text Box 92">
              <a:extLst>
                <a:ext uri="{FF2B5EF4-FFF2-40B4-BE49-F238E27FC236}">
                  <a16:creationId xmlns:a16="http://schemas.microsoft.com/office/drawing/2014/main" id="{ABF6CBB9-9712-4014-BD6B-0A33327C0D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" y="2586"/>
              <a:ext cx="780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48</a:t>
              </a:r>
              <a:endParaRPr kumimoji="1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24" name="Text Box 93">
              <a:extLst>
                <a:ext uri="{FF2B5EF4-FFF2-40B4-BE49-F238E27FC236}">
                  <a16:creationId xmlns:a16="http://schemas.microsoft.com/office/drawing/2014/main" id="{3A32E3AF-7391-4306-A604-8B3E033FE2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9" y="2597"/>
              <a:ext cx="780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48</a:t>
              </a:r>
              <a:endParaRPr kumimoji="1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25" name="Text Box 94">
              <a:extLst>
                <a:ext uri="{FF2B5EF4-FFF2-40B4-BE49-F238E27FC236}">
                  <a16:creationId xmlns:a16="http://schemas.microsoft.com/office/drawing/2014/main" id="{53ADCBCC-D736-4E9B-970B-D25B1F2CB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2597"/>
              <a:ext cx="780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48</a:t>
              </a:r>
              <a:endParaRPr kumimoji="1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26" name="Text Box 95">
              <a:extLst>
                <a:ext uri="{FF2B5EF4-FFF2-40B4-BE49-F238E27FC236}">
                  <a16:creationId xmlns:a16="http://schemas.microsoft.com/office/drawing/2014/main" id="{8A211856-3405-4484-A9CD-C4BC321C8C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7" y="2608"/>
              <a:ext cx="780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48</a:t>
              </a:r>
              <a:endParaRPr kumimoji="1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27" name="Text Box 96">
              <a:extLst>
                <a:ext uri="{FF2B5EF4-FFF2-40B4-BE49-F238E27FC236}">
                  <a16:creationId xmlns:a16="http://schemas.microsoft.com/office/drawing/2014/main" id="{E7BD9D81-AEF5-4AC9-9F0B-26B1417957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6" y="2586"/>
              <a:ext cx="780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48</a:t>
              </a:r>
              <a:endParaRPr kumimoji="1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628" name="Text Box 97">
              <a:extLst>
                <a:ext uri="{FF2B5EF4-FFF2-40B4-BE49-F238E27FC236}">
                  <a16:creationId xmlns:a16="http://schemas.microsoft.com/office/drawing/2014/main" id="{8CCF4AB7-E097-43AC-888B-5C5849AC0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1" y="2597"/>
              <a:ext cx="780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48</a:t>
              </a:r>
              <a:endParaRPr kumimoji="1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008190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44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44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74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74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74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8" dur="500"/>
                                        <p:tgtEl>
                                          <p:spTgt spid="274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74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74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3" dur="500"/>
                                        <p:tgtEl>
                                          <p:spTgt spid="274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8" dur="500"/>
                                        <p:tgtEl>
                                          <p:spTgt spid="274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74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8" dur="500"/>
                                        <p:tgtEl>
                                          <p:spTgt spid="274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434" grpId="0" autoUpdateAnimBg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Rectangle 2">
            <a:extLst>
              <a:ext uri="{FF2B5EF4-FFF2-40B4-BE49-F238E27FC236}">
                <a16:creationId xmlns:a16="http://schemas.microsoft.com/office/drawing/2014/main" id="{B87B9180-0656-46DB-BD5C-C51192125F9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27025" y="233363"/>
            <a:ext cx="3967163" cy="481012"/>
          </a:xfrm>
          <a:ln>
            <a:noFill/>
          </a:ln>
        </p:spPr>
        <p:txBody>
          <a:bodyPr/>
          <a:lstStyle/>
          <a:p>
            <a:pPr algn="l" eaLnBrk="1" hangingPunct="1">
              <a:defRPr/>
            </a:pPr>
            <a:r>
              <a:rPr lang="zh-CN" altLang="en-US" sz="3200" b="1" dirty="0">
                <a:solidFill>
                  <a:srgbClr val="1F08F8"/>
                </a:solidFill>
                <a:cs typeface="Times New Roman" pitchFamily="18" charset="0"/>
              </a:rPr>
              <a:t>二、</a:t>
            </a:r>
            <a:r>
              <a:rPr lang="zh-CN" altLang="en-US" sz="3200" b="1" dirty="0">
                <a:solidFill>
                  <a:srgbClr val="1F08F8"/>
                </a:solidFill>
              </a:rPr>
              <a:t>数据选择器</a:t>
            </a:r>
          </a:p>
        </p:txBody>
      </p:sp>
      <p:sp>
        <p:nvSpPr>
          <p:cNvPr id="285699" name="Text Box 3">
            <a:extLst>
              <a:ext uri="{FF2B5EF4-FFF2-40B4-BE49-F238E27FC236}">
                <a16:creationId xmlns:a16="http://schemas.microsoft.com/office/drawing/2014/main" id="{F43C9595-2284-456C-B2A8-9453344F29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450" y="1033463"/>
            <a:ext cx="8458200" cy="13731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在多路数据传送过程中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,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能够根据需要将其中任意一路挑选出来的电路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,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叫数据选择器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,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也称为多路选择器或多路开关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.</a:t>
            </a:r>
          </a:p>
        </p:txBody>
      </p:sp>
      <p:grpSp>
        <p:nvGrpSpPr>
          <p:cNvPr id="285700" name="Group 4">
            <a:extLst>
              <a:ext uri="{FF2B5EF4-FFF2-40B4-BE49-F238E27FC236}">
                <a16:creationId xmlns:a16="http://schemas.microsoft.com/office/drawing/2014/main" id="{1C7D2B14-FE45-47B3-B2FF-01B06435CC19}"/>
              </a:ext>
            </a:extLst>
          </p:cNvPr>
          <p:cNvGrpSpPr>
            <a:grpSpLocks/>
          </p:cNvGrpSpPr>
          <p:nvPr/>
        </p:nvGrpSpPr>
        <p:grpSpPr bwMode="auto">
          <a:xfrm>
            <a:off x="276226" y="3495675"/>
            <a:ext cx="5529263" cy="2743200"/>
            <a:chOff x="276" y="2270"/>
            <a:chExt cx="3483" cy="1728"/>
          </a:xfrm>
        </p:grpSpPr>
        <p:sp>
          <p:nvSpPr>
            <p:cNvPr id="79879" name="Rectangle 5">
              <a:extLst>
                <a:ext uri="{FF2B5EF4-FFF2-40B4-BE49-F238E27FC236}">
                  <a16:creationId xmlns:a16="http://schemas.microsoft.com/office/drawing/2014/main" id="{42133C40-F469-45C8-8124-57E92409E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414"/>
              <a:ext cx="1200" cy="62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0" name="Line 6">
              <a:extLst>
                <a:ext uri="{FF2B5EF4-FFF2-40B4-BE49-F238E27FC236}">
                  <a16:creationId xmlns:a16="http://schemas.microsoft.com/office/drawing/2014/main" id="{9207A5AD-2CC9-4DC3-BF67-DBABF0BCE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3" y="2510"/>
              <a:ext cx="2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1" name="Line 7">
              <a:extLst>
                <a:ext uri="{FF2B5EF4-FFF2-40B4-BE49-F238E27FC236}">
                  <a16:creationId xmlns:a16="http://schemas.microsoft.com/office/drawing/2014/main" id="{FD0950D6-FA94-47F0-BA4B-2A4C85496F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3" y="2654"/>
              <a:ext cx="2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2" name="Line 8">
              <a:extLst>
                <a:ext uri="{FF2B5EF4-FFF2-40B4-BE49-F238E27FC236}">
                  <a16:creationId xmlns:a16="http://schemas.microsoft.com/office/drawing/2014/main" id="{F4CD6C69-ED45-4235-BF32-AB07891434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3" y="2990"/>
              <a:ext cx="2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3" name="Line 9">
              <a:extLst>
                <a:ext uri="{FF2B5EF4-FFF2-40B4-BE49-F238E27FC236}">
                  <a16:creationId xmlns:a16="http://schemas.microsoft.com/office/drawing/2014/main" id="{219FDD1B-B92C-4EF7-9C27-800079B400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3" y="2750"/>
              <a:ext cx="2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4" name="Line 10">
              <a:extLst>
                <a:ext uri="{FF2B5EF4-FFF2-40B4-BE49-F238E27FC236}">
                  <a16:creationId xmlns:a16="http://schemas.microsoft.com/office/drawing/2014/main" id="{9625C7F8-3B39-4D95-A2EF-A43D5E3CD4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7" y="2702"/>
              <a:ext cx="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5" name="Line 11">
              <a:extLst>
                <a:ext uri="{FF2B5EF4-FFF2-40B4-BE49-F238E27FC236}">
                  <a16:creationId xmlns:a16="http://schemas.microsoft.com/office/drawing/2014/main" id="{DA4ECA8D-C36E-422F-9F57-9065207ED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9" y="3038"/>
              <a:ext cx="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6" name="Line 12">
              <a:extLst>
                <a:ext uri="{FF2B5EF4-FFF2-40B4-BE49-F238E27FC236}">
                  <a16:creationId xmlns:a16="http://schemas.microsoft.com/office/drawing/2014/main" id="{DC6972B3-1227-4C69-89FA-0C7CC8E8A1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1" y="3038"/>
              <a:ext cx="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7" name="Line 13">
              <a:extLst>
                <a:ext uri="{FF2B5EF4-FFF2-40B4-BE49-F238E27FC236}">
                  <a16:creationId xmlns:a16="http://schemas.microsoft.com/office/drawing/2014/main" id="{C73C6A70-1EEB-436B-9FC1-B7EA0ADAE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7" y="3038"/>
              <a:ext cx="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8" name="Line 14">
              <a:extLst>
                <a:ext uri="{FF2B5EF4-FFF2-40B4-BE49-F238E27FC236}">
                  <a16:creationId xmlns:a16="http://schemas.microsoft.com/office/drawing/2014/main" id="{BE9CE9AF-00C2-4608-95D8-50977327C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9" y="3182"/>
              <a:ext cx="2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89" name="Text Box 15">
              <a:extLst>
                <a:ext uri="{FF2B5EF4-FFF2-40B4-BE49-F238E27FC236}">
                  <a16:creationId xmlns:a16="http://schemas.microsoft.com/office/drawing/2014/main" id="{415BBD32-412B-468E-A910-468AC00333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" y="2270"/>
              <a:ext cx="33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9890" name="Rectangle 16">
              <a:extLst>
                <a:ext uri="{FF2B5EF4-FFF2-40B4-BE49-F238E27FC236}">
                  <a16:creationId xmlns:a16="http://schemas.microsoft.com/office/drawing/2014/main" id="{AB89E72B-2E2F-4E38-B3DA-9F931C86F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2462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9891" name="Rectangle 17">
              <a:extLst>
                <a:ext uri="{FF2B5EF4-FFF2-40B4-BE49-F238E27FC236}">
                  <a16:creationId xmlns:a16="http://schemas.microsoft.com/office/drawing/2014/main" id="{B503DBA8-9C56-4AFA-A1C9-425C2A374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" y="2798"/>
              <a:ext cx="43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n-1</a:t>
              </a:r>
            </a:p>
          </p:txBody>
        </p:sp>
        <p:sp>
          <p:nvSpPr>
            <p:cNvPr id="79892" name="Rectangle 18">
              <a:extLst>
                <a:ext uri="{FF2B5EF4-FFF2-40B4-BE49-F238E27FC236}">
                  <a16:creationId xmlns:a16="http://schemas.microsoft.com/office/drawing/2014/main" id="{12F8FD8B-34C8-47FB-8D8A-8186690A9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3230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9893" name="Rectangle 19">
              <a:extLst>
                <a:ext uri="{FF2B5EF4-FFF2-40B4-BE49-F238E27FC236}">
                  <a16:creationId xmlns:a16="http://schemas.microsoft.com/office/drawing/2014/main" id="{40F7F759-9C4A-4E15-97EB-8FAE9CD12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3230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9894" name="Rectangle 20">
              <a:extLst>
                <a:ext uri="{FF2B5EF4-FFF2-40B4-BE49-F238E27FC236}">
                  <a16:creationId xmlns:a16="http://schemas.microsoft.com/office/drawing/2014/main" id="{BCE7B491-46E8-40DF-8CC4-D924D70B4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3230"/>
              <a:ext cx="46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m-1</a:t>
              </a:r>
            </a:p>
          </p:txBody>
        </p:sp>
        <p:sp>
          <p:nvSpPr>
            <p:cNvPr id="79895" name="Rectangle 21">
              <a:extLst>
                <a:ext uri="{FF2B5EF4-FFF2-40B4-BE49-F238E27FC236}">
                  <a16:creationId xmlns:a16="http://schemas.microsoft.com/office/drawing/2014/main" id="{75A85DE9-91FB-40C5-A94F-FEE8FE439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462"/>
              <a:ext cx="255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96" name="Rectangle 22">
              <a:extLst>
                <a:ext uri="{FF2B5EF4-FFF2-40B4-BE49-F238E27FC236}">
                  <a16:creationId xmlns:a16="http://schemas.microsoft.com/office/drawing/2014/main" id="{9F07CC0A-6B6F-4BAB-B1FB-E966822CF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2558"/>
              <a:ext cx="1091" cy="291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数据选择器</a:t>
              </a:r>
            </a:p>
          </p:txBody>
        </p:sp>
        <p:sp>
          <p:nvSpPr>
            <p:cNvPr id="79897" name="AutoShape 23">
              <a:extLst>
                <a:ext uri="{FF2B5EF4-FFF2-40B4-BE49-F238E27FC236}">
                  <a16:creationId xmlns:a16="http://schemas.microsoft.com/office/drawing/2014/main" id="{1D0339DA-3369-4D43-B32D-8532F32CF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366"/>
              <a:ext cx="192" cy="672"/>
            </a:xfrm>
            <a:prstGeom prst="leftBrace">
              <a:avLst>
                <a:gd name="adj1" fmla="val 29167"/>
                <a:gd name="adj2" fmla="val 49255"/>
              </a:avLst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898" name="Text Box 24">
              <a:extLst>
                <a:ext uri="{FF2B5EF4-FFF2-40B4-BE49-F238E27FC236}">
                  <a16:creationId xmlns:a16="http://schemas.microsoft.com/office/drawing/2014/main" id="{693B0058-4CB8-43DF-84EE-A09A2528F8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" y="2330"/>
              <a:ext cx="658" cy="7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数据输入端</a:t>
              </a:r>
            </a:p>
          </p:txBody>
        </p:sp>
        <p:sp>
          <p:nvSpPr>
            <p:cNvPr id="79899" name="Text Box 25">
              <a:extLst>
                <a:ext uri="{FF2B5EF4-FFF2-40B4-BE49-F238E27FC236}">
                  <a16:creationId xmlns:a16="http://schemas.microsoft.com/office/drawing/2014/main" id="{4609A693-1AA1-4C03-B65C-5C66C6115A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9" y="2606"/>
              <a:ext cx="72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输出端</a:t>
              </a:r>
            </a:p>
          </p:txBody>
        </p:sp>
        <p:sp>
          <p:nvSpPr>
            <p:cNvPr id="79900" name="AutoShape 26">
              <a:extLst>
                <a:ext uri="{FF2B5EF4-FFF2-40B4-BE49-F238E27FC236}">
                  <a16:creationId xmlns:a16="http://schemas.microsoft.com/office/drawing/2014/main" id="{90928645-551F-4F62-8D7E-82F284A509DF}"/>
                </a:ext>
              </a:extLst>
            </p:cNvPr>
            <p:cNvSpPr>
              <a:spLocks/>
            </p:cNvSpPr>
            <p:nvPr/>
          </p:nvSpPr>
          <p:spPr bwMode="auto">
            <a:xfrm rot="-5342590">
              <a:off x="1983" y="3134"/>
              <a:ext cx="192" cy="960"/>
            </a:xfrm>
            <a:prstGeom prst="leftBrace">
              <a:avLst>
                <a:gd name="adj1" fmla="val 41667"/>
                <a:gd name="adj2" fmla="val 50000"/>
              </a:avLst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901" name="Rectangle 27">
              <a:extLst>
                <a:ext uri="{FF2B5EF4-FFF2-40B4-BE49-F238E27FC236}">
                  <a16:creationId xmlns:a16="http://schemas.microsoft.com/office/drawing/2014/main" id="{7587BD1B-B707-408E-BB08-D6620F362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3710"/>
              <a:ext cx="69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控制端</a:t>
              </a:r>
            </a:p>
          </p:txBody>
        </p:sp>
      </p:grpSp>
      <p:sp>
        <p:nvSpPr>
          <p:cNvPr id="285724" name="Rectangle 28">
            <a:extLst>
              <a:ext uri="{FF2B5EF4-FFF2-40B4-BE49-F238E27FC236}">
                <a16:creationId xmlns:a16="http://schemas.microsoft.com/office/drawing/2014/main" id="{FF4DDB44-9B59-432F-81A4-61E224562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575" y="2660650"/>
            <a:ext cx="3413125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数据选择器示意框图</a:t>
            </a:r>
          </a:p>
        </p:txBody>
      </p:sp>
      <p:sp>
        <p:nvSpPr>
          <p:cNvPr id="285725" name="Text Box 29">
            <a:extLst>
              <a:ext uri="{FF2B5EF4-FFF2-40B4-BE49-F238E27FC236}">
                <a16:creationId xmlns:a16="http://schemas.microsoft.com/office/drawing/2014/main" id="{28D129A0-8BDF-4A48-9C4C-520F613908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4138" y="5126038"/>
            <a:ext cx="3470275" cy="984250"/>
          </a:xfrm>
          <a:prstGeom prst="rect">
            <a:avLst/>
          </a:prstGeom>
          <a:solidFill>
            <a:srgbClr val="9090F4"/>
          </a:solidFill>
          <a:ln w="38100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若有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个输入，则称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数据选择器。</a:t>
            </a:r>
          </a:p>
        </p:txBody>
      </p:sp>
    </p:spTree>
    <p:extLst>
      <p:ext uri="{BB962C8B-B14F-4D97-AF65-F5344CB8AC3E}">
        <p14:creationId xmlns:p14="http://schemas.microsoft.com/office/powerpoint/2010/main" val="206814229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5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85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857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857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85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857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857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5698" grpId="0" autoUpdateAnimBg="0"/>
      <p:bldP spid="285699" grpId="0" autoUpdateAnimBg="0"/>
      <p:bldP spid="285724" grpId="0" autoUpdateAnimBg="0"/>
      <p:bldP spid="285725" grpId="0" animBg="1" autoUpdateAnimBg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4" name="Rectangle 2">
            <a:extLst>
              <a:ext uri="{FF2B5EF4-FFF2-40B4-BE49-F238E27FC236}">
                <a16:creationId xmlns:a16="http://schemas.microsoft.com/office/drawing/2014/main" id="{D744C3DB-071A-40B9-946F-4E1E7A6AD9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8125" y="233363"/>
            <a:ext cx="3254375" cy="460375"/>
          </a:xfrm>
          <a:ln>
            <a:noFill/>
          </a:ln>
        </p:spPr>
        <p:txBody>
          <a:bodyPr/>
          <a:lstStyle/>
          <a:p>
            <a:pPr algn="l" eaLnBrk="1" hangingPunct="1">
              <a:defRPr/>
            </a:pPr>
            <a:r>
              <a:rPr lang="zh-CN" altLang="en-US" sz="2800" b="1" dirty="0">
                <a:solidFill>
                  <a:srgbClr val="1F08F8"/>
                </a:solidFill>
              </a:rPr>
              <a:t>四选一数据选择器</a:t>
            </a:r>
          </a:p>
        </p:txBody>
      </p:sp>
      <p:grpSp>
        <p:nvGrpSpPr>
          <p:cNvPr id="289795" name="Group 3">
            <a:extLst>
              <a:ext uri="{FF2B5EF4-FFF2-40B4-BE49-F238E27FC236}">
                <a16:creationId xmlns:a16="http://schemas.microsoft.com/office/drawing/2014/main" id="{D29C06E3-213C-4988-8EE7-1E31F7CF9781}"/>
              </a:ext>
            </a:extLst>
          </p:cNvPr>
          <p:cNvGrpSpPr>
            <a:grpSpLocks/>
          </p:cNvGrpSpPr>
          <p:nvPr/>
        </p:nvGrpSpPr>
        <p:grpSpPr bwMode="auto">
          <a:xfrm>
            <a:off x="6207125" y="1990725"/>
            <a:ext cx="2286000" cy="2143125"/>
            <a:chOff x="3854" y="847"/>
            <a:chExt cx="1440" cy="1350"/>
          </a:xfrm>
        </p:grpSpPr>
        <p:sp>
          <p:nvSpPr>
            <p:cNvPr id="84061" name="Rectangle 4">
              <a:extLst>
                <a:ext uri="{FF2B5EF4-FFF2-40B4-BE49-F238E27FC236}">
                  <a16:creationId xmlns:a16="http://schemas.microsoft.com/office/drawing/2014/main" id="{777F63E7-87F0-4DB3-8C03-74DB9B3A5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320"/>
              <a:ext cx="1392" cy="47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62" name="Line 5">
              <a:extLst>
                <a:ext uri="{FF2B5EF4-FFF2-40B4-BE49-F238E27FC236}">
                  <a16:creationId xmlns:a16="http://schemas.microsoft.com/office/drawing/2014/main" id="{3E416F58-5E68-4B3A-B4F1-6F5E1B182C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8" y="1790"/>
              <a:ext cx="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63" name="Line 6">
              <a:extLst>
                <a:ext uri="{FF2B5EF4-FFF2-40B4-BE49-F238E27FC236}">
                  <a16:creationId xmlns:a16="http://schemas.microsoft.com/office/drawing/2014/main" id="{69210353-24B0-4D31-9156-72A21B149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0" y="1790"/>
              <a:ext cx="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64" name="Line 7">
              <a:extLst>
                <a:ext uri="{FF2B5EF4-FFF2-40B4-BE49-F238E27FC236}">
                  <a16:creationId xmlns:a16="http://schemas.microsoft.com/office/drawing/2014/main" id="{60547999-BFD1-4CE6-AFFB-EAC5C082D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2" y="1790"/>
              <a:ext cx="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65" name="Line 8">
              <a:extLst>
                <a:ext uri="{FF2B5EF4-FFF2-40B4-BE49-F238E27FC236}">
                  <a16:creationId xmlns:a16="http://schemas.microsoft.com/office/drawing/2014/main" id="{4303629F-8E07-42DA-88D1-5659202161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4" y="1790"/>
              <a:ext cx="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66" name="Line 9">
              <a:extLst>
                <a:ext uri="{FF2B5EF4-FFF2-40B4-BE49-F238E27FC236}">
                  <a16:creationId xmlns:a16="http://schemas.microsoft.com/office/drawing/2014/main" id="{76BB0F26-8301-4E00-8E5C-B17A7ACB9E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6" y="1790"/>
              <a:ext cx="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67" name="Line 10">
              <a:extLst>
                <a:ext uri="{FF2B5EF4-FFF2-40B4-BE49-F238E27FC236}">
                  <a16:creationId xmlns:a16="http://schemas.microsoft.com/office/drawing/2014/main" id="{FAE0549A-FA2C-43EA-A8EC-89A9A6658D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8" y="1790"/>
              <a:ext cx="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68" name="Line 11">
              <a:extLst>
                <a:ext uri="{FF2B5EF4-FFF2-40B4-BE49-F238E27FC236}">
                  <a16:creationId xmlns:a16="http://schemas.microsoft.com/office/drawing/2014/main" id="{F578DE88-DAAA-4E45-BED8-BF35D13A9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0" y="1842"/>
              <a:ext cx="0" cy="1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69" name="Oval 12">
              <a:extLst>
                <a:ext uri="{FF2B5EF4-FFF2-40B4-BE49-F238E27FC236}">
                  <a16:creationId xmlns:a16="http://schemas.microsoft.com/office/drawing/2014/main" id="{623CF36C-D2D0-490D-8251-6DA816EC2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0" y="1790"/>
              <a:ext cx="48" cy="52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70" name="Line 13">
              <a:extLst>
                <a:ext uri="{FF2B5EF4-FFF2-40B4-BE49-F238E27FC236}">
                  <a16:creationId xmlns:a16="http://schemas.microsoft.com/office/drawing/2014/main" id="{F89F63D1-F9C7-4077-BDAF-D41696C702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4" y="1163"/>
              <a:ext cx="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71" name="Rectangle 14">
              <a:extLst>
                <a:ext uri="{FF2B5EF4-FFF2-40B4-BE49-F238E27FC236}">
                  <a16:creationId xmlns:a16="http://schemas.microsoft.com/office/drawing/2014/main" id="{FA9FD173-ECB7-4F16-B089-07793BD81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1947"/>
              <a:ext cx="143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4072" name="Line 15">
              <a:extLst>
                <a:ext uri="{FF2B5EF4-FFF2-40B4-BE49-F238E27FC236}">
                  <a16:creationId xmlns:a16="http://schemas.microsoft.com/office/drawing/2014/main" id="{E4D84DB7-DD95-4520-9F2A-22B1EDAC0F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8" y="1988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073" name="Rectangle 16">
              <a:extLst>
                <a:ext uri="{FF2B5EF4-FFF2-40B4-BE49-F238E27FC236}">
                  <a16:creationId xmlns:a16="http://schemas.microsoft.com/office/drawing/2014/main" id="{B4A4B7FD-4FDB-4B8C-8633-C1BCCA298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6" y="1372"/>
              <a:ext cx="575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MUX</a:t>
              </a:r>
            </a:p>
          </p:txBody>
        </p:sp>
        <p:sp>
          <p:nvSpPr>
            <p:cNvPr id="84074" name="Text Box 17">
              <a:extLst>
                <a:ext uri="{FF2B5EF4-FFF2-40B4-BE49-F238E27FC236}">
                  <a16:creationId xmlns:a16="http://schemas.microsoft.com/office/drawing/2014/main" id="{05307E1B-C2AD-4CD0-9FF6-A6093D5CE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7" y="847"/>
              <a:ext cx="339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</p:grpSp>
      <p:grpSp>
        <p:nvGrpSpPr>
          <p:cNvPr id="289810" name="Group 18">
            <a:extLst>
              <a:ext uri="{FF2B5EF4-FFF2-40B4-BE49-F238E27FC236}">
                <a16:creationId xmlns:a16="http://schemas.microsoft.com/office/drawing/2014/main" id="{CA3E4A5B-44C4-451D-A4D7-CC5AE1E963C1}"/>
              </a:ext>
            </a:extLst>
          </p:cNvPr>
          <p:cNvGrpSpPr>
            <a:grpSpLocks/>
          </p:cNvGrpSpPr>
          <p:nvPr/>
        </p:nvGrpSpPr>
        <p:grpSpPr bwMode="auto">
          <a:xfrm>
            <a:off x="752475" y="1055688"/>
            <a:ext cx="5324475" cy="4360862"/>
            <a:chOff x="474" y="665"/>
            <a:chExt cx="3354" cy="2747"/>
          </a:xfrm>
        </p:grpSpPr>
        <p:grpSp>
          <p:nvGrpSpPr>
            <p:cNvPr id="83988" name="Group 19">
              <a:extLst>
                <a:ext uri="{FF2B5EF4-FFF2-40B4-BE49-F238E27FC236}">
                  <a16:creationId xmlns:a16="http://schemas.microsoft.com/office/drawing/2014/main" id="{0C80112B-0F4F-44DD-8EFC-31885CBDB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" y="665"/>
              <a:ext cx="3354" cy="2747"/>
              <a:chOff x="136" y="938"/>
              <a:chExt cx="3354" cy="2747"/>
            </a:xfrm>
          </p:grpSpPr>
          <p:grpSp>
            <p:nvGrpSpPr>
              <p:cNvPr id="83997" name="Group 20">
                <a:extLst>
                  <a:ext uri="{FF2B5EF4-FFF2-40B4-BE49-F238E27FC236}">
                    <a16:creationId xmlns:a16="http://schemas.microsoft.com/office/drawing/2014/main" id="{4C96D72F-8722-4829-80D5-EBAF7E98E7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1051"/>
                <a:ext cx="328" cy="406"/>
                <a:chOff x="1175" y="1141"/>
                <a:chExt cx="328" cy="406"/>
              </a:xfrm>
            </p:grpSpPr>
            <p:sp>
              <p:nvSpPr>
                <p:cNvPr id="84059" name="Rectangle 21">
                  <a:extLst>
                    <a:ext uri="{FF2B5EF4-FFF2-40B4-BE49-F238E27FC236}">
                      <a16:creationId xmlns:a16="http://schemas.microsoft.com/office/drawing/2014/main" id="{8BB0E928-0246-4301-B50E-863D9D6FFA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4060" name="Oval 22">
                  <a:extLst>
                    <a:ext uri="{FF2B5EF4-FFF2-40B4-BE49-F238E27FC236}">
                      <a16:creationId xmlns:a16="http://schemas.microsoft.com/office/drawing/2014/main" id="{0A6FE4AB-7606-477D-AB9D-1610E02644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3998" name="Group 23">
                <a:extLst>
                  <a:ext uri="{FF2B5EF4-FFF2-40B4-BE49-F238E27FC236}">
                    <a16:creationId xmlns:a16="http://schemas.microsoft.com/office/drawing/2014/main" id="{3FEEA803-0C18-41C7-8353-715BE64FEB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1548"/>
                <a:ext cx="328" cy="406"/>
                <a:chOff x="1175" y="1141"/>
                <a:chExt cx="328" cy="406"/>
              </a:xfrm>
            </p:grpSpPr>
            <p:sp>
              <p:nvSpPr>
                <p:cNvPr id="84057" name="Rectangle 24">
                  <a:extLst>
                    <a:ext uri="{FF2B5EF4-FFF2-40B4-BE49-F238E27FC236}">
                      <a16:creationId xmlns:a16="http://schemas.microsoft.com/office/drawing/2014/main" id="{BF904DAF-D04E-44B3-880C-FEED4FF358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4058" name="Oval 25">
                  <a:extLst>
                    <a:ext uri="{FF2B5EF4-FFF2-40B4-BE49-F238E27FC236}">
                      <a16:creationId xmlns:a16="http://schemas.microsoft.com/office/drawing/2014/main" id="{46A81C70-3E6D-4E6E-BCB1-5E8F3454A5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3999" name="Group 26">
                <a:extLst>
                  <a:ext uri="{FF2B5EF4-FFF2-40B4-BE49-F238E27FC236}">
                    <a16:creationId xmlns:a16="http://schemas.microsoft.com/office/drawing/2014/main" id="{93B4E9C7-514A-4340-8C98-09D5FC6873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2044"/>
                <a:ext cx="328" cy="406"/>
                <a:chOff x="1175" y="1141"/>
                <a:chExt cx="328" cy="406"/>
              </a:xfrm>
            </p:grpSpPr>
            <p:sp>
              <p:nvSpPr>
                <p:cNvPr id="84055" name="Rectangle 27">
                  <a:extLst>
                    <a:ext uri="{FF2B5EF4-FFF2-40B4-BE49-F238E27FC236}">
                      <a16:creationId xmlns:a16="http://schemas.microsoft.com/office/drawing/2014/main" id="{C0740827-7206-4CEB-B444-CD00AD80F6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4056" name="Oval 28">
                  <a:extLst>
                    <a:ext uri="{FF2B5EF4-FFF2-40B4-BE49-F238E27FC236}">
                      <a16:creationId xmlns:a16="http://schemas.microsoft.com/office/drawing/2014/main" id="{29093345-94ED-4DC4-A86C-E2F542033E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4000" name="Group 29">
                <a:extLst>
                  <a:ext uri="{FF2B5EF4-FFF2-40B4-BE49-F238E27FC236}">
                    <a16:creationId xmlns:a16="http://schemas.microsoft.com/office/drawing/2014/main" id="{784C2DE2-AF61-4EBF-AE02-7C0B5F16FA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40" y="2543"/>
                <a:ext cx="328" cy="406"/>
                <a:chOff x="1175" y="1141"/>
                <a:chExt cx="328" cy="406"/>
              </a:xfrm>
            </p:grpSpPr>
            <p:sp>
              <p:nvSpPr>
                <p:cNvPr id="84053" name="Rectangle 30">
                  <a:extLst>
                    <a:ext uri="{FF2B5EF4-FFF2-40B4-BE49-F238E27FC236}">
                      <a16:creationId xmlns:a16="http://schemas.microsoft.com/office/drawing/2014/main" id="{6398F770-8EDE-44B5-9838-2FA69F8DBC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4054" name="Oval 31">
                  <a:extLst>
                    <a:ext uri="{FF2B5EF4-FFF2-40B4-BE49-F238E27FC236}">
                      <a16:creationId xmlns:a16="http://schemas.microsoft.com/office/drawing/2014/main" id="{50AE25D9-B619-4CEF-BEDE-AFDBF461DE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4001" name="Group 32">
                <a:extLst>
                  <a:ext uri="{FF2B5EF4-FFF2-40B4-BE49-F238E27FC236}">
                    <a16:creationId xmlns:a16="http://schemas.microsoft.com/office/drawing/2014/main" id="{5BD1FC06-4099-400D-88BE-0151594173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2" y="1785"/>
                <a:ext cx="328" cy="406"/>
                <a:chOff x="1175" y="1141"/>
                <a:chExt cx="328" cy="406"/>
              </a:xfrm>
            </p:grpSpPr>
            <p:sp>
              <p:nvSpPr>
                <p:cNvPr id="84051" name="Rectangle 33">
                  <a:extLst>
                    <a:ext uri="{FF2B5EF4-FFF2-40B4-BE49-F238E27FC236}">
                      <a16:creationId xmlns:a16="http://schemas.microsoft.com/office/drawing/2014/main" id="{6C30DEA3-599C-47C6-B960-709E0C1331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5" y="1141"/>
                  <a:ext cx="225" cy="40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4052" name="Oval 34">
                  <a:extLst>
                    <a:ext uri="{FF2B5EF4-FFF2-40B4-BE49-F238E27FC236}">
                      <a16:creationId xmlns:a16="http://schemas.microsoft.com/office/drawing/2014/main" id="{0FC39413-ED07-408E-9F53-ADC21FE703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1" y="1276"/>
                  <a:ext cx="102" cy="102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84002" name="Freeform 35">
                <a:extLst>
                  <a:ext uri="{FF2B5EF4-FFF2-40B4-BE49-F238E27FC236}">
                    <a16:creationId xmlns:a16="http://schemas.microsoft.com/office/drawing/2014/main" id="{E150C1B6-CB4F-4FE3-AEFF-CC98C17D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728"/>
                <a:ext cx="452" cy="181"/>
              </a:xfrm>
              <a:custGeom>
                <a:avLst/>
                <a:gdLst>
                  <a:gd name="T0" fmla="*/ 0 w 452"/>
                  <a:gd name="T1" fmla="*/ 0 h 181"/>
                  <a:gd name="T2" fmla="*/ 113 w 452"/>
                  <a:gd name="T3" fmla="*/ 0 h 181"/>
                  <a:gd name="T4" fmla="*/ 113 w 452"/>
                  <a:gd name="T5" fmla="*/ 181 h 181"/>
                  <a:gd name="T6" fmla="*/ 452 w 452"/>
                  <a:gd name="T7" fmla="*/ 181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2" h="181">
                    <a:moveTo>
                      <a:pt x="0" y="0"/>
                    </a:moveTo>
                    <a:lnTo>
                      <a:pt x="113" y="0"/>
                    </a:lnTo>
                    <a:lnTo>
                      <a:pt x="113" y="181"/>
                    </a:lnTo>
                    <a:lnTo>
                      <a:pt x="452" y="18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03" name="Freeform 36">
                <a:extLst>
                  <a:ext uri="{FF2B5EF4-FFF2-40B4-BE49-F238E27FC236}">
                    <a16:creationId xmlns:a16="http://schemas.microsoft.com/office/drawing/2014/main" id="{3E46E04E-D060-41B6-B11C-F183CEB6335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077" y="2022"/>
                <a:ext cx="452" cy="204"/>
              </a:xfrm>
              <a:custGeom>
                <a:avLst/>
                <a:gdLst>
                  <a:gd name="T0" fmla="*/ 0 w 452"/>
                  <a:gd name="T1" fmla="*/ 0 h 181"/>
                  <a:gd name="T2" fmla="*/ 113 w 452"/>
                  <a:gd name="T3" fmla="*/ 0 h 181"/>
                  <a:gd name="T4" fmla="*/ 113 w 452"/>
                  <a:gd name="T5" fmla="*/ 371 h 181"/>
                  <a:gd name="T6" fmla="*/ 452 w 452"/>
                  <a:gd name="T7" fmla="*/ 371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2" h="181">
                    <a:moveTo>
                      <a:pt x="0" y="0"/>
                    </a:moveTo>
                    <a:lnTo>
                      <a:pt x="113" y="0"/>
                    </a:lnTo>
                    <a:lnTo>
                      <a:pt x="113" y="181"/>
                    </a:lnTo>
                    <a:lnTo>
                      <a:pt x="452" y="18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04" name="Freeform 37">
                <a:extLst>
                  <a:ext uri="{FF2B5EF4-FFF2-40B4-BE49-F238E27FC236}">
                    <a16:creationId xmlns:a16="http://schemas.microsoft.com/office/drawing/2014/main" id="{69CFA6E0-03BC-4886-9F4F-85730584D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231"/>
                <a:ext cx="463" cy="587"/>
              </a:xfrm>
              <a:custGeom>
                <a:avLst/>
                <a:gdLst>
                  <a:gd name="T0" fmla="*/ 0 w 463"/>
                  <a:gd name="T1" fmla="*/ 0 h 587"/>
                  <a:gd name="T2" fmla="*/ 271 w 463"/>
                  <a:gd name="T3" fmla="*/ 0 h 587"/>
                  <a:gd name="T4" fmla="*/ 271 w 463"/>
                  <a:gd name="T5" fmla="*/ 587 h 587"/>
                  <a:gd name="T6" fmla="*/ 463 w 463"/>
                  <a:gd name="T7" fmla="*/ 587 h 5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3" h="587">
                    <a:moveTo>
                      <a:pt x="0" y="0"/>
                    </a:moveTo>
                    <a:lnTo>
                      <a:pt x="271" y="0"/>
                    </a:lnTo>
                    <a:lnTo>
                      <a:pt x="271" y="587"/>
                    </a:lnTo>
                    <a:lnTo>
                      <a:pt x="463" y="58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05" name="Freeform 38">
                <a:extLst>
                  <a:ext uri="{FF2B5EF4-FFF2-40B4-BE49-F238E27FC236}">
                    <a16:creationId xmlns:a16="http://schemas.microsoft.com/office/drawing/2014/main" id="{09FE2B82-1011-4A9C-A13C-D3346F2EF01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067" y="2124"/>
                <a:ext cx="463" cy="587"/>
              </a:xfrm>
              <a:custGeom>
                <a:avLst/>
                <a:gdLst>
                  <a:gd name="T0" fmla="*/ 0 w 463"/>
                  <a:gd name="T1" fmla="*/ 0 h 587"/>
                  <a:gd name="T2" fmla="*/ 271 w 463"/>
                  <a:gd name="T3" fmla="*/ 0 h 587"/>
                  <a:gd name="T4" fmla="*/ 271 w 463"/>
                  <a:gd name="T5" fmla="*/ 587 h 587"/>
                  <a:gd name="T6" fmla="*/ 463 w 463"/>
                  <a:gd name="T7" fmla="*/ 587 h 5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3" h="587">
                    <a:moveTo>
                      <a:pt x="0" y="0"/>
                    </a:moveTo>
                    <a:lnTo>
                      <a:pt x="271" y="0"/>
                    </a:lnTo>
                    <a:lnTo>
                      <a:pt x="271" y="587"/>
                    </a:lnTo>
                    <a:lnTo>
                      <a:pt x="463" y="58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06" name="Line 39">
                <a:extLst>
                  <a:ext uri="{FF2B5EF4-FFF2-40B4-BE49-F238E27FC236}">
                    <a16:creationId xmlns:a16="http://schemas.microsoft.com/office/drawing/2014/main" id="{E9ED5976-CBBA-49F5-BB24-5F0CCE6CB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9" y="1976"/>
                <a:ext cx="25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07" name="Rectangle 40">
                <a:extLst>
                  <a:ext uri="{FF2B5EF4-FFF2-40B4-BE49-F238E27FC236}">
                    <a16:creationId xmlns:a16="http://schemas.microsoft.com/office/drawing/2014/main" id="{98D2156A-C96F-44F4-A895-1B15F8BB6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9" y="1004"/>
                <a:ext cx="155" cy="27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08" name="Freeform 41">
                <a:extLst>
                  <a:ext uri="{FF2B5EF4-FFF2-40B4-BE49-F238E27FC236}">
                    <a16:creationId xmlns:a16="http://schemas.microsoft.com/office/drawing/2014/main" id="{E96E8200-7DDE-4703-B65E-47CFDDC43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128"/>
                <a:ext cx="824" cy="1467"/>
              </a:xfrm>
              <a:custGeom>
                <a:avLst/>
                <a:gdLst>
                  <a:gd name="T0" fmla="*/ 0 w 824"/>
                  <a:gd name="T1" fmla="*/ 0 h 1524"/>
                  <a:gd name="T2" fmla="*/ 689 w 824"/>
                  <a:gd name="T3" fmla="*/ 0 h 1524"/>
                  <a:gd name="T4" fmla="*/ 689 w 824"/>
                  <a:gd name="T5" fmla="*/ 1212 h 1524"/>
                  <a:gd name="T6" fmla="*/ 824 w 824"/>
                  <a:gd name="T7" fmla="*/ 1212 h 15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4" h="1524">
                    <a:moveTo>
                      <a:pt x="0" y="0"/>
                    </a:moveTo>
                    <a:lnTo>
                      <a:pt x="689" y="0"/>
                    </a:lnTo>
                    <a:lnTo>
                      <a:pt x="689" y="1524"/>
                    </a:lnTo>
                    <a:lnTo>
                      <a:pt x="824" y="152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09" name="Line 42">
                <a:extLst>
                  <a:ext uri="{FF2B5EF4-FFF2-40B4-BE49-F238E27FC236}">
                    <a16:creationId xmlns:a16="http://schemas.microsoft.com/office/drawing/2014/main" id="{B673EE5A-B901-498A-BF88-C16A4FAF0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4" y="1129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0" name="Line 43">
                <a:extLst>
                  <a:ext uri="{FF2B5EF4-FFF2-40B4-BE49-F238E27FC236}">
                    <a16:creationId xmlns:a16="http://schemas.microsoft.com/office/drawing/2014/main" id="{8AA02CC7-757F-4C65-82D1-8BA2CBDF38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04" y="1615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1" name="Line 44">
                <a:extLst>
                  <a:ext uri="{FF2B5EF4-FFF2-40B4-BE49-F238E27FC236}">
                    <a16:creationId xmlns:a16="http://schemas.microsoft.com/office/drawing/2014/main" id="{1ECA3D3F-0239-4AE4-A0B1-4C925CE781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4" y="2112"/>
                <a:ext cx="1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2" name="Line 45">
                <a:extLst>
                  <a:ext uri="{FF2B5EF4-FFF2-40B4-BE49-F238E27FC236}">
                    <a16:creationId xmlns:a16="http://schemas.microsoft.com/office/drawing/2014/main" id="{E7C1F0C6-AD9D-4FA4-9FE7-21BC1B6BA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5" y="1118"/>
                <a:ext cx="28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3" name="Rectangle 46">
                <a:extLst>
                  <a:ext uri="{FF2B5EF4-FFF2-40B4-BE49-F238E27FC236}">
                    <a16:creationId xmlns:a16="http://schemas.microsoft.com/office/drawing/2014/main" id="{94591D48-C8B3-4740-83D4-5429B9DB5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996"/>
                <a:ext cx="155" cy="27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4" name="Rectangle 47">
                <a:extLst>
                  <a:ext uri="{FF2B5EF4-FFF2-40B4-BE49-F238E27FC236}">
                    <a16:creationId xmlns:a16="http://schemas.microsoft.com/office/drawing/2014/main" id="{8EE905E8-6CA1-44AA-9751-54D601D97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3414"/>
                <a:ext cx="155" cy="27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5" name="Line 48">
                <a:extLst>
                  <a:ext uri="{FF2B5EF4-FFF2-40B4-BE49-F238E27FC236}">
                    <a16:creationId xmlns:a16="http://schemas.microsoft.com/office/drawing/2014/main" id="{C21C2102-AB69-40EC-9530-CA347E8822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3" y="3122"/>
                <a:ext cx="35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6" name="Line 49">
                <a:extLst>
                  <a:ext uri="{FF2B5EF4-FFF2-40B4-BE49-F238E27FC236}">
                    <a16:creationId xmlns:a16="http://schemas.microsoft.com/office/drawing/2014/main" id="{8AD01DE3-8042-4346-9C28-05F3374E61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4" y="3540"/>
                <a:ext cx="33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7" name="Freeform 50">
                <a:extLst>
                  <a:ext uri="{FF2B5EF4-FFF2-40B4-BE49-F238E27FC236}">
                    <a16:creationId xmlns:a16="http://schemas.microsoft.com/office/drawing/2014/main" id="{A52313CF-85CA-465C-A343-A6F56CB7D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796"/>
                <a:ext cx="689" cy="1739"/>
              </a:xfrm>
              <a:custGeom>
                <a:avLst/>
                <a:gdLst>
                  <a:gd name="T0" fmla="*/ 0 w 689"/>
                  <a:gd name="T1" fmla="*/ 1269 h 1852"/>
                  <a:gd name="T2" fmla="*/ 396 w 689"/>
                  <a:gd name="T3" fmla="*/ 1269 h 1852"/>
                  <a:gd name="T4" fmla="*/ 396 w 689"/>
                  <a:gd name="T5" fmla="*/ 0 h 1852"/>
                  <a:gd name="T6" fmla="*/ 689 w 689"/>
                  <a:gd name="T7" fmla="*/ 0 h 18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9" h="1852">
                    <a:moveTo>
                      <a:pt x="0" y="1852"/>
                    </a:moveTo>
                    <a:lnTo>
                      <a:pt x="396" y="1852"/>
                    </a:lnTo>
                    <a:lnTo>
                      <a:pt x="396" y="0"/>
                    </a:lnTo>
                    <a:lnTo>
                      <a:pt x="6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8" name="Line 51">
                <a:extLst>
                  <a:ext uri="{FF2B5EF4-FFF2-40B4-BE49-F238E27FC236}">
                    <a16:creationId xmlns:a16="http://schemas.microsoft.com/office/drawing/2014/main" id="{E47491BE-6CDE-4E49-9691-21D7FE8CAD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6" y="2781"/>
                <a:ext cx="28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19" name="Freeform 52">
                <a:extLst>
                  <a:ext uri="{FF2B5EF4-FFF2-40B4-BE49-F238E27FC236}">
                    <a16:creationId xmlns:a16="http://schemas.microsoft.com/office/drawing/2014/main" id="{7F6175E0-8903-4067-AA72-C169060D3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10"/>
                <a:ext cx="1073" cy="2225"/>
              </a:xfrm>
              <a:custGeom>
                <a:avLst/>
                <a:gdLst>
                  <a:gd name="T0" fmla="*/ 0 w 1073"/>
                  <a:gd name="T1" fmla="*/ 2225 h 2225"/>
                  <a:gd name="T2" fmla="*/ 0 w 1073"/>
                  <a:gd name="T3" fmla="*/ 2022 h 2225"/>
                  <a:gd name="T4" fmla="*/ 689 w 1073"/>
                  <a:gd name="T5" fmla="*/ 2022 h 2225"/>
                  <a:gd name="T6" fmla="*/ 689 w 1073"/>
                  <a:gd name="T7" fmla="*/ 0 h 2225"/>
                  <a:gd name="T8" fmla="*/ 1073 w 1073"/>
                  <a:gd name="T9" fmla="*/ 0 h 2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3" h="2225">
                    <a:moveTo>
                      <a:pt x="0" y="2225"/>
                    </a:moveTo>
                    <a:lnTo>
                      <a:pt x="0" y="2022"/>
                    </a:lnTo>
                    <a:lnTo>
                      <a:pt x="689" y="2022"/>
                    </a:lnTo>
                    <a:lnTo>
                      <a:pt x="689" y="0"/>
                    </a:lnTo>
                    <a:lnTo>
                      <a:pt x="107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0" name="Line 53">
                <a:extLst>
                  <a:ext uri="{FF2B5EF4-FFF2-40B4-BE49-F238E27FC236}">
                    <a16:creationId xmlns:a16="http://schemas.microsoft.com/office/drawing/2014/main" id="{19FDD71F-14C9-4FE2-8129-D14C2247D6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0" y="2857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1" name="Line 54">
                <a:extLst>
                  <a:ext uri="{FF2B5EF4-FFF2-40B4-BE49-F238E27FC236}">
                    <a16:creationId xmlns:a16="http://schemas.microsoft.com/office/drawing/2014/main" id="{14A5D0D3-25B7-40B3-BFF8-6DD275951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1" y="2371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2" name="Line 55">
                <a:extLst>
                  <a:ext uri="{FF2B5EF4-FFF2-40B4-BE49-F238E27FC236}">
                    <a16:creationId xmlns:a16="http://schemas.microsoft.com/office/drawing/2014/main" id="{6E446C99-605C-4F02-9D7D-BC91A14467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1" y="1886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3" name="Line 56">
                <a:extLst>
                  <a:ext uri="{FF2B5EF4-FFF2-40B4-BE49-F238E27FC236}">
                    <a16:creationId xmlns:a16="http://schemas.microsoft.com/office/drawing/2014/main" id="{4C8F1D9D-69F3-4E6A-9F5A-95913E3D76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0" y="1389"/>
                <a:ext cx="1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4" name="Line 57">
                <a:extLst>
                  <a:ext uri="{FF2B5EF4-FFF2-40B4-BE49-F238E27FC236}">
                    <a16:creationId xmlns:a16="http://schemas.microsoft.com/office/drawing/2014/main" id="{C0700C32-87F4-4703-9E69-5117B255AE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4" y="2281"/>
                <a:ext cx="39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5" name="Freeform 58">
                <a:extLst>
                  <a:ext uri="{FF2B5EF4-FFF2-40B4-BE49-F238E27FC236}">
                    <a16:creationId xmlns:a16="http://schemas.microsoft.com/office/drawing/2014/main" id="{B5EDD489-31F4-4FD8-B0D5-B8D1C342C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192"/>
                <a:ext cx="678" cy="925"/>
              </a:xfrm>
              <a:custGeom>
                <a:avLst/>
                <a:gdLst>
                  <a:gd name="T0" fmla="*/ 0 w 678"/>
                  <a:gd name="T1" fmla="*/ 107 h 1423"/>
                  <a:gd name="T2" fmla="*/ 215 w 678"/>
                  <a:gd name="T3" fmla="*/ 107 h 1423"/>
                  <a:gd name="T4" fmla="*/ 215 w 678"/>
                  <a:gd name="T5" fmla="*/ 0 h 1423"/>
                  <a:gd name="T6" fmla="*/ 678 w 678"/>
                  <a:gd name="T7" fmla="*/ 0 h 1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8" h="1423">
                    <a:moveTo>
                      <a:pt x="0" y="1423"/>
                    </a:moveTo>
                    <a:lnTo>
                      <a:pt x="215" y="1423"/>
                    </a:lnTo>
                    <a:lnTo>
                      <a:pt x="215" y="0"/>
                    </a:lnTo>
                    <a:lnTo>
                      <a:pt x="678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6" name="Line 59">
                <a:extLst>
                  <a:ext uri="{FF2B5EF4-FFF2-40B4-BE49-F238E27FC236}">
                    <a16:creationId xmlns:a16="http://schemas.microsoft.com/office/drawing/2014/main" id="{21D45B3D-6D98-4C32-A8A5-0A98A40C0D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4" y="2687"/>
                <a:ext cx="48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7" name="Freeform 60">
                <a:extLst>
                  <a:ext uri="{FF2B5EF4-FFF2-40B4-BE49-F238E27FC236}">
                    <a16:creationId xmlns:a16="http://schemas.microsoft.com/office/drawing/2014/main" id="{ED1FA6CE-EBE8-43A2-BE12-F06C0029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220"/>
                <a:ext cx="1061" cy="1897"/>
              </a:xfrm>
              <a:custGeom>
                <a:avLst/>
                <a:gdLst>
                  <a:gd name="T0" fmla="*/ 0 w 1061"/>
                  <a:gd name="T1" fmla="*/ 1897 h 1897"/>
                  <a:gd name="T2" fmla="*/ 0 w 1061"/>
                  <a:gd name="T3" fmla="*/ 1705 h 1897"/>
                  <a:gd name="T4" fmla="*/ 485 w 1061"/>
                  <a:gd name="T5" fmla="*/ 1705 h 1897"/>
                  <a:gd name="T6" fmla="*/ 485 w 1061"/>
                  <a:gd name="T7" fmla="*/ 0 h 1897"/>
                  <a:gd name="T8" fmla="*/ 1061 w 1061"/>
                  <a:gd name="T9" fmla="*/ 0 h 18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1" h="1897">
                    <a:moveTo>
                      <a:pt x="0" y="1897"/>
                    </a:moveTo>
                    <a:lnTo>
                      <a:pt x="0" y="1705"/>
                    </a:lnTo>
                    <a:lnTo>
                      <a:pt x="485" y="1705"/>
                    </a:lnTo>
                    <a:lnTo>
                      <a:pt x="485" y="0"/>
                    </a:lnTo>
                    <a:lnTo>
                      <a:pt x="1061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8" name="Line 61">
                <a:extLst>
                  <a:ext uri="{FF2B5EF4-FFF2-40B4-BE49-F238E27FC236}">
                    <a16:creationId xmlns:a16="http://schemas.microsoft.com/office/drawing/2014/main" id="{BFD67D23-135A-4A8A-93FC-9AE38F2263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51" y="1705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29" name="Oval 62">
                <a:extLst>
                  <a:ext uri="{FF2B5EF4-FFF2-40B4-BE49-F238E27FC236}">
                    <a16:creationId xmlns:a16="http://schemas.microsoft.com/office/drawing/2014/main" id="{528CB79D-4DBD-441D-B27F-58F149877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3501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0" name="Oval 63">
                <a:extLst>
                  <a:ext uri="{FF2B5EF4-FFF2-40B4-BE49-F238E27FC236}">
                    <a16:creationId xmlns:a16="http://schemas.microsoft.com/office/drawing/2014/main" id="{4BE1C23B-D6FF-45F9-A088-6BD5333BC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3072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1" name="Oval 64">
                <a:extLst>
                  <a:ext uri="{FF2B5EF4-FFF2-40B4-BE49-F238E27FC236}">
                    <a16:creationId xmlns:a16="http://schemas.microsoft.com/office/drawing/2014/main" id="{481DE90C-71D2-413B-8EF8-43608C22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1660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2" name="Oval 65">
                <a:extLst>
                  <a:ext uri="{FF2B5EF4-FFF2-40B4-BE49-F238E27FC236}">
                    <a16:creationId xmlns:a16="http://schemas.microsoft.com/office/drawing/2014/main" id="{CE13CA04-78FE-4F6A-882A-9E606C6D5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654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3" name="Oval 66">
                <a:extLst>
                  <a:ext uri="{FF2B5EF4-FFF2-40B4-BE49-F238E27FC236}">
                    <a16:creationId xmlns:a16="http://schemas.microsoft.com/office/drawing/2014/main" id="{75371473-2811-41DF-96C2-892CF3FD6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236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4" name="Oval 67">
                <a:extLst>
                  <a:ext uri="{FF2B5EF4-FFF2-40B4-BE49-F238E27FC236}">
                    <a16:creationId xmlns:a16="http://schemas.microsoft.com/office/drawing/2014/main" id="{6ADC272A-E89E-4877-9502-9687576A9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2733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5" name="Oval 68">
                <a:extLst>
                  <a:ext uri="{FF2B5EF4-FFF2-40B4-BE49-F238E27FC236}">
                    <a16:creationId xmlns:a16="http://schemas.microsoft.com/office/drawing/2014/main" id="{60FCD525-B09C-4C77-9358-8A0F685AB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66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6" name="Oval 69">
                <a:extLst>
                  <a:ext uri="{FF2B5EF4-FFF2-40B4-BE49-F238E27FC236}">
                    <a16:creationId xmlns:a16="http://schemas.microsoft.com/office/drawing/2014/main" id="{30D09ACC-B1F2-4710-BF9C-AAC26CCB8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547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7" name="Oval 70">
                <a:extLst>
                  <a:ext uri="{FF2B5EF4-FFF2-40B4-BE49-F238E27FC236}">
                    <a16:creationId xmlns:a16="http://schemas.microsoft.com/office/drawing/2014/main" id="{065B85EE-107C-4E47-A0F3-359B3039E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1084"/>
                <a:ext cx="79" cy="79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8" name="Oval 71">
                <a:extLst>
                  <a:ext uri="{FF2B5EF4-FFF2-40B4-BE49-F238E27FC236}">
                    <a16:creationId xmlns:a16="http://schemas.microsoft.com/office/drawing/2014/main" id="{66A2D5A0-AE6A-41DA-BC7E-449B12252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1" y="3488"/>
                <a:ext cx="82" cy="8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39" name="Oval 72">
                <a:extLst>
                  <a:ext uri="{FF2B5EF4-FFF2-40B4-BE49-F238E27FC236}">
                    <a16:creationId xmlns:a16="http://schemas.microsoft.com/office/drawing/2014/main" id="{49CF3424-A546-4996-8ECC-380C62809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3" y="3081"/>
                <a:ext cx="82" cy="8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40" name="Oval 73">
                <a:extLst>
                  <a:ext uri="{FF2B5EF4-FFF2-40B4-BE49-F238E27FC236}">
                    <a16:creationId xmlns:a16="http://schemas.microsoft.com/office/drawing/2014/main" id="{B516EF94-65E7-4702-9BDE-489C25FA0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1082"/>
                <a:ext cx="82" cy="8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4041" name="Text Box 74">
                <a:extLst>
                  <a:ext uri="{FF2B5EF4-FFF2-40B4-BE49-F238E27FC236}">
                    <a16:creationId xmlns:a16="http://schemas.microsoft.com/office/drawing/2014/main" id="{65888B1D-4981-47BC-BE5D-17356D0E05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05" y="1830"/>
                <a:ext cx="385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</a:p>
            </p:txBody>
          </p:sp>
          <p:sp>
            <p:nvSpPr>
              <p:cNvPr id="84042" name="Text Box 75">
                <a:extLst>
                  <a:ext uri="{FF2B5EF4-FFF2-40B4-BE49-F238E27FC236}">
                    <a16:creationId xmlns:a16="http://schemas.microsoft.com/office/drawing/2014/main" id="{50960510-296E-4C25-B026-6D86BEE402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" y="1209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grpSp>
            <p:nvGrpSpPr>
              <p:cNvPr id="84043" name="Group 76">
                <a:extLst>
                  <a:ext uri="{FF2B5EF4-FFF2-40B4-BE49-F238E27FC236}">
                    <a16:creationId xmlns:a16="http://schemas.microsoft.com/office/drawing/2014/main" id="{A3F3C44D-F3C9-4201-B6B2-8A5DAB6303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8" y="938"/>
                <a:ext cx="385" cy="327"/>
                <a:chOff x="3805" y="3197"/>
                <a:chExt cx="385" cy="327"/>
              </a:xfrm>
            </p:grpSpPr>
            <p:sp>
              <p:nvSpPr>
                <p:cNvPr id="84049" name="Text Box 77">
                  <a:extLst>
                    <a:ext uri="{FF2B5EF4-FFF2-40B4-BE49-F238E27FC236}">
                      <a16:creationId xmlns:a16="http://schemas.microsoft.com/office/drawing/2014/main" id="{5447C170-0824-4F41-ADB8-D124610D8A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05" y="3197"/>
                  <a:ext cx="385" cy="327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S</a:t>
                  </a:r>
                  <a:r>
                    <a:rPr kumimoji="1" lang="en-US" altLang="zh-CN" sz="28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84050" name="Line 78">
                  <a:extLst>
                    <a:ext uri="{FF2B5EF4-FFF2-40B4-BE49-F238E27FC236}">
                      <a16:creationId xmlns:a16="http://schemas.microsoft.com/office/drawing/2014/main" id="{9AD74A2B-253C-4A19-834E-F363F35B86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863" y="3241"/>
                  <a:ext cx="124" cy="0"/>
                </a:xfrm>
                <a:prstGeom prst="line">
                  <a:avLst/>
                </a:prstGeom>
                <a:noFill/>
                <a:ln w="38100">
                  <a:solidFill>
                    <a:srgbClr val="FF33C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84044" name="Text Box 79">
                <a:extLst>
                  <a:ext uri="{FF2B5EF4-FFF2-40B4-BE49-F238E27FC236}">
                    <a16:creationId xmlns:a16="http://schemas.microsoft.com/office/drawing/2014/main" id="{D97BECC9-4FD6-4BAB-A48C-AC7316DBAD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6" y="1683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84045" name="Text Box 80">
                <a:extLst>
                  <a:ext uri="{FF2B5EF4-FFF2-40B4-BE49-F238E27FC236}">
                    <a16:creationId xmlns:a16="http://schemas.microsoft.com/office/drawing/2014/main" id="{9B02D55E-29C0-492C-A639-2C5FA2F466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6" y="2180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84046" name="Text Box 81">
                <a:extLst>
                  <a:ext uri="{FF2B5EF4-FFF2-40B4-BE49-F238E27FC236}">
                    <a16:creationId xmlns:a16="http://schemas.microsoft.com/office/drawing/2014/main" id="{5C1A4FE9-A29A-40EA-960F-EB270C56E2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7" y="2677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84047" name="Text Box 82">
                <a:extLst>
                  <a:ext uri="{FF2B5EF4-FFF2-40B4-BE49-F238E27FC236}">
                    <a16:creationId xmlns:a16="http://schemas.microsoft.com/office/drawing/2014/main" id="{03D17BF6-B797-41BD-8A31-ED7938541B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6" y="3332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84048" name="Text Box 83">
                <a:extLst>
                  <a:ext uri="{FF2B5EF4-FFF2-40B4-BE49-F238E27FC236}">
                    <a16:creationId xmlns:a16="http://schemas.microsoft.com/office/drawing/2014/main" id="{A9C25C1A-2023-4D0E-B253-2B08129905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" y="2959"/>
                <a:ext cx="407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83989" name="Text Box 84">
              <a:extLst>
                <a:ext uri="{FF2B5EF4-FFF2-40B4-BE49-F238E27FC236}">
                  <a16:creationId xmlns:a16="http://schemas.microsoft.com/office/drawing/2014/main" id="{DD9CEBD0-4370-4225-98F1-8190008D50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5" y="771"/>
              <a:ext cx="239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3990" name="Text Box 85">
              <a:extLst>
                <a:ext uri="{FF2B5EF4-FFF2-40B4-BE49-F238E27FC236}">
                  <a16:creationId xmlns:a16="http://schemas.microsoft.com/office/drawing/2014/main" id="{B39C4A00-6585-4FC1-ABFB-3538CC0A7E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9" y="696"/>
              <a:ext cx="239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3991" name="Text Box 86">
              <a:extLst>
                <a:ext uri="{FF2B5EF4-FFF2-40B4-BE49-F238E27FC236}">
                  <a16:creationId xmlns:a16="http://schemas.microsoft.com/office/drawing/2014/main" id="{03878DA7-4F6B-4A21-8F74-A7095DF96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0" y="2706"/>
              <a:ext cx="239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3992" name="Text Box 87">
              <a:extLst>
                <a:ext uri="{FF2B5EF4-FFF2-40B4-BE49-F238E27FC236}">
                  <a16:creationId xmlns:a16="http://schemas.microsoft.com/office/drawing/2014/main" id="{06B3E46F-2C5E-4EDF-BD34-DBF5714D7D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0" y="3119"/>
              <a:ext cx="239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3993" name="Text Box 88">
              <a:extLst>
                <a:ext uri="{FF2B5EF4-FFF2-40B4-BE49-F238E27FC236}">
                  <a16:creationId xmlns:a16="http://schemas.microsoft.com/office/drawing/2014/main" id="{4ECD7C7D-991B-468C-B807-6A66F069DA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4" y="1260"/>
              <a:ext cx="239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3994" name="Text Box 89">
              <a:extLst>
                <a:ext uri="{FF2B5EF4-FFF2-40B4-BE49-F238E27FC236}">
                  <a16:creationId xmlns:a16="http://schemas.microsoft.com/office/drawing/2014/main" id="{DB5EFD56-5BD3-4A97-9201-05658D61F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5" y="1749"/>
              <a:ext cx="239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3995" name="Text Box 90">
              <a:extLst>
                <a:ext uri="{FF2B5EF4-FFF2-40B4-BE49-F238E27FC236}">
                  <a16:creationId xmlns:a16="http://schemas.microsoft.com/office/drawing/2014/main" id="{A2222C4A-96C5-48BE-A606-91DA94C0B2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5" y="2260"/>
              <a:ext cx="239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3996" name="Text Box 91">
              <a:extLst>
                <a:ext uri="{FF2B5EF4-FFF2-40B4-BE49-F238E27FC236}">
                  <a16:creationId xmlns:a16="http://schemas.microsoft.com/office/drawing/2014/main" id="{E9201261-AC11-422D-9A24-1C00B81ADB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9" y="1489"/>
              <a:ext cx="239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  <p:grpSp>
        <p:nvGrpSpPr>
          <p:cNvPr id="289884" name="Group 92">
            <a:extLst>
              <a:ext uri="{FF2B5EF4-FFF2-40B4-BE49-F238E27FC236}">
                <a16:creationId xmlns:a16="http://schemas.microsoft.com/office/drawing/2014/main" id="{3C7254D6-8EE0-46C8-879B-95766056B796}"/>
              </a:ext>
            </a:extLst>
          </p:cNvPr>
          <p:cNvGrpSpPr>
            <a:grpSpLocks/>
          </p:cNvGrpSpPr>
          <p:nvPr/>
        </p:nvGrpSpPr>
        <p:grpSpPr bwMode="auto">
          <a:xfrm>
            <a:off x="1022350" y="5710238"/>
            <a:ext cx="7372350" cy="520700"/>
            <a:chOff x="644" y="3597"/>
            <a:chExt cx="4644" cy="328"/>
          </a:xfrm>
        </p:grpSpPr>
        <p:grpSp>
          <p:nvGrpSpPr>
            <p:cNvPr id="83974" name="Group 93">
              <a:extLst>
                <a:ext uri="{FF2B5EF4-FFF2-40B4-BE49-F238E27FC236}">
                  <a16:creationId xmlns:a16="http://schemas.microsoft.com/office/drawing/2014/main" id="{C4A5E298-5DA4-4298-9344-CAFE5C730A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4" y="3598"/>
              <a:ext cx="4644" cy="327"/>
              <a:chOff x="644" y="3598"/>
              <a:chExt cx="4644" cy="327"/>
            </a:xfrm>
          </p:grpSpPr>
          <p:sp>
            <p:nvSpPr>
              <p:cNvPr id="83979" name="Text Box 94">
                <a:extLst>
                  <a:ext uri="{FF2B5EF4-FFF2-40B4-BE49-F238E27FC236}">
                    <a16:creationId xmlns:a16="http://schemas.microsoft.com/office/drawing/2014/main" id="{C60B2A2A-4CA8-4E2E-ACAA-1861823EC2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4" y="3598"/>
                <a:ext cx="4644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Y=S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+S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+S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+S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83980" name="Line 95">
                <a:extLst>
                  <a:ext uri="{FF2B5EF4-FFF2-40B4-BE49-F238E27FC236}">
                    <a16:creationId xmlns:a16="http://schemas.microsoft.com/office/drawing/2014/main" id="{AE740F7C-9738-49CA-8BF3-D43B169AF3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5" y="3648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981" name="Line 96">
                <a:extLst>
                  <a:ext uri="{FF2B5EF4-FFF2-40B4-BE49-F238E27FC236}">
                    <a16:creationId xmlns:a16="http://schemas.microsoft.com/office/drawing/2014/main" id="{F57C24AF-1EF6-4F3C-B218-5612F1CA44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2" y="3648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982" name="Line 97">
                <a:extLst>
                  <a:ext uri="{FF2B5EF4-FFF2-40B4-BE49-F238E27FC236}">
                    <a16:creationId xmlns:a16="http://schemas.microsoft.com/office/drawing/2014/main" id="{7625AD84-9B5E-4541-B44B-AE9BBE77AB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4" y="3648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983" name="Line 98">
                <a:extLst>
                  <a:ext uri="{FF2B5EF4-FFF2-40B4-BE49-F238E27FC236}">
                    <a16:creationId xmlns:a16="http://schemas.microsoft.com/office/drawing/2014/main" id="{F7FD3185-95CE-4267-A7F4-82B108018B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9" y="3659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984" name="Line 99">
                <a:extLst>
                  <a:ext uri="{FF2B5EF4-FFF2-40B4-BE49-F238E27FC236}">
                    <a16:creationId xmlns:a16="http://schemas.microsoft.com/office/drawing/2014/main" id="{B8F819BE-EED4-408D-BE05-CCDDBB5519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4" y="3659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985" name="Line 100">
                <a:extLst>
                  <a:ext uri="{FF2B5EF4-FFF2-40B4-BE49-F238E27FC236}">
                    <a16:creationId xmlns:a16="http://schemas.microsoft.com/office/drawing/2014/main" id="{BDC960FE-17E4-4E03-B376-F45A3291C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3659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986" name="Line 101">
                <a:extLst>
                  <a:ext uri="{FF2B5EF4-FFF2-40B4-BE49-F238E27FC236}">
                    <a16:creationId xmlns:a16="http://schemas.microsoft.com/office/drawing/2014/main" id="{948BF096-310E-4F97-9069-A2B8A7A5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659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3987" name="Line 102">
                <a:extLst>
                  <a:ext uri="{FF2B5EF4-FFF2-40B4-BE49-F238E27FC236}">
                    <a16:creationId xmlns:a16="http://schemas.microsoft.com/office/drawing/2014/main" id="{9829E330-C2A8-43FB-8C65-DA116E9085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8" y="3659"/>
                <a:ext cx="1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3975" name="Line 103">
              <a:extLst>
                <a:ext uri="{FF2B5EF4-FFF2-40B4-BE49-F238E27FC236}">
                  <a16:creationId xmlns:a16="http://schemas.microsoft.com/office/drawing/2014/main" id="{F70B50AF-DB08-4721-9B8F-6F75D3C3A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9" y="3597"/>
              <a:ext cx="1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3976" name="Line 104">
              <a:extLst>
                <a:ext uri="{FF2B5EF4-FFF2-40B4-BE49-F238E27FC236}">
                  <a16:creationId xmlns:a16="http://schemas.microsoft.com/office/drawing/2014/main" id="{3710BD87-13BF-485A-B341-67686A693D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3" y="3597"/>
              <a:ext cx="1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3977" name="Line 105">
              <a:extLst>
                <a:ext uri="{FF2B5EF4-FFF2-40B4-BE49-F238E27FC236}">
                  <a16:creationId xmlns:a16="http://schemas.microsoft.com/office/drawing/2014/main" id="{4A011309-81E4-40C1-8744-76C0E5EBBA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5" y="3608"/>
              <a:ext cx="1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3978" name="Line 106">
              <a:extLst>
                <a:ext uri="{FF2B5EF4-FFF2-40B4-BE49-F238E27FC236}">
                  <a16:creationId xmlns:a16="http://schemas.microsoft.com/office/drawing/2014/main" id="{CC08E3E3-A2FC-41C3-93C0-BFC6BD8F81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9" y="3608"/>
              <a:ext cx="1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321983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97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97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3" dur="500"/>
                                        <p:tgtEl>
                                          <p:spTgt spid="289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8" dur="500"/>
                                        <p:tgtEl>
                                          <p:spTgt spid="289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89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794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Rectangle 2">
            <a:extLst>
              <a:ext uri="{FF2B5EF4-FFF2-40B4-BE49-F238E27FC236}">
                <a16:creationId xmlns:a16="http://schemas.microsoft.com/office/drawing/2014/main" id="{BE3076DF-DFA6-452B-A6FC-C0EFF5C293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6413" y="268288"/>
            <a:ext cx="2913062" cy="461962"/>
          </a:xfrm>
          <a:ln>
            <a:noFill/>
          </a:ln>
        </p:spPr>
        <p:txBody>
          <a:bodyPr/>
          <a:lstStyle/>
          <a:p>
            <a:pPr algn="l" eaLnBrk="1" hangingPunct="1">
              <a:defRPr/>
            </a:pPr>
            <a:r>
              <a:rPr lang="zh-CN" altLang="en-US" sz="2800" b="1" dirty="0">
                <a:solidFill>
                  <a:srgbClr val="1F08F8"/>
                </a:solidFill>
              </a:rPr>
              <a:t>常用数据选择器</a:t>
            </a:r>
          </a:p>
        </p:txBody>
      </p:sp>
      <p:sp>
        <p:nvSpPr>
          <p:cNvPr id="286723" name="Text Box 3">
            <a:extLst>
              <a:ext uri="{FF2B5EF4-FFF2-40B4-BE49-F238E27FC236}">
                <a16:creationId xmlns:a16="http://schemas.microsoft.com/office/drawing/2014/main" id="{7B382078-A80D-45A1-9FFD-6F469DCF3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5838" y="915988"/>
            <a:ext cx="586422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157——4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位二选一数据选择器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86724" name="Group 4">
            <a:extLst>
              <a:ext uri="{FF2B5EF4-FFF2-40B4-BE49-F238E27FC236}">
                <a16:creationId xmlns:a16="http://schemas.microsoft.com/office/drawing/2014/main" id="{F790E99A-2C39-4493-868A-54302F6400D6}"/>
              </a:ext>
            </a:extLst>
          </p:cNvPr>
          <p:cNvGrpSpPr>
            <a:grpSpLocks/>
          </p:cNvGrpSpPr>
          <p:nvPr/>
        </p:nvGrpSpPr>
        <p:grpSpPr bwMode="auto">
          <a:xfrm>
            <a:off x="600075" y="1949450"/>
            <a:ext cx="8031163" cy="4014788"/>
            <a:chOff x="378" y="1228"/>
            <a:chExt cx="5059" cy="2529"/>
          </a:xfrm>
        </p:grpSpPr>
        <p:pic>
          <p:nvPicPr>
            <p:cNvPr id="80901" name="Picture 5" descr="msotw9_temp0">
              <a:extLst>
                <a:ext uri="{FF2B5EF4-FFF2-40B4-BE49-F238E27FC236}">
                  <a16:creationId xmlns:a16="http://schemas.microsoft.com/office/drawing/2014/main" id="{06C61007-2039-479E-9351-5C928CF2BE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lum bright="-24000" contrast="4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775" t="11880" r="2014" b="9908"/>
            <a:stretch>
              <a:fillRect/>
            </a:stretch>
          </p:blipFill>
          <p:spPr bwMode="auto">
            <a:xfrm>
              <a:off x="378" y="1228"/>
              <a:ext cx="5059" cy="2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0902" name="Text Box 6">
              <a:extLst>
                <a:ext uri="{FF2B5EF4-FFF2-40B4-BE49-F238E27FC236}">
                  <a16:creationId xmlns:a16="http://schemas.microsoft.com/office/drawing/2014/main" id="{63E501C1-76B5-428F-98E7-E7F22DE420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1" y="2837"/>
              <a:ext cx="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0903" name="Text Box 7">
              <a:extLst>
                <a:ext uri="{FF2B5EF4-FFF2-40B4-BE49-F238E27FC236}">
                  <a16:creationId xmlns:a16="http://schemas.microsoft.com/office/drawing/2014/main" id="{7E6A6C3A-C35A-478E-A7C9-87749527EC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" y="1707"/>
              <a:ext cx="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0904" name="Text Box 8">
              <a:extLst>
                <a:ext uri="{FF2B5EF4-FFF2-40B4-BE49-F238E27FC236}">
                  <a16:creationId xmlns:a16="http://schemas.microsoft.com/office/drawing/2014/main" id="{7294F0E2-EED4-4B9D-8445-33F273DF31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5" y="2185"/>
              <a:ext cx="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0905" name="Text Box 9">
              <a:extLst>
                <a:ext uri="{FF2B5EF4-FFF2-40B4-BE49-F238E27FC236}">
                  <a16:creationId xmlns:a16="http://schemas.microsoft.com/office/drawing/2014/main" id="{9E12DE02-6A63-464A-8650-1550758D1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9" y="1717"/>
              <a:ext cx="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0906" name="Text Box 10">
              <a:extLst>
                <a:ext uri="{FF2B5EF4-FFF2-40B4-BE49-F238E27FC236}">
                  <a16:creationId xmlns:a16="http://schemas.microsoft.com/office/drawing/2014/main" id="{02ED05DC-1583-42BD-AC7D-B0A74901F1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6" y="2837"/>
              <a:ext cx="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0907" name="Text Box 11">
              <a:extLst>
                <a:ext uri="{FF2B5EF4-FFF2-40B4-BE49-F238E27FC236}">
                  <a16:creationId xmlns:a16="http://schemas.microsoft.com/office/drawing/2014/main" id="{FBFFB663-7C9A-4E6E-81D7-74786D94ED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2848"/>
              <a:ext cx="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0908" name="Text Box 12">
              <a:extLst>
                <a:ext uri="{FF2B5EF4-FFF2-40B4-BE49-F238E27FC236}">
                  <a16:creationId xmlns:a16="http://schemas.microsoft.com/office/drawing/2014/main" id="{B79E6603-11A1-4BEC-9F82-3CA9B0D4A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7" y="2837"/>
              <a:ext cx="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0909" name="Rectangle 13">
              <a:extLst>
                <a:ext uri="{FF2B5EF4-FFF2-40B4-BE49-F238E27FC236}">
                  <a16:creationId xmlns:a16="http://schemas.microsoft.com/office/drawing/2014/main" id="{62FB8DE2-7C1B-4A28-A15C-DC7B6C13A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3119"/>
              <a:ext cx="217" cy="141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910" name="Rectangle 14">
              <a:extLst>
                <a:ext uri="{FF2B5EF4-FFF2-40B4-BE49-F238E27FC236}">
                  <a16:creationId xmlns:a16="http://schemas.microsoft.com/office/drawing/2014/main" id="{196DCD78-3DE6-49B8-8BE7-B681D68A4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3119"/>
              <a:ext cx="217" cy="141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911" name="Rectangle 15">
              <a:extLst>
                <a:ext uri="{FF2B5EF4-FFF2-40B4-BE49-F238E27FC236}">
                  <a16:creationId xmlns:a16="http://schemas.microsoft.com/office/drawing/2014/main" id="{D3EA43EE-A19E-4865-A56B-B3A31A955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3130"/>
              <a:ext cx="217" cy="141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912" name="Rectangle 16">
              <a:extLst>
                <a:ext uri="{FF2B5EF4-FFF2-40B4-BE49-F238E27FC236}">
                  <a16:creationId xmlns:a16="http://schemas.microsoft.com/office/drawing/2014/main" id="{416889E2-03F4-4602-81AF-955E0315B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3130"/>
              <a:ext cx="217" cy="141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80913" name="Group 17">
              <a:extLst>
                <a:ext uri="{FF2B5EF4-FFF2-40B4-BE49-F238E27FC236}">
                  <a16:creationId xmlns:a16="http://schemas.microsoft.com/office/drawing/2014/main" id="{BAB9EF50-1D80-4883-A150-04F0E5F28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0" y="3022"/>
              <a:ext cx="293" cy="250"/>
              <a:chOff x="587" y="3250"/>
              <a:chExt cx="293" cy="250"/>
            </a:xfrm>
          </p:grpSpPr>
          <p:sp>
            <p:nvSpPr>
              <p:cNvPr id="80923" name="Text Box 18">
                <a:extLst>
                  <a:ext uri="{FF2B5EF4-FFF2-40B4-BE49-F238E27FC236}">
                    <a16:creationId xmlns:a16="http://schemas.microsoft.com/office/drawing/2014/main" id="{005BE19F-D7DD-4141-B144-A36AC86B7C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7" y="3250"/>
                <a:ext cx="293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80924" name="Line 19">
                <a:extLst>
                  <a:ext uri="{FF2B5EF4-FFF2-40B4-BE49-F238E27FC236}">
                    <a16:creationId xmlns:a16="http://schemas.microsoft.com/office/drawing/2014/main" id="{FDE969B7-FA55-4851-A07D-5F846D79E1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30" y="3402"/>
                <a:ext cx="109" cy="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0914" name="Group 20">
              <a:extLst>
                <a:ext uri="{FF2B5EF4-FFF2-40B4-BE49-F238E27FC236}">
                  <a16:creationId xmlns:a16="http://schemas.microsoft.com/office/drawing/2014/main" id="{0AD5E08D-54CB-46D8-B102-FB2BCAEA62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6" y="3033"/>
              <a:ext cx="293" cy="250"/>
              <a:chOff x="587" y="3250"/>
              <a:chExt cx="293" cy="250"/>
            </a:xfrm>
          </p:grpSpPr>
          <p:sp>
            <p:nvSpPr>
              <p:cNvPr id="80921" name="Text Box 21">
                <a:extLst>
                  <a:ext uri="{FF2B5EF4-FFF2-40B4-BE49-F238E27FC236}">
                    <a16:creationId xmlns:a16="http://schemas.microsoft.com/office/drawing/2014/main" id="{F15D3FA6-C784-4CD7-B24B-7845BAC9D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7" y="3250"/>
                <a:ext cx="293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80922" name="Line 22">
                <a:extLst>
                  <a:ext uri="{FF2B5EF4-FFF2-40B4-BE49-F238E27FC236}">
                    <a16:creationId xmlns:a16="http://schemas.microsoft.com/office/drawing/2014/main" id="{2F83350F-1FED-495A-A2D8-7961A7A07D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30" y="3402"/>
                <a:ext cx="109" cy="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0915" name="Group 23">
              <a:extLst>
                <a:ext uri="{FF2B5EF4-FFF2-40B4-BE49-F238E27FC236}">
                  <a16:creationId xmlns:a16="http://schemas.microsoft.com/office/drawing/2014/main" id="{569ADD97-4685-4E61-8883-B537A7677E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3" y="3021"/>
              <a:ext cx="293" cy="250"/>
              <a:chOff x="587" y="3250"/>
              <a:chExt cx="293" cy="250"/>
            </a:xfrm>
          </p:grpSpPr>
          <p:sp>
            <p:nvSpPr>
              <p:cNvPr id="80919" name="Text Box 24">
                <a:extLst>
                  <a:ext uri="{FF2B5EF4-FFF2-40B4-BE49-F238E27FC236}">
                    <a16:creationId xmlns:a16="http://schemas.microsoft.com/office/drawing/2014/main" id="{F11A8CD2-972A-4E4D-87A6-18A38A4ECB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7" y="3250"/>
                <a:ext cx="293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80920" name="Line 25">
                <a:extLst>
                  <a:ext uri="{FF2B5EF4-FFF2-40B4-BE49-F238E27FC236}">
                    <a16:creationId xmlns:a16="http://schemas.microsoft.com/office/drawing/2014/main" id="{509AAB24-3FD1-49D7-BA5C-00329EDA04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30" y="3402"/>
                <a:ext cx="109" cy="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0916" name="Group 26">
              <a:extLst>
                <a:ext uri="{FF2B5EF4-FFF2-40B4-BE49-F238E27FC236}">
                  <a16:creationId xmlns:a16="http://schemas.microsoft.com/office/drawing/2014/main" id="{DAA9B404-87C3-40C0-8502-F3BCE5CE0B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8" y="3031"/>
              <a:ext cx="293" cy="250"/>
              <a:chOff x="587" y="3250"/>
              <a:chExt cx="293" cy="250"/>
            </a:xfrm>
          </p:grpSpPr>
          <p:sp>
            <p:nvSpPr>
              <p:cNvPr id="80917" name="Text Box 27">
                <a:extLst>
                  <a:ext uri="{FF2B5EF4-FFF2-40B4-BE49-F238E27FC236}">
                    <a16:creationId xmlns:a16="http://schemas.microsoft.com/office/drawing/2014/main" id="{A63C7BAA-E5C5-43E5-9BD5-A45941F953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7" y="3250"/>
                <a:ext cx="293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80918" name="Line 28">
                <a:extLst>
                  <a:ext uri="{FF2B5EF4-FFF2-40B4-BE49-F238E27FC236}">
                    <a16:creationId xmlns:a16="http://schemas.microsoft.com/office/drawing/2014/main" id="{C26CE7B3-FA6D-4E1F-A7AC-A96DB412A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30" y="3402"/>
                <a:ext cx="109" cy="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547939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67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67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67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67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286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22" grpId="0" autoUpdateAnimBg="0"/>
      <p:bldP spid="286723" grpId="0" autoUpdateAnimBg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Rectangle 2">
            <a:extLst>
              <a:ext uri="{FF2B5EF4-FFF2-40B4-BE49-F238E27FC236}">
                <a16:creationId xmlns:a16="http://schemas.microsoft.com/office/drawing/2014/main" id="{A561BBDF-284C-40DA-9A49-FBB7CF96244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563688" y="341313"/>
            <a:ext cx="2895600" cy="587375"/>
          </a:xfrm>
        </p:spPr>
        <p:txBody>
          <a:bodyPr/>
          <a:lstStyle/>
          <a:p>
            <a:pPr algn="l" eaLnBrk="1" hangingPunct="1">
              <a:defRPr/>
            </a:pPr>
            <a:r>
              <a:rPr lang="zh-CN" altLang="en-US" sz="2800" b="1" dirty="0">
                <a:solidFill>
                  <a:srgbClr val="1F08F8"/>
                </a:solidFill>
              </a:rPr>
              <a:t>常用数据选择器</a:t>
            </a:r>
          </a:p>
        </p:txBody>
      </p:sp>
      <p:sp>
        <p:nvSpPr>
          <p:cNvPr id="287747" name="Text Box 3">
            <a:extLst>
              <a:ext uri="{FF2B5EF4-FFF2-40B4-BE49-F238E27FC236}">
                <a16:creationId xmlns:a16="http://schemas.microsoft.com/office/drawing/2014/main" id="{14EF4FA3-CD61-4C35-8F1A-A090A619B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4613" y="1292225"/>
            <a:ext cx="586422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153——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双四选一数据选择器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87748" name="Group 4">
            <a:extLst>
              <a:ext uri="{FF2B5EF4-FFF2-40B4-BE49-F238E27FC236}">
                <a16:creationId xmlns:a16="http://schemas.microsoft.com/office/drawing/2014/main" id="{32C5BCF6-F44A-4ECD-9CF6-6EB152C532FD}"/>
              </a:ext>
            </a:extLst>
          </p:cNvPr>
          <p:cNvGrpSpPr>
            <a:grpSpLocks/>
          </p:cNvGrpSpPr>
          <p:nvPr/>
        </p:nvGrpSpPr>
        <p:grpSpPr bwMode="auto">
          <a:xfrm>
            <a:off x="800100" y="2266950"/>
            <a:ext cx="7653338" cy="3776663"/>
            <a:chOff x="504" y="1428"/>
            <a:chExt cx="4821" cy="2379"/>
          </a:xfrm>
        </p:grpSpPr>
        <p:pic>
          <p:nvPicPr>
            <p:cNvPr id="81925" name="Picture 5" descr="msotw9_temp0">
              <a:extLst>
                <a:ext uri="{FF2B5EF4-FFF2-40B4-BE49-F238E27FC236}">
                  <a16:creationId xmlns:a16="http://schemas.microsoft.com/office/drawing/2014/main" id="{E1D46172-0F6F-4918-87EB-82E9DA24F9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6409" r="8028" b="10040"/>
            <a:stretch>
              <a:fillRect/>
            </a:stretch>
          </p:blipFill>
          <p:spPr bwMode="auto">
            <a:xfrm>
              <a:off x="504" y="1428"/>
              <a:ext cx="4821" cy="23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1926" name="Text Box 6">
              <a:extLst>
                <a:ext uri="{FF2B5EF4-FFF2-40B4-BE49-F238E27FC236}">
                  <a16:creationId xmlns:a16="http://schemas.microsoft.com/office/drawing/2014/main" id="{A23CACAC-D5A7-4A2E-A35A-5C74B4107C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" y="2119"/>
              <a:ext cx="25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1927" name="Text Box 7">
              <a:extLst>
                <a:ext uri="{FF2B5EF4-FFF2-40B4-BE49-F238E27FC236}">
                  <a16:creationId xmlns:a16="http://schemas.microsoft.com/office/drawing/2014/main" id="{17E31F8A-13BB-401F-964E-634C803D53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3" y="1913"/>
              <a:ext cx="25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1928" name="Text Box 8">
              <a:extLst>
                <a:ext uri="{FF2B5EF4-FFF2-40B4-BE49-F238E27FC236}">
                  <a16:creationId xmlns:a16="http://schemas.microsoft.com/office/drawing/2014/main" id="{2B7C8A4F-F8E5-4FDB-8A34-F936F96AC3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0" y="1902"/>
              <a:ext cx="25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1929" name="Text Box 9">
              <a:extLst>
                <a:ext uri="{FF2B5EF4-FFF2-40B4-BE49-F238E27FC236}">
                  <a16:creationId xmlns:a16="http://schemas.microsoft.com/office/drawing/2014/main" id="{1C3115C7-19F8-46DA-8151-3080AC48FB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5" y="2304"/>
              <a:ext cx="25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1930" name="Text Box 10">
              <a:extLst>
                <a:ext uri="{FF2B5EF4-FFF2-40B4-BE49-F238E27FC236}">
                  <a16:creationId xmlns:a16="http://schemas.microsoft.com/office/drawing/2014/main" id="{8EFA79D0-9DA1-4C55-BD21-297B9E8D2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1" y="2304"/>
              <a:ext cx="25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1931" name="Text Box 11">
              <a:extLst>
                <a:ext uri="{FF2B5EF4-FFF2-40B4-BE49-F238E27FC236}">
                  <a16:creationId xmlns:a16="http://schemas.microsoft.com/office/drawing/2014/main" id="{CA379261-3B35-4FBA-A379-45B26085D8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4" y="2087"/>
              <a:ext cx="25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1932" name="Text Box 12">
              <a:extLst>
                <a:ext uri="{FF2B5EF4-FFF2-40B4-BE49-F238E27FC236}">
                  <a16:creationId xmlns:a16="http://schemas.microsoft.com/office/drawing/2014/main" id="{A14D2141-0C78-43F7-972C-F962FEB586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" y="3119"/>
              <a:ext cx="25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1933" name="Text Box 13">
              <a:extLst>
                <a:ext uri="{FF2B5EF4-FFF2-40B4-BE49-F238E27FC236}">
                  <a16:creationId xmlns:a16="http://schemas.microsoft.com/office/drawing/2014/main" id="{CB3B15E6-7989-4B05-AC8C-A334A7652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6" y="3097"/>
              <a:ext cx="25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1934" name="Rectangle 14">
              <a:extLst>
                <a:ext uri="{FF2B5EF4-FFF2-40B4-BE49-F238E27FC236}">
                  <a16:creationId xmlns:a16="http://schemas.microsoft.com/office/drawing/2014/main" id="{9393DB86-F67B-4A52-A491-5DBDC8DBD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" y="3358"/>
              <a:ext cx="131" cy="109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1935" name="Rectangle 15">
              <a:extLst>
                <a:ext uri="{FF2B5EF4-FFF2-40B4-BE49-F238E27FC236}">
                  <a16:creationId xmlns:a16="http://schemas.microsoft.com/office/drawing/2014/main" id="{C5E66BE5-B18E-4B47-94A1-D4A595937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3347"/>
              <a:ext cx="131" cy="109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81936" name="Group 16">
              <a:extLst>
                <a:ext uri="{FF2B5EF4-FFF2-40B4-BE49-F238E27FC236}">
                  <a16:creationId xmlns:a16="http://schemas.microsoft.com/office/drawing/2014/main" id="{C55B0D45-3AEA-4BD2-84E5-0A035B192C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5" y="3283"/>
              <a:ext cx="402" cy="231"/>
              <a:chOff x="2771" y="3315"/>
              <a:chExt cx="402" cy="231"/>
            </a:xfrm>
          </p:grpSpPr>
          <p:sp>
            <p:nvSpPr>
              <p:cNvPr id="81940" name="Text Box 17">
                <a:extLst>
                  <a:ext uri="{FF2B5EF4-FFF2-40B4-BE49-F238E27FC236}">
                    <a16:creationId xmlns:a16="http://schemas.microsoft.com/office/drawing/2014/main" id="{6B6E635B-4623-4DDD-A4FE-21A6D98016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71" y="3315"/>
                <a:ext cx="40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81941" name="Line 18">
                <a:extLst>
                  <a:ext uri="{FF2B5EF4-FFF2-40B4-BE49-F238E27FC236}">
                    <a16:creationId xmlns:a16="http://schemas.microsoft.com/office/drawing/2014/main" id="{3967A681-D570-42FE-A683-90C0DACFCE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15" y="3478"/>
                <a:ext cx="87" cy="4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1937" name="Group 19">
              <a:extLst>
                <a:ext uri="{FF2B5EF4-FFF2-40B4-BE49-F238E27FC236}">
                  <a16:creationId xmlns:a16="http://schemas.microsoft.com/office/drawing/2014/main" id="{F2ADA2C5-0E45-487E-826A-5DB87A9E5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5" y="3250"/>
              <a:ext cx="402" cy="231"/>
              <a:chOff x="2771" y="3315"/>
              <a:chExt cx="402" cy="231"/>
            </a:xfrm>
          </p:grpSpPr>
          <p:sp>
            <p:nvSpPr>
              <p:cNvPr id="81938" name="Text Box 20">
                <a:extLst>
                  <a:ext uri="{FF2B5EF4-FFF2-40B4-BE49-F238E27FC236}">
                    <a16:creationId xmlns:a16="http://schemas.microsoft.com/office/drawing/2014/main" id="{8FA02797-A7B8-4601-8768-E33DB2A6EB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71" y="3315"/>
                <a:ext cx="40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81939" name="Line 21">
                <a:extLst>
                  <a:ext uri="{FF2B5EF4-FFF2-40B4-BE49-F238E27FC236}">
                    <a16:creationId xmlns:a16="http://schemas.microsoft.com/office/drawing/2014/main" id="{E753EF00-F7EF-4569-86B9-599385202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15" y="3478"/>
                <a:ext cx="87" cy="4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8416168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77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77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7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7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8" dur="500"/>
                                        <p:tgtEl>
                                          <p:spTgt spid="287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7746" grpId="0" autoUpdateAnimBg="0"/>
      <p:bldP spid="287747" grpId="0" autoUpdateAnimBg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2">
            <a:extLst>
              <a:ext uri="{FF2B5EF4-FFF2-40B4-BE49-F238E27FC236}">
                <a16:creationId xmlns:a16="http://schemas.microsoft.com/office/drawing/2014/main" id="{2A2B5290-8FD2-4894-9E31-4140EC899D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250825"/>
            <a:ext cx="3457575" cy="515938"/>
          </a:xfrm>
        </p:spPr>
        <p:txBody>
          <a:bodyPr/>
          <a:lstStyle/>
          <a:p>
            <a:pPr algn="l" eaLnBrk="1" hangingPunct="1">
              <a:defRPr/>
            </a:pPr>
            <a:r>
              <a:rPr lang="zh-CN" altLang="en-US" sz="2800" b="1" dirty="0">
                <a:solidFill>
                  <a:srgbClr val="1F08F8"/>
                </a:solidFill>
              </a:rPr>
              <a:t>常用数据选择器</a:t>
            </a:r>
          </a:p>
        </p:txBody>
      </p:sp>
      <p:sp>
        <p:nvSpPr>
          <p:cNvPr id="288771" name="Text Box 3">
            <a:extLst>
              <a:ext uri="{FF2B5EF4-FFF2-40B4-BE49-F238E27FC236}">
                <a16:creationId xmlns:a16="http://schemas.microsoft.com/office/drawing/2014/main" id="{6F3B25EC-7A02-4024-B22A-885411D3FA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9350" y="1003300"/>
            <a:ext cx="586422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151——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八选一数据选择器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88772" name="Group 4">
            <a:extLst>
              <a:ext uri="{FF2B5EF4-FFF2-40B4-BE49-F238E27FC236}">
                <a16:creationId xmlns:a16="http://schemas.microsoft.com/office/drawing/2014/main" id="{14113DD8-D196-4D76-B0DE-FD24568AF895}"/>
              </a:ext>
            </a:extLst>
          </p:cNvPr>
          <p:cNvGrpSpPr>
            <a:grpSpLocks/>
          </p:cNvGrpSpPr>
          <p:nvPr/>
        </p:nvGrpSpPr>
        <p:grpSpPr bwMode="auto">
          <a:xfrm>
            <a:off x="828675" y="1887538"/>
            <a:ext cx="7561263" cy="4213225"/>
            <a:chOff x="522" y="1189"/>
            <a:chExt cx="4763" cy="2654"/>
          </a:xfrm>
        </p:grpSpPr>
        <p:pic>
          <p:nvPicPr>
            <p:cNvPr id="82949" name="Picture 5" descr="msotw9_temp0">
              <a:extLst>
                <a:ext uri="{FF2B5EF4-FFF2-40B4-BE49-F238E27FC236}">
                  <a16:creationId xmlns:a16="http://schemas.microsoft.com/office/drawing/2014/main" id="{588BB4B4-46D3-474C-84E2-25DBE7AA01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lum bright="-24000" contrast="48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864" t="5034" r="4697" b="4370"/>
            <a:stretch>
              <a:fillRect/>
            </a:stretch>
          </p:blipFill>
          <p:spPr bwMode="auto">
            <a:xfrm>
              <a:off x="522" y="1189"/>
              <a:ext cx="4763" cy="26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2950" name="Text Box 6">
              <a:extLst>
                <a:ext uri="{FF2B5EF4-FFF2-40B4-BE49-F238E27FC236}">
                  <a16:creationId xmlns:a16="http://schemas.microsoft.com/office/drawing/2014/main" id="{68496FA1-9F0C-40C6-B3B4-69FD68C0E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" y="1533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2951" name="Text Box 7">
              <a:extLst>
                <a:ext uri="{FF2B5EF4-FFF2-40B4-BE49-F238E27FC236}">
                  <a16:creationId xmlns:a16="http://schemas.microsoft.com/office/drawing/2014/main" id="{B5F93CE1-F871-4715-B76C-B30E98CF27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533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2952" name="Text Box 8">
              <a:extLst>
                <a:ext uri="{FF2B5EF4-FFF2-40B4-BE49-F238E27FC236}">
                  <a16:creationId xmlns:a16="http://schemas.microsoft.com/office/drawing/2014/main" id="{DC28FD14-A2DC-4A28-AFCF-9D7EB1565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9" y="1522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2953" name="Text Box 9">
              <a:extLst>
                <a:ext uri="{FF2B5EF4-FFF2-40B4-BE49-F238E27FC236}">
                  <a16:creationId xmlns:a16="http://schemas.microsoft.com/office/drawing/2014/main" id="{0C59158B-76D2-493B-8F6B-0ED5E8686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0" y="1870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2954" name="Text Box 10">
              <a:extLst>
                <a:ext uri="{FF2B5EF4-FFF2-40B4-BE49-F238E27FC236}">
                  <a16:creationId xmlns:a16="http://schemas.microsoft.com/office/drawing/2014/main" id="{EE956F48-D2BA-4CAD-99FD-ED95B16C4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859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2955" name="Text Box 11">
              <a:extLst>
                <a:ext uri="{FF2B5EF4-FFF2-40B4-BE49-F238E27FC236}">
                  <a16:creationId xmlns:a16="http://schemas.microsoft.com/office/drawing/2014/main" id="{F110E817-A4C1-4A28-A763-DA464923D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" y="1859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2956" name="Text Box 12">
              <a:extLst>
                <a:ext uri="{FF2B5EF4-FFF2-40B4-BE49-F238E27FC236}">
                  <a16:creationId xmlns:a16="http://schemas.microsoft.com/office/drawing/2014/main" id="{35A6FF5E-D23B-43AA-9B3D-71547252A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7" y="1859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2957" name="Text Box 13">
              <a:extLst>
                <a:ext uri="{FF2B5EF4-FFF2-40B4-BE49-F238E27FC236}">
                  <a16:creationId xmlns:a16="http://schemas.microsoft.com/office/drawing/2014/main" id="{0CA9AD2E-1EB0-40A4-9B60-4E291AC33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4" y="2783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2958" name="Rectangle 14">
              <a:extLst>
                <a:ext uri="{FF2B5EF4-FFF2-40B4-BE49-F238E27FC236}">
                  <a16:creationId xmlns:a16="http://schemas.microsoft.com/office/drawing/2014/main" id="{C6A7D159-46B8-43EC-B9FE-B7954C522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3032"/>
              <a:ext cx="142" cy="87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2959" name="Text Box 15">
              <a:extLst>
                <a:ext uri="{FF2B5EF4-FFF2-40B4-BE49-F238E27FC236}">
                  <a16:creationId xmlns:a16="http://schemas.microsoft.com/office/drawing/2014/main" id="{867840EC-E83D-4EAE-8887-77A84B1C0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2" y="3294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grpSp>
          <p:nvGrpSpPr>
            <p:cNvPr id="82960" name="Group 16">
              <a:extLst>
                <a:ext uri="{FF2B5EF4-FFF2-40B4-BE49-F238E27FC236}">
                  <a16:creationId xmlns:a16="http://schemas.microsoft.com/office/drawing/2014/main" id="{EAB591C8-71A2-44B3-ADB9-FCFE201F89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6" y="2946"/>
              <a:ext cx="402" cy="231"/>
              <a:chOff x="4175" y="3250"/>
              <a:chExt cx="402" cy="231"/>
            </a:xfrm>
          </p:grpSpPr>
          <p:sp>
            <p:nvSpPr>
              <p:cNvPr id="82961" name="Text Box 17">
                <a:extLst>
                  <a:ext uri="{FF2B5EF4-FFF2-40B4-BE49-F238E27FC236}">
                    <a16:creationId xmlns:a16="http://schemas.microsoft.com/office/drawing/2014/main" id="{E8C37057-2595-4638-A2FB-02EA41929A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75" y="3250"/>
                <a:ext cx="40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82962" name="Line 18">
                <a:extLst>
                  <a:ext uri="{FF2B5EF4-FFF2-40B4-BE49-F238E27FC236}">
                    <a16:creationId xmlns:a16="http://schemas.microsoft.com/office/drawing/2014/main" id="{7475C335-6ADD-4384-8CDE-BDE4F84B23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19" y="3413"/>
                <a:ext cx="87" cy="4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9878169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87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87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87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87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8" dur="500"/>
                                        <p:tgtEl>
                                          <p:spTgt spid="288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8770" grpId="0" autoUpdateAnimBg="0"/>
      <p:bldP spid="288771" grpId="0" autoUpdateAnimBg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Rectangle 2">
            <a:extLst>
              <a:ext uri="{FF2B5EF4-FFF2-40B4-BE49-F238E27FC236}">
                <a16:creationId xmlns:a16="http://schemas.microsoft.com/office/drawing/2014/main" id="{4DE83EE6-5D33-405C-BE31-F0B43A06BF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1000" y="238125"/>
            <a:ext cx="4903788" cy="533400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有使能端的双</a:t>
            </a:r>
            <a:r>
              <a:rPr lang="en-US" altLang="zh-CN" sz="2800" b="1" dirty="0">
                <a:solidFill>
                  <a:srgbClr val="1F08F8"/>
                </a:solidFill>
              </a:rPr>
              <a:t>4</a:t>
            </a:r>
            <a:r>
              <a:rPr lang="zh-CN" altLang="en-US" sz="2800" b="1" dirty="0">
                <a:solidFill>
                  <a:srgbClr val="1F08F8"/>
                </a:solidFill>
              </a:rPr>
              <a:t>选</a:t>
            </a:r>
            <a:r>
              <a:rPr lang="en-US" altLang="zh-CN" sz="2800" b="1" dirty="0">
                <a:solidFill>
                  <a:srgbClr val="1F08F8"/>
                </a:solidFill>
              </a:rPr>
              <a:t>1</a:t>
            </a:r>
            <a:r>
              <a:rPr lang="zh-CN" altLang="en-US" sz="2800" b="1" dirty="0">
                <a:solidFill>
                  <a:srgbClr val="1F08F8"/>
                </a:solidFill>
              </a:rPr>
              <a:t>数据选择器</a:t>
            </a:r>
          </a:p>
        </p:txBody>
      </p:sp>
      <p:grpSp>
        <p:nvGrpSpPr>
          <p:cNvPr id="290819" name="Group 3">
            <a:extLst>
              <a:ext uri="{FF2B5EF4-FFF2-40B4-BE49-F238E27FC236}">
                <a16:creationId xmlns:a16="http://schemas.microsoft.com/office/drawing/2014/main" id="{4F5F1665-4730-409C-96EF-EB8DB6E0A3D9}"/>
              </a:ext>
            </a:extLst>
          </p:cNvPr>
          <p:cNvGrpSpPr>
            <a:grpSpLocks/>
          </p:cNvGrpSpPr>
          <p:nvPr/>
        </p:nvGrpSpPr>
        <p:grpSpPr bwMode="auto">
          <a:xfrm>
            <a:off x="2278063" y="5930900"/>
            <a:ext cx="3802062" cy="519113"/>
            <a:chOff x="926" y="463"/>
            <a:chExt cx="2395" cy="327"/>
          </a:xfrm>
        </p:grpSpPr>
        <p:sp>
          <p:nvSpPr>
            <p:cNvPr id="85085" name="Text Box 4">
              <a:extLst>
                <a:ext uri="{FF2B5EF4-FFF2-40B4-BE49-F238E27FC236}">
                  <a16:creationId xmlns:a16="http://schemas.microsoft.com/office/drawing/2014/main" id="{272E1277-A6E1-453A-BC4A-A786D8CB89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6" y="463"/>
              <a:ext cx="239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（输出结构：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W=Y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）</a:t>
              </a: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86" name="Line 5">
              <a:extLst>
                <a:ext uri="{FF2B5EF4-FFF2-40B4-BE49-F238E27FC236}">
                  <a16:creationId xmlns:a16="http://schemas.microsoft.com/office/drawing/2014/main" id="{1BFCF00F-65D9-4A86-9905-60B01DD296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508"/>
              <a:ext cx="170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0822" name="Group 6">
            <a:extLst>
              <a:ext uri="{FF2B5EF4-FFF2-40B4-BE49-F238E27FC236}">
                <a16:creationId xmlns:a16="http://schemas.microsoft.com/office/drawing/2014/main" id="{E4318DF6-2797-470A-B591-EB10611E1D5E}"/>
              </a:ext>
            </a:extLst>
          </p:cNvPr>
          <p:cNvGrpSpPr>
            <a:grpSpLocks/>
          </p:cNvGrpSpPr>
          <p:nvPr/>
        </p:nvGrpSpPr>
        <p:grpSpPr bwMode="auto">
          <a:xfrm>
            <a:off x="503238" y="990600"/>
            <a:ext cx="7958137" cy="4686300"/>
            <a:chOff x="317" y="624"/>
            <a:chExt cx="5013" cy="2952"/>
          </a:xfrm>
        </p:grpSpPr>
        <p:grpSp>
          <p:nvGrpSpPr>
            <p:cNvPr id="84997" name="Group 7">
              <a:extLst>
                <a:ext uri="{FF2B5EF4-FFF2-40B4-BE49-F238E27FC236}">
                  <a16:creationId xmlns:a16="http://schemas.microsoft.com/office/drawing/2014/main" id="{26817DB4-8604-4307-B47D-9BFBE4F043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" y="624"/>
              <a:ext cx="5013" cy="2952"/>
              <a:chOff x="317" y="624"/>
              <a:chExt cx="5013" cy="2952"/>
            </a:xfrm>
          </p:grpSpPr>
          <p:pic>
            <p:nvPicPr>
              <p:cNvPr id="85014" name="Picture 8">
                <a:extLst>
                  <a:ext uri="{FF2B5EF4-FFF2-40B4-BE49-F238E27FC236}">
                    <a16:creationId xmlns:a16="http://schemas.microsoft.com/office/drawing/2014/main" id="{8634521F-DA32-481C-BF2B-F46F09C6A1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" y="645"/>
                <a:ext cx="4945" cy="2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5015" name="Picture 9">
                <a:extLst>
                  <a:ext uri="{FF2B5EF4-FFF2-40B4-BE49-F238E27FC236}">
                    <a16:creationId xmlns:a16="http://schemas.microsoft.com/office/drawing/2014/main" id="{E3606204-BAAB-441D-A6A4-39441E15A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" y="645"/>
                <a:ext cx="4945" cy="2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85016" name="Group 10">
                <a:extLst>
                  <a:ext uri="{FF2B5EF4-FFF2-40B4-BE49-F238E27FC236}">
                    <a16:creationId xmlns:a16="http://schemas.microsoft.com/office/drawing/2014/main" id="{45C0BF90-F5C1-4822-B7F6-0E92FA00AC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8" y="1188"/>
                <a:ext cx="260" cy="243"/>
                <a:chOff x="349" y="1615"/>
                <a:chExt cx="260" cy="243"/>
              </a:xfrm>
            </p:grpSpPr>
            <p:sp>
              <p:nvSpPr>
                <p:cNvPr id="85083" name="Rectangle 11">
                  <a:extLst>
                    <a:ext uri="{FF2B5EF4-FFF2-40B4-BE49-F238E27FC236}">
                      <a16:creationId xmlns:a16="http://schemas.microsoft.com/office/drawing/2014/main" id="{19D7E827-675F-418C-ABD3-E01452B503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" y="1615"/>
                  <a:ext cx="260" cy="170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5084" name="Oval 12">
                  <a:extLst>
                    <a:ext uri="{FF2B5EF4-FFF2-40B4-BE49-F238E27FC236}">
                      <a16:creationId xmlns:a16="http://schemas.microsoft.com/office/drawing/2014/main" id="{B9181588-ED9C-49C5-BDB3-583508CDF8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" y="1801"/>
                  <a:ext cx="57" cy="57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5017" name="Group 13">
                <a:extLst>
                  <a:ext uri="{FF2B5EF4-FFF2-40B4-BE49-F238E27FC236}">
                    <a16:creationId xmlns:a16="http://schemas.microsoft.com/office/drawing/2014/main" id="{B20901F3-EB1D-48D6-AD0A-BDB2FDE2F6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37" y="985"/>
                <a:ext cx="260" cy="243"/>
                <a:chOff x="349" y="1615"/>
                <a:chExt cx="260" cy="243"/>
              </a:xfrm>
            </p:grpSpPr>
            <p:sp>
              <p:nvSpPr>
                <p:cNvPr id="85081" name="Rectangle 14">
                  <a:extLst>
                    <a:ext uri="{FF2B5EF4-FFF2-40B4-BE49-F238E27FC236}">
                      <a16:creationId xmlns:a16="http://schemas.microsoft.com/office/drawing/2014/main" id="{79E87376-ED3B-4F6C-8430-44F4BB63BE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" y="1615"/>
                  <a:ext cx="260" cy="170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5082" name="Oval 15">
                  <a:extLst>
                    <a:ext uri="{FF2B5EF4-FFF2-40B4-BE49-F238E27FC236}">
                      <a16:creationId xmlns:a16="http://schemas.microsoft.com/office/drawing/2014/main" id="{69A38AEB-5620-40FE-8BA1-901DD2056A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" y="1801"/>
                  <a:ext cx="57" cy="57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5018" name="Group 16">
                <a:extLst>
                  <a:ext uri="{FF2B5EF4-FFF2-40B4-BE49-F238E27FC236}">
                    <a16:creationId xmlns:a16="http://schemas.microsoft.com/office/drawing/2014/main" id="{2262DAB9-F2D1-43E5-AC90-51BECCE822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37" y="1335"/>
                <a:ext cx="260" cy="243"/>
                <a:chOff x="349" y="1615"/>
                <a:chExt cx="260" cy="243"/>
              </a:xfrm>
            </p:grpSpPr>
            <p:sp>
              <p:nvSpPr>
                <p:cNvPr id="85079" name="Rectangle 17">
                  <a:extLst>
                    <a:ext uri="{FF2B5EF4-FFF2-40B4-BE49-F238E27FC236}">
                      <a16:creationId xmlns:a16="http://schemas.microsoft.com/office/drawing/2014/main" id="{300FC7F0-5FCD-4C4B-BED6-2A72023DE8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" y="1615"/>
                  <a:ext cx="260" cy="170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5080" name="Oval 18">
                  <a:extLst>
                    <a:ext uri="{FF2B5EF4-FFF2-40B4-BE49-F238E27FC236}">
                      <a16:creationId xmlns:a16="http://schemas.microsoft.com/office/drawing/2014/main" id="{940CFB7D-D966-4D7F-98A3-B255A95911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" y="1801"/>
                  <a:ext cx="57" cy="57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5019" name="Group 19">
                <a:extLst>
                  <a:ext uri="{FF2B5EF4-FFF2-40B4-BE49-F238E27FC236}">
                    <a16:creationId xmlns:a16="http://schemas.microsoft.com/office/drawing/2014/main" id="{9D6BC4E4-DF54-4603-82DA-8294EE42E3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68" y="996"/>
                <a:ext cx="260" cy="243"/>
                <a:chOff x="349" y="1615"/>
                <a:chExt cx="260" cy="243"/>
              </a:xfrm>
            </p:grpSpPr>
            <p:sp>
              <p:nvSpPr>
                <p:cNvPr id="85077" name="Rectangle 20">
                  <a:extLst>
                    <a:ext uri="{FF2B5EF4-FFF2-40B4-BE49-F238E27FC236}">
                      <a16:creationId xmlns:a16="http://schemas.microsoft.com/office/drawing/2014/main" id="{502E9950-6085-43DB-A98E-4BC1979A8A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" y="1615"/>
                  <a:ext cx="260" cy="170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5078" name="Oval 21">
                  <a:extLst>
                    <a:ext uri="{FF2B5EF4-FFF2-40B4-BE49-F238E27FC236}">
                      <a16:creationId xmlns:a16="http://schemas.microsoft.com/office/drawing/2014/main" id="{D495EBD7-419B-4B46-809A-B034B85899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" y="1801"/>
                  <a:ext cx="57" cy="57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5020" name="Group 22">
                <a:extLst>
                  <a:ext uri="{FF2B5EF4-FFF2-40B4-BE49-F238E27FC236}">
                    <a16:creationId xmlns:a16="http://schemas.microsoft.com/office/drawing/2014/main" id="{FEFE0476-93B8-48C4-922D-C1A414F274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68" y="1335"/>
                <a:ext cx="260" cy="243"/>
                <a:chOff x="349" y="1615"/>
                <a:chExt cx="260" cy="243"/>
              </a:xfrm>
            </p:grpSpPr>
            <p:sp>
              <p:nvSpPr>
                <p:cNvPr id="85075" name="Rectangle 23">
                  <a:extLst>
                    <a:ext uri="{FF2B5EF4-FFF2-40B4-BE49-F238E27FC236}">
                      <a16:creationId xmlns:a16="http://schemas.microsoft.com/office/drawing/2014/main" id="{3BE78A3A-B93B-474B-8562-B494DC9F7C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" y="1615"/>
                  <a:ext cx="260" cy="170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5076" name="Oval 24">
                  <a:extLst>
                    <a:ext uri="{FF2B5EF4-FFF2-40B4-BE49-F238E27FC236}">
                      <a16:creationId xmlns:a16="http://schemas.microsoft.com/office/drawing/2014/main" id="{B5AE4150-F7E5-40E4-A1BD-59DB62AF61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" y="1801"/>
                  <a:ext cx="57" cy="57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5021" name="Group 25">
                <a:extLst>
                  <a:ext uri="{FF2B5EF4-FFF2-40B4-BE49-F238E27FC236}">
                    <a16:creationId xmlns:a16="http://schemas.microsoft.com/office/drawing/2014/main" id="{2A16ABED-6A1B-40C7-BFA8-7D0A04A668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68" y="1177"/>
                <a:ext cx="260" cy="243"/>
                <a:chOff x="349" y="1615"/>
                <a:chExt cx="260" cy="243"/>
              </a:xfrm>
            </p:grpSpPr>
            <p:sp>
              <p:nvSpPr>
                <p:cNvPr id="85073" name="Rectangle 26">
                  <a:extLst>
                    <a:ext uri="{FF2B5EF4-FFF2-40B4-BE49-F238E27FC236}">
                      <a16:creationId xmlns:a16="http://schemas.microsoft.com/office/drawing/2014/main" id="{D0EFE1B9-6A6F-4046-97EC-D345C65FE9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" y="1615"/>
                  <a:ext cx="260" cy="170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5074" name="Oval 27">
                  <a:extLst>
                    <a:ext uri="{FF2B5EF4-FFF2-40B4-BE49-F238E27FC236}">
                      <a16:creationId xmlns:a16="http://schemas.microsoft.com/office/drawing/2014/main" id="{FF422652-B70C-4FDA-B9F3-4092AC36BB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" y="1801"/>
                  <a:ext cx="57" cy="57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5022" name="Group 28">
                <a:extLst>
                  <a:ext uri="{FF2B5EF4-FFF2-40B4-BE49-F238E27FC236}">
                    <a16:creationId xmlns:a16="http://schemas.microsoft.com/office/drawing/2014/main" id="{A86D27A9-FE7D-4F30-816D-4C45B232A1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5" y="2983"/>
                <a:ext cx="260" cy="243"/>
                <a:chOff x="349" y="1615"/>
                <a:chExt cx="260" cy="243"/>
              </a:xfrm>
            </p:grpSpPr>
            <p:sp>
              <p:nvSpPr>
                <p:cNvPr id="85071" name="Rectangle 29">
                  <a:extLst>
                    <a:ext uri="{FF2B5EF4-FFF2-40B4-BE49-F238E27FC236}">
                      <a16:creationId xmlns:a16="http://schemas.microsoft.com/office/drawing/2014/main" id="{82FD5DCC-B4C4-4689-A05F-569085402B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" y="1615"/>
                  <a:ext cx="260" cy="170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5072" name="Oval 30">
                  <a:extLst>
                    <a:ext uri="{FF2B5EF4-FFF2-40B4-BE49-F238E27FC236}">
                      <a16:creationId xmlns:a16="http://schemas.microsoft.com/office/drawing/2014/main" id="{73E9FEFE-7F75-47D2-9AD0-FBAC24127C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" y="1801"/>
                  <a:ext cx="57" cy="57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grpSp>
            <p:nvGrpSpPr>
              <p:cNvPr id="85023" name="Group 31">
                <a:extLst>
                  <a:ext uri="{FF2B5EF4-FFF2-40B4-BE49-F238E27FC236}">
                    <a16:creationId xmlns:a16="http://schemas.microsoft.com/office/drawing/2014/main" id="{F0D10649-9168-43C4-8388-64353B4BF4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85" y="2961"/>
                <a:ext cx="260" cy="243"/>
                <a:chOff x="349" y="1615"/>
                <a:chExt cx="260" cy="243"/>
              </a:xfrm>
            </p:grpSpPr>
            <p:sp>
              <p:nvSpPr>
                <p:cNvPr id="85069" name="Rectangle 32">
                  <a:extLst>
                    <a:ext uri="{FF2B5EF4-FFF2-40B4-BE49-F238E27FC236}">
                      <a16:creationId xmlns:a16="http://schemas.microsoft.com/office/drawing/2014/main" id="{3B533B54-7CAC-4F70-B40B-D05FC0722F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9" y="1615"/>
                  <a:ext cx="260" cy="170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85070" name="Oval 33">
                  <a:extLst>
                    <a:ext uri="{FF2B5EF4-FFF2-40B4-BE49-F238E27FC236}">
                      <a16:creationId xmlns:a16="http://schemas.microsoft.com/office/drawing/2014/main" id="{3CB213EE-8CF0-4A2A-B196-26097B99F2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" y="1801"/>
                  <a:ext cx="57" cy="57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85024" name="Rectangle 34">
                <a:extLst>
                  <a:ext uri="{FF2B5EF4-FFF2-40B4-BE49-F238E27FC236}">
                    <a16:creationId xmlns:a16="http://schemas.microsoft.com/office/drawing/2014/main" id="{1905CBAE-8EE2-4842-B147-131189EA2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3345"/>
                <a:ext cx="452" cy="1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25" name="Text Box 35">
                <a:extLst>
                  <a:ext uri="{FF2B5EF4-FFF2-40B4-BE49-F238E27FC236}">
                    <a16:creationId xmlns:a16="http://schemas.microsoft.com/office/drawing/2014/main" id="{CC99634A-6CA9-45E5-9D58-C6A90081D4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4" y="3278"/>
                <a:ext cx="711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1Y  1W</a:t>
                </a:r>
              </a:p>
            </p:txBody>
          </p:sp>
          <p:sp>
            <p:nvSpPr>
              <p:cNvPr id="85026" name="Rectangle 36">
                <a:extLst>
                  <a:ext uri="{FF2B5EF4-FFF2-40B4-BE49-F238E27FC236}">
                    <a16:creationId xmlns:a16="http://schemas.microsoft.com/office/drawing/2014/main" id="{24363C69-8DB4-444F-906F-49547D31E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3311"/>
                <a:ext cx="463" cy="158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27" name="Text Box 37">
                <a:extLst>
                  <a:ext uri="{FF2B5EF4-FFF2-40B4-BE49-F238E27FC236}">
                    <a16:creationId xmlns:a16="http://schemas.microsoft.com/office/drawing/2014/main" id="{70FE693F-CF23-4C3F-A25A-C94D422DC6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" y="3289"/>
                <a:ext cx="711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2Y  2W</a:t>
                </a:r>
              </a:p>
            </p:txBody>
          </p:sp>
          <p:sp>
            <p:nvSpPr>
              <p:cNvPr id="85028" name="Rectangle 38">
                <a:extLst>
                  <a:ext uri="{FF2B5EF4-FFF2-40B4-BE49-F238E27FC236}">
                    <a16:creationId xmlns:a16="http://schemas.microsoft.com/office/drawing/2014/main" id="{A9629B0C-5C6B-49A0-B32C-657B66489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2543"/>
                <a:ext cx="147" cy="113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29" name="Text Box 39">
                <a:extLst>
                  <a:ext uri="{FF2B5EF4-FFF2-40B4-BE49-F238E27FC236}">
                    <a16:creationId xmlns:a16="http://schemas.microsoft.com/office/drawing/2014/main" id="{A9C18393-BCBA-4F3E-969E-F0A4A11142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30" y="2466"/>
                <a:ext cx="282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+</a:t>
                </a:r>
              </a:p>
            </p:txBody>
          </p:sp>
          <p:sp>
            <p:nvSpPr>
              <p:cNvPr id="85030" name="Rectangle 40">
                <a:extLst>
                  <a:ext uri="{FF2B5EF4-FFF2-40B4-BE49-F238E27FC236}">
                    <a16:creationId xmlns:a16="http://schemas.microsoft.com/office/drawing/2014/main" id="{15638DE9-AEE7-4C4A-82D1-49C30B3F3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6" y="2566"/>
                <a:ext cx="135" cy="113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31" name="Text Box 41">
                <a:extLst>
                  <a:ext uri="{FF2B5EF4-FFF2-40B4-BE49-F238E27FC236}">
                    <a16:creationId xmlns:a16="http://schemas.microsoft.com/office/drawing/2014/main" id="{2933047D-C0E1-4242-9C6C-10C1636B1D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5" y="2511"/>
                <a:ext cx="282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+</a:t>
                </a:r>
              </a:p>
            </p:txBody>
          </p:sp>
          <p:sp>
            <p:nvSpPr>
              <p:cNvPr id="85032" name="Rectangle 42">
                <a:extLst>
                  <a:ext uri="{FF2B5EF4-FFF2-40B4-BE49-F238E27FC236}">
                    <a16:creationId xmlns:a16="http://schemas.microsoft.com/office/drawing/2014/main" id="{1E1CE908-C607-49DB-9D18-0A011E234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3" y="748"/>
                <a:ext cx="1254" cy="21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33" name="Text Box 43">
                <a:extLst>
                  <a:ext uri="{FF2B5EF4-FFF2-40B4-BE49-F238E27FC236}">
                    <a16:creationId xmlns:a16="http://schemas.microsoft.com/office/drawing/2014/main" id="{CAACF6FD-9556-4276-AACF-C219BE1C66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1" y="702"/>
                <a:ext cx="1490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85034" name="Rectangle 44">
                <a:extLst>
                  <a:ext uri="{FF2B5EF4-FFF2-40B4-BE49-F238E27FC236}">
                    <a16:creationId xmlns:a16="http://schemas.microsoft.com/office/drawing/2014/main" id="{3506F616-4A83-48A6-8EBE-8BA75E943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702"/>
                <a:ext cx="1355" cy="20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35" name="Text Box 45">
                <a:extLst>
                  <a:ext uri="{FF2B5EF4-FFF2-40B4-BE49-F238E27FC236}">
                    <a16:creationId xmlns:a16="http://schemas.microsoft.com/office/drawing/2014/main" id="{CD621273-91EB-4A6C-8553-9C90673041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33" y="714"/>
                <a:ext cx="1490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2D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85036" name="Rectangle 46">
                <a:extLst>
                  <a:ext uri="{FF2B5EF4-FFF2-40B4-BE49-F238E27FC236}">
                    <a16:creationId xmlns:a16="http://schemas.microsoft.com/office/drawing/2014/main" id="{EFD2732D-F447-40FC-94A8-2C01942E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6" y="669"/>
                <a:ext cx="745" cy="169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5037" name="Text Box 47">
                <a:extLst>
                  <a:ext uri="{FF2B5EF4-FFF2-40B4-BE49-F238E27FC236}">
                    <a16:creationId xmlns:a16="http://schemas.microsoft.com/office/drawing/2014/main" id="{4486E655-3EDC-4837-8FB3-EC836F874A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93" y="624"/>
                <a:ext cx="91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         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85038" name="Rectangle 48">
                <a:extLst>
                  <a:ext uri="{FF2B5EF4-FFF2-40B4-BE49-F238E27FC236}">
                    <a16:creationId xmlns:a16="http://schemas.microsoft.com/office/drawing/2014/main" id="{7087896F-C1BC-4190-9290-976D16BA1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849"/>
                <a:ext cx="204" cy="20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85039" name="Group 49">
                <a:extLst>
                  <a:ext uri="{FF2B5EF4-FFF2-40B4-BE49-F238E27FC236}">
                    <a16:creationId xmlns:a16="http://schemas.microsoft.com/office/drawing/2014/main" id="{8A2A7D28-AAD9-4175-A1BE-D643E520DF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7" y="815"/>
                <a:ext cx="429" cy="288"/>
                <a:chOff x="2327" y="3038"/>
                <a:chExt cx="429" cy="288"/>
              </a:xfrm>
            </p:grpSpPr>
            <p:sp>
              <p:nvSpPr>
                <p:cNvPr id="85067" name="Text Box 50">
                  <a:extLst>
                    <a:ext uri="{FF2B5EF4-FFF2-40B4-BE49-F238E27FC236}">
                      <a16:creationId xmlns:a16="http://schemas.microsoft.com/office/drawing/2014/main" id="{5A000874-33E7-403E-8A2F-DC38D7FCA5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27" y="3038"/>
                  <a:ext cx="429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1E</a:t>
                  </a:r>
                </a:p>
              </p:txBody>
            </p:sp>
            <p:sp>
              <p:nvSpPr>
                <p:cNvPr id="85068" name="Line 51">
                  <a:extLst>
                    <a:ext uri="{FF2B5EF4-FFF2-40B4-BE49-F238E27FC236}">
                      <a16:creationId xmlns:a16="http://schemas.microsoft.com/office/drawing/2014/main" id="{C41A1269-A934-4FE9-94BB-A032DCE8F3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84" y="3095"/>
                  <a:ext cx="124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85040" name="Rectangle 52">
                <a:extLst>
                  <a:ext uri="{FF2B5EF4-FFF2-40B4-BE49-F238E27FC236}">
                    <a16:creationId xmlns:a16="http://schemas.microsoft.com/office/drawing/2014/main" id="{5A1B8179-A115-4B12-85A6-4055AF50A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0" y="861"/>
                <a:ext cx="248" cy="203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85041" name="Group 53">
                <a:extLst>
                  <a:ext uri="{FF2B5EF4-FFF2-40B4-BE49-F238E27FC236}">
                    <a16:creationId xmlns:a16="http://schemas.microsoft.com/office/drawing/2014/main" id="{687691BC-E2DF-48C7-BBC3-8FCF8FFE8F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804"/>
                <a:ext cx="429" cy="288"/>
                <a:chOff x="2327" y="3038"/>
                <a:chExt cx="429" cy="288"/>
              </a:xfrm>
            </p:grpSpPr>
            <p:sp>
              <p:nvSpPr>
                <p:cNvPr id="85065" name="Text Box 54">
                  <a:extLst>
                    <a:ext uri="{FF2B5EF4-FFF2-40B4-BE49-F238E27FC236}">
                      <a16:creationId xmlns:a16="http://schemas.microsoft.com/office/drawing/2014/main" id="{F864CAC6-9E71-42B5-BE77-782E385D96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27" y="3038"/>
                  <a:ext cx="429" cy="28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2E</a:t>
                  </a:r>
                </a:p>
              </p:txBody>
            </p:sp>
            <p:sp>
              <p:nvSpPr>
                <p:cNvPr id="85066" name="Line 55">
                  <a:extLst>
                    <a:ext uri="{FF2B5EF4-FFF2-40B4-BE49-F238E27FC236}">
                      <a16:creationId xmlns:a16="http://schemas.microsoft.com/office/drawing/2014/main" id="{D702D536-AAE4-4064-BA00-617C9FE0C8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84" y="3095"/>
                  <a:ext cx="124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85042" name="Text Box 56">
                <a:extLst>
                  <a:ext uri="{FF2B5EF4-FFF2-40B4-BE49-F238E27FC236}">
                    <a16:creationId xmlns:a16="http://schemas.microsoft.com/office/drawing/2014/main" id="{454BD630-B3AC-4710-97C1-2C06FCB6C2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61" y="864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43" name="Text Box 57">
                <a:extLst>
                  <a:ext uri="{FF2B5EF4-FFF2-40B4-BE49-F238E27FC236}">
                    <a16:creationId xmlns:a16="http://schemas.microsoft.com/office/drawing/2014/main" id="{F34195D6-6904-442C-A1C8-A3D14E9C04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03" y="865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44" name="Text Box 58">
                <a:extLst>
                  <a:ext uri="{FF2B5EF4-FFF2-40B4-BE49-F238E27FC236}">
                    <a16:creationId xmlns:a16="http://schemas.microsoft.com/office/drawing/2014/main" id="{151912B6-A1F9-4953-B4EA-16C5AF1831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2" y="1567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45" name="Text Box 59">
                <a:extLst>
                  <a:ext uri="{FF2B5EF4-FFF2-40B4-BE49-F238E27FC236}">
                    <a16:creationId xmlns:a16="http://schemas.microsoft.com/office/drawing/2014/main" id="{1216D8AC-3EFC-492B-B109-3EB3D15312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61" y="1702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46" name="Text Box 60">
                <a:extLst>
                  <a:ext uri="{FF2B5EF4-FFF2-40B4-BE49-F238E27FC236}">
                    <a16:creationId xmlns:a16="http://schemas.microsoft.com/office/drawing/2014/main" id="{901C2C0E-BB0D-4A9E-AF41-DDCAFE01B7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4" y="1645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47" name="Text Box 61">
                <a:extLst>
                  <a:ext uri="{FF2B5EF4-FFF2-40B4-BE49-F238E27FC236}">
                    <a16:creationId xmlns:a16="http://schemas.microsoft.com/office/drawing/2014/main" id="{C218EA04-C400-4405-BCDD-7369BB11CF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11" y="1759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48" name="Text Box 62">
                <a:extLst>
                  <a:ext uri="{FF2B5EF4-FFF2-40B4-BE49-F238E27FC236}">
                    <a16:creationId xmlns:a16="http://schemas.microsoft.com/office/drawing/2014/main" id="{F29D48EB-151F-4E14-826C-ADB046E928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" y="1580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49" name="Text Box 63">
                <a:extLst>
                  <a:ext uri="{FF2B5EF4-FFF2-40B4-BE49-F238E27FC236}">
                    <a16:creationId xmlns:a16="http://schemas.microsoft.com/office/drawing/2014/main" id="{756B865C-89F6-4B54-A23E-10726E7413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03" y="1705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0" name="Text Box 64">
                <a:extLst>
                  <a:ext uri="{FF2B5EF4-FFF2-40B4-BE49-F238E27FC236}">
                    <a16:creationId xmlns:a16="http://schemas.microsoft.com/office/drawing/2014/main" id="{220996A8-D12D-40F9-B753-B777A73A60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7" y="1773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1" name="Text Box 65">
                <a:extLst>
                  <a:ext uri="{FF2B5EF4-FFF2-40B4-BE49-F238E27FC236}">
                    <a16:creationId xmlns:a16="http://schemas.microsoft.com/office/drawing/2014/main" id="{9B23EAEE-AA7A-4556-8ED5-CCF47D001A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53" y="1820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2" name="Text Box 66">
                <a:extLst>
                  <a:ext uri="{FF2B5EF4-FFF2-40B4-BE49-F238E27FC236}">
                    <a16:creationId xmlns:a16="http://schemas.microsoft.com/office/drawing/2014/main" id="{D7EDE1F6-BEE4-4D87-A4DF-902297FA2A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01" y="1823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3" name="Text Box 67">
                <a:extLst>
                  <a:ext uri="{FF2B5EF4-FFF2-40B4-BE49-F238E27FC236}">
                    <a16:creationId xmlns:a16="http://schemas.microsoft.com/office/drawing/2014/main" id="{231F04F5-2A62-429B-9C98-7E456AFAAA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" y="1814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4" name="Text Box 68">
                <a:extLst>
                  <a:ext uri="{FF2B5EF4-FFF2-40B4-BE49-F238E27FC236}">
                    <a16:creationId xmlns:a16="http://schemas.microsoft.com/office/drawing/2014/main" id="{FDBE164C-BBF4-4AF5-B783-B0439B1B33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01" y="1823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5" name="Text Box 69">
                <a:extLst>
                  <a:ext uri="{FF2B5EF4-FFF2-40B4-BE49-F238E27FC236}">
                    <a16:creationId xmlns:a16="http://schemas.microsoft.com/office/drawing/2014/main" id="{03571FDC-7C17-4D7E-9630-33EEDA7487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8" y="1643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6" name="Text Box 70">
                <a:extLst>
                  <a:ext uri="{FF2B5EF4-FFF2-40B4-BE49-F238E27FC236}">
                    <a16:creationId xmlns:a16="http://schemas.microsoft.com/office/drawing/2014/main" id="{A031C88B-9468-40EF-B8C7-5386554227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18" y="2471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7" name="Text Box 71">
                <a:extLst>
                  <a:ext uri="{FF2B5EF4-FFF2-40B4-BE49-F238E27FC236}">
                    <a16:creationId xmlns:a16="http://schemas.microsoft.com/office/drawing/2014/main" id="{013DEF54-C842-436E-96FD-9F69F741A4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7" y="2475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8" name="Text Box 72">
                <a:extLst>
                  <a:ext uri="{FF2B5EF4-FFF2-40B4-BE49-F238E27FC236}">
                    <a16:creationId xmlns:a16="http://schemas.microsoft.com/office/drawing/2014/main" id="{7364D4EA-12F4-4088-8665-7CE831B059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16" y="1648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59" name="Text Box 73">
                <a:extLst>
                  <a:ext uri="{FF2B5EF4-FFF2-40B4-BE49-F238E27FC236}">
                    <a16:creationId xmlns:a16="http://schemas.microsoft.com/office/drawing/2014/main" id="{22123E41-5682-4864-815A-FFACF9A3E8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72" y="1774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60" name="Text Box 74">
                <a:extLst>
                  <a:ext uri="{FF2B5EF4-FFF2-40B4-BE49-F238E27FC236}">
                    <a16:creationId xmlns:a16="http://schemas.microsoft.com/office/drawing/2014/main" id="{96B7DE88-872D-483A-A69C-E07450FC55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1707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61" name="Text Box 75">
                <a:extLst>
                  <a:ext uri="{FF2B5EF4-FFF2-40B4-BE49-F238E27FC236}">
                    <a16:creationId xmlns:a16="http://schemas.microsoft.com/office/drawing/2014/main" id="{BB5EE7CE-753D-4C1B-8CE4-FB4CFDEA99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01" y="1821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62" name="Text Box 76">
                <a:extLst>
                  <a:ext uri="{FF2B5EF4-FFF2-40B4-BE49-F238E27FC236}">
                    <a16:creationId xmlns:a16="http://schemas.microsoft.com/office/drawing/2014/main" id="{BEF61C5C-2E8A-45AC-A0D8-30A81E8F33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39" y="1582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63" name="Text Box 77">
                <a:extLst>
                  <a:ext uri="{FF2B5EF4-FFF2-40B4-BE49-F238E27FC236}">
                    <a16:creationId xmlns:a16="http://schemas.microsoft.com/office/drawing/2014/main" id="{8DD99836-FEA1-4102-9E28-7C8887D3DD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3" y="1831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85064" name="Text Box 78">
                <a:extLst>
                  <a:ext uri="{FF2B5EF4-FFF2-40B4-BE49-F238E27FC236}">
                    <a16:creationId xmlns:a16="http://schemas.microsoft.com/office/drawing/2014/main" id="{5567EDFB-F39E-4AD6-923B-C05B36C799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12" y="1831"/>
                <a:ext cx="305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</p:grpSp>
        <p:sp>
          <p:nvSpPr>
            <p:cNvPr id="84998" name="Text Box 79">
              <a:extLst>
                <a:ext uri="{FF2B5EF4-FFF2-40B4-BE49-F238E27FC236}">
                  <a16:creationId xmlns:a16="http://schemas.microsoft.com/office/drawing/2014/main" id="{D17BB798-AF0D-42B0-B651-116ABFB4EC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" y="1142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4999" name="Text Box 80">
              <a:extLst>
                <a:ext uri="{FF2B5EF4-FFF2-40B4-BE49-F238E27FC236}">
                  <a16:creationId xmlns:a16="http://schemas.microsoft.com/office/drawing/2014/main" id="{ED19DC98-0834-4AC1-8A85-48110CF3E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" y="2304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5000" name="Text Box 81">
              <a:extLst>
                <a:ext uri="{FF2B5EF4-FFF2-40B4-BE49-F238E27FC236}">
                  <a16:creationId xmlns:a16="http://schemas.microsoft.com/office/drawing/2014/main" id="{B1C1DC5A-049F-4813-AFB1-240EED491A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9" y="2315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85001" name="Text Box 82">
              <a:extLst>
                <a:ext uri="{FF2B5EF4-FFF2-40B4-BE49-F238E27FC236}">
                  <a16:creationId xmlns:a16="http://schemas.microsoft.com/office/drawing/2014/main" id="{5CB3C1FF-0894-430B-B3E7-182CDE2BCB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7" y="946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5002" name="Text Box 83">
              <a:extLst>
                <a:ext uri="{FF2B5EF4-FFF2-40B4-BE49-F238E27FC236}">
                  <a16:creationId xmlns:a16="http://schemas.microsoft.com/office/drawing/2014/main" id="{03AF7F23-7544-4F75-A65F-EBA07716F9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8" y="1283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5003" name="Text Box 84">
              <a:extLst>
                <a:ext uri="{FF2B5EF4-FFF2-40B4-BE49-F238E27FC236}">
                  <a16:creationId xmlns:a16="http://schemas.microsoft.com/office/drawing/2014/main" id="{16336E15-31CE-4767-AD1F-4DB1B56534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9" y="957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5004" name="Text Box 85">
              <a:extLst>
                <a:ext uri="{FF2B5EF4-FFF2-40B4-BE49-F238E27FC236}">
                  <a16:creationId xmlns:a16="http://schemas.microsoft.com/office/drawing/2014/main" id="{9A5404F6-7462-4AAD-9440-B07D6DE8B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1" y="1283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5005" name="Text Box 86">
              <a:extLst>
                <a:ext uri="{FF2B5EF4-FFF2-40B4-BE49-F238E27FC236}">
                  <a16:creationId xmlns:a16="http://schemas.microsoft.com/office/drawing/2014/main" id="{99FDE265-8F9E-4BA4-9BE6-0F4312469E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6" y="1142"/>
              <a:ext cx="40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5006" name="Rectangle 87">
              <a:extLst>
                <a:ext uri="{FF2B5EF4-FFF2-40B4-BE49-F238E27FC236}">
                  <a16:creationId xmlns:a16="http://schemas.microsoft.com/office/drawing/2014/main" id="{8DD29A42-1575-4847-AC5E-533F8B7BD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532"/>
              <a:ext cx="163" cy="142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007" name="Rectangle 88">
              <a:extLst>
                <a:ext uri="{FF2B5EF4-FFF2-40B4-BE49-F238E27FC236}">
                  <a16:creationId xmlns:a16="http://schemas.microsoft.com/office/drawing/2014/main" id="{251EA358-A76E-4BC8-B67F-93B57362F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576"/>
              <a:ext cx="163" cy="142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85008" name="Group 89">
              <a:extLst>
                <a:ext uri="{FF2B5EF4-FFF2-40B4-BE49-F238E27FC236}">
                  <a16:creationId xmlns:a16="http://schemas.microsoft.com/office/drawing/2014/main" id="{712194BB-C2DD-4417-AA0A-C19053375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09" y="2489"/>
              <a:ext cx="402" cy="231"/>
              <a:chOff x="4175" y="3250"/>
              <a:chExt cx="402" cy="231"/>
            </a:xfrm>
          </p:grpSpPr>
          <p:sp>
            <p:nvSpPr>
              <p:cNvPr id="85012" name="Text Box 90">
                <a:extLst>
                  <a:ext uri="{FF2B5EF4-FFF2-40B4-BE49-F238E27FC236}">
                    <a16:creationId xmlns:a16="http://schemas.microsoft.com/office/drawing/2014/main" id="{82FB54E8-108D-487F-9430-D74B8D5443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75" y="3250"/>
                <a:ext cx="40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85013" name="Line 91">
                <a:extLst>
                  <a:ext uri="{FF2B5EF4-FFF2-40B4-BE49-F238E27FC236}">
                    <a16:creationId xmlns:a16="http://schemas.microsoft.com/office/drawing/2014/main" id="{BA1863D7-0E9C-459E-A065-2A72352F6C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19" y="3413"/>
                <a:ext cx="87" cy="4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5009" name="Group 92">
              <a:extLst>
                <a:ext uri="{FF2B5EF4-FFF2-40B4-BE49-F238E27FC236}">
                  <a16:creationId xmlns:a16="http://schemas.microsoft.com/office/drawing/2014/main" id="{01C3C61B-E34D-4C9E-A77C-ABA9F67DB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5" y="2500"/>
              <a:ext cx="402" cy="231"/>
              <a:chOff x="4175" y="3250"/>
              <a:chExt cx="402" cy="231"/>
            </a:xfrm>
          </p:grpSpPr>
          <p:sp>
            <p:nvSpPr>
              <p:cNvPr id="85010" name="Text Box 93">
                <a:extLst>
                  <a:ext uri="{FF2B5EF4-FFF2-40B4-BE49-F238E27FC236}">
                    <a16:creationId xmlns:a16="http://schemas.microsoft.com/office/drawing/2014/main" id="{DD1EE9E0-2B54-480E-9557-AC7F3EB27A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75" y="3250"/>
                <a:ext cx="40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85011" name="Line 94">
                <a:extLst>
                  <a:ext uri="{FF2B5EF4-FFF2-40B4-BE49-F238E27FC236}">
                    <a16:creationId xmlns:a16="http://schemas.microsoft.com/office/drawing/2014/main" id="{51D2464D-0CED-470D-BE81-25B09851D3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19" y="3413"/>
                <a:ext cx="87" cy="4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9023944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08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08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90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908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08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818" grpId="0" autoUpdateAnimBg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Rectangle 2">
            <a:extLst>
              <a:ext uri="{FF2B5EF4-FFF2-40B4-BE49-F238E27FC236}">
                <a16:creationId xmlns:a16="http://schemas.microsoft.com/office/drawing/2014/main" id="{73F547C2-3311-49E7-8D06-5202A0F974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4488" y="252413"/>
            <a:ext cx="2339975" cy="461962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选择器扩展</a:t>
            </a:r>
          </a:p>
        </p:txBody>
      </p:sp>
      <p:sp>
        <p:nvSpPr>
          <p:cNvPr id="291843" name="Text Box 3">
            <a:extLst>
              <a:ext uri="{FF2B5EF4-FFF2-40B4-BE49-F238E27FC236}">
                <a16:creationId xmlns:a16="http://schemas.microsoft.com/office/drawing/2014/main" id="{35E57B3F-C71F-4E8D-9421-6DE8020C41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862013"/>
            <a:ext cx="1633538" cy="519112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【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1】</a:t>
            </a:r>
          </a:p>
        </p:txBody>
      </p:sp>
      <p:sp>
        <p:nvSpPr>
          <p:cNvPr id="291844" name="Text Box 4">
            <a:extLst>
              <a:ext uri="{FF2B5EF4-FFF2-40B4-BE49-F238E27FC236}">
                <a16:creationId xmlns:a16="http://schemas.microsoft.com/office/drawing/2014/main" id="{15818F8E-808E-475B-A374-F886F5869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5925" y="892175"/>
            <a:ext cx="7224713" cy="519113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利用一片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153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构成一个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数据选择器。</a:t>
            </a:r>
          </a:p>
        </p:txBody>
      </p:sp>
      <p:grpSp>
        <p:nvGrpSpPr>
          <p:cNvPr id="291845" name="Group 5">
            <a:extLst>
              <a:ext uri="{FF2B5EF4-FFF2-40B4-BE49-F238E27FC236}">
                <a16:creationId xmlns:a16="http://schemas.microsoft.com/office/drawing/2014/main" id="{87CE5894-3ACA-4CB9-9A7E-86C50D07CCFC}"/>
              </a:ext>
            </a:extLst>
          </p:cNvPr>
          <p:cNvGrpSpPr>
            <a:grpSpLocks/>
          </p:cNvGrpSpPr>
          <p:nvPr/>
        </p:nvGrpSpPr>
        <p:grpSpPr bwMode="auto">
          <a:xfrm>
            <a:off x="3914775" y="4256088"/>
            <a:ext cx="2684463" cy="1296987"/>
            <a:chOff x="2466" y="2681"/>
            <a:chExt cx="1691" cy="817"/>
          </a:xfrm>
        </p:grpSpPr>
        <p:grpSp>
          <p:nvGrpSpPr>
            <p:cNvPr id="86062" name="Group 6">
              <a:extLst>
                <a:ext uri="{FF2B5EF4-FFF2-40B4-BE49-F238E27FC236}">
                  <a16:creationId xmlns:a16="http://schemas.microsoft.com/office/drawing/2014/main" id="{0F6D3AB4-7C4A-424C-949E-3B88E8D47A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6" y="2681"/>
              <a:ext cx="1440" cy="480"/>
              <a:chOff x="2477" y="2682"/>
              <a:chExt cx="1440" cy="480"/>
            </a:xfrm>
          </p:grpSpPr>
          <p:sp>
            <p:nvSpPr>
              <p:cNvPr id="86066" name="Line 7">
                <a:extLst>
                  <a:ext uri="{FF2B5EF4-FFF2-40B4-BE49-F238E27FC236}">
                    <a16:creationId xmlns:a16="http://schemas.microsoft.com/office/drawing/2014/main" id="{16701228-2EEE-4616-80F5-421E4AB7D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0" y="2725"/>
                <a:ext cx="0" cy="28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7" name="Oval 8">
                <a:extLst>
                  <a:ext uri="{FF2B5EF4-FFF2-40B4-BE49-F238E27FC236}">
                    <a16:creationId xmlns:a16="http://schemas.microsoft.com/office/drawing/2014/main" id="{E78BEF76-00C0-412D-A108-9501272D9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2682"/>
                <a:ext cx="48" cy="48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8" name="Oval 9">
                <a:extLst>
                  <a:ext uri="{FF2B5EF4-FFF2-40B4-BE49-F238E27FC236}">
                    <a16:creationId xmlns:a16="http://schemas.microsoft.com/office/drawing/2014/main" id="{FADB9391-2993-413E-A7CB-D74CE7627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7" y="2682"/>
                <a:ext cx="48" cy="48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9" name="Rectangle 10">
                <a:extLst>
                  <a:ext uri="{FF2B5EF4-FFF2-40B4-BE49-F238E27FC236}">
                    <a16:creationId xmlns:a16="http://schemas.microsoft.com/office/drawing/2014/main" id="{B517921B-D4BB-4002-B6D7-595F15D50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2826"/>
                <a:ext cx="192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0" name="Line 11">
                <a:extLst>
                  <a:ext uri="{FF2B5EF4-FFF2-40B4-BE49-F238E27FC236}">
                    <a16:creationId xmlns:a16="http://schemas.microsoft.com/office/drawing/2014/main" id="{5C0A345B-4161-4C9D-AD62-653682BAD8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8" y="3018"/>
                <a:ext cx="110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1" name="Line 12">
                <a:extLst>
                  <a:ext uri="{FF2B5EF4-FFF2-40B4-BE49-F238E27FC236}">
                    <a16:creationId xmlns:a16="http://schemas.microsoft.com/office/drawing/2014/main" id="{B77D1393-F04D-4D2E-A17F-4A28A840FE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5" y="3000"/>
                <a:ext cx="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2" name="Oval 13">
                <a:extLst>
                  <a:ext uri="{FF2B5EF4-FFF2-40B4-BE49-F238E27FC236}">
                    <a16:creationId xmlns:a16="http://schemas.microsoft.com/office/drawing/2014/main" id="{43B5C4B2-6A6D-4841-9B10-3ADE75B1C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" y="2975"/>
                <a:ext cx="48" cy="48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73" name="Oval 14">
                <a:extLst>
                  <a:ext uri="{FF2B5EF4-FFF2-40B4-BE49-F238E27FC236}">
                    <a16:creationId xmlns:a16="http://schemas.microsoft.com/office/drawing/2014/main" id="{E808DEA9-7FB1-4EDC-9D35-0A0E5352E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29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6063" name="Group 15">
              <a:extLst>
                <a:ext uri="{FF2B5EF4-FFF2-40B4-BE49-F238E27FC236}">
                  <a16:creationId xmlns:a16="http://schemas.microsoft.com/office/drawing/2014/main" id="{2E9CAF46-AD5E-4513-96B7-1D519B008E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5" y="2730"/>
              <a:ext cx="362" cy="768"/>
              <a:chOff x="3806" y="2730"/>
              <a:chExt cx="362" cy="768"/>
            </a:xfrm>
          </p:grpSpPr>
          <p:sp>
            <p:nvSpPr>
              <p:cNvPr id="86064" name="Line 16">
                <a:extLst>
                  <a:ext uri="{FF2B5EF4-FFF2-40B4-BE49-F238E27FC236}">
                    <a16:creationId xmlns:a16="http://schemas.microsoft.com/office/drawing/2014/main" id="{CBC57B6C-B418-4BF8-88AB-0373014A13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02" y="2730"/>
                <a:ext cx="0" cy="52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6065" name="Rectangle 17">
                <a:extLst>
                  <a:ext uri="{FF2B5EF4-FFF2-40B4-BE49-F238E27FC236}">
                    <a16:creationId xmlns:a16="http://schemas.microsoft.com/office/drawing/2014/main" id="{6EDBA921-6455-47C9-BE9F-5DD4EBB8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3210"/>
                <a:ext cx="362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291858" name="Group 18">
            <a:extLst>
              <a:ext uri="{FF2B5EF4-FFF2-40B4-BE49-F238E27FC236}">
                <a16:creationId xmlns:a16="http://schemas.microsoft.com/office/drawing/2014/main" id="{1EDAC02D-D580-4244-A22B-719BFE0C7BD6}"/>
              </a:ext>
            </a:extLst>
          </p:cNvPr>
          <p:cNvGrpSpPr>
            <a:grpSpLocks/>
          </p:cNvGrpSpPr>
          <p:nvPr/>
        </p:nvGrpSpPr>
        <p:grpSpPr bwMode="auto">
          <a:xfrm>
            <a:off x="2232025" y="4257675"/>
            <a:ext cx="3886200" cy="1981200"/>
            <a:chOff x="1406" y="2682"/>
            <a:chExt cx="2448" cy="1248"/>
          </a:xfrm>
        </p:grpSpPr>
        <p:sp>
          <p:nvSpPr>
            <p:cNvPr id="86050" name="Line 19">
              <a:extLst>
                <a:ext uri="{FF2B5EF4-FFF2-40B4-BE49-F238E27FC236}">
                  <a16:creationId xmlns:a16="http://schemas.microsoft.com/office/drawing/2014/main" id="{1440C670-CA1D-4B49-BD18-F6882122AA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0" y="2682"/>
              <a:ext cx="0" cy="5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1" name="Line 20">
              <a:extLst>
                <a:ext uri="{FF2B5EF4-FFF2-40B4-BE49-F238E27FC236}">
                  <a16:creationId xmlns:a16="http://schemas.microsoft.com/office/drawing/2014/main" id="{684678D4-6AA8-4F17-A29D-2567EE9AA2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0" y="2682"/>
              <a:ext cx="0" cy="5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2" name="Line 21">
              <a:extLst>
                <a:ext uri="{FF2B5EF4-FFF2-40B4-BE49-F238E27FC236}">
                  <a16:creationId xmlns:a16="http://schemas.microsoft.com/office/drawing/2014/main" id="{806FD934-F26D-4FA6-8591-41896759D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0" y="2682"/>
              <a:ext cx="0" cy="5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3" name="Line 22">
              <a:extLst>
                <a:ext uri="{FF2B5EF4-FFF2-40B4-BE49-F238E27FC236}">
                  <a16:creationId xmlns:a16="http://schemas.microsoft.com/office/drawing/2014/main" id="{40046BF9-6045-4A20-844A-1E07B389B6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0" y="2682"/>
              <a:ext cx="0" cy="5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4" name="Line 23">
              <a:extLst>
                <a:ext uri="{FF2B5EF4-FFF2-40B4-BE49-F238E27FC236}">
                  <a16:creationId xmlns:a16="http://schemas.microsoft.com/office/drawing/2014/main" id="{358CDF5A-3CFA-4EFB-AAFC-183D793D6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2" y="2682"/>
              <a:ext cx="0" cy="5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5" name="Line 24">
              <a:extLst>
                <a:ext uri="{FF2B5EF4-FFF2-40B4-BE49-F238E27FC236}">
                  <a16:creationId xmlns:a16="http://schemas.microsoft.com/office/drawing/2014/main" id="{3CA8D649-75BC-4458-94A0-B819ABF5FD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2" y="2682"/>
              <a:ext cx="0" cy="5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6" name="Line 25">
              <a:extLst>
                <a:ext uri="{FF2B5EF4-FFF2-40B4-BE49-F238E27FC236}">
                  <a16:creationId xmlns:a16="http://schemas.microsoft.com/office/drawing/2014/main" id="{DF0B053D-DF0B-4BFF-A2B6-48F6DDA3C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2" y="2682"/>
              <a:ext cx="0" cy="5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7" name="Line 26">
              <a:extLst>
                <a:ext uri="{FF2B5EF4-FFF2-40B4-BE49-F238E27FC236}">
                  <a16:creationId xmlns:a16="http://schemas.microsoft.com/office/drawing/2014/main" id="{9B5C8D0E-4F1A-47AD-A7BC-02ECF2955D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2" y="2682"/>
              <a:ext cx="0" cy="5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8" name="Rectangle 27">
              <a:extLst>
                <a:ext uri="{FF2B5EF4-FFF2-40B4-BE49-F238E27FC236}">
                  <a16:creationId xmlns:a16="http://schemas.microsoft.com/office/drawing/2014/main" id="{80F43CE3-FB27-4789-B07F-6D800DA76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3227"/>
              <a:ext cx="105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59" name="Rectangle 28">
              <a:extLst>
                <a:ext uri="{FF2B5EF4-FFF2-40B4-BE49-F238E27FC236}">
                  <a16:creationId xmlns:a16="http://schemas.microsoft.com/office/drawing/2014/main" id="{E200AA99-3644-4B29-BE0D-69A087180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8" y="3210"/>
              <a:ext cx="105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86060" name="AutoShape 29">
              <a:extLst>
                <a:ext uri="{FF2B5EF4-FFF2-40B4-BE49-F238E27FC236}">
                  <a16:creationId xmlns:a16="http://schemas.microsoft.com/office/drawing/2014/main" id="{EF62E063-7345-4B52-AF22-8578826F8DC4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510" y="2538"/>
              <a:ext cx="192" cy="2112"/>
            </a:xfrm>
            <a:prstGeom prst="leftBrace">
              <a:avLst>
                <a:gd name="adj1" fmla="val 91667"/>
                <a:gd name="adj2" fmla="val 50000"/>
              </a:avLst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61" name="Rectangle 30">
              <a:extLst>
                <a:ext uri="{FF2B5EF4-FFF2-40B4-BE49-F238E27FC236}">
                  <a16:creationId xmlns:a16="http://schemas.microsoft.com/office/drawing/2014/main" id="{D0874A54-660B-4D10-A6AB-FBF23457A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3642"/>
              <a:ext cx="93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         入</a:t>
              </a:r>
            </a:p>
          </p:txBody>
        </p:sp>
      </p:grpSp>
      <p:grpSp>
        <p:nvGrpSpPr>
          <p:cNvPr id="291871" name="Group 31">
            <a:extLst>
              <a:ext uri="{FF2B5EF4-FFF2-40B4-BE49-F238E27FC236}">
                <a16:creationId xmlns:a16="http://schemas.microsoft.com/office/drawing/2014/main" id="{BB1AC2EB-9445-42C4-A3C9-5D2674765945}"/>
              </a:ext>
            </a:extLst>
          </p:cNvPr>
          <p:cNvGrpSpPr>
            <a:grpSpLocks/>
          </p:cNvGrpSpPr>
          <p:nvPr/>
        </p:nvGrpSpPr>
        <p:grpSpPr bwMode="auto">
          <a:xfrm>
            <a:off x="2066925" y="3114675"/>
            <a:ext cx="4430713" cy="1143000"/>
            <a:chOff x="1302" y="1962"/>
            <a:chExt cx="2791" cy="720"/>
          </a:xfrm>
        </p:grpSpPr>
        <p:sp>
          <p:nvSpPr>
            <p:cNvPr id="86041" name="Rectangle 32">
              <a:extLst>
                <a:ext uri="{FF2B5EF4-FFF2-40B4-BE49-F238E27FC236}">
                  <a16:creationId xmlns:a16="http://schemas.microsoft.com/office/drawing/2014/main" id="{59047C8B-DDE6-48FA-B71D-3FF2EC69D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5" y="2010"/>
              <a:ext cx="2623" cy="67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42" name="Rectangle 33">
              <a:extLst>
                <a:ext uri="{FF2B5EF4-FFF2-40B4-BE49-F238E27FC236}">
                  <a16:creationId xmlns:a16="http://schemas.microsoft.com/office/drawing/2014/main" id="{EDFEC10D-AD40-464A-A43F-E8A4BC75F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394"/>
              <a:ext cx="1385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1D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</a:t>
              </a:r>
            </a:p>
          </p:txBody>
        </p:sp>
        <p:sp>
          <p:nvSpPr>
            <p:cNvPr id="86043" name="Rectangle 34">
              <a:extLst>
                <a:ext uri="{FF2B5EF4-FFF2-40B4-BE49-F238E27FC236}">
                  <a16:creationId xmlns:a16="http://schemas.microsoft.com/office/drawing/2014/main" id="{F65D3377-2C81-4A2B-BFBA-26FC68D76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962"/>
              <a:ext cx="310" cy="4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86044" name="Rectangle 35">
              <a:extLst>
                <a:ext uri="{FF2B5EF4-FFF2-40B4-BE49-F238E27FC236}">
                  <a16:creationId xmlns:a16="http://schemas.microsoft.com/office/drawing/2014/main" id="{042406F8-3B5E-4F12-ADA3-8DBB0264A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102"/>
              <a:ext cx="80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153</a:t>
              </a:r>
            </a:p>
          </p:txBody>
        </p:sp>
        <p:sp>
          <p:nvSpPr>
            <p:cNvPr id="86045" name="Line 36">
              <a:extLst>
                <a:ext uri="{FF2B5EF4-FFF2-40B4-BE49-F238E27FC236}">
                  <a16:creationId xmlns:a16="http://schemas.microsoft.com/office/drawing/2014/main" id="{5C2D632D-80E8-4C42-AF58-1B8D719888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6" y="2453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46" name="Line 37">
              <a:extLst>
                <a:ext uri="{FF2B5EF4-FFF2-40B4-BE49-F238E27FC236}">
                  <a16:creationId xmlns:a16="http://schemas.microsoft.com/office/drawing/2014/main" id="{D910250F-71B2-4FA1-B570-1E19284F8D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6" y="2442"/>
              <a:ext cx="9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47" name="Rectangle 38">
              <a:extLst>
                <a:ext uri="{FF2B5EF4-FFF2-40B4-BE49-F238E27FC236}">
                  <a16:creationId xmlns:a16="http://schemas.microsoft.com/office/drawing/2014/main" id="{29556BB6-C54C-4F9B-893C-00ACF68E4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" y="1962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86048" name="Rectangle 39">
              <a:extLst>
                <a:ext uri="{FF2B5EF4-FFF2-40B4-BE49-F238E27FC236}">
                  <a16:creationId xmlns:a16="http://schemas.microsoft.com/office/drawing/2014/main" id="{C269F2F6-9020-4BEE-9486-59E2A6F1E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1962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86049" name="Rectangle 40">
              <a:extLst>
                <a:ext uri="{FF2B5EF4-FFF2-40B4-BE49-F238E27FC236}">
                  <a16:creationId xmlns:a16="http://schemas.microsoft.com/office/drawing/2014/main" id="{CDEB5648-46F7-44FD-9108-60B07C5A1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406"/>
              <a:ext cx="1385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2D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</a:t>
              </a:r>
            </a:p>
          </p:txBody>
        </p:sp>
      </p:grpSp>
      <p:grpSp>
        <p:nvGrpSpPr>
          <p:cNvPr id="291881" name="Group 41">
            <a:extLst>
              <a:ext uri="{FF2B5EF4-FFF2-40B4-BE49-F238E27FC236}">
                <a16:creationId xmlns:a16="http://schemas.microsoft.com/office/drawing/2014/main" id="{59B4A7CF-D945-4B82-B793-AA7A269C4B9F}"/>
              </a:ext>
            </a:extLst>
          </p:cNvPr>
          <p:cNvGrpSpPr>
            <a:grpSpLocks/>
          </p:cNvGrpSpPr>
          <p:nvPr/>
        </p:nvGrpSpPr>
        <p:grpSpPr bwMode="auto">
          <a:xfrm>
            <a:off x="6346825" y="3071813"/>
            <a:ext cx="788988" cy="868362"/>
            <a:chOff x="3998" y="1935"/>
            <a:chExt cx="497" cy="547"/>
          </a:xfrm>
        </p:grpSpPr>
        <p:sp>
          <p:nvSpPr>
            <p:cNvPr id="86037" name="Line 42">
              <a:extLst>
                <a:ext uri="{FF2B5EF4-FFF2-40B4-BE49-F238E27FC236}">
                  <a16:creationId xmlns:a16="http://schemas.microsoft.com/office/drawing/2014/main" id="{92DA00ED-56EA-4A7D-BC98-18949DDABF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8" y="2346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38" name="Line 43">
              <a:extLst>
                <a:ext uri="{FF2B5EF4-FFF2-40B4-BE49-F238E27FC236}">
                  <a16:creationId xmlns:a16="http://schemas.microsoft.com/office/drawing/2014/main" id="{FD8F61A2-125E-49A1-B8F9-2DD314D615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8" y="2106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39" name="Rectangle 44">
              <a:extLst>
                <a:ext uri="{FF2B5EF4-FFF2-40B4-BE49-F238E27FC236}">
                  <a16:creationId xmlns:a16="http://schemas.microsoft.com/office/drawing/2014/main" id="{37FE0AE6-4165-4C6B-B874-D3C41E7E7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2194"/>
              <a:ext cx="36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86040" name="Rectangle 45">
              <a:extLst>
                <a:ext uri="{FF2B5EF4-FFF2-40B4-BE49-F238E27FC236}">
                  <a16:creationId xmlns:a16="http://schemas.microsoft.com/office/drawing/2014/main" id="{EBD4D3BE-ADB4-4C57-9F45-344F48442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935"/>
              <a:ext cx="36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291886" name="Group 46">
            <a:extLst>
              <a:ext uri="{FF2B5EF4-FFF2-40B4-BE49-F238E27FC236}">
                <a16:creationId xmlns:a16="http://schemas.microsoft.com/office/drawing/2014/main" id="{376B7707-EB6D-43B7-AEFD-4A6A867A66A4}"/>
              </a:ext>
            </a:extLst>
          </p:cNvPr>
          <p:cNvGrpSpPr>
            <a:grpSpLocks/>
          </p:cNvGrpSpPr>
          <p:nvPr/>
        </p:nvGrpSpPr>
        <p:grpSpPr bwMode="auto">
          <a:xfrm>
            <a:off x="3222625" y="1743075"/>
            <a:ext cx="2209800" cy="1447800"/>
            <a:chOff x="2030" y="1098"/>
            <a:chExt cx="1392" cy="912"/>
          </a:xfrm>
        </p:grpSpPr>
        <p:sp>
          <p:nvSpPr>
            <p:cNvPr id="86026" name="Rectangle 47">
              <a:extLst>
                <a:ext uri="{FF2B5EF4-FFF2-40B4-BE49-F238E27FC236}">
                  <a16:creationId xmlns:a16="http://schemas.microsoft.com/office/drawing/2014/main" id="{77A8A6F5-5F3F-4B6E-9390-3DFE16890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098"/>
              <a:ext cx="25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  <p:sp>
          <p:nvSpPr>
            <p:cNvPr id="86027" name="Rectangle 48">
              <a:extLst>
                <a:ext uri="{FF2B5EF4-FFF2-40B4-BE49-F238E27FC236}">
                  <a16:creationId xmlns:a16="http://schemas.microsoft.com/office/drawing/2014/main" id="{D3AC8641-7A39-46E7-8707-32F90C25B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1386"/>
              <a:ext cx="624" cy="28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28" name="Line 49">
              <a:extLst>
                <a:ext uri="{FF2B5EF4-FFF2-40B4-BE49-F238E27FC236}">
                  <a16:creationId xmlns:a16="http://schemas.microsoft.com/office/drawing/2014/main" id="{95A22EF1-3552-40B2-9B22-9597C2E84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0" y="1818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29" name="Line 50">
              <a:extLst>
                <a:ext uri="{FF2B5EF4-FFF2-40B4-BE49-F238E27FC236}">
                  <a16:creationId xmlns:a16="http://schemas.microsoft.com/office/drawing/2014/main" id="{29E151DF-E15C-41CF-958C-7B4AEC6766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2" y="1818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30" name="Line 51">
              <a:extLst>
                <a:ext uri="{FF2B5EF4-FFF2-40B4-BE49-F238E27FC236}">
                  <a16:creationId xmlns:a16="http://schemas.microsoft.com/office/drawing/2014/main" id="{4D9705F0-C7AC-4605-BCF1-4451206F3E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0" y="1818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31" name="Line 52">
              <a:extLst>
                <a:ext uri="{FF2B5EF4-FFF2-40B4-BE49-F238E27FC236}">
                  <a16:creationId xmlns:a16="http://schemas.microsoft.com/office/drawing/2014/main" id="{DE52BAE4-B423-4E20-A626-3E69605FE4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1818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32" name="Line 53">
              <a:extLst>
                <a:ext uri="{FF2B5EF4-FFF2-40B4-BE49-F238E27FC236}">
                  <a16:creationId xmlns:a16="http://schemas.microsoft.com/office/drawing/2014/main" id="{29CD20FA-88B4-4A70-870A-BE60F29678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8" y="1674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33" name="Line 54">
              <a:extLst>
                <a:ext uri="{FF2B5EF4-FFF2-40B4-BE49-F238E27FC236}">
                  <a16:creationId xmlns:a16="http://schemas.microsoft.com/office/drawing/2014/main" id="{A97AAEB8-7D31-43F1-89B2-0ECB10C9B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1674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34" name="Line 55">
              <a:extLst>
                <a:ext uri="{FF2B5EF4-FFF2-40B4-BE49-F238E27FC236}">
                  <a16:creationId xmlns:a16="http://schemas.microsoft.com/office/drawing/2014/main" id="{9A5297CA-69A9-4497-9EA7-2DB97AC4C5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0" y="1194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035" name="Rectangle 56">
              <a:extLst>
                <a:ext uri="{FF2B5EF4-FFF2-40B4-BE49-F238E27FC236}">
                  <a16:creationId xmlns:a16="http://schemas.microsoft.com/office/drawing/2014/main" id="{70715C83-AE6C-47F8-B565-124654A9D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1379"/>
              <a:ext cx="297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&gt;</a:t>
              </a: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1</a:t>
              </a:r>
            </a:p>
          </p:txBody>
        </p:sp>
        <p:sp>
          <p:nvSpPr>
            <p:cNvPr id="86036" name="Line 57">
              <a:extLst>
                <a:ext uri="{FF2B5EF4-FFF2-40B4-BE49-F238E27FC236}">
                  <a16:creationId xmlns:a16="http://schemas.microsoft.com/office/drawing/2014/main" id="{4A9E5DBA-438B-44BF-8B00-692697169F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06" y="1565"/>
              <a:ext cx="109" cy="5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360143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18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18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918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918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918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918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91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291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0" dur="500"/>
                                        <p:tgtEl>
                                          <p:spTgt spid="29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5" dur="500"/>
                                        <p:tgtEl>
                                          <p:spTgt spid="291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0" dur="500"/>
                                        <p:tgtEl>
                                          <p:spTgt spid="29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5" dur="500"/>
                                        <p:tgtEl>
                                          <p:spTgt spid="291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1842" grpId="0" autoUpdateAnimBg="0"/>
      <p:bldP spid="291843" grpId="0" autoUpdateAnimBg="0"/>
      <p:bldP spid="291844" grpId="0" autoUpdateAnimBg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Rectangle 2">
            <a:extLst>
              <a:ext uri="{FF2B5EF4-FFF2-40B4-BE49-F238E27FC236}">
                <a16:creationId xmlns:a16="http://schemas.microsoft.com/office/drawing/2014/main" id="{3FB8E68E-F0FA-4D39-B2BD-0311067ED5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1000" y="735013"/>
            <a:ext cx="1644650" cy="42545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2】</a:t>
            </a:r>
          </a:p>
        </p:txBody>
      </p:sp>
      <p:sp>
        <p:nvSpPr>
          <p:cNvPr id="292867" name="Text Box 3">
            <a:extLst>
              <a:ext uri="{FF2B5EF4-FFF2-40B4-BE49-F238E27FC236}">
                <a16:creationId xmlns:a16="http://schemas.microsoft.com/office/drawing/2014/main" id="{D7C01CEE-E91D-426A-B9E6-55B3FC675F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5588" y="698500"/>
            <a:ext cx="3530600" cy="1160463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选择器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扩展成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选择器</a:t>
            </a:r>
          </a:p>
        </p:txBody>
      </p:sp>
      <p:graphicFrame>
        <p:nvGraphicFramePr>
          <p:cNvPr id="292868" name="Group 4">
            <a:extLst>
              <a:ext uri="{FF2B5EF4-FFF2-40B4-BE49-F238E27FC236}">
                <a16:creationId xmlns:a16="http://schemas.microsoft.com/office/drawing/2014/main" id="{1A7C0261-16EB-413E-96D4-9EEF79F2FF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4939783"/>
              </p:ext>
            </p:extLst>
          </p:nvPr>
        </p:nvGraphicFramePr>
        <p:xfrm>
          <a:off x="5337175" y="317500"/>
          <a:ext cx="2670493" cy="6218243"/>
        </p:xfrm>
        <a:graphic>
          <a:graphicData uri="http://schemas.openxmlformats.org/drawingml/2006/table">
            <a:tbl>
              <a:tblPr/>
              <a:tblGrid>
                <a:gridCol w="533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18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3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84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577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1800" b="1" i="0" u="none" strike="noStrike" cap="none" normalizeH="0" baseline="-3000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endParaRPr kumimoji="1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Y</a:t>
                      </a:r>
                      <a:endParaRPr kumimoji="1" lang="en-US" altLang="zh-CN" sz="1800" b="1" i="0" u="none" strike="noStrike" cap="none" normalizeH="0" baseline="-3000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  <a:cs typeface="Times New Roman" pitchFamily="18" charset="0"/>
                      </a:endParaRP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779">
                <a:tc rowSpan="4" grid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0 0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779">
                <a:tc gridSpan="2"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5779">
                <a:tc rowSpan="4" grid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0 1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4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5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6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7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65779">
                <a:tc rowSpan="4" grid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1 0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8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65779">
                <a:tc gridSpan="2"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9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65779">
                <a:tc rowSpan="4" grid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CN" sz="1800" b="1" i="0" u="none" strike="noStrike" cap="none" normalizeH="0" baseline="0">
                        <a:ln>
                          <a:noFill/>
                        </a:ln>
                        <a:solidFill>
                          <a:srgbClr val="1F08F8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1 1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13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14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65779">
                <a:tc gridSpan="2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D</a:t>
                      </a:r>
                      <a:r>
                        <a:rPr kumimoji="1" lang="en-US" altLang="zh-CN" sz="1800" b="1" i="0" u="none" strike="noStrike" cap="none" normalizeH="0" baseline="-30000" dirty="0">
                          <a:ln>
                            <a:noFill/>
                          </a:ln>
                          <a:solidFill>
                            <a:srgbClr val="1F08F8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15</a:t>
                      </a:r>
                    </a:p>
                  </a:txBody>
                  <a:tcPr marT="45722" marB="4572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292952" name="Text Box 88">
            <a:extLst>
              <a:ext uri="{FF2B5EF4-FFF2-40B4-BE49-F238E27FC236}">
                <a16:creationId xmlns:a16="http://schemas.microsoft.com/office/drawing/2014/main" id="{E8D197D0-30BE-4884-B104-5F4D16C57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025" y="3175000"/>
            <a:ext cx="4008438" cy="2443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    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两种不同的扩展方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案，从功能表上分析，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可以先选低两位，也可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以先选高两位。</a:t>
            </a:r>
          </a:p>
        </p:txBody>
      </p:sp>
      <p:sp>
        <p:nvSpPr>
          <p:cNvPr id="292953" name="Text Box 89">
            <a:extLst>
              <a:ext uri="{FF2B5EF4-FFF2-40B4-BE49-F238E27FC236}">
                <a16:creationId xmlns:a16="http://schemas.microsoft.com/office/drawing/2014/main" id="{73506E9A-197E-450E-BB96-CD295A4BA2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7788" y="2239963"/>
            <a:ext cx="2374900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功能表</a:t>
            </a:r>
          </a:p>
        </p:txBody>
      </p:sp>
    </p:spTree>
    <p:extLst>
      <p:ext uri="{BB962C8B-B14F-4D97-AF65-F5344CB8AC3E}">
        <p14:creationId xmlns:p14="http://schemas.microsoft.com/office/powerpoint/2010/main" val="292037340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928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28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928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928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2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29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29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92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92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2866" grpId="0" autoUpdateAnimBg="0"/>
      <p:bldP spid="292867" grpId="0"/>
      <p:bldP spid="292952" grpId="0" autoUpdateAnimBg="0"/>
      <p:bldP spid="292953" grpId="0" autoUpdateAnimBg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2">
            <a:extLst>
              <a:ext uri="{FF2B5EF4-FFF2-40B4-BE49-F238E27FC236}">
                <a16:creationId xmlns:a16="http://schemas.microsoft.com/office/drawing/2014/main" id="{3F1ED415-8315-4C77-B1D1-8808131BB4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2250" y="285750"/>
            <a:ext cx="1704975" cy="442913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FF0000"/>
                </a:solidFill>
              </a:rPr>
              <a:t>方案一：</a:t>
            </a:r>
          </a:p>
        </p:txBody>
      </p:sp>
      <p:sp>
        <p:nvSpPr>
          <p:cNvPr id="293891" name="Text Box 3">
            <a:extLst>
              <a:ext uri="{FF2B5EF4-FFF2-40B4-BE49-F238E27FC236}">
                <a16:creationId xmlns:a16="http://schemas.microsoft.com/office/drawing/2014/main" id="{9C515D11-3A24-4D88-A0B6-34937DD1A3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7488" y="285750"/>
            <a:ext cx="7423150" cy="519113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选择器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无使能端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扩展成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选择器</a:t>
            </a:r>
          </a:p>
        </p:txBody>
      </p:sp>
      <p:sp>
        <p:nvSpPr>
          <p:cNvPr id="293892" name="Text Box 4">
            <a:extLst>
              <a:ext uri="{FF2B5EF4-FFF2-40B4-BE49-F238E27FC236}">
                <a16:creationId xmlns:a16="http://schemas.microsoft.com/office/drawing/2014/main" id="{59EEA152-C278-4180-8172-86FECEED3A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8463" y="5395913"/>
            <a:ext cx="5891212" cy="1031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逻辑结构：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控制第一层选择，</a:t>
            </a:r>
          </a:p>
          <a:p>
            <a:pPr marL="0" marR="0" lvl="0" indent="0" algn="l" defTabSz="914400" rtl="0" eaLnBrk="1" fontAlgn="base" latinLnBrk="0" hangingPunct="1">
              <a:lnSpc>
                <a:spcPct val="7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          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控制第二层选择。</a:t>
            </a:r>
          </a:p>
        </p:txBody>
      </p:sp>
      <p:grpSp>
        <p:nvGrpSpPr>
          <p:cNvPr id="293893" name="Group 5">
            <a:extLst>
              <a:ext uri="{FF2B5EF4-FFF2-40B4-BE49-F238E27FC236}">
                <a16:creationId xmlns:a16="http://schemas.microsoft.com/office/drawing/2014/main" id="{7DFE9D89-3747-4EE4-A301-DC51BAE281B4}"/>
              </a:ext>
            </a:extLst>
          </p:cNvPr>
          <p:cNvGrpSpPr>
            <a:grpSpLocks/>
          </p:cNvGrpSpPr>
          <p:nvPr/>
        </p:nvGrpSpPr>
        <p:grpSpPr bwMode="auto">
          <a:xfrm>
            <a:off x="784225" y="1257300"/>
            <a:ext cx="7573963" cy="3924299"/>
            <a:chOff x="494" y="792"/>
            <a:chExt cx="4771" cy="2472"/>
          </a:xfrm>
        </p:grpSpPr>
        <p:grpSp>
          <p:nvGrpSpPr>
            <p:cNvPr id="88070" name="Group 6">
              <a:extLst>
                <a:ext uri="{FF2B5EF4-FFF2-40B4-BE49-F238E27FC236}">
                  <a16:creationId xmlns:a16="http://schemas.microsoft.com/office/drawing/2014/main" id="{6226DE37-95BC-4DFE-B080-34D0CCF8B6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4" y="792"/>
              <a:ext cx="4771" cy="2472"/>
              <a:chOff x="494" y="792"/>
              <a:chExt cx="4771" cy="2472"/>
            </a:xfrm>
          </p:grpSpPr>
          <p:sp>
            <p:nvSpPr>
              <p:cNvPr id="88073" name="Rectangle 7">
                <a:extLst>
                  <a:ext uri="{FF2B5EF4-FFF2-40B4-BE49-F238E27FC236}">
                    <a16:creationId xmlns:a16="http://schemas.microsoft.com/office/drawing/2014/main" id="{3BE1DDCB-AB46-4342-9AA8-FDD2BD5EB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178"/>
                <a:ext cx="1360" cy="49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74" name="Line 8">
                <a:extLst>
                  <a:ext uri="{FF2B5EF4-FFF2-40B4-BE49-F238E27FC236}">
                    <a16:creationId xmlns:a16="http://schemas.microsoft.com/office/drawing/2014/main" id="{1C9B0DE0-1518-4612-A1D1-467A4FC84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2" y="1178"/>
                <a:ext cx="0" cy="49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75" name="Line 9">
                <a:extLst>
                  <a:ext uri="{FF2B5EF4-FFF2-40B4-BE49-F238E27FC236}">
                    <a16:creationId xmlns:a16="http://schemas.microsoft.com/office/drawing/2014/main" id="{FAFC5A14-5F1E-4805-BFA9-CA02E4C1E4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7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76" name="Line 10">
                <a:extLst>
                  <a:ext uri="{FF2B5EF4-FFF2-40B4-BE49-F238E27FC236}">
                    <a16:creationId xmlns:a16="http://schemas.microsoft.com/office/drawing/2014/main" id="{A0AE6534-9E2C-49FE-8CC2-EE1BC466C0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82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77" name="Line 11">
                <a:extLst>
                  <a:ext uri="{FF2B5EF4-FFF2-40B4-BE49-F238E27FC236}">
                    <a16:creationId xmlns:a16="http://schemas.microsoft.com/office/drawing/2014/main" id="{C6CA8CF2-E0E5-42F7-99D7-EF25298025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84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78" name="Line 12">
                <a:extLst>
                  <a:ext uri="{FF2B5EF4-FFF2-40B4-BE49-F238E27FC236}">
                    <a16:creationId xmlns:a16="http://schemas.microsoft.com/office/drawing/2014/main" id="{878B0A4A-AD39-4694-8F9C-D20A321C00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7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79" name="Line 13">
                <a:extLst>
                  <a:ext uri="{FF2B5EF4-FFF2-40B4-BE49-F238E27FC236}">
                    <a16:creationId xmlns:a16="http://schemas.microsoft.com/office/drawing/2014/main" id="{1E557A44-AE05-43BE-AA7A-42AE00E332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721" y="1377"/>
                <a:ext cx="771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0" name="Line 14">
                <a:extLst>
                  <a:ext uri="{FF2B5EF4-FFF2-40B4-BE49-F238E27FC236}">
                    <a16:creationId xmlns:a16="http://schemas.microsoft.com/office/drawing/2014/main" id="{AE634747-5D3A-4B05-B8DB-DBE0F2475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21" y="1586"/>
                <a:ext cx="77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1" name="Rectangle 15">
                <a:extLst>
                  <a:ext uri="{FF2B5EF4-FFF2-40B4-BE49-F238E27FC236}">
                    <a16:creationId xmlns:a16="http://schemas.microsoft.com/office/drawing/2014/main" id="{D6EF474F-B7C4-40DE-9450-D49F4F53D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5" y="1178"/>
                <a:ext cx="1406" cy="49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2" name="Line 16">
                <a:extLst>
                  <a:ext uri="{FF2B5EF4-FFF2-40B4-BE49-F238E27FC236}">
                    <a16:creationId xmlns:a16="http://schemas.microsoft.com/office/drawing/2014/main" id="{338435F6-60F8-4F37-B8F8-4D73BFDBB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5" y="1178"/>
                <a:ext cx="0" cy="49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3" name="Line 17">
                <a:extLst>
                  <a:ext uri="{FF2B5EF4-FFF2-40B4-BE49-F238E27FC236}">
                    <a16:creationId xmlns:a16="http://schemas.microsoft.com/office/drawing/2014/main" id="{4C3D9968-DD0C-4775-8978-6EAF4A4F86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51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4" name="Line 18">
                <a:extLst>
                  <a:ext uri="{FF2B5EF4-FFF2-40B4-BE49-F238E27FC236}">
                    <a16:creationId xmlns:a16="http://schemas.microsoft.com/office/drawing/2014/main" id="{F50F57F4-F3DC-4E3F-AB8C-C288BD18E1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95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5" name="Line 19">
                <a:extLst>
                  <a:ext uri="{FF2B5EF4-FFF2-40B4-BE49-F238E27FC236}">
                    <a16:creationId xmlns:a16="http://schemas.microsoft.com/office/drawing/2014/main" id="{A9DC2217-CC30-463B-AFCC-482832BC58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75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6" name="Line 20">
                <a:extLst>
                  <a:ext uri="{FF2B5EF4-FFF2-40B4-BE49-F238E27FC236}">
                    <a16:creationId xmlns:a16="http://schemas.microsoft.com/office/drawing/2014/main" id="{AD67C334-4D88-4374-BD9C-217E248E9F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30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7" name="Line 21">
                <a:extLst>
                  <a:ext uri="{FF2B5EF4-FFF2-40B4-BE49-F238E27FC236}">
                    <a16:creationId xmlns:a16="http://schemas.microsoft.com/office/drawing/2014/main" id="{7FB1014C-60CB-4520-952F-D5C2EA2A8A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87" y="1375"/>
                <a:ext cx="312" cy="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8" name="Line 22">
                <a:extLst>
                  <a:ext uri="{FF2B5EF4-FFF2-40B4-BE49-F238E27FC236}">
                    <a16:creationId xmlns:a16="http://schemas.microsoft.com/office/drawing/2014/main" id="{DD143B04-0484-440E-8165-C5C1074E4E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69" y="1586"/>
                <a:ext cx="1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89" name="Rectangle 23">
                <a:extLst>
                  <a:ext uri="{FF2B5EF4-FFF2-40B4-BE49-F238E27FC236}">
                    <a16:creationId xmlns:a16="http://schemas.microsoft.com/office/drawing/2014/main" id="{3ECE186E-C918-40BD-97B8-8EC220688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6" y="2402"/>
                <a:ext cx="1315" cy="49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90" name="Line 24">
                <a:extLst>
                  <a:ext uri="{FF2B5EF4-FFF2-40B4-BE49-F238E27FC236}">
                    <a16:creationId xmlns:a16="http://schemas.microsoft.com/office/drawing/2014/main" id="{8B09506E-627B-41B1-8584-D4BEF7EEAE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16" y="2402"/>
                <a:ext cx="0" cy="49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91" name="Line 25">
                <a:extLst>
                  <a:ext uri="{FF2B5EF4-FFF2-40B4-BE49-F238E27FC236}">
                    <a16:creationId xmlns:a16="http://schemas.microsoft.com/office/drawing/2014/main" id="{86F1A56E-FB0E-461D-987D-7755C52F11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27" y="2266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92" name="Line 26">
                <a:extLst>
                  <a:ext uri="{FF2B5EF4-FFF2-40B4-BE49-F238E27FC236}">
                    <a16:creationId xmlns:a16="http://schemas.microsoft.com/office/drawing/2014/main" id="{D2943F0F-93CF-47E7-9086-BE14E7515F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26" y="1994"/>
                <a:ext cx="0" cy="4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93" name="Line 27">
                <a:extLst>
                  <a:ext uri="{FF2B5EF4-FFF2-40B4-BE49-F238E27FC236}">
                    <a16:creationId xmlns:a16="http://schemas.microsoft.com/office/drawing/2014/main" id="{D30AB4AA-0A74-4E59-9AD5-14F344185A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01" y="2493"/>
                <a:ext cx="6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94" name="Line 28">
                <a:extLst>
                  <a:ext uri="{FF2B5EF4-FFF2-40B4-BE49-F238E27FC236}">
                    <a16:creationId xmlns:a16="http://schemas.microsoft.com/office/drawing/2014/main" id="{A97E4774-2034-4BA1-ADAF-0C2234CC42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01" y="2810"/>
                <a:ext cx="6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95" name="Line 29">
                <a:extLst>
                  <a:ext uri="{FF2B5EF4-FFF2-40B4-BE49-F238E27FC236}">
                    <a16:creationId xmlns:a16="http://schemas.microsoft.com/office/drawing/2014/main" id="{669DF108-8A9B-43F9-8845-575A5DD70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8" y="1676"/>
                <a:ext cx="0" cy="72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96" name="Line 30">
                <a:extLst>
                  <a:ext uri="{FF2B5EF4-FFF2-40B4-BE49-F238E27FC236}">
                    <a16:creationId xmlns:a16="http://schemas.microsoft.com/office/drawing/2014/main" id="{2B923668-4A8F-4666-8D24-C64215BAEE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0" y="1812"/>
                <a:ext cx="0" cy="59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097" name="Rectangle 31">
                <a:extLst>
                  <a:ext uri="{FF2B5EF4-FFF2-40B4-BE49-F238E27FC236}">
                    <a16:creationId xmlns:a16="http://schemas.microsoft.com/office/drawing/2014/main" id="{CE1196D2-9637-40D4-8CA6-6FCD7F165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7" y="1425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098" name="Rectangle 32">
                <a:extLst>
                  <a:ext uri="{FF2B5EF4-FFF2-40B4-BE49-F238E27FC236}">
                    <a16:creationId xmlns:a16="http://schemas.microsoft.com/office/drawing/2014/main" id="{D7FE4C69-40DE-4470-952F-637FB550B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1244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099" name="Rectangle 33">
                <a:extLst>
                  <a:ext uri="{FF2B5EF4-FFF2-40B4-BE49-F238E27FC236}">
                    <a16:creationId xmlns:a16="http://schemas.microsoft.com/office/drawing/2014/main" id="{DB96F7D2-A5E1-4783-A6AE-2C82D9B04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1131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0" name="Rectangle 34">
                <a:extLst>
                  <a:ext uri="{FF2B5EF4-FFF2-40B4-BE49-F238E27FC236}">
                    <a16:creationId xmlns:a16="http://schemas.microsoft.com/office/drawing/2014/main" id="{8B99F6F3-BBB4-4F54-8339-3E704454A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1131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3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1" name="Rectangle 35">
                <a:extLst>
                  <a:ext uri="{FF2B5EF4-FFF2-40B4-BE49-F238E27FC236}">
                    <a16:creationId xmlns:a16="http://schemas.microsoft.com/office/drawing/2014/main" id="{ED34B01D-F4CB-47A8-9EDB-B98788287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450"/>
                <a:ext cx="279" cy="250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Y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2" name="Rectangle 36">
                <a:extLst>
                  <a:ext uri="{FF2B5EF4-FFF2-40B4-BE49-F238E27FC236}">
                    <a16:creationId xmlns:a16="http://schemas.microsoft.com/office/drawing/2014/main" id="{1617A914-FDE5-4AC4-B3EE-46F8DD794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1131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3" name="Rectangle 37">
                <a:extLst>
                  <a:ext uri="{FF2B5EF4-FFF2-40B4-BE49-F238E27FC236}">
                    <a16:creationId xmlns:a16="http://schemas.microsoft.com/office/drawing/2014/main" id="{EBA5DCA3-E405-4985-B658-91F456B0B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131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3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4" name="Rectangle 38">
                <a:extLst>
                  <a:ext uri="{FF2B5EF4-FFF2-40B4-BE49-F238E27FC236}">
                    <a16:creationId xmlns:a16="http://schemas.microsoft.com/office/drawing/2014/main" id="{1A7DD088-E287-4292-8AFE-D79255EDC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1450"/>
                <a:ext cx="279" cy="250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Y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5" name="Rectangle 39">
                <a:extLst>
                  <a:ext uri="{FF2B5EF4-FFF2-40B4-BE49-F238E27FC236}">
                    <a16:creationId xmlns:a16="http://schemas.microsoft.com/office/drawing/2014/main" id="{E71DEC0A-3B39-487F-8001-478959D10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1425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6" name="Rectangle 40">
                <a:extLst>
                  <a:ext uri="{FF2B5EF4-FFF2-40B4-BE49-F238E27FC236}">
                    <a16:creationId xmlns:a16="http://schemas.microsoft.com/office/drawing/2014/main" id="{1B205F61-4AEB-49CE-AF7B-DCE5EF535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1244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7" name="Rectangle 41">
                <a:extLst>
                  <a:ext uri="{FF2B5EF4-FFF2-40B4-BE49-F238E27FC236}">
                    <a16:creationId xmlns:a16="http://schemas.microsoft.com/office/drawing/2014/main" id="{26776A5A-9C98-4CC4-88CA-05BFBAE78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1131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8" name="Rectangle 42">
                <a:extLst>
                  <a:ext uri="{FF2B5EF4-FFF2-40B4-BE49-F238E27FC236}">
                    <a16:creationId xmlns:a16="http://schemas.microsoft.com/office/drawing/2014/main" id="{7F05979E-EFBA-4104-B771-DCC86D575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1131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3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09" name="Rectangle 43">
                <a:extLst>
                  <a:ext uri="{FF2B5EF4-FFF2-40B4-BE49-F238E27FC236}">
                    <a16:creationId xmlns:a16="http://schemas.microsoft.com/office/drawing/2014/main" id="{098DB473-D431-4DDA-96A2-4DD93F86F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1450"/>
                <a:ext cx="279" cy="250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Y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10" name="Rectangle 44">
                <a:extLst>
                  <a:ext uri="{FF2B5EF4-FFF2-40B4-BE49-F238E27FC236}">
                    <a16:creationId xmlns:a16="http://schemas.microsoft.com/office/drawing/2014/main" id="{C052DB0E-F68D-4203-9ADA-7DC01754E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1131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11" name="Rectangle 45">
                <a:extLst>
                  <a:ext uri="{FF2B5EF4-FFF2-40B4-BE49-F238E27FC236}">
                    <a16:creationId xmlns:a16="http://schemas.microsoft.com/office/drawing/2014/main" id="{A4B5E690-5135-4C4E-8DD1-D76D7FDA0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1131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3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12" name="Rectangle 46">
                <a:extLst>
                  <a:ext uri="{FF2B5EF4-FFF2-40B4-BE49-F238E27FC236}">
                    <a16:creationId xmlns:a16="http://schemas.microsoft.com/office/drawing/2014/main" id="{C94A523C-2720-4DED-B3F5-52D0894F9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2" y="1450"/>
                <a:ext cx="279" cy="250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Y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13" name="Rectangle 47">
                <a:extLst>
                  <a:ext uri="{FF2B5EF4-FFF2-40B4-BE49-F238E27FC236}">
                    <a16:creationId xmlns:a16="http://schemas.microsoft.com/office/drawing/2014/main" id="{B39A6A97-953F-4404-AEF9-E81BECAC8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2650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14" name="Rectangle 48">
                <a:extLst>
                  <a:ext uri="{FF2B5EF4-FFF2-40B4-BE49-F238E27FC236}">
                    <a16:creationId xmlns:a16="http://schemas.microsoft.com/office/drawing/2014/main" id="{E4ECFB41-B359-4877-A01F-74D79AFDC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2469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</a:t>
                </a: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15" name="Rectangle 49">
                <a:extLst>
                  <a:ext uri="{FF2B5EF4-FFF2-40B4-BE49-F238E27FC236}">
                    <a16:creationId xmlns:a16="http://schemas.microsoft.com/office/drawing/2014/main" id="{3ABF381C-238D-4BBB-9FAF-B2A5A5CFF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2356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16" name="Rectangle 50">
                <a:extLst>
                  <a:ext uri="{FF2B5EF4-FFF2-40B4-BE49-F238E27FC236}">
                    <a16:creationId xmlns:a16="http://schemas.microsoft.com/office/drawing/2014/main" id="{B757BFAE-147D-4091-81AE-E209E207E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2356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3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17" name="Rectangle 51">
                <a:extLst>
                  <a:ext uri="{FF2B5EF4-FFF2-40B4-BE49-F238E27FC236}">
                    <a16:creationId xmlns:a16="http://schemas.microsoft.com/office/drawing/2014/main" id="{E61C7845-A595-4CA4-BD45-B4A6111DB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3" y="2675"/>
                <a:ext cx="279" cy="250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Y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18" name="Line 52">
                <a:extLst>
                  <a:ext uri="{FF2B5EF4-FFF2-40B4-BE49-F238E27FC236}">
                    <a16:creationId xmlns:a16="http://schemas.microsoft.com/office/drawing/2014/main" id="{BEFA718F-C3C3-4575-89B5-2FD52D4883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55" y="2266"/>
                <a:ext cx="2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19" name="Line 53">
                <a:extLst>
                  <a:ext uri="{FF2B5EF4-FFF2-40B4-BE49-F238E27FC236}">
                    <a16:creationId xmlns:a16="http://schemas.microsoft.com/office/drawing/2014/main" id="{6094204F-9220-4B8D-B96A-B37A05997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55" y="1676"/>
                <a:ext cx="0" cy="59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0" name="Line 54">
                <a:extLst>
                  <a:ext uri="{FF2B5EF4-FFF2-40B4-BE49-F238E27FC236}">
                    <a16:creationId xmlns:a16="http://schemas.microsoft.com/office/drawing/2014/main" id="{FE5A4A93-58EF-4564-80A4-1B63E8AC1E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68" y="1676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1" name="Line 55">
                <a:extLst>
                  <a:ext uri="{FF2B5EF4-FFF2-40B4-BE49-F238E27FC236}">
                    <a16:creationId xmlns:a16="http://schemas.microsoft.com/office/drawing/2014/main" id="{8A7DC3B5-B387-471F-8862-26B07E69E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90" y="1812"/>
                <a:ext cx="167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2" name="Line 56">
                <a:extLst>
                  <a:ext uri="{FF2B5EF4-FFF2-40B4-BE49-F238E27FC236}">
                    <a16:creationId xmlns:a16="http://schemas.microsoft.com/office/drawing/2014/main" id="{844CDB0F-E85A-4FC3-91D0-31003B2492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1676"/>
                <a:ext cx="0" cy="31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3" name="Line 57">
                <a:extLst>
                  <a:ext uri="{FF2B5EF4-FFF2-40B4-BE49-F238E27FC236}">
                    <a16:creationId xmlns:a16="http://schemas.microsoft.com/office/drawing/2014/main" id="{135ABA4A-BFEB-4DAB-9ADE-9F3186544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6" y="1994"/>
                <a:ext cx="222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4" name="Line 58">
                <a:extLst>
                  <a:ext uri="{FF2B5EF4-FFF2-40B4-BE49-F238E27FC236}">
                    <a16:creationId xmlns:a16="http://schemas.microsoft.com/office/drawing/2014/main" id="{86EE0B60-EAEB-4F8B-B144-2CC44E4346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9" y="2901"/>
                <a:ext cx="0" cy="3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5" name="Line 59">
                <a:extLst>
                  <a:ext uri="{FF2B5EF4-FFF2-40B4-BE49-F238E27FC236}">
                    <a16:creationId xmlns:a16="http://schemas.microsoft.com/office/drawing/2014/main" id="{D8CE7CAE-891D-46FC-8F52-F457EB13AE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19" y="1586"/>
                <a:ext cx="0" cy="5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6" name="Line 60">
                <a:extLst>
                  <a:ext uri="{FF2B5EF4-FFF2-40B4-BE49-F238E27FC236}">
                    <a16:creationId xmlns:a16="http://schemas.microsoft.com/office/drawing/2014/main" id="{F7715CAA-257A-4067-905D-82AAE44223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19" y="2130"/>
                <a:ext cx="245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7" name="Line 61">
                <a:extLst>
                  <a:ext uri="{FF2B5EF4-FFF2-40B4-BE49-F238E27FC236}">
                    <a16:creationId xmlns:a16="http://schemas.microsoft.com/office/drawing/2014/main" id="{16734551-35AE-43B0-B537-A3D13369D7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9" y="1586"/>
                <a:ext cx="0" cy="5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8" name="Line 62">
                <a:extLst>
                  <a:ext uri="{FF2B5EF4-FFF2-40B4-BE49-F238E27FC236}">
                    <a16:creationId xmlns:a16="http://schemas.microsoft.com/office/drawing/2014/main" id="{5027A99D-9DF0-43B0-99AA-699C5CCF6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7" y="1393"/>
                <a:ext cx="0" cy="5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29" name="Line 63">
                <a:extLst>
                  <a:ext uri="{FF2B5EF4-FFF2-40B4-BE49-F238E27FC236}">
                    <a16:creationId xmlns:a16="http://schemas.microsoft.com/office/drawing/2014/main" id="{217AF040-05D2-4223-88BB-3511190E24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7" y="1903"/>
                <a:ext cx="25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0" name="Line 64">
                <a:extLst>
                  <a:ext uri="{FF2B5EF4-FFF2-40B4-BE49-F238E27FC236}">
                    <a16:creationId xmlns:a16="http://schemas.microsoft.com/office/drawing/2014/main" id="{C1D0AA89-146F-4E21-AD89-5255A490F1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87" y="1381"/>
                <a:ext cx="0" cy="52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8131" name="Rectangle 65">
                <a:extLst>
                  <a:ext uri="{FF2B5EF4-FFF2-40B4-BE49-F238E27FC236}">
                    <a16:creationId xmlns:a16="http://schemas.microsoft.com/office/drawing/2014/main" id="{EB2D074E-2225-4BA4-89FD-E7058FE11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1230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32" name="Rectangle 66">
                <a:extLst>
                  <a:ext uri="{FF2B5EF4-FFF2-40B4-BE49-F238E27FC236}">
                    <a16:creationId xmlns:a16="http://schemas.microsoft.com/office/drawing/2014/main" id="{2FF6C0A0-DEED-4121-A3F1-DAA242647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" y="1449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33" name="Rectangle 67">
                <a:extLst>
                  <a:ext uri="{FF2B5EF4-FFF2-40B4-BE49-F238E27FC236}">
                    <a16:creationId xmlns:a16="http://schemas.microsoft.com/office/drawing/2014/main" id="{59BB5FA2-8DC9-477F-B0E4-70EE3362B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2310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3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34" name="Rectangle 68">
                <a:extLst>
                  <a:ext uri="{FF2B5EF4-FFF2-40B4-BE49-F238E27FC236}">
                    <a16:creationId xmlns:a16="http://schemas.microsoft.com/office/drawing/2014/main" id="{37D46E28-8018-4F8A-A8EC-B6E2E774A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5" y="2628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2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35" name="Rectangle 69">
                <a:extLst>
                  <a:ext uri="{FF2B5EF4-FFF2-40B4-BE49-F238E27FC236}">
                    <a16:creationId xmlns:a16="http://schemas.microsoft.com/office/drawing/2014/main" id="{279E584E-800D-4DD9-A94A-97DF22F29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803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36" name="Rectangle 70">
                <a:extLst>
                  <a:ext uri="{FF2B5EF4-FFF2-40B4-BE49-F238E27FC236}">
                    <a16:creationId xmlns:a16="http://schemas.microsoft.com/office/drawing/2014/main" id="{55349E28-8F2C-4447-A5E8-F09C7C4C0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792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3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37" name="Rectangle 71">
                <a:extLst>
                  <a:ext uri="{FF2B5EF4-FFF2-40B4-BE49-F238E27FC236}">
                    <a16:creationId xmlns:a16="http://schemas.microsoft.com/office/drawing/2014/main" id="{F325A06B-E322-4F21-A1B4-19B7F63BD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803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4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38" name="Rectangle 72">
                <a:extLst>
                  <a:ext uri="{FF2B5EF4-FFF2-40B4-BE49-F238E27FC236}">
                    <a16:creationId xmlns:a16="http://schemas.microsoft.com/office/drawing/2014/main" id="{3891CAE1-0741-4009-B7FF-6B6B6A4DE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803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7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39" name="Rectangle 73">
                <a:extLst>
                  <a:ext uri="{FF2B5EF4-FFF2-40B4-BE49-F238E27FC236}">
                    <a16:creationId xmlns:a16="http://schemas.microsoft.com/office/drawing/2014/main" id="{D04826E9-BEAE-4142-8A7E-71B28D4CB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8" y="792"/>
                <a:ext cx="334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8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40" name="Rectangle 74">
                <a:extLst>
                  <a:ext uri="{FF2B5EF4-FFF2-40B4-BE49-F238E27FC236}">
                    <a16:creationId xmlns:a16="http://schemas.microsoft.com/office/drawing/2014/main" id="{EB85A803-8EAA-4EF4-A2A3-449FDC2A3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804"/>
                <a:ext cx="383" cy="250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11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41" name="Rectangle 75">
                <a:extLst>
                  <a:ext uri="{FF2B5EF4-FFF2-40B4-BE49-F238E27FC236}">
                    <a16:creationId xmlns:a16="http://schemas.microsoft.com/office/drawing/2014/main" id="{37CFF2B1-148B-4967-9B59-41ADA3DFB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2" y="803"/>
                <a:ext cx="388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12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88142" name="Rectangle 76">
                <a:extLst>
                  <a:ext uri="{FF2B5EF4-FFF2-40B4-BE49-F238E27FC236}">
                    <a16:creationId xmlns:a16="http://schemas.microsoft.com/office/drawing/2014/main" id="{48C54C04-8F4D-4A31-A95C-25AD69C18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7" y="792"/>
                <a:ext cx="388" cy="25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D</a:t>
                </a:r>
                <a:r>
                  <a:rPr kumimoji="0" lang="en-US" altLang="zh-CN" sz="20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15</a:t>
                </a:r>
                <a:r>
                  <a:rPr kumimoji="0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</p:grpSp>
        <p:sp>
          <p:nvSpPr>
            <p:cNvPr id="88071" name="Text Box 77">
              <a:extLst>
                <a:ext uri="{FF2B5EF4-FFF2-40B4-BE49-F238E27FC236}">
                  <a16:creationId xmlns:a16="http://schemas.microsoft.com/office/drawing/2014/main" id="{8353B314-213A-4ADC-AC02-739D3E54F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0" y="1017"/>
              <a:ext cx="466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  <p:sp>
          <p:nvSpPr>
            <p:cNvPr id="88072" name="Text Box 78">
              <a:extLst>
                <a:ext uri="{FF2B5EF4-FFF2-40B4-BE49-F238E27FC236}">
                  <a16:creationId xmlns:a16="http://schemas.microsoft.com/office/drawing/2014/main" id="{DE5F28ED-48A2-4CDB-8A4D-2A6182CB6C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8" y="1211"/>
              <a:ext cx="466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0524093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38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38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0" presetID="2" presetClass="entr" presetSubtype="2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38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938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93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293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3890" grpId="0" autoUpdateAnimBg="0"/>
      <p:bldP spid="293891" grpId="0" autoUpdateAnimBg="0"/>
      <p:bldP spid="293892" grpId="0" autoUpdateAnimBg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2">
            <a:extLst>
              <a:ext uri="{FF2B5EF4-FFF2-40B4-BE49-F238E27FC236}">
                <a16:creationId xmlns:a16="http://schemas.microsoft.com/office/drawing/2014/main" id="{4EAE4CF1-4AF6-4484-855A-25A1A86F09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8125" y="233363"/>
            <a:ext cx="1676400" cy="51435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方案二：</a:t>
            </a:r>
          </a:p>
        </p:txBody>
      </p:sp>
      <p:sp>
        <p:nvSpPr>
          <p:cNvPr id="294915" name="Text Box 3">
            <a:extLst>
              <a:ext uri="{FF2B5EF4-FFF2-40B4-BE49-F238E27FC236}">
                <a16:creationId xmlns:a16="http://schemas.microsoft.com/office/drawing/2014/main" id="{3A04B445-350A-43F8-987E-2731DA3A99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7488" y="285750"/>
            <a:ext cx="7423150" cy="519113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选择器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无使能端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扩展成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选择器</a:t>
            </a:r>
          </a:p>
        </p:txBody>
      </p:sp>
      <p:grpSp>
        <p:nvGrpSpPr>
          <p:cNvPr id="294916" name="Group 4">
            <a:extLst>
              <a:ext uri="{FF2B5EF4-FFF2-40B4-BE49-F238E27FC236}">
                <a16:creationId xmlns:a16="http://schemas.microsoft.com/office/drawing/2014/main" id="{C7A7D3F1-4B44-41AC-99C9-56A9117D0E91}"/>
              </a:ext>
            </a:extLst>
          </p:cNvPr>
          <p:cNvGrpSpPr>
            <a:grpSpLocks/>
          </p:cNvGrpSpPr>
          <p:nvPr/>
        </p:nvGrpSpPr>
        <p:grpSpPr bwMode="auto">
          <a:xfrm>
            <a:off x="784225" y="1239838"/>
            <a:ext cx="7654925" cy="3941762"/>
            <a:chOff x="494" y="781"/>
            <a:chExt cx="4822" cy="2483"/>
          </a:xfrm>
        </p:grpSpPr>
        <p:sp>
          <p:nvSpPr>
            <p:cNvPr id="89094" name="Rectangle 5">
              <a:extLst>
                <a:ext uri="{FF2B5EF4-FFF2-40B4-BE49-F238E27FC236}">
                  <a16:creationId xmlns:a16="http://schemas.microsoft.com/office/drawing/2014/main" id="{BBF44126-9347-4A8A-917B-56744279D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2" y="1178"/>
              <a:ext cx="1360" cy="49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095" name="Line 6">
              <a:extLst>
                <a:ext uri="{FF2B5EF4-FFF2-40B4-BE49-F238E27FC236}">
                  <a16:creationId xmlns:a16="http://schemas.microsoft.com/office/drawing/2014/main" id="{9CBC5588-ACA4-471D-B734-9F2CD24D3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2" y="1178"/>
              <a:ext cx="0" cy="49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096" name="Line 7">
              <a:extLst>
                <a:ext uri="{FF2B5EF4-FFF2-40B4-BE49-F238E27FC236}">
                  <a16:creationId xmlns:a16="http://schemas.microsoft.com/office/drawing/2014/main" id="{2B8B61B9-D2C2-4693-BF7C-FAB78AEFC2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21" y="1377"/>
              <a:ext cx="771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097" name="Line 8">
              <a:extLst>
                <a:ext uri="{FF2B5EF4-FFF2-40B4-BE49-F238E27FC236}">
                  <a16:creationId xmlns:a16="http://schemas.microsoft.com/office/drawing/2014/main" id="{35001BDB-1501-4851-A6D1-16E33FFB55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" y="1586"/>
              <a:ext cx="77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098" name="Rectangle 9">
              <a:extLst>
                <a:ext uri="{FF2B5EF4-FFF2-40B4-BE49-F238E27FC236}">
                  <a16:creationId xmlns:a16="http://schemas.microsoft.com/office/drawing/2014/main" id="{6BDF64F9-25BD-4E1B-B79A-B76A1C708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1178"/>
              <a:ext cx="1428" cy="49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099" name="Line 10">
              <a:extLst>
                <a:ext uri="{FF2B5EF4-FFF2-40B4-BE49-F238E27FC236}">
                  <a16:creationId xmlns:a16="http://schemas.microsoft.com/office/drawing/2014/main" id="{10963862-7DC6-4CFF-BBD4-C8428BE233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5" y="1178"/>
              <a:ext cx="0" cy="49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0" name="Line 11">
              <a:extLst>
                <a:ext uri="{FF2B5EF4-FFF2-40B4-BE49-F238E27FC236}">
                  <a16:creationId xmlns:a16="http://schemas.microsoft.com/office/drawing/2014/main" id="{94DAA91F-996B-400D-BAF7-BE95158A55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7" y="1375"/>
              <a:ext cx="318" cy="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1" name="Line 12">
              <a:extLst>
                <a:ext uri="{FF2B5EF4-FFF2-40B4-BE49-F238E27FC236}">
                  <a16:creationId xmlns:a16="http://schemas.microsoft.com/office/drawing/2014/main" id="{884D17C7-5BFB-4A4A-996A-E26E95897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69" y="1586"/>
              <a:ext cx="1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2" name="Rectangle 13">
              <a:extLst>
                <a:ext uri="{FF2B5EF4-FFF2-40B4-BE49-F238E27FC236}">
                  <a16:creationId xmlns:a16="http://schemas.microsoft.com/office/drawing/2014/main" id="{14A38A7D-1AA6-47FE-AF85-2434DE2FC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2402"/>
              <a:ext cx="1315" cy="49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3" name="Line 14">
              <a:extLst>
                <a:ext uri="{FF2B5EF4-FFF2-40B4-BE49-F238E27FC236}">
                  <a16:creationId xmlns:a16="http://schemas.microsoft.com/office/drawing/2014/main" id="{8399B28A-8CAE-43AD-81C6-7301D5D51A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6" y="2402"/>
              <a:ext cx="0" cy="49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4" name="Line 15">
              <a:extLst>
                <a:ext uri="{FF2B5EF4-FFF2-40B4-BE49-F238E27FC236}">
                  <a16:creationId xmlns:a16="http://schemas.microsoft.com/office/drawing/2014/main" id="{4E5FCC9B-611C-4DD4-9FFA-0CB86DC7A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7" y="2266"/>
              <a:ext cx="0" cy="1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5" name="Line 16">
              <a:extLst>
                <a:ext uri="{FF2B5EF4-FFF2-40B4-BE49-F238E27FC236}">
                  <a16:creationId xmlns:a16="http://schemas.microsoft.com/office/drawing/2014/main" id="{02AC4B17-5DAA-4272-9C85-6933AB4970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6" y="1994"/>
              <a:ext cx="0" cy="4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6" name="Line 17">
              <a:extLst>
                <a:ext uri="{FF2B5EF4-FFF2-40B4-BE49-F238E27FC236}">
                  <a16:creationId xmlns:a16="http://schemas.microsoft.com/office/drawing/2014/main" id="{B710B6E1-77AE-4A8C-812E-497C52747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1" y="2493"/>
              <a:ext cx="6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7" name="Line 18">
              <a:extLst>
                <a:ext uri="{FF2B5EF4-FFF2-40B4-BE49-F238E27FC236}">
                  <a16:creationId xmlns:a16="http://schemas.microsoft.com/office/drawing/2014/main" id="{E016A6BA-F6D8-457C-A0C7-DFF51FE946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1" y="2810"/>
              <a:ext cx="6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8" name="Line 19">
              <a:extLst>
                <a:ext uri="{FF2B5EF4-FFF2-40B4-BE49-F238E27FC236}">
                  <a16:creationId xmlns:a16="http://schemas.microsoft.com/office/drawing/2014/main" id="{19E33AE9-642E-4E64-B88A-409DA8BD2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8" y="1676"/>
              <a:ext cx="0" cy="7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09" name="Line 20">
              <a:extLst>
                <a:ext uri="{FF2B5EF4-FFF2-40B4-BE49-F238E27FC236}">
                  <a16:creationId xmlns:a16="http://schemas.microsoft.com/office/drawing/2014/main" id="{43251826-EE14-4DBB-B15D-B87AFDE9DF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0" y="1812"/>
              <a:ext cx="0" cy="5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10" name="Rectangle 21">
              <a:extLst>
                <a:ext uri="{FF2B5EF4-FFF2-40B4-BE49-F238E27FC236}">
                  <a16:creationId xmlns:a16="http://schemas.microsoft.com/office/drawing/2014/main" id="{9E9850BE-A536-40A2-B539-5C3C7FB60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7" y="1425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11" name="Rectangle 22">
              <a:extLst>
                <a:ext uri="{FF2B5EF4-FFF2-40B4-BE49-F238E27FC236}">
                  <a16:creationId xmlns:a16="http://schemas.microsoft.com/office/drawing/2014/main" id="{71F16775-D444-45A9-8E8A-8FCEA8A72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1244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12" name="Rectangle 23">
              <a:extLst>
                <a:ext uri="{FF2B5EF4-FFF2-40B4-BE49-F238E27FC236}">
                  <a16:creationId xmlns:a16="http://schemas.microsoft.com/office/drawing/2014/main" id="{402AE316-7503-4470-A96F-DA52E848C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131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13" name="Rectangle 24">
              <a:extLst>
                <a:ext uri="{FF2B5EF4-FFF2-40B4-BE49-F238E27FC236}">
                  <a16:creationId xmlns:a16="http://schemas.microsoft.com/office/drawing/2014/main" id="{92296A3A-449E-4018-BCA4-AF23814A7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131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14" name="Rectangle 25">
              <a:extLst>
                <a:ext uri="{FF2B5EF4-FFF2-40B4-BE49-F238E27FC236}">
                  <a16:creationId xmlns:a16="http://schemas.microsoft.com/office/drawing/2014/main" id="{F6D644AC-6891-4DAE-A7ED-C3B9750F7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8" y="1450"/>
              <a:ext cx="279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15" name="Rectangle 26">
              <a:extLst>
                <a:ext uri="{FF2B5EF4-FFF2-40B4-BE49-F238E27FC236}">
                  <a16:creationId xmlns:a16="http://schemas.microsoft.com/office/drawing/2014/main" id="{09B88830-D3AD-4DE6-A4DB-F1167EEC0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1131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16" name="Rectangle 27">
              <a:extLst>
                <a:ext uri="{FF2B5EF4-FFF2-40B4-BE49-F238E27FC236}">
                  <a16:creationId xmlns:a16="http://schemas.microsoft.com/office/drawing/2014/main" id="{D0F25478-A381-42E8-93AB-6F7450B91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131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17" name="Rectangle 28">
              <a:extLst>
                <a:ext uri="{FF2B5EF4-FFF2-40B4-BE49-F238E27FC236}">
                  <a16:creationId xmlns:a16="http://schemas.microsoft.com/office/drawing/2014/main" id="{7ECF774E-79B8-4461-B9B8-773BE6730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2" y="1450"/>
              <a:ext cx="279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18" name="Rectangle 29">
              <a:extLst>
                <a:ext uri="{FF2B5EF4-FFF2-40B4-BE49-F238E27FC236}">
                  <a16:creationId xmlns:a16="http://schemas.microsoft.com/office/drawing/2014/main" id="{617FA205-C92E-424B-B633-9832BBFB0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425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19" name="Rectangle 30">
              <a:extLst>
                <a:ext uri="{FF2B5EF4-FFF2-40B4-BE49-F238E27FC236}">
                  <a16:creationId xmlns:a16="http://schemas.microsoft.com/office/drawing/2014/main" id="{3A07C770-21F1-4424-825C-C37581451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244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0" name="Rectangle 31">
              <a:extLst>
                <a:ext uri="{FF2B5EF4-FFF2-40B4-BE49-F238E27FC236}">
                  <a16:creationId xmlns:a16="http://schemas.microsoft.com/office/drawing/2014/main" id="{AD7126B4-4C38-4086-90F1-47320C170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1" y="1131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1" name="Rectangle 32">
              <a:extLst>
                <a:ext uri="{FF2B5EF4-FFF2-40B4-BE49-F238E27FC236}">
                  <a16:creationId xmlns:a16="http://schemas.microsoft.com/office/drawing/2014/main" id="{7AF9A5FC-AB93-4D9A-8133-E649C0221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1131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2" name="Rectangle 33">
              <a:extLst>
                <a:ext uri="{FF2B5EF4-FFF2-40B4-BE49-F238E27FC236}">
                  <a16:creationId xmlns:a16="http://schemas.microsoft.com/office/drawing/2014/main" id="{336F9DF1-68B5-46DF-9A07-7A98E6F0E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" y="1450"/>
              <a:ext cx="279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3" name="Rectangle 34">
              <a:extLst>
                <a:ext uri="{FF2B5EF4-FFF2-40B4-BE49-F238E27FC236}">
                  <a16:creationId xmlns:a16="http://schemas.microsoft.com/office/drawing/2014/main" id="{D78BF1FA-5B00-45A2-97C0-5D649DE0E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1131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4" name="Rectangle 35">
              <a:extLst>
                <a:ext uri="{FF2B5EF4-FFF2-40B4-BE49-F238E27FC236}">
                  <a16:creationId xmlns:a16="http://schemas.microsoft.com/office/drawing/2014/main" id="{B5A907CC-B278-4904-A860-F1ED07C8B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3" y="1131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5" name="Rectangle 36">
              <a:extLst>
                <a:ext uri="{FF2B5EF4-FFF2-40B4-BE49-F238E27FC236}">
                  <a16:creationId xmlns:a16="http://schemas.microsoft.com/office/drawing/2014/main" id="{72552C4A-CE80-42B0-A557-8DF7DF5BE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1450"/>
              <a:ext cx="279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6" name="Rectangle 37">
              <a:extLst>
                <a:ext uri="{FF2B5EF4-FFF2-40B4-BE49-F238E27FC236}">
                  <a16:creationId xmlns:a16="http://schemas.microsoft.com/office/drawing/2014/main" id="{4278A204-31B8-4696-B1FD-87A303782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2650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7" name="Rectangle 38">
              <a:extLst>
                <a:ext uri="{FF2B5EF4-FFF2-40B4-BE49-F238E27FC236}">
                  <a16:creationId xmlns:a16="http://schemas.microsoft.com/office/drawing/2014/main" id="{A9B36728-D112-4E2E-9F16-1070E903D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469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8" name="Rectangle 39">
              <a:extLst>
                <a:ext uri="{FF2B5EF4-FFF2-40B4-BE49-F238E27FC236}">
                  <a16:creationId xmlns:a16="http://schemas.microsoft.com/office/drawing/2014/main" id="{E4F4324C-AB8C-4082-9277-83232CDEB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2356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29" name="Rectangle 40">
              <a:extLst>
                <a:ext uri="{FF2B5EF4-FFF2-40B4-BE49-F238E27FC236}">
                  <a16:creationId xmlns:a16="http://schemas.microsoft.com/office/drawing/2014/main" id="{E2FF0EFB-6523-45B8-BC85-7086264F1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356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D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30" name="Rectangle 41">
              <a:extLst>
                <a:ext uri="{FF2B5EF4-FFF2-40B4-BE49-F238E27FC236}">
                  <a16:creationId xmlns:a16="http://schemas.microsoft.com/office/drawing/2014/main" id="{24C85C98-AACA-4889-81FC-C6114A85D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675"/>
              <a:ext cx="279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31" name="Line 42">
              <a:extLst>
                <a:ext uri="{FF2B5EF4-FFF2-40B4-BE49-F238E27FC236}">
                  <a16:creationId xmlns:a16="http://schemas.microsoft.com/office/drawing/2014/main" id="{D138D9CF-EF38-4877-B20C-B5D55235B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55" y="2266"/>
              <a:ext cx="27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32" name="Line 43">
              <a:extLst>
                <a:ext uri="{FF2B5EF4-FFF2-40B4-BE49-F238E27FC236}">
                  <a16:creationId xmlns:a16="http://schemas.microsoft.com/office/drawing/2014/main" id="{FDECE591-293B-4CB0-98FB-FB0877164A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5" y="1676"/>
              <a:ext cx="0" cy="5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33" name="Line 44">
              <a:extLst>
                <a:ext uri="{FF2B5EF4-FFF2-40B4-BE49-F238E27FC236}">
                  <a16:creationId xmlns:a16="http://schemas.microsoft.com/office/drawing/2014/main" id="{7044C3AA-E7F5-4117-888C-4410883AA6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8" y="1676"/>
              <a:ext cx="0" cy="1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34" name="Line 45">
              <a:extLst>
                <a:ext uri="{FF2B5EF4-FFF2-40B4-BE49-F238E27FC236}">
                  <a16:creationId xmlns:a16="http://schemas.microsoft.com/office/drawing/2014/main" id="{942ECC29-DC9C-4DE5-8FBE-FB4C412B45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90" y="1812"/>
              <a:ext cx="167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35" name="Line 46">
              <a:extLst>
                <a:ext uri="{FF2B5EF4-FFF2-40B4-BE49-F238E27FC236}">
                  <a16:creationId xmlns:a16="http://schemas.microsoft.com/office/drawing/2014/main" id="{62E8EA87-57D8-45D6-85EE-0D0670B36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676"/>
              <a:ext cx="0" cy="31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36" name="Line 47">
              <a:extLst>
                <a:ext uri="{FF2B5EF4-FFF2-40B4-BE49-F238E27FC236}">
                  <a16:creationId xmlns:a16="http://schemas.microsoft.com/office/drawing/2014/main" id="{F713F6C0-BC56-4FDA-97E3-81C9972090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6" y="1994"/>
              <a:ext cx="222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37" name="Line 48">
              <a:extLst>
                <a:ext uri="{FF2B5EF4-FFF2-40B4-BE49-F238E27FC236}">
                  <a16:creationId xmlns:a16="http://schemas.microsoft.com/office/drawing/2014/main" id="{6E9A91E4-E873-4454-AD17-DA9ED4A31A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9" y="2901"/>
              <a:ext cx="0" cy="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38" name="Line 49">
              <a:extLst>
                <a:ext uri="{FF2B5EF4-FFF2-40B4-BE49-F238E27FC236}">
                  <a16:creationId xmlns:a16="http://schemas.microsoft.com/office/drawing/2014/main" id="{80D441D4-5971-437D-A091-AC13C1F6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9" y="1586"/>
              <a:ext cx="0" cy="5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39" name="Line 50">
              <a:extLst>
                <a:ext uri="{FF2B5EF4-FFF2-40B4-BE49-F238E27FC236}">
                  <a16:creationId xmlns:a16="http://schemas.microsoft.com/office/drawing/2014/main" id="{723E198D-6AF0-46B7-BE3A-FD4F8818E5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9" y="2130"/>
              <a:ext cx="24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40" name="Line 51">
              <a:extLst>
                <a:ext uri="{FF2B5EF4-FFF2-40B4-BE49-F238E27FC236}">
                  <a16:creationId xmlns:a16="http://schemas.microsoft.com/office/drawing/2014/main" id="{9A2419F8-6351-4677-909E-6D4FD98EB7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9" y="1586"/>
              <a:ext cx="0" cy="5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41" name="Line 52">
              <a:extLst>
                <a:ext uri="{FF2B5EF4-FFF2-40B4-BE49-F238E27FC236}">
                  <a16:creationId xmlns:a16="http://schemas.microsoft.com/office/drawing/2014/main" id="{CFCCDFEA-D0A7-40F9-A25A-706ECDE516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7" y="1393"/>
              <a:ext cx="0" cy="5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42" name="Line 53">
              <a:extLst>
                <a:ext uri="{FF2B5EF4-FFF2-40B4-BE49-F238E27FC236}">
                  <a16:creationId xmlns:a16="http://schemas.microsoft.com/office/drawing/2014/main" id="{FBE2D3DF-FCFA-4788-93DA-F75A80099B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7" y="1903"/>
              <a:ext cx="25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43" name="Line 54">
              <a:extLst>
                <a:ext uri="{FF2B5EF4-FFF2-40B4-BE49-F238E27FC236}">
                  <a16:creationId xmlns:a16="http://schemas.microsoft.com/office/drawing/2014/main" id="{545AD656-C661-407C-B45D-E8FF259BB4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87" y="1381"/>
              <a:ext cx="0" cy="52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144" name="Rectangle 55">
              <a:extLst>
                <a:ext uri="{FF2B5EF4-FFF2-40B4-BE49-F238E27FC236}">
                  <a16:creationId xmlns:a16="http://schemas.microsoft.com/office/drawing/2014/main" id="{A46D5197-E951-4A18-B343-85552A557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1230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45" name="Rectangle 56">
              <a:extLst>
                <a:ext uri="{FF2B5EF4-FFF2-40B4-BE49-F238E27FC236}">
                  <a16:creationId xmlns:a16="http://schemas.microsoft.com/office/drawing/2014/main" id="{48720CEC-8C48-41AB-B3AC-BF11F3F30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449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2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46" name="Rectangle 57">
              <a:extLst>
                <a:ext uri="{FF2B5EF4-FFF2-40B4-BE49-F238E27FC236}">
                  <a16:creationId xmlns:a16="http://schemas.microsoft.com/office/drawing/2014/main" id="{9B30EEA7-8509-4722-BC9F-9EEF544CA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2310"/>
              <a:ext cx="334" cy="25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89147" name="Rectangle 58">
              <a:extLst>
                <a:ext uri="{FF2B5EF4-FFF2-40B4-BE49-F238E27FC236}">
                  <a16:creationId xmlns:a16="http://schemas.microsoft.com/office/drawing/2014/main" id="{A90D1B56-0A72-440E-B42C-1C7AF0494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5" y="2657"/>
              <a:ext cx="333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0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grpSp>
          <p:nvGrpSpPr>
            <p:cNvPr id="89148" name="Group 59">
              <a:extLst>
                <a:ext uri="{FF2B5EF4-FFF2-40B4-BE49-F238E27FC236}">
                  <a16:creationId xmlns:a16="http://schemas.microsoft.com/office/drawing/2014/main" id="{FF11B3B9-C85F-4431-9BD0-CAB69B178D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27" y="1041"/>
              <a:ext cx="455" cy="137"/>
              <a:chOff x="1627" y="1041"/>
              <a:chExt cx="455" cy="137"/>
            </a:xfrm>
          </p:grpSpPr>
          <p:sp>
            <p:nvSpPr>
              <p:cNvPr id="89168" name="Line 60">
                <a:extLst>
                  <a:ext uri="{FF2B5EF4-FFF2-40B4-BE49-F238E27FC236}">
                    <a16:creationId xmlns:a16="http://schemas.microsoft.com/office/drawing/2014/main" id="{29A16279-AF61-467A-A8D4-AA0F0EC7FB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7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69" name="Line 61">
                <a:extLst>
                  <a:ext uri="{FF2B5EF4-FFF2-40B4-BE49-F238E27FC236}">
                    <a16:creationId xmlns:a16="http://schemas.microsoft.com/office/drawing/2014/main" id="{45513347-56A5-4C90-B4F7-A383B6494C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82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70" name="Line 62">
                <a:extLst>
                  <a:ext uri="{FF2B5EF4-FFF2-40B4-BE49-F238E27FC236}">
                    <a16:creationId xmlns:a16="http://schemas.microsoft.com/office/drawing/2014/main" id="{87BBC219-2E08-4F58-9893-C3C7A75A71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2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71" name="Line 63">
                <a:extLst>
                  <a:ext uri="{FF2B5EF4-FFF2-40B4-BE49-F238E27FC236}">
                    <a16:creationId xmlns:a16="http://schemas.microsoft.com/office/drawing/2014/main" id="{5052A0BA-B2A8-44F5-98F6-5F59DB3E1E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19" y="1041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9149" name="Group 64">
              <a:extLst>
                <a:ext uri="{FF2B5EF4-FFF2-40B4-BE49-F238E27FC236}">
                  <a16:creationId xmlns:a16="http://schemas.microsoft.com/office/drawing/2014/main" id="{23AB74FB-960D-40A8-BD7B-ED940C348F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2" y="1030"/>
              <a:ext cx="455" cy="137"/>
              <a:chOff x="1627" y="1041"/>
              <a:chExt cx="455" cy="137"/>
            </a:xfrm>
          </p:grpSpPr>
          <p:sp>
            <p:nvSpPr>
              <p:cNvPr id="89164" name="Line 65">
                <a:extLst>
                  <a:ext uri="{FF2B5EF4-FFF2-40B4-BE49-F238E27FC236}">
                    <a16:creationId xmlns:a16="http://schemas.microsoft.com/office/drawing/2014/main" id="{272E7786-AA2A-488F-BD6F-B826DAB3C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7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65" name="Line 66">
                <a:extLst>
                  <a:ext uri="{FF2B5EF4-FFF2-40B4-BE49-F238E27FC236}">
                    <a16:creationId xmlns:a16="http://schemas.microsoft.com/office/drawing/2014/main" id="{3F8CBC91-1574-4C9F-8E56-DFF39475A7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82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66" name="Line 67">
                <a:extLst>
                  <a:ext uri="{FF2B5EF4-FFF2-40B4-BE49-F238E27FC236}">
                    <a16:creationId xmlns:a16="http://schemas.microsoft.com/office/drawing/2014/main" id="{60EE29D4-C9B5-422A-BA36-7A05E7D69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2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67" name="Line 68">
                <a:extLst>
                  <a:ext uri="{FF2B5EF4-FFF2-40B4-BE49-F238E27FC236}">
                    <a16:creationId xmlns:a16="http://schemas.microsoft.com/office/drawing/2014/main" id="{5C42FDEE-2FA9-470A-B802-06B355F65A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19" y="1041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9150" name="Group 69">
              <a:extLst>
                <a:ext uri="{FF2B5EF4-FFF2-40B4-BE49-F238E27FC236}">
                  <a16:creationId xmlns:a16="http://schemas.microsoft.com/office/drawing/2014/main" id="{04AC7EB1-BF2C-4141-9EFB-1A5F010743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1" y="1040"/>
              <a:ext cx="455" cy="137"/>
              <a:chOff x="1627" y="1041"/>
              <a:chExt cx="455" cy="137"/>
            </a:xfrm>
          </p:grpSpPr>
          <p:sp>
            <p:nvSpPr>
              <p:cNvPr id="89160" name="Line 70">
                <a:extLst>
                  <a:ext uri="{FF2B5EF4-FFF2-40B4-BE49-F238E27FC236}">
                    <a16:creationId xmlns:a16="http://schemas.microsoft.com/office/drawing/2014/main" id="{F5F48BCC-B9CB-4C1B-B8F4-72B3EE0448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7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61" name="Line 71">
                <a:extLst>
                  <a:ext uri="{FF2B5EF4-FFF2-40B4-BE49-F238E27FC236}">
                    <a16:creationId xmlns:a16="http://schemas.microsoft.com/office/drawing/2014/main" id="{F0C916D0-BE24-412F-B888-40FCDDC21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82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62" name="Line 72">
                <a:extLst>
                  <a:ext uri="{FF2B5EF4-FFF2-40B4-BE49-F238E27FC236}">
                    <a16:creationId xmlns:a16="http://schemas.microsoft.com/office/drawing/2014/main" id="{2B997696-6AFF-4851-9F9C-573C267512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2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63" name="Line 73">
                <a:extLst>
                  <a:ext uri="{FF2B5EF4-FFF2-40B4-BE49-F238E27FC236}">
                    <a16:creationId xmlns:a16="http://schemas.microsoft.com/office/drawing/2014/main" id="{70793E28-1656-43FB-B705-375F56DC96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19" y="1041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89151" name="Group 74">
              <a:extLst>
                <a:ext uri="{FF2B5EF4-FFF2-40B4-BE49-F238E27FC236}">
                  <a16:creationId xmlns:a16="http://schemas.microsoft.com/office/drawing/2014/main" id="{5AE10DF5-4E4C-4699-A062-D03CBB443F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75" y="1028"/>
              <a:ext cx="557" cy="137"/>
              <a:chOff x="1627" y="1041"/>
              <a:chExt cx="455" cy="137"/>
            </a:xfrm>
          </p:grpSpPr>
          <p:sp>
            <p:nvSpPr>
              <p:cNvPr id="89156" name="Line 75">
                <a:extLst>
                  <a:ext uri="{FF2B5EF4-FFF2-40B4-BE49-F238E27FC236}">
                    <a16:creationId xmlns:a16="http://schemas.microsoft.com/office/drawing/2014/main" id="{4D2EDEC0-C053-49F9-8AD0-6B163A3A5C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7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57" name="Line 76">
                <a:extLst>
                  <a:ext uri="{FF2B5EF4-FFF2-40B4-BE49-F238E27FC236}">
                    <a16:creationId xmlns:a16="http://schemas.microsoft.com/office/drawing/2014/main" id="{8EB7176C-7C84-4173-88C4-8B07BDEEE8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82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58" name="Line 77">
                <a:extLst>
                  <a:ext uri="{FF2B5EF4-FFF2-40B4-BE49-F238E27FC236}">
                    <a16:creationId xmlns:a16="http://schemas.microsoft.com/office/drawing/2014/main" id="{F0F30389-97AE-4332-8719-9EEE1879B2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2" y="104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89159" name="Line 78">
                <a:extLst>
                  <a:ext uri="{FF2B5EF4-FFF2-40B4-BE49-F238E27FC236}">
                    <a16:creationId xmlns:a16="http://schemas.microsoft.com/office/drawing/2014/main" id="{5F848CC5-049A-4A5C-8895-18A16A326C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19" y="1041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89152" name="Text Box 79">
              <a:extLst>
                <a:ext uri="{FF2B5EF4-FFF2-40B4-BE49-F238E27FC236}">
                  <a16:creationId xmlns:a16="http://schemas.microsoft.com/office/drawing/2014/main" id="{FB7B7DB1-8D8B-46B6-9463-4F7AE5B45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8" y="815"/>
              <a:ext cx="858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12</a:t>
              </a:r>
            </a:p>
          </p:txBody>
        </p:sp>
        <p:sp>
          <p:nvSpPr>
            <p:cNvPr id="89153" name="Text Box 80">
              <a:extLst>
                <a:ext uri="{FF2B5EF4-FFF2-40B4-BE49-F238E27FC236}">
                  <a16:creationId xmlns:a16="http://schemas.microsoft.com/office/drawing/2014/main" id="{0CF70D40-2244-470F-B45B-571CBB4C8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4" y="826"/>
              <a:ext cx="858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13</a:t>
              </a:r>
            </a:p>
          </p:txBody>
        </p:sp>
        <p:sp>
          <p:nvSpPr>
            <p:cNvPr id="89154" name="Text Box 81">
              <a:extLst>
                <a:ext uri="{FF2B5EF4-FFF2-40B4-BE49-F238E27FC236}">
                  <a16:creationId xmlns:a16="http://schemas.microsoft.com/office/drawing/2014/main" id="{CDFA28A3-5273-4822-85B4-2B4EE5B1A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7" y="781"/>
              <a:ext cx="858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14</a:t>
              </a:r>
            </a:p>
          </p:txBody>
        </p:sp>
        <p:sp>
          <p:nvSpPr>
            <p:cNvPr id="89155" name="Text Box 82">
              <a:extLst>
                <a:ext uri="{FF2B5EF4-FFF2-40B4-BE49-F238E27FC236}">
                  <a16:creationId xmlns:a16="http://schemas.microsoft.com/office/drawing/2014/main" id="{963A31D7-462E-496D-A03F-1675BD68A6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8" y="792"/>
              <a:ext cx="858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</p:grpSp>
      <p:sp>
        <p:nvSpPr>
          <p:cNvPr id="294995" name="Text Box 83">
            <a:extLst>
              <a:ext uri="{FF2B5EF4-FFF2-40B4-BE49-F238E27FC236}">
                <a16:creationId xmlns:a16="http://schemas.microsoft.com/office/drawing/2014/main" id="{FB5813F1-594B-44A9-8C7F-DCBD71CC40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8463" y="5395913"/>
            <a:ext cx="5903912" cy="1031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逻辑结构：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控制第一层选择，</a:t>
            </a:r>
          </a:p>
          <a:p>
            <a:pPr marL="0" marR="0" lvl="0" indent="0" algn="l" defTabSz="914400" rtl="0" eaLnBrk="1" fontAlgn="base" latinLnBrk="0" hangingPunct="1">
              <a:lnSpc>
                <a:spcPct val="7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          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控制第二层选择。</a:t>
            </a:r>
          </a:p>
        </p:txBody>
      </p:sp>
    </p:spTree>
    <p:extLst>
      <p:ext uri="{BB962C8B-B14F-4D97-AF65-F5344CB8AC3E}">
        <p14:creationId xmlns:p14="http://schemas.microsoft.com/office/powerpoint/2010/main" val="24367611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49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49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0" presetID="2" presetClass="entr" presetSubtype="2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49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949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294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294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4914" grpId="0" autoUpdateAnimBg="0"/>
      <p:bldP spid="294915" grpId="0" autoUpdateAnimBg="0"/>
      <p:bldP spid="294995" grpId="0" autoUpdateAnimBg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2">
            <a:extLst>
              <a:ext uri="{FF2B5EF4-FFF2-40B4-BE49-F238E27FC236}">
                <a16:creationId xmlns:a16="http://schemas.microsoft.com/office/drawing/2014/main" id="{7E026EA2-602D-4C0E-AE3C-8AC76839BA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19075" y="76200"/>
            <a:ext cx="1641475" cy="498475"/>
          </a:xfrm>
        </p:spPr>
        <p:txBody>
          <a:bodyPr/>
          <a:lstStyle/>
          <a:p>
            <a:pPr algn="l" eaLnBrk="1" hangingPunct="1"/>
            <a:r>
              <a:rPr lang="zh-CN" altLang="en-US" sz="2800" b="1">
                <a:solidFill>
                  <a:srgbClr val="1F08F8"/>
                </a:solidFill>
              </a:rPr>
              <a:t>方案三：</a:t>
            </a:r>
          </a:p>
        </p:txBody>
      </p:sp>
      <p:sp>
        <p:nvSpPr>
          <p:cNvPr id="306179" name="Text Box 3">
            <a:extLst>
              <a:ext uri="{FF2B5EF4-FFF2-40B4-BE49-F238E27FC236}">
                <a16:creationId xmlns:a16="http://schemas.microsoft.com/office/drawing/2014/main" id="{7E43F9DF-2D87-488C-A53D-FC38A4F22C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7488" y="128588"/>
            <a:ext cx="74231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选择器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有使能端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扩展成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选择器</a:t>
            </a:r>
          </a:p>
        </p:txBody>
      </p:sp>
      <p:sp>
        <p:nvSpPr>
          <p:cNvPr id="306180" name="Text Box 4">
            <a:extLst>
              <a:ext uri="{FF2B5EF4-FFF2-40B4-BE49-F238E27FC236}">
                <a16:creationId xmlns:a16="http://schemas.microsoft.com/office/drawing/2014/main" id="{E9447270-8A02-4D15-B2DE-F361CC4B6B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2038" y="701675"/>
            <a:ext cx="7345362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用译码器＋数据选择器，一级选择就可以。</a:t>
            </a:r>
          </a:p>
        </p:txBody>
      </p:sp>
      <p:grpSp>
        <p:nvGrpSpPr>
          <p:cNvPr id="306246" name="Group 70">
            <a:extLst>
              <a:ext uri="{FF2B5EF4-FFF2-40B4-BE49-F238E27FC236}">
                <a16:creationId xmlns:a16="http://schemas.microsoft.com/office/drawing/2014/main" id="{53F105C9-AA7B-484B-9CCE-E9A5DD3CE816}"/>
              </a:ext>
            </a:extLst>
          </p:cNvPr>
          <p:cNvGrpSpPr>
            <a:grpSpLocks/>
          </p:cNvGrpSpPr>
          <p:nvPr/>
        </p:nvGrpSpPr>
        <p:grpSpPr bwMode="auto">
          <a:xfrm>
            <a:off x="503238" y="5492750"/>
            <a:ext cx="8640762" cy="1384300"/>
            <a:chOff x="317" y="3460"/>
            <a:chExt cx="5443" cy="872"/>
          </a:xfrm>
        </p:grpSpPr>
        <p:sp>
          <p:nvSpPr>
            <p:cNvPr id="90180" name="Text Box 6">
              <a:extLst>
                <a:ext uri="{FF2B5EF4-FFF2-40B4-BE49-F238E27FC236}">
                  <a16:creationId xmlns:a16="http://schemas.microsoft.com/office/drawing/2014/main" id="{B4D522A3-3E77-40D8-B646-E2B77D9E4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7" y="3460"/>
              <a:ext cx="5443" cy="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高两位控制端经译码后分别控制数据选择器的使能端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，以实现扩展。输出级是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OC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门，因此可以“线与”。</a:t>
              </a:r>
            </a:p>
          </p:txBody>
        </p:sp>
        <p:sp>
          <p:nvSpPr>
            <p:cNvPr id="90181" name="Line 7">
              <a:extLst>
                <a:ext uri="{FF2B5EF4-FFF2-40B4-BE49-F238E27FC236}">
                  <a16:creationId xmlns:a16="http://schemas.microsoft.com/office/drawing/2014/main" id="{101815B3-E997-4933-831D-E4C46734F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0" y="3776"/>
              <a:ext cx="1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6184" name="Group 8">
            <a:extLst>
              <a:ext uri="{FF2B5EF4-FFF2-40B4-BE49-F238E27FC236}">
                <a16:creationId xmlns:a16="http://schemas.microsoft.com/office/drawing/2014/main" id="{FB2914EB-82F8-412C-9D30-6C79BE20BD8A}"/>
              </a:ext>
            </a:extLst>
          </p:cNvPr>
          <p:cNvGrpSpPr>
            <a:grpSpLocks/>
          </p:cNvGrpSpPr>
          <p:nvPr/>
        </p:nvGrpSpPr>
        <p:grpSpPr bwMode="auto">
          <a:xfrm>
            <a:off x="463550" y="1352550"/>
            <a:ext cx="8285163" cy="3854450"/>
            <a:chOff x="292" y="852"/>
            <a:chExt cx="5219" cy="2428"/>
          </a:xfrm>
        </p:grpSpPr>
        <p:grpSp>
          <p:nvGrpSpPr>
            <p:cNvPr id="90119" name="Group 9">
              <a:extLst>
                <a:ext uri="{FF2B5EF4-FFF2-40B4-BE49-F238E27FC236}">
                  <a16:creationId xmlns:a16="http://schemas.microsoft.com/office/drawing/2014/main" id="{09D9714E-48D8-42C0-B511-0BD3184F06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" y="852"/>
              <a:ext cx="5219" cy="2428"/>
              <a:chOff x="292" y="852"/>
              <a:chExt cx="5219" cy="2428"/>
            </a:xfrm>
          </p:grpSpPr>
          <p:sp>
            <p:nvSpPr>
              <p:cNvPr id="90124" name="Rectangle 10">
                <a:extLst>
                  <a:ext uri="{FF2B5EF4-FFF2-40B4-BE49-F238E27FC236}">
                    <a16:creationId xmlns:a16="http://schemas.microsoft.com/office/drawing/2014/main" id="{99752B33-D508-47A0-971D-EC4726C6F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" y="3054"/>
                <a:ext cx="5218" cy="226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aphicFrame>
            <p:nvGraphicFramePr>
              <p:cNvPr id="90125" name="Object 11">
                <a:extLst>
                  <a:ext uri="{FF2B5EF4-FFF2-40B4-BE49-F238E27FC236}">
                    <a16:creationId xmlns:a16="http://schemas.microsoft.com/office/drawing/2014/main" id="{90AA1AA8-4991-45E1-B3A8-35787F64FACE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454" y="853"/>
              <a:ext cx="4763" cy="222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955" name="Bitmap Image" r:id="rId4" imgW="6095238" imgH="2619048" progId="Paint.Picture">
                      <p:embed/>
                    </p:oleObj>
                  </mc:Choice>
                  <mc:Fallback>
                    <p:oleObj name="Bitmap Image" r:id="rId4" imgW="6095238" imgH="2619048" progId="Paint.Picture">
                      <p:embed/>
                      <p:pic>
                        <p:nvPicPr>
                          <p:cNvPr id="90125" name="Object 11">
                            <a:extLst>
                              <a:ext uri="{FF2B5EF4-FFF2-40B4-BE49-F238E27FC236}">
                                <a16:creationId xmlns:a16="http://schemas.microsoft.com/office/drawing/2014/main" id="{90AA1AA8-4991-45E1-B3A8-35787F64FACE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54" y="853"/>
                            <a:ext cx="4763" cy="222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90126" name="Rectangle 12">
                <a:extLst>
                  <a:ext uri="{FF2B5EF4-FFF2-40B4-BE49-F238E27FC236}">
                    <a16:creationId xmlns:a16="http://schemas.microsoft.com/office/drawing/2014/main" id="{48351B4D-2B8B-4226-9659-606A295B4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" y="1744"/>
                <a:ext cx="1445" cy="486"/>
              </a:xfrm>
              <a:prstGeom prst="rect">
                <a:avLst/>
              </a:prstGeom>
              <a:noFill/>
              <a:ln w="3810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27" name="Rectangle 13">
                <a:extLst>
                  <a:ext uri="{FF2B5EF4-FFF2-40B4-BE49-F238E27FC236}">
                    <a16:creationId xmlns:a16="http://schemas.microsoft.com/office/drawing/2014/main" id="{C955C2B4-39A4-43AA-8E83-9C255AEF1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1743"/>
                <a:ext cx="1457" cy="486"/>
              </a:xfrm>
              <a:prstGeom prst="rect">
                <a:avLst/>
              </a:prstGeom>
              <a:noFill/>
              <a:ln w="3810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28" name="Rectangle 14">
                <a:extLst>
                  <a:ext uri="{FF2B5EF4-FFF2-40B4-BE49-F238E27FC236}">
                    <a16:creationId xmlns:a16="http://schemas.microsoft.com/office/drawing/2014/main" id="{F86E14EC-7C7F-485F-886E-78B547809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" y="863"/>
                <a:ext cx="283" cy="2203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29" name="Rectangle 15">
                <a:extLst>
                  <a:ext uri="{FF2B5EF4-FFF2-40B4-BE49-F238E27FC236}">
                    <a16:creationId xmlns:a16="http://schemas.microsoft.com/office/drawing/2014/main" id="{99C04D1E-4266-4708-BBF8-19B839388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" y="999"/>
                <a:ext cx="192" cy="248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30" name="Text Box 16">
                <a:extLst>
                  <a:ext uri="{FF2B5EF4-FFF2-40B4-BE49-F238E27FC236}">
                    <a16:creationId xmlns:a16="http://schemas.microsoft.com/office/drawing/2014/main" id="{3A9DDC9A-2177-4183-8597-BD39488227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2" y="2242"/>
                <a:ext cx="36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90131" name="Text Box 17">
                <a:extLst>
                  <a:ext uri="{FF2B5EF4-FFF2-40B4-BE49-F238E27FC236}">
                    <a16:creationId xmlns:a16="http://schemas.microsoft.com/office/drawing/2014/main" id="{A7538685-C634-4EBB-9439-410CAE6E01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2" y="2377"/>
                <a:ext cx="36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90132" name="Text Box 18">
                <a:extLst>
                  <a:ext uri="{FF2B5EF4-FFF2-40B4-BE49-F238E27FC236}">
                    <a16:creationId xmlns:a16="http://schemas.microsoft.com/office/drawing/2014/main" id="{46DA2E42-D214-4601-B38E-35786E4552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" y="2524"/>
                <a:ext cx="36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0133" name="Text Box 19">
                <a:extLst>
                  <a:ext uri="{FF2B5EF4-FFF2-40B4-BE49-F238E27FC236}">
                    <a16:creationId xmlns:a16="http://schemas.microsoft.com/office/drawing/2014/main" id="{D1EE6BC9-3274-453F-8646-3ECDCB6B0B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2" y="2660"/>
                <a:ext cx="36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0134" name="Text Box 20">
                <a:extLst>
                  <a:ext uri="{FF2B5EF4-FFF2-40B4-BE49-F238E27FC236}">
                    <a16:creationId xmlns:a16="http://schemas.microsoft.com/office/drawing/2014/main" id="{0A63B3A2-F8BC-4429-8007-D4419A3C71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9" y="102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</a:t>
                </a:r>
                <a:endPara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35" name="Line 21">
                <a:extLst>
                  <a:ext uri="{FF2B5EF4-FFF2-40B4-BE49-F238E27FC236}">
                    <a16:creationId xmlns:a16="http://schemas.microsoft.com/office/drawing/2014/main" id="{02F74029-394C-4E34-BEB7-7B6EFA2BBF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3" y="1078"/>
                <a:ext cx="11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36" name="Rectangle 22">
                <a:extLst>
                  <a:ext uri="{FF2B5EF4-FFF2-40B4-BE49-F238E27FC236}">
                    <a16:creationId xmlns:a16="http://schemas.microsoft.com/office/drawing/2014/main" id="{7F3776C2-8BB7-41A9-8172-480EDAFF8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886"/>
                <a:ext cx="3106" cy="181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37" name="Text Box 23">
                <a:extLst>
                  <a:ext uri="{FF2B5EF4-FFF2-40B4-BE49-F238E27FC236}">
                    <a16:creationId xmlns:a16="http://schemas.microsoft.com/office/drawing/2014/main" id="{A72A2321-5619-4171-9F2A-38F2C2D6AE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5" y="863"/>
                <a:ext cx="3253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    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   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     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                         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8      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11   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12   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</a:p>
            </p:txBody>
          </p:sp>
          <p:sp>
            <p:nvSpPr>
              <p:cNvPr id="90138" name="Rectangle 24">
                <a:extLst>
                  <a:ext uri="{FF2B5EF4-FFF2-40B4-BE49-F238E27FC236}">
                    <a16:creationId xmlns:a16="http://schemas.microsoft.com/office/drawing/2014/main" id="{7E3F7242-B654-4B19-8630-E3487BD98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9" y="2049"/>
                <a:ext cx="1005" cy="125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39" name="Text Box 25">
                <a:extLst>
                  <a:ext uri="{FF2B5EF4-FFF2-40B4-BE49-F238E27FC236}">
                    <a16:creationId xmlns:a16="http://schemas.microsoft.com/office/drawing/2014/main" id="{C774F2F4-6F87-4ED1-BF9D-D752469835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55" y="2015"/>
                <a:ext cx="881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1W       2W</a:t>
                </a:r>
              </a:p>
            </p:txBody>
          </p:sp>
          <p:sp>
            <p:nvSpPr>
              <p:cNvPr id="90140" name="Rectangle 26">
                <a:extLst>
                  <a:ext uri="{FF2B5EF4-FFF2-40B4-BE49-F238E27FC236}">
                    <a16:creationId xmlns:a16="http://schemas.microsoft.com/office/drawing/2014/main" id="{3A90FD53-8BFF-4038-A7D1-22691554C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1" y="2049"/>
                <a:ext cx="1005" cy="125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41" name="Text Box 27">
                <a:extLst>
                  <a:ext uri="{FF2B5EF4-FFF2-40B4-BE49-F238E27FC236}">
                    <a16:creationId xmlns:a16="http://schemas.microsoft.com/office/drawing/2014/main" id="{66AC1237-9268-42DA-8301-679C991449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19" y="2026"/>
                <a:ext cx="881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1W       2W</a:t>
                </a:r>
              </a:p>
            </p:txBody>
          </p:sp>
          <p:sp>
            <p:nvSpPr>
              <p:cNvPr id="90142" name="Rectangle 28">
                <a:extLst>
                  <a:ext uri="{FF2B5EF4-FFF2-40B4-BE49-F238E27FC236}">
                    <a16:creationId xmlns:a16="http://schemas.microsoft.com/office/drawing/2014/main" id="{12C467B8-8633-44F2-B5E1-421B73446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5" y="2806"/>
                <a:ext cx="147" cy="136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43" name="Line 29">
                <a:extLst>
                  <a:ext uri="{FF2B5EF4-FFF2-40B4-BE49-F238E27FC236}">
                    <a16:creationId xmlns:a16="http://schemas.microsoft.com/office/drawing/2014/main" id="{5F046C0C-DD59-4042-AEA9-FE501C512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1" y="2941"/>
                <a:ext cx="36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44" name="Rectangle 30">
                <a:extLst>
                  <a:ext uri="{FF2B5EF4-FFF2-40B4-BE49-F238E27FC236}">
                    <a16:creationId xmlns:a16="http://schemas.microsoft.com/office/drawing/2014/main" id="{0C4D04A7-34AD-4144-BF8D-B2C5F8D39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5" y="852"/>
                <a:ext cx="316" cy="221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45" name="Text Box 31">
                <a:extLst>
                  <a:ext uri="{FF2B5EF4-FFF2-40B4-BE49-F238E27FC236}">
                    <a16:creationId xmlns:a16="http://schemas.microsoft.com/office/drawing/2014/main" id="{F5B061BC-42BF-4E86-A380-00D9855DCB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27" y="2773"/>
                <a:ext cx="453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V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CC</a:t>
                </a:r>
              </a:p>
            </p:txBody>
          </p:sp>
          <p:sp>
            <p:nvSpPr>
              <p:cNvPr id="90146" name="Rectangle 32">
                <a:extLst>
                  <a:ext uri="{FF2B5EF4-FFF2-40B4-BE49-F238E27FC236}">
                    <a16:creationId xmlns:a16="http://schemas.microsoft.com/office/drawing/2014/main" id="{60FA699A-5E89-4499-B662-CD27D7E3C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2" y="2885"/>
                <a:ext cx="260" cy="102"/>
              </a:xfrm>
              <a:prstGeom prst="rect">
                <a:avLst/>
              </a:prstGeom>
              <a:solidFill>
                <a:srgbClr val="1F08F8"/>
              </a:solidFill>
              <a:ln w="38100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47" name="Text Box 33">
                <a:extLst>
                  <a:ext uri="{FF2B5EF4-FFF2-40B4-BE49-F238E27FC236}">
                    <a16:creationId xmlns:a16="http://schemas.microsoft.com/office/drawing/2014/main" id="{E9F5D965-AB9D-4D02-93FB-923C958D64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4" y="2604"/>
                <a:ext cx="453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R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L</a:t>
                </a:r>
              </a:p>
            </p:txBody>
          </p:sp>
          <p:sp>
            <p:nvSpPr>
              <p:cNvPr id="90148" name="Rectangle 34">
                <a:extLst>
                  <a:ext uri="{FF2B5EF4-FFF2-40B4-BE49-F238E27FC236}">
                    <a16:creationId xmlns:a16="http://schemas.microsoft.com/office/drawing/2014/main" id="{685CE247-120F-4885-B3ED-5FE6C8A7B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" y="3054"/>
                <a:ext cx="5218" cy="226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49" name="Line 35">
                <a:extLst>
                  <a:ext uri="{FF2B5EF4-FFF2-40B4-BE49-F238E27FC236}">
                    <a16:creationId xmlns:a16="http://schemas.microsoft.com/office/drawing/2014/main" id="{7F444B96-054D-451E-BFFD-631ADDCF5C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6" y="2952"/>
                <a:ext cx="0" cy="22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50" name="Text Box 36">
                <a:extLst>
                  <a:ext uri="{FF2B5EF4-FFF2-40B4-BE49-F238E27FC236}">
                    <a16:creationId xmlns:a16="http://schemas.microsoft.com/office/drawing/2014/main" id="{771C20C5-969B-4718-9A7C-181625C62C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6" y="3009"/>
                <a:ext cx="272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</a:p>
            </p:txBody>
          </p:sp>
          <p:sp>
            <p:nvSpPr>
              <p:cNvPr id="90151" name="Rectangle 37">
                <a:extLst>
                  <a:ext uri="{FF2B5EF4-FFF2-40B4-BE49-F238E27FC236}">
                    <a16:creationId xmlns:a16="http://schemas.microsoft.com/office/drawing/2014/main" id="{2785AB63-6FEC-4835-A216-2BBDED416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2" y="1067"/>
                <a:ext cx="102" cy="553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52" name="Text Box 38">
                <a:extLst>
                  <a:ext uri="{FF2B5EF4-FFF2-40B4-BE49-F238E27FC236}">
                    <a16:creationId xmlns:a16="http://schemas.microsoft.com/office/drawing/2014/main" id="{B57B8C9D-44BB-4C95-BE6C-824993FB14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15" y="1270"/>
                <a:ext cx="38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0153" name="Text Box 39">
                <a:extLst>
                  <a:ext uri="{FF2B5EF4-FFF2-40B4-BE49-F238E27FC236}">
                    <a16:creationId xmlns:a16="http://schemas.microsoft.com/office/drawing/2014/main" id="{D937F2FB-E34C-418D-A137-5395DF8897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7" y="1428"/>
                <a:ext cx="349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0154" name="Text Box 40">
                <a:extLst>
                  <a:ext uri="{FF2B5EF4-FFF2-40B4-BE49-F238E27FC236}">
                    <a16:creationId xmlns:a16="http://schemas.microsoft.com/office/drawing/2014/main" id="{73E328FC-C1D9-48D2-969A-ED2D8DB509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7" y="1033"/>
                <a:ext cx="28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</a:t>
                </a:r>
                <a:endParaRPr kumimoji="1" lang="en-US" altLang="zh-CN" sz="1800" b="1" i="0" u="none" strike="noStrike" kern="1200" cap="none" spc="0" normalizeH="0" baseline="-2500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55" name="Line 41">
                <a:extLst>
                  <a:ext uri="{FF2B5EF4-FFF2-40B4-BE49-F238E27FC236}">
                    <a16:creationId xmlns:a16="http://schemas.microsoft.com/office/drawing/2014/main" id="{6BA0E7D6-F854-4B66-B627-972C5ADE64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2" y="1078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0000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56" name="Rectangle 42">
                <a:extLst>
                  <a:ext uri="{FF2B5EF4-FFF2-40B4-BE49-F238E27FC236}">
                    <a16:creationId xmlns:a16="http://schemas.microsoft.com/office/drawing/2014/main" id="{D4C8F798-0EA7-4E06-AF38-FDB10E7D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1112"/>
                <a:ext cx="124" cy="519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57" name="Text Box 43">
                <a:extLst>
                  <a:ext uri="{FF2B5EF4-FFF2-40B4-BE49-F238E27FC236}">
                    <a16:creationId xmlns:a16="http://schemas.microsoft.com/office/drawing/2014/main" id="{5C604946-DFE5-4AA8-9595-B006BF2FAE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4" y="1033"/>
                <a:ext cx="28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0158" name="Text Box 44">
                <a:extLst>
                  <a:ext uri="{FF2B5EF4-FFF2-40B4-BE49-F238E27FC236}">
                    <a16:creationId xmlns:a16="http://schemas.microsoft.com/office/drawing/2014/main" id="{AA494DBB-2402-4E01-A37C-68D879309D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4" y="1157"/>
                <a:ext cx="28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0159" name="Text Box 45">
                <a:extLst>
                  <a:ext uri="{FF2B5EF4-FFF2-40B4-BE49-F238E27FC236}">
                    <a16:creationId xmlns:a16="http://schemas.microsoft.com/office/drawing/2014/main" id="{2A84E817-696B-4824-85BF-D31FA785C2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95" y="1293"/>
                <a:ext cx="28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90160" name="Text Box 46">
                <a:extLst>
                  <a:ext uri="{FF2B5EF4-FFF2-40B4-BE49-F238E27FC236}">
                    <a16:creationId xmlns:a16="http://schemas.microsoft.com/office/drawing/2014/main" id="{50EDB98D-678C-4921-9482-DA9C7F418E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96" y="1417"/>
                <a:ext cx="28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90161" name="Rectangle 47">
                <a:extLst>
                  <a:ext uri="{FF2B5EF4-FFF2-40B4-BE49-F238E27FC236}">
                    <a16:creationId xmlns:a16="http://schemas.microsoft.com/office/drawing/2014/main" id="{56509AB2-F7A0-4E5F-864C-62663920D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880"/>
                <a:ext cx="101" cy="305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62" name="Text Box 48">
                <a:extLst>
                  <a:ext uri="{FF2B5EF4-FFF2-40B4-BE49-F238E27FC236}">
                    <a16:creationId xmlns:a16="http://schemas.microsoft.com/office/drawing/2014/main" id="{2EDC9C31-77E7-4211-87EA-556A3F8C16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74" y="2004"/>
                <a:ext cx="28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0163" name="Text Box 49">
                <a:extLst>
                  <a:ext uri="{FF2B5EF4-FFF2-40B4-BE49-F238E27FC236}">
                    <a16:creationId xmlns:a16="http://schemas.microsoft.com/office/drawing/2014/main" id="{3EF2E040-DCA0-492E-9B18-1DF793B27F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38" y="2015"/>
                <a:ext cx="28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0164" name="Rectangle 50">
                <a:extLst>
                  <a:ext uri="{FF2B5EF4-FFF2-40B4-BE49-F238E27FC236}">
                    <a16:creationId xmlns:a16="http://schemas.microsoft.com/office/drawing/2014/main" id="{96929EA1-7935-4488-812A-55A6B8E0F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" y="1767"/>
                <a:ext cx="1310" cy="181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65" name="Rectangle 51">
                <a:extLst>
                  <a:ext uri="{FF2B5EF4-FFF2-40B4-BE49-F238E27FC236}">
                    <a16:creationId xmlns:a16="http://schemas.microsoft.com/office/drawing/2014/main" id="{50EEA951-E09E-4238-86A5-2C9960735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5" y="1778"/>
                <a:ext cx="1367" cy="181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66" name="Text Box 52">
                <a:extLst>
                  <a:ext uri="{FF2B5EF4-FFF2-40B4-BE49-F238E27FC236}">
                    <a16:creationId xmlns:a16="http://schemas.microsoft.com/office/drawing/2014/main" id="{AA3714AD-E127-49A0-971F-383E0DA38E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74" y="1835"/>
                <a:ext cx="28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0167" name="Text Box 53">
                <a:extLst>
                  <a:ext uri="{FF2B5EF4-FFF2-40B4-BE49-F238E27FC236}">
                    <a16:creationId xmlns:a16="http://schemas.microsoft.com/office/drawing/2014/main" id="{90398968-DCA3-442A-9B48-30468F54D4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49" y="1880"/>
                <a:ext cx="28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16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0168" name="Text Box 54">
                <a:extLst>
                  <a:ext uri="{FF2B5EF4-FFF2-40B4-BE49-F238E27FC236}">
                    <a16:creationId xmlns:a16="http://schemas.microsoft.com/office/drawing/2014/main" id="{86C86607-722F-4F60-9803-DF852E3CDB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0" y="1734"/>
                <a:ext cx="1491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 1D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 2D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90169" name="Text Box 55">
                <a:extLst>
                  <a:ext uri="{FF2B5EF4-FFF2-40B4-BE49-F238E27FC236}">
                    <a16:creationId xmlns:a16="http://schemas.microsoft.com/office/drawing/2014/main" id="{C441E27A-9785-44D6-9D1A-1CA906A3EF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79" y="1734"/>
                <a:ext cx="155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 1D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 2D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     </a:t>
                </a: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2D</a:t>
                </a:r>
                <a:r>
                  <a:rPr kumimoji="1" lang="en-US" altLang="zh-CN" sz="1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90170" name="Line 56">
                <a:extLst>
                  <a:ext uri="{FF2B5EF4-FFF2-40B4-BE49-F238E27FC236}">
                    <a16:creationId xmlns:a16="http://schemas.microsoft.com/office/drawing/2014/main" id="{5238A119-3C3E-48D5-832F-C54EFF93A4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9" y="1778"/>
                <a:ext cx="68" cy="0"/>
              </a:xfrm>
              <a:prstGeom prst="line">
                <a:avLst/>
              </a:prstGeom>
              <a:noFill/>
              <a:ln w="38100">
                <a:solidFill>
                  <a:srgbClr val="0000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71" name="Line 57">
                <a:extLst>
                  <a:ext uri="{FF2B5EF4-FFF2-40B4-BE49-F238E27FC236}">
                    <a16:creationId xmlns:a16="http://schemas.microsoft.com/office/drawing/2014/main" id="{1DF58F50-02E5-44F6-BDCA-9202C29CEF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9" y="1778"/>
                <a:ext cx="68" cy="0"/>
              </a:xfrm>
              <a:prstGeom prst="line">
                <a:avLst/>
              </a:prstGeom>
              <a:noFill/>
              <a:ln w="38100">
                <a:solidFill>
                  <a:srgbClr val="0000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72" name="Text Box 58">
                <a:extLst>
                  <a:ext uri="{FF2B5EF4-FFF2-40B4-BE49-F238E27FC236}">
                    <a16:creationId xmlns:a16="http://schemas.microsoft.com/office/drawing/2014/main" id="{C0BF4125-3EA0-4F5F-9790-6F315D3A97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58" y="2400"/>
                <a:ext cx="249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0173" name="Text Box 59">
                <a:extLst>
                  <a:ext uri="{FF2B5EF4-FFF2-40B4-BE49-F238E27FC236}">
                    <a16:creationId xmlns:a16="http://schemas.microsoft.com/office/drawing/2014/main" id="{9B1AE51E-06F2-4A87-B31E-279D8E0DF2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34" y="2263"/>
                <a:ext cx="249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0174" name="Text Box 60">
                <a:extLst>
                  <a:ext uri="{FF2B5EF4-FFF2-40B4-BE49-F238E27FC236}">
                    <a16:creationId xmlns:a16="http://schemas.microsoft.com/office/drawing/2014/main" id="{984C5FC0-1996-4CC3-BEA7-92C29C338C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91" y="2523"/>
                <a:ext cx="249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0175" name="Text Box 61">
                <a:extLst>
                  <a:ext uri="{FF2B5EF4-FFF2-40B4-BE49-F238E27FC236}">
                    <a16:creationId xmlns:a16="http://schemas.microsoft.com/office/drawing/2014/main" id="{5A85EA13-9E06-4504-8794-10E8E38E97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59" y="2523"/>
                <a:ext cx="249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0176" name="Text Box 62">
                <a:extLst>
                  <a:ext uri="{FF2B5EF4-FFF2-40B4-BE49-F238E27FC236}">
                    <a16:creationId xmlns:a16="http://schemas.microsoft.com/office/drawing/2014/main" id="{64F5FFF8-7014-4996-9248-9226FDF737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89" y="2524"/>
                <a:ext cx="249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0177" name="Text Box 63">
                <a:extLst>
                  <a:ext uri="{FF2B5EF4-FFF2-40B4-BE49-F238E27FC236}">
                    <a16:creationId xmlns:a16="http://schemas.microsoft.com/office/drawing/2014/main" id="{872F37A7-FD8D-4E0C-9110-57C95F7987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2" y="2534"/>
                <a:ext cx="249" cy="57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0178" name="Line 64">
                <a:extLst>
                  <a:ext uri="{FF2B5EF4-FFF2-40B4-BE49-F238E27FC236}">
                    <a16:creationId xmlns:a16="http://schemas.microsoft.com/office/drawing/2014/main" id="{947DE0A7-F967-4FC3-BE48-FEB8C04B2D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75" y="1773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0000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0179" name="Line 65">
                <a:extLst>
                  <a:ext uri="{FF2B5EF4-FFF2-40B4-BE49-F238E27FC236}">
                    <a16:creationId xmlns:a16="http://schemas.microsoft.com/office/drawing/2014/main" id="{2E3605BC-9E66-46EB-AFB3-1AED77416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7" y="1773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0000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90120" name="Oval 66">
              <a:extLst>
                <a:ext uri="{FF2B5EF4-FFF2-40B4-BE49-F238E27FC236}">
                  <a16:creationId xmlns:a16="http://schemas.microsoft.com/office/drawing/2014/main" id="{850DA590-B91C-4862-A883-1A314B949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128"/>
              <a:ext cx="56" cy="5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000099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121" name="Oval 67">
              <a:extLst>
                <a:ext uri="{FF2B5EF4-FFF2-40B4-BE49-F238E27FC236}">
                  <a16:creationId xmlns:a16="http://schemas.microsoft.com/office/drawing/2014/main" id="{BFDB6805-D0CA-40E3-AB9E-FEF935426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8"/>
              <a:ext cx="56" cy="5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000099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122" name="Oval 68">
              <a:extLst>
                <a:ext uri="{FF2B5EF4-FFF2-40B4-BE49-F238E27FC236}">
                  <a16:creationId xmlns:a16="http://schemas.microsoft.com/office/drawing/2014/main" id="{05EE4789-3067-44AA-A139-BF198B2AD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392"/>
              <a:ext cx="56" cy="5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000099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123" name="Oval 69">
              <a:extLst>
                <a:ext uri="{FF2B5EF4-FFF2-40B4-BE49-F238E27FC236}">
                  <a16:creationId xmlns:a16="http://schemas.microsoft.com/office/drawing/2014/main" id="{3548953D-AA74-4949-925E-8A9A81A67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20"/>
              <a:ext cx="56" cy="5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000099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0668648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6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6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0" presetID="2" presetClass="entr" presetSubtype="2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6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06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6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306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2000"/>
                                        <p:tgtEl>
                                          <p:spTgt spid="306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6178" grpId="0" autoUpdateAnimBg="0"/>
      <p:bldP spid="306179" grpId="0" autoUpdateAnimBg="0"/>
      <p:bldP spid="306180" grpId="0" autoUpdateAnimBg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2" name="Rectangle 2">
            <a:extLst>
              <a:ext uri="{FF2B5EF4-FFF2-40B4-BE49-F238E27FC236}">
                <a16:creationId xmlns:a16="http://schemas.microsoft.com/office/drawing/2014/main" id="{D93AA9B7-0F6A-4F57-967D-D03C5C55A8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439738"/>
            <a:ext cx="5651500" cy="498475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用数据选择器实现组合逻辑函数</a:t>
            </a:r>
          </a:p>
        </p:txBody>
      </p:sp>
      <p:sp>
        <p:nvSpPr>
          <p:cNvPr id="296963" name="Text Box 3">
            <a:extLst>
              <a:ext uri="{FF2B5EF4-FFF2-40B4-BE49-F238E27FC236}">
                <a16:creationId xmlns:a16="http://schemas.microsoft.com/office/drawing/2014/main" id="{0103FE48-76C9-44B4-A431-1DDB01073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1238" y="1193800"/>
            <a:ext cx="159543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【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1】</a:t>
            </a:r>
          </a:p>
        </p:txBody>
      </p:sp>
      <p:sp>
        <p:nvSpPr>
          <p:cNvPr id="296964" name="Text Box 4">
            <a:extLst>
              <a:ext uri="{FF2B5EF4-FFF2-40B4-BE49-F238E27FC236}">
                <a16:creationId xmlns:a16="http://schemas.microsoft.com/office/drawing/2014/main" id="{FFC6A839-1AA7-449D-92B4-3536FED7E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5988" y="1131888"/>
            <a:ext cx="4679950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利用选择器实现逻辑函数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A,B,C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）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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（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1,2,4,6,7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）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1F08F8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6965" name="Text Box 5">
            <a:extLst>
              <a:ext uri="{FF2B5EF4-FFF2-40B4-BE49-F238E27FC236}">
                <a16:creationId xmlns:a16="http://schemas.microsoft.com/office/drawing/2014/main" id="{63E81FCE-09CD-4C71-9C1B-EC3ADA050A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750" y="4338638"/>
            <a:ext cx="1703388" cy="1160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用八选一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151</a:t>
            </a:r>
            <a:endParaRPr kumimoji="1" lang="en-US" altLang="zh-CN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96966" name="Group 6">
            <a:extLst>
              <a:ext uri="{FF2B5EF4-FFF2-40B4-BE49-F238E27FC236}">
                <a16:creationId xmlns:a16="http://schemas.microsoft.com/office/drawing/2014/main" id="{C32E6719-E419-45BF-BEE2-919A89CF74B5}"/>
              </a:ext>
            </a:extLst>
          </p:cNvPr>
          <p:cNvGrpSpPr>
            <a:grpSpLocks/>
          </p:cNvGrpSpPr>
          <p:nvPr/>
        </p:nvGrpSpPr>
        <p:grpSpPr bwMode="auto">
          <a:xfrm>
            <a:off x="882650" y="2297113"/>
            <a:ext cx="7491413" cy="457200"/>
            <a:chOff x="556" y="1447"/>
            <a:chExt cx="4719" cy="288"/>
          </a:xfrm>
        </p:grpSpPr>
        <p:sp>
          <p:nvSpPr>
            <p:cNvPr id="91194" name="Rectangle 7">
              <a:extLst>
                <a:ext uri="{FF2B5EF4-FFF2-40B4-BE49-F238E27FC236}">
                  <a16:creationId xmlns:a16="http://schemas.microsoft.com/office/drawing/2014/main" id="{6C7A2D3C-4D5D-4B2C-BD5C-DDB6AC91A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1447"/>
              <a:ext cx="471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FF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Y=m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+m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m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+m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+m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=ABC+ABC+ABC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ABC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ABC</a:t>
              </a:r>
            </a:p>
          </p:txBody>
        </p:sp>
        <p:sp>
          <p:nvSpPr>
            <p:cNvPr id="91195" name="Line 8">
              <a:extLst>
                <a:ext uri="{FF2B5EF4-FFF2-40B4-BE49-F238E27FC236}">
                  <a16:creationId xmlns:a16="http://schemas.microsoft.com/office/drawing/2014/main" id="{13E6FC2D-A7C2-4107-B3E5-204342489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3" y="1495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96" name="Line 9">
              <a:extLst>
                <a:ext uri="{FF2B5EF4-FFF2-40B4-BE49-F238E27FC236}">
                  <a16:creationId xmlns:a16="http://schemas.microsoft.com/office/drawing/2014/main" id="{81E56C32-8836-4DF0-A10C-61C48CFC4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1" y="1495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97" name="Line 10">
              <a:extLst>
                <a:ext uri="{FF2B5EF4-FFF2-40B4-BE49-F238E27FC236}">
                  <a16:creationId xmlns:a16="http://schemas.microsoft.com/office/drawing/2014/main" id="{F1D2E3A4-C5E8-4910-8B66-D9BC094F63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" y="1495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98" name="Line 11">
              <a:extLst>
                <a:ext uri="{FF2B5EF4-FFF2-40B4-BE49-F238E27FC236}">
                  <a16:creationId xmlns:a16="http://schemas.microsoft.com/office/drawing/2014/main" id="{4F017B42-90F5-4110-A2A0-9CBE4B2D6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" y="1506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99" name="Line 12">
              <a:extLst>
                <a:ext uri="{FF2B5EF4-FFF2-40B4-BE49-F238E27FC236}">
                  <a16:creationId xmlns:a16="http://schemas.microsoft.com/office/drawing/2014/main" id="{17A8F8B5-6FEA-4B7C-B7C4-77C75095A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8" y="1495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200" name="Line 13">
              <a:extLst>
                <a:ext uri="{FF2B5EF4-FFF2-40B4-BE49-F238E27FC236}">
                  <a16:creationId xmlns:a16="http://schemas.microsoft.com/office/drawing/2014/main" id="{C07ED808-CA4F-40BC-8DCD-05E4C7F634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2" y="1506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201" name="Line 14">
              <a:extLst>
                <a:ext uri="{FF2B5EF4-FFF2-40B4-BE49-F238E27FC236}">
                  <a16:creationId xmlns:a16="http://schemas.microsoft.com/office/drawing/2014/main" id="{335B273E-78D9-4BEB-883C-E48AA232F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8" y="1496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6975" name="Group 15">
            <a:extLst>
              <a:ext uri="{FF2B5EF4-FFF2-40B4-BE49-F238E27FC236}">
                <a16:creationId xmlns:a16="http://schemas.microsoft.com/office/drawing/2014/main" id="{2F0A6ECF-DB3D-4A30-8050-4FA039BD1936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816350"/>
            <a:ext cx="2903538" cy="2008188"/>
            <a:chOff x="2212" y="2404"/>
            <a:chExt cx="1829" cy="1265"/>
          </a:xfrm>
        </p:grpSpPr>
        <p:sp>
          <p:nvSpPr>
            <p:cNvPr id="91186" name="Rectangle 16">
              <a:extLst>
                <a:ext uri="{FF2B5EF4-FFF2-40B4-BE49-F238E27FC236}">
                  <a16:creationId xmlns:a16="http://schemas.microsoft.com/office/drawing/2014/main" id="{9124D564-EB93-46EE-9A47-4EF14554B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821"/>
              <a:ext cx="1784" cy="84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87" name="Text Box 17">
              <a:extLst>
                <a:ext uri="{FF2B5EF4-FFF2-40B4-BE49-F238E27FC236}">
                  <a16:creationId xmlns:a16="http://schemas.microsoft.com/office/drawing/2014/main" id="{D15C0B3B-8F72-42B1-BB8F-7751134E0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6" y="3067"/>
              <a:ext cx="120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151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88" name="Text Box 18">
              <a:extLst>
                <a:ext uri="{FF2B5EF4-FFF2-40B4-BE49-F238E27FC236}">
                  <a16:creationId xmlns:a16="http://schemas.microsoft.com/office/drawing/2014/main" id="{A8CF2154-A152-4241-81AD-FFD338FE6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1" y="3366"/>
              <a:ext cx="174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1189" name="Text Box 19">
              <a:extLst>
                <a:ext uri="{FF2B5EF4-FFF2-40B4-BE49-F238E27FC236}">
                  <a16:creationId xmlns:a16="http://schemas.microsoft.com/office/drawing/2014/main" id="{698A06A4-6DF4-406D-A762-BC1379445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" y="3036"/>
              <a:ext cx="351" cy="38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7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1190" name="Text Box 20">
              <a:extLst>
                <a:ext uri="{FF2B5EF4-FFF2-40B4-BE49-F238E27FC236}">
                  <a16:creationId xmlns:a16="http://schemas.microsoft.com/office/drawing/2014/main" id="{6862C079-871C-4ED1-9E1A-B8FCA0F85F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3" y="2777"/>
              <a:ext cx="351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91" name="Text Box 21">
              <a:extLst>
                <a:ext uri="{FF2B5EF4-FFF2-40B4-BE49-F238E27FC236}">
                  <a16:creationId xmlns:a16="http://schemas.microsoft.com/office/drawing/2014/main" id="{D8B22C0A-DC8A-45D5-AA1F-08BF546F1D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" y="2799"/>
              <a:ext cx="351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91192" name="Line 22">
              <a:extLst>
                <a:ext uri="{FF2B5EF4-FFF2-40B4-BE49-F238E27FC236}">
                  <a16:creationId xmlns:a16="http://schemas.microsoft.com/office/drawing/2014/main" id="{085220CD-CC6F-44FA-9073-641BBB69DB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8" y="2552"/>
              <a:ext cx="0" cy="27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93" name="Text Box 23">
              <a:extLst>
                <a:ext uri="{FF2B5EF4-FFF2-40B4-BE49-F238E27FC236}">
                  <a16:creationId xmlns:a16="http://schemas.microsoft.com/office/drawing/2014/main" id="{9AE977F2-A0C6-4023-896E-A265BD907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" y="2404"/>
              <a:ext cx="351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6984" name="Group 24">
            <a:extLst>
              <a:ext uri="{FF2B5EF4-FFF2-40B4-BE49-F238E27FC236}">
                <a16:creationId xmlns:a16="http://schemas.microsoft.com/office/drawing/2014/main" id="{5354E26C-34ED-496A-9AD2-63E5793E4C91}"/>
              </a:ext>
            </a:extLst>
          </p:cNvPr>
          <p:cNvGrpSpPr>
            <a:grpSpLocks/>
          </p:cNvGrpSpPr>
          <p:nvPr/>
        </p:nvGrpSpPr>
        <p:grpSpPr bwMode="auto">
          <a:xfrm>
            <a:off x="2762250" y="4392613"/>
            <a:ext cx="806450" cy="1065212"/>
            <a:chOff x="1740" y="2767"/>
            <a:chExt cx="508" cy="671"/>
          </a:xfrm>
        </p:grpSpPr>
        <p:sp>
          <p:nvSpPr>
            <p:cNvPr id="91180" name="Line 25">
              <a:extLst>
                <a:ext uri="{FF2B5EF4-FFF2-40B4-BE49-F238E27FC236}">
                  <a16:creationId xmlns:a16="http://schemas.microsoft.com/office/drawing/2014/main" id="{8B28703E-D1A9-4A01-81DB-27165F031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43" y="2936"/>
              <a:ext cx="3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81" name="Line 26">
              <a:extLst>
                <a:ext uri="{FF2B5EF4-FFF2-40B4-BE49-F238E27FC236}">
                  <a16:creationId xmlns:a16="http://schemas.microsoft.com/office/drawing/2014/main" id="{19E7F783-1F78-4C0F-A15B-70CA157145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31" y="3117"/>
              <a:ext cx="3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82" name="Line 27">
              <a:extLst>
                <a:ext uri="{FF2B5EF4-FFF2-40B4-BE49-F238E27FC236}">
                  <a16:creationId xmlns:a16="http://schemas.microsoft.com/office/drawing/2014/main" id="{98A9B676-2670-4C24-BB21-20CF7C3C8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32" y="3286"/>
              <a:ext cx="3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83" name="Text Box 28">
              <a:extLst>
                <a:ext uri="{FF2B5EF4-FFF2-40B4-BE49-F238E27FC236}">
                  <a16:creationId xmlns:a16="http://schemas.microsoft.com/office/drawing/2014/main" id="{7D8A7723-6163-4470-A34C-C5D09CDDC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2" y="2767"/>
              <a:ext cx="328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91184" name="Text Box 29">
              <a:extLst>
                <a:ext uri="{FF2B5EF4-FFF2-40B4-BE49-F238E27FC236}">
                  <a16:creationId xmlns:a16="http://schemas.microsoft.com/office/drawing/2014/main" id="{2B8AE4EC-1F2B-43B1-883C-917718F5D9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0" y="2970"/>
              <a:ext cx="328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91185" name="Text Box 30">
              <a:extLst>
                <a:ext uri="{FF2B5EF4-FFF2-40B4-BE49-F238E27FC236}">
                  <a16:creationId xmlns:a16="http://schemas.microsoft.com/office/drawing/2014/main" id="{B8A67074-0BEE-4B04-8BB8-9B898E12FD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0" y="3150"/>
              <a:ext cx="328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</a:p>
          </p:txBody>
        </p:sp>
      </p:grpSp>
      <p:grpSp>
        <p:nvGrpSpPr>
          <p:cNvPr id="296991" name="Group 31">
            <a:extLst>
              <a:ext uri="{FF2B5EF4-FFF2-40B4-BE49-F238E27FC236}">
                <a16:creationId xmlns:a16="http://schemas.microsoft.com/office/drawing/2014/main" id="{DBCA6C1A-92C2-4FD2-A853-290139816728}"/>
              </a:ext>
            </a:extLst>
          </p:cNvPr>
          <p:cNvGrpSpPr>
            <a:grpSpLocks/>
          </p:cNvGrpSpPr>
          <p:nvPr/>
        </p:nvGrpSpPr>
        <p:grpSpPr bwMode="auto">
          <a:xfrm>
            <a:off x="5237163" y="5826125"/>
            <a:ext cx="681037" cy="906463"/>
            <a:chOff x="3299" y="3659"/>
            <a:chExt cx="429" cy="571"/>
          </a:xfrm>
        </p:grpSpPr>
        <p:sp>
          <p:nvSpPr>
            <p:cNvPr id="91178" name="Line 32">
              <a:extLst>
                <a:ext uri="{FF2B5EF4-FFF2-40B4-BE49-F238E27FC236}">
                  <a16:creationId xmlns:a16="http://schemas.microsoft.com/office/drawing/2014/main" id="{78F6CE54-9CF8-4F34-B16E-A72D9031F5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659"/>
              <a:ext cx="0" cy="43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79" name="Text Box 33">
              <a:extLst>
                <a:ext uri="{FF2B5EF4-FFF2-40B4-BE49-F238E27FC236}">
                  <a16:creationId xmlns:a16="http://schemas.microsoft.com/office/drawing/2014/main" id="{C3C42432-0897-4A2A-923D-CB29B6EE28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9" y="3942"/>
              <a:ext cx="42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</p:grpSp>
      <p:grpSp>
        <p:nvGrpSpPr>
          <p:cNvPr id="296994" name="Group 34">
            <a:extLst>
              <a:ext uri="{FF2B5EF4-FFF2-40B4-BE49-F238E27FC236}">
                <a16:creationId xmlns:a16="http://schemas.microsoft.com/office/drawing/2014/main" id="{CBE2F5DC-1157-4FDC-A142-2A92837486BC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5857875"/>
            <a:ext cx="357188" cy="430213"/>
            <a:chOff x="3456" y="3690"/>
            <a:chExt cx="225" cy="271"/>
          </a:xfrm>
        </p:grpSpPr>
        <p:sp>
          <p:nvSpPr>
            <p:cNvPr id="91176" name="Freeform 35">
              <a:extLst>
                <a:ext uri="{FF2B5EF4-FFF2-40B4-BE49-F238E27FC236}">
                  <a16:creationId xmlns:a16="http://schemas.microsoft.com/office/drawing/2014/main" id="{936F191F-4BDB-446B-B725-B4D444078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690"/>
              <a:ext cx="192" cy="236"/>
            </a:xfrm>
            <a:custGeom>
              <a:avLst/>
              <a:gdLst>
                <a:gd name="T0" fmla="*/ 0 w 192"/>
                <a:gd name="T1" fmla="*/ 0 h 101"/>
                <a:gd name="T2" fmla="*/ 0 w 192"/>
                <a:gd name="T3" fmla="*/ 16417 h 101"/>
                <a:gd name="T4" fmla="*/ 192 w 192"/>
                <a:gd name="T5" fmla="*/ 16417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01">
                  <a:moveTo>
                    <a:pt x="0" y="0"/>
                  </a:moveTo>
                  <a:lnTo>
                    <a:pt x="0" y="101"/>
                  </a:lnTo>
                  <a:lnTo>
                    <a:pt x="192" y="10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77" name="Oval 36">
              <a:extLst>
                <a:ext uri="{FF2B5EF4-FFF2-40B4-BE49-F238E27FC236}">
                  <a16:creationId xmlns:a16="http://schemas.microsoft.com/office/drawing/2014/main" id="{EF2899C8-B1C8-4453-AAEE-12A49824F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3893"/>
              <a:ext cx="68" cy="68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6997" name="Group 37">
            <a:extLst>
              <a:ext uri="{FF2B5EF4-FFF2-40B4-BE49-F238E27FC236}">
                <a16:creationId xmlns:a16="http://schemas.microsoft.com/office/drawing/2014/main" id="{28624960-BDFA-48E0-B99C-2593BFC9CD84}"/>
              </a:ext>
            </a:extLst>
          </p:cNvPr>
          <p:cNvGrpSpPr>
            <a:grpSpLocks/>
          </p:cNvGrpSpPr>
          <p:nvPr/>
        </p:nvGrpSpPr>
        <p:grpSpPr bwMode="auto">
          <a:xfrm>
            <a:off x="4822825" y="5808663"/>
            <a:ext cx="715963" cy="479425"/>
            <a:chOff x="3038" y="3659"/>
            <a:chExt cx="451" cy="302"/>
          </a:xfrm>
        </p:grpSpPr>
        <p:sp>
          <p:nvSpPr>
            <p:cNvPr id="91174" name="Freeform 38">
              <a:extLst>
                <a:ext uri="{FF2B5EF4-FFF2-40B4-BE49-F238E27FC236}">
                  <a16:creationId xmlns:a16="http://schemas.microsoft.com/office/drawing/2014/main" id="{69FB7F55-EA28-4F96-921D-CDD31208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659"/>
              <a:ext cx="418" cy="271"/>
            </a:xfrm>
            <a:custGeom>
              <a:avLst/>
              <a:gdLst>
                <a:gd name="T0" fmla="*/ 418 w 418"/>
                <a:gd name="T1" fmla="*/ 271 h 271"/>
                <a:gd name="T2" fmla="*/ 0 w 418"/>
                <a:gd name="T3" fmla="*/ 271 h 271"/>
                <a:gd name="T4" fmla="*/ 0 w 418"/>
                <a:gd name="T5" fmla="*/ 0 h 2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271">
                  <a:moveTo>
                    <a:pt x="418" y="271"/>
                  </a:moveTo>
                  <a:lnTo>
                    <a:pt x="0" y="271"/>
                  </a:ln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75" name="Oval 39">
              <a:extLst>
                <a:ext uri="{FF2B5EF4-FFF2-40B4-BE49-F238E27FC236}">
                  <a16:creationId xmlns:a16="http://schemas.microsoft.com/office/drawing/2014/main" id="{F156733E-4DE0-4F66-958B-A9EEA9FFE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893"/>
              <a:ext cx="68" cy="68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7000" name="Group 40">
            <a:extLst>
              <a:ext uri="{FF2B5EF4-FFF2-40B4-BE49-F238E27FC236}">
                <a16:creationId xmlns:a16="http://schemas.microsoft.com/office/drawing/2014/main" id="{C4603121-EF94-4130-A1C1-4A80CF735E25}"/>
              </a:ext>
            </a:extLst>
          </p:cNvPr>
          <p:cNvGrpSpPr>
            <a:grpSpLocks/>
          </p:cNvGrpSpPr>
          <p:nvPr/>
        </p:nvGrpSpPr>
        <p:grpSpPr bwMode="auto">
          <a:xfrm>
            <a:off x="3873500" y="5827713"/>
            <a:ext cx="1001713" cy="461962"/>
            <a:chOff x="2440" y="3671"/>
            <a:chExt cx="631" cy="291"/>
          </a:xfrm>
        </p:grpSpPr>
        <p:sp>
          <p:nvSpPr>
            <p:cNvPr id="91170" name="Freeform 41">
              <a:extLst>
                <a:ext uri="{FF2B5EF4-FFF2-40B4-BE49-F238E27FC236}">
                  <a16:creationId xmlns:a16="http://schemas.microsoft.com/office/drawing/2014/main" id="{2D512C7B-FC03-498A-BCED-D98AE3CC5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671"/>
              <a:ext cx="587" cy="259"/>
            </a:xfrm>
            <a:custGeom>
              <a:avLst/>
              <a:gdLst>
                <a:gd name="T0" fmla="*/ 0 w 587"/>
                <a:gd name="T1" fmla="*/ 0 h 259"/>
                <a:gd name="T2" fmla="*/ 0 w 587"/>
                <a:gd name="T3" fmla="*/ 259 h 259"/>
                <a:gd name="T4" fmla="*/ 587 w 587"/>
                <a:gd name="T5" fmla="*/ 259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7" h="259">
                  <a:moveTo>
                    <a:pt x="0" y="0"/>
                  </a:moveTo>
                  <a:lnTo>
                    <a:pt x="0" y="259"/>
                  </a:lnTo>
                  <a:lnTo>
                    <a:pt x="587" y="25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71" name="Oval 42">
              <a:extLst>
                <a:ext uri="{FF2B5EF4-FFF2-40B4-BE49-F238E27FC236}">
                  <a16:creationId xmlns:a16="http://schemas.microsoft.com/office/drawing/2014/main" id="{5A988C5A-5FAC-4216-BBD1-784BBB9D4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3893"/>
              <a:ext cx="68" cy="68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72" name="Line 43">
              <a:extLst>
                <a:ext uri="{FF2B5EF4-FFF2-40B4-BE49-F238E27FC236}">
                  <a16:creationId xmlns:a16="http://schemas.microsoft.com/office/drawing/2014/main" id="{2F72461B-554A-4534-A429-EDDF693F2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3" y="3671"/>
              <a:ext cx="0" cy="2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73" name="Oval 44">
              <a:extLst>
                <a:ext uri="{FF2B5EF4-FFF2-40B4-BE49-F238E27FC236}">
                  <a16:creationId xmlns:a16="http://schemas.microsoft.com/office/drawing/2014/main" id="{13722D92-D20D-4B20-AF42-EDB575FC9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3894"/>
              <a:ext cx="68" cy="68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7005" name="Group 45">
            <a:extLst>
              <a:ext uri="{FF2B5EF4-FFF2-40B4-BE49-F238E27FC236}">
                <a16:creationId xmlns:a16="http://schemas.microsoft.com/office/drawing/2014/main" id="{24CC62B0-6BDC-4227-9B2A-1726E0D112E2}"/>
              </a:ext>
            </a:extLst>
          </p:cNvPr>
          <p:cNvGrpSpPr>
            <a:grpSpLocks/>
          </p:cNvGrpSpPr>
          <p:nvPr/>
        </p:nvGrpSpPr>
        <p:grpSpPr bwMode="auto">
          <a:xfrm>
            <a:off x="6024563" y="5827713"/>
            <a:ext cx="196850" cy="609600"/>
            <a:chOff x="3795" y="3671"/>
            <a:chExt cx="124" cy="384"/>
          </a:xfrm>
        </p:grpSpPr>
        <p:sp>
          <p:nvSpPr>
            <p:cNvPr id="91168" name="Line 46">
              <a:extLst>
                <a:ext uri="{FF2B5EF4-FFF2-40B4-BE49-F238E27FC236}">
                  <a16:creationId xmlns:a16="http://schemas.microsoft.com/office/drawing/2014/main" id="{A7B71D8D-9765-41A0-A2A6-1FFC276C44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3" y="3671"/>
              <a:ext cx="0" cy="3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69" name="Line 47">
              <a:extLst>
                <a:ext uri="{FF2B5EF4-FFF2-40B4-BE49-F238E27FC236}">
                  <a16:creationId xmlns:a16="http://schemas.microsoft.com/office/drawing/2014/main" id="{399DB539-0DA6-44B9-84E5-C200F035DD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5" y="4055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7008" name="Group 48">
            <a:extLst>
              <a:ext uri="{FF2B5EF4-FFF2-40B4-BE49-F238E27FC236}">
                <a16:creationId xmlns:a16="http://schemas.microsoft.com/office/drawing/2014/main" id="{EDD471BF-42AA-4D1E-BB16-D393F156FE28}"/>
              </a:ext>
            </a:extLst>
          </p:cNvPr>
          <p:cNvGrpSpPr>
            <a:grpSpLocks/>
          </p:cNvGrpSpPr>
          <p:nvPr/>
        </p:nvGrpSpPr>
        <p:grpSpPr bwMode="auto">
          <a:xfrm>
            <a:off x="4518025" y="5808663"/>
            <a:ext cx="1614488" cy="301625"/>
            <a:chOff x="2846" y="3659"/>
            <a:chExt cx="1017" cy="190"/>
          </a:xfrm>
        </p:grpSpPr>
        <p:sp>
          <p:nvSpPr>
            <p:cNvPr id="91165" name="Freeform 49">
              <a:extLst>
                <a:ext uri="{FF2B5EF4-FFF2-40B4-BE49-F238E27FC236}">
                  <a16:creationId xmlns:a16="http://schemas.microsoft.com/office/drawing/2014/main" id="{1D4FDB03-C7AA-4F37-A6FF-244388B2B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671"/>
              <a:ext cx="1017" cy="158"/>
            </a:xfrm>
            <a:custGeom>
              <a:avLst/>
              <a:gdLst>
                <a:gd name="T0" fmla="*/ 0 w 1017"/>
                <a:gd name="T1" fmla="*/ 0 h 158"/>
                <a:gd name="T2" fmla="*/ 0 w 1017"/>
                <a:gd name="T3" fmla="*/ 158 h 158"/>
                <a:gd name="T4" fmla="*/ 1017 w 1017"/>
                <a:gd name="T5" fmla="*/ 158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7" h="158">
                  <a:moveTo>
                    <a:pt x="0" y="0"/>
                  </a:moveTo>
                  <a:lnTo>
                    <a:pt x="0" y="158"/>
                  </a:lnTo>
                  <a:lnTo>
                    <a:pt x="1017" y="158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66" name="Line 50">
              <a:extLst>
                <a:ext uri="{FF2B5EF4-FFF2-40B4-BE49-F238E27FC236}">
                  <a16:creationId xmlns:a16="http://schemas.microsoft.com/office/drawing/2014/main" id="{8AB4AEB6-B2F2-44C1-9E5D-677E3673E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" y="3659"/>
              <a:ext cx="0" cy="15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67" name="Oval 51">
              <a:extLst>
                <a:ext uri="{FF2B5EF4-FFF2-40B4-BE49-F238E27FC236}">
                  <a16:creationId xmlns:a16="http://schemas.microsoft.com/office/drawing/2014/main" id="{D40C4B61-19D5-4B7D-AE88-EBFFED991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3781"/>
              <a:ext cx="68" cy="68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7012" name="Group 52">
            <a:extLst>
              <a:ext uri="{FF2B5EF4-FFF2-40B4-BE49-F238E27FC236}">
                <a16:creationId xmlns:a16="http://schemas.microsoft.com/office/drawing/2014/main" id="{8E6F1C34-6CF0-4E22-919A-BF863AF964CD}"/>
              </a:ext>
            </a:extLst>
          </p:cNvPr>
          <p:cNvGrpSpPr>
            <a:grpSpLocks/>
          </p:cNvGrpSpPr>
          <p:nvPr/>
        </p:nvGrpSpPr>
        <p:grpSpPr bwMode="auto">
          <a:xfrm>
            <a:off x="557213" y="3248025"/>
            <a:ext cx="8158162" cy="457200"/>
            <a:chOff x="351" y="2046"/>
            <a:chExt cx="5139" cy="288"/>
          </a:xfrm>
        </p:grpSpPr>
        <p:sp>
          <p:nvSpPr>
            <p:cNvPr id="91152" name="Text Box 53">
              <a:extLst>
                <a:ext uri="{FF2B5EF4-FFF2-40B4-BE49-F238E27FC236}">
                  <a16:creationId xmlns:a16="http://schemas.microsoft.com/office/drawing/2014/main" id="{15610C95-792D-400B-AC59-3F642971CA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" y="2046"/>
              <a:ext cx="513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ABC0+ABC1+ABC1+ABC0+ABC1+ABC0+ABC1+ABC1</a:t>
              </a:r>
            </a:p>
          </p:txBody>
        </p:sp>
        <p:sp>
          <p:nvSpPr>
            <p:cNvPr id="91153" name="Line 54">
              <a:extLst>
                <a:ext uri="{FF2B5EF4-FFF2-40B4-BE49-F238E27FC236}">
                  <a16:creationId xmlns:a16="http://schemas.microsoft.com/office/drawing/2014/main" id="{E7916977-C172-42E0-AF0D-6D72818E17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54" name="Line 55">
              <a:extLst>
                <a:ext uri="{FF2B5EF4-FFF2-40B4-BE49-F238E27FC236}">
                  <a16:creationId xmlns:a16="http://schemas.microsoft.com/office/drawing/2014/main" id="{D14BB135-7B27-440F-A23F-E893F729ED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6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55" name="Line 56">
              <a:extLst>
                <a:ext uri="{FF2B5EF4-FFF2-40B4-BE49-F238E27FC236}">
                  <a16:creationId xmlns:a16="http://schemas.microsoft.com/office/drawing/2014/main" id="{FF0DBB82-D36E-4EF7-AAEC-12CD674906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56" name="Line 57">
              <a:extLst>
                <a:ext uri="{FF2B5EF4-FFF2-40B4-BE49-F238E27FC236}">
                  <a16:creationId xmlns:a16="http://schemas.microsoft.com/office/drawing/2014/main" id="{585504AC-2B79-4326-B25F-9F756244DA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8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57" name="Line 58">
              <a:extLst>
                <a:ext uri="{FF2B5EF4-FFF2-40B4-BE49-F238E27FC236}">
                  <a16:creationId xmlns:a16="http://schemas.microsoft.com/office/drawing/2014/main" id="{3A33A76A-86EE-4639-B501-86D5EB6F59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8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58" name="Line 59">
              <a:extLst>
                <a:ext uri="{FF2B5EF4-FFF2-40B4-BE49-F238E27FC236}">
                  <a16:creationId xmlns:a16="http://schemas.microsoft.com/office/drawing/2014/main" id="{CBF0F41F-DAD6-4FDA-BFE3-B73CBD21B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1" y="2103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59" name="Line 60">
              <a:extLst>
                <a:ext uri="{FF2B5EF4-FFF2-40B4-BE49-F238E27FC236}">
                  <a16:creationId xmlns:a16="http://schemas.microsoft.com/office/drawing/2014/main" id="{A2BC7B0A-A85E-4F48-902A-084574D5C1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3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60" name="Line 61">
              <a:extLst>
                <a:ext uri="{FF2B5EF4-FFF2-40B4-BE49-F238E27FC236}">
                  <a16:creationId xmlns:a16="http://schemas.microsoft.com/office/drawing/2014/main" id="{0C2013C2-8AAE-4F41-8AF4-2FD4DB02D4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8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61" name="Line 62">
              <a:extLst>
                <a:ext uri="{FF2B5EF4-FFF2-40B4-BE49-F238E27FC236}">
                  <a16:creationId xmlns:a16="http://schemas.microsoft.com/office/drawing/2014/main" id="{460B8CBF-8FD3-45EE-ADB3-1AA4E3BFD3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7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62" name="Line 63">
              <a:extLst>
                <a:ext uri="{FF2B5EF4-FFF2-40B4-BE49-F238E27FC236}">
                  <a16:creationId xmlns:a16="http://schemas.microsoft.com/office/drawing/2014/main" id="{2453392B-D697-48E3-9D1E-42A9CC986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4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63" name="Line 64">
              <a:extLst>
                <a:ext uri="{FF2B5EF4-FFF2-40B4-BE49-F238E27FC236}">
                  <a16:creationId xmlns:a16="http://schemas.microsoft.com/office/drawing/2014/main" id="{DF7FB3EF-F8EF-4E38-BFF0-A4C3216004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5" y="2102"/>
              <a:ext cx="124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164" name="Line 65">
              <a:extLst>
                <a:ext uri="{FF2B5EF4-FFF2-40B4-BE49-F238E27FC236}">
                  <a16:creationId xmlns:a16="http://schemas.microsoft.com/office/drawing/2014/main" id="{31E2F949-8E68-4C5B-B3B8-2A6243754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7" y="2103"/>
              <a:ext cx="125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515532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69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69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969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969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969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969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96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96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97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969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969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1" dur="500"/>
                                        <p:tgtEl>
                                          <p:spTgt spid="296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6" dur="500"/>
                                        <p:tgtEl>
                                          <p:spTgt spid="296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296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96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96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97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1" dur="500"/>
                                        <p:tgtEl>
                                          <p:spTgt spid="297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97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6962" grpId="0" autoUpdateAnimBg="0"/>
      <p:bldP spid="296963" grpId="0" autoUpdateAnimBg="0"/>
      <p:bldP spid="296964" grpId="0" autoUpdateAnimBg="0"/>
      <p:bldP spid="296965" grpId="0" autoUpdateAnimBg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2">
            <a:extLst>
              <a:ext uri="{FF2B5EF4-FFF2-40B4-BE49-F238E27FC236}">
                <a16:creationId xmlns:a16="http://schemas.microsoft.com/office/drawing/2014/main" id="{2DFFB7F7-85AD-4C75-AFD1-BE5C4273E0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5925" y="307975"/>
            <a:ext cx="4149725" cy="4445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>
                <a:solidFill>
                  <a:schemeClr val="tx1"/>
                </a:solidFill>
              </a:rPr>
              <a:t>用四选一</a:t>
            </a:r>
            <a:r>
              <a:rPr lang="en-US" altLang="zh-CN" sz="2800" b="1">
                <a:solidFill>
                  <a:schemeClr val="tx1"/>
                </a:solidFill>
              </a:rPr>
              <a:t>74</a:t>
            </a:r>
            <a:r>
              <a:rPr lang="en-US" altLang="zh-CN" sz="2800" b="1">
                <a:solidFill>
                  <a:schemeClr val="tx1"/>
                </a:solidFill>
                <a:sym typeface="Symbol" panose="05050102010706020507" pitchFamily="18" charset="2"/>
              </a:rPr>
              <a:t>153</a:t>
            </a:r>
          </a:p>
        </p:txBody>
      </p:sp>
      <p:grpSp>
        <p:nvGrpSpPr>
          <p:cNvPr id="297987" name="Group 3">
            <a:extLst>
              <a:ext uri="{FF2B5EF4-FFF2-40B4-BE49-F238E27FC236}">
                <a16:creationId xmlns:a16="http://schemas.microsoft.com/office/drawing/2014/main" id="{31DD8811-D1C7-4B1E-BC2D-BE5BDCB7418D}"/>
              </a:ext>
            </a:extLst>
          </p:cNvPr>
          <p:cNvGrpSpPr>
            <a:grpSpLocks/>
          </p:cNvGrpSpPr>
          <p:nvPr/>
        </p:nvGrpSpPr>
        <p:grpSpPr bwMode="auto">
          <a:xfrm>
            <a:off x="1558925" y="1144588"/>
            <a:ext cx="5389563" cy="519112"/>
            <a:chOff x="982" y="721"/>
            <a:chExt cx="3395" cy="327"/>
          </a:xfrm>
        </p:grpSpPr>
        <p:sp>
          <p:nvSpPr>
            <p:cNvPr id="92211" name="Rectangle 4">
              <a:extLst>
                <a:ext uri="{FF2B5EF4-FFF2-40B4-BE49-F238E27FC236}">
                  <a16:creationId xmlns:a16="http://schemas.microsoft.com/office/drawing/2014/main" id="{DFACC5F0-DE12-4522-BD96-314732C63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" y="721"/>
              <a:ext cx="3395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Y=ABC+ABC+ABC+ ABC+ ABC</a:t>
              </a:r>
            </a:p>
          </p:txBody>
        </p:sp>
        <p:sp>
          <p:nvSpPr>
            <p:cNvPr id="92212" name="Line 5">
              <a:extLst>
                <a:ext uri="{FF2B5EF4-FFF2-40B4-BE49-F238E27FC236}">
                  <a16:creationId xmlns:a16="http://schemas.microsoft.com/office/drawing/2014/main" id="{D621ADF3-3F17-49D9-9B37-2455AFA3E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9" y="778"/>
              <a:ext cx="118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213" name="Line 6">
              <a:extLst>
                <a:ext uri="{FF2B5EF4-FFF2-40B4-BE49-F238E27FC236}">
                  <a16:creationId xmlns:a16="http://schemas.microsoft.com/office/drawing/2014/main" id="{68A06560-E279-488C-8E2C-478CDB1E8C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8" y="778"/>
              <a:ext cx="118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214" name="Line 7">
              <a:extLst>
                <a:ext uri="{FF2B5EF4-FFF2-40B4-BE49-F238E27FC236}">
                  <a16:creationId xmlns:a16="http://schemas.microsoft.com/office/drawing/2014/main" id="{97CD4486-9A6F-4387-9DEC-C055E56C6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1" y="778"/>
              <a:ext cx="118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215" name="Line 8">
              <a:extLst>
                <a:ext uri="{FF2B5EF4-FFF2-40B4-BE49-F238E27FC236}">
                  <a16:creationId xmlns:a16="http://schemas.microsoft.com/office/drawing/2014/main" id="{682EF5B7-0DB9-4BC5-84D2-2AD2C15C0B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7" y="778"/>
              <a:ext cx="118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216" name="Line 9">
              <a:extLst>
                <a:ext uri="{FF2B5EF4-FFF2-40B4-BE49-F238E27FC236}">
                  <a16:creationId xmlns:a16="http://schemas.microsoft.com/office/drawing/2014/main" id="{F79CA630-909B-48DC-8E83-864E093459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778"/>
              <a:ext cx="118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217" name="Line 10">
              <a:extLst>
                <a:ext uri="{FF2B5EF4-FFF2-40B4-BE49-F238E27FC236}">
                  <a16:creationId xmlns:a16="http://schemas.microsoft.com/office/drawing/2014/main" id="{8BAFFB20-4239-4253-A3E6-70F4278B7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5" y="778"/>
              <a:ext cx="118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218" name="Line 11">
              <a:extLst>
                <a:ext uri="{FF2B5EF4-FFF2-40B4-BE49-F238E27FC236}">
                  <a16:creationId xmlns:a16="http://schemas.microsoft.com/office/drawing/2014/main" id="{CA534706-EA41-4A95-AB36-E758BC724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3" y="778"/>
              <a:ext cx="118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7996" name="Group 12">
            <a:extLst>
              <a:ext uri="{FF2B5EF4-FFF2-40B4-BE49-F238E27FC236}">
                <a16:creationId xmlns:a16="http://schemas.microsoft.com/office/drawing/2014/main" id="{46C974F5-58E0-43DC-B032-C9ED684A5055}"/>
              </a:ext>
            </a:extLst>
          </p:cNvPr>
          <p:cNvGrpSpPr>
            <a:grpSpLocks/>
          </p:cNvGrpSpPr>
          <p:nvPr/>
        </p:nvGrpSpPr>
        <p:grpSpPr bwMode="auto">
          <a:xfrm>
            <a:off x="1076325" y="3417888"/>
            <a:ext cx="1292225" cy="877887"/>
            <a:chOff x="678" y="2406"/>
            <a:chExt cx="814" cy="553"/>
          </a:xfrm>
        </p:grpSpPr>
        <p:sp>
          <p:nvSpPr>
            <p:cNvPr id="92207" name="Line 13">
              <a:extLst>
                <a:ext uri="{FF2B5EF4-FFF2-40B4-BE49-F238E27FC236}">
                  <a16:creationId xmlns:a16="http://schemas.microsoft.com/office/drawing/2014/main" id="{3375BD90-843D-436A-AFDE-80EB3DE832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6" y="2576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208" name="Line 14">
              <a:extLst>
                <a:ext uri="{FF2B5EF4-FFF2-40B4-BE49-F238E27FC236}">
                  <a16:creationId xmlns:a16="http://schemas.microsoft.com/office/drawing/2014/main" id="{A932EAAB-B0F6-4491-882B-4ACBB85FA0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6" y="2791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209" name="Text Box 15">
              <a:extLst>
                <a:ext uri="{FF2B5EF4-FFF2-40B4-BE49-F238E27FC236}">
                  <a16:creationId xmlns:a16="http://schemas.microsoft.com/office/drawing/2014/main" id="{02B628C3-A40D-4945-99E9-A89965508A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" y="2406"/>
              <a:ext cx="396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92210" name="Text Box 16">
              <a:extLst>
                <a:ext uri="{FF2B5EF4-FFF2-40B4-BE49-F238E27FC236}">
                  <a16:creationId xmlns:a16="http://schemas.microsoft.com/office/drawing/2014/main" id="{AC7BAE3F-A352-4D18-812D-71DC1F8A1A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8" y="2632"/>
              <a:ext cx="396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</p:grpSp>
      <p:grpSp>
        <p:nvGrpSpPr>
          <p:cNvPr id="298001" name="Group 17">
            <a:extLst>
              <a:ext uri="{FF2B5EF4-FFF2-40B4-BE49-F238E27FC236}">
                <a16:creationId xmlns:a16="http://schemas.microsoft.com/office/drawing/2014/main" id="{F33E34D8-2415-487C-9BD9-5BE73300FDD5}"/>
              </a:ext>
            </a:extLst>
          </p:cNvPr>
          <p:cNvGrpSpPr>
            <a:grpSpLocks/>
          </p:cNvGrpSpPr>
          <p:nvPr/>
        </p:nvGrpSpPr>
        <p:grpSpPr bwMode="auto">
          <a:xfrm>
            <a:off x="2263775" y="2540000"/>
            <a:ext cx="4818063" cy="2508250"/>
            <a:chOff x="1426" y="1600"/>
            <a:chExt cx="3035" cy="1580"/>
          </a:xfrm>
        </p:grpSpPr>
        <p:grpSp>
          <p:nvGrpSpPr>
            <p:cNvPr id="92193" name="Group 18">
              <a:extLst>
                <a:ext uri="{FF2B5EF4-FFF2-40B4-BE49-F238E27FC236}">
                  <a16:creationId xmlns:a16="http://schemas.microsoft.com/office/drawing/2014/main" id="{402F80CF-E3A1-4322-AD64-93032C5B77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26" y="1600"/>
              <a:ext cx="2791" cy="1394"/>
              <a:chOff x="1426" y="1600"/>
              <a:chExt cx="2791" cy="1394"/>
            </a:xfrm>
          </p:grpSpPr>
          <p:grpSp>
            <p:nvGrpSpPr>
              <p:cNvPr id="92195" name="Group 19">
                <a:extLst>
                  <a:ext uri="{FF2B5EF4-FFF2-40B4-BE49-F238E27FC236}">
                    <a16:creationId xmlns:a16="http://schemas.microsoft.com/office/drawing/2014/main" id="{5D60E895-87A0-46DE-8E51-0D26E57672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26" y="2021"/>
                <a:ext cx="2791" cy="973"/>
                <a:chOff x="1426" y="2021"/>
                <a:chExt cx="2791" cy="973"/>
              </a:xfrm>
            </p:grpSpPr>
            <p:sp>
              <p:nvSpPr>
                <p:cNvPr id="92198" name="Rectangle 20">
                  <a:extLst>
                    <a:ext uri="{FF2B5EF4-FFF2-40B4-BE49-F238E27FC236}">
                      <a16:creationId xmlns:a16="http://schemas.microsoft.com/office/drawing/2014/main" id="{5B463693-089E-4896-9727-B25A731C07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9" y="2074"/>
                  <a:ext cx="2623" cy="920"/>
                </a:xfrm>
                <a:prstGeom prst="rect">
                  <a:avLst/>
                </a:prstGeom>
                <a:solidFill>
                  <a:srgbClr val="FFFF99"/>
                </a:solidFill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2199" name="Rectangle 21">
                  <a:extLst>
                    <a:ext uri="{FF2B5EF4-FFF2-40B4-BE49-F238E27FC236}">
                      <a16:creationId xmlns:a16="http://schemas.microsoft.com/office/drawing/2014/main" id="{3ECC22FD-FF81-4699-945A-569332F374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2706"/>
                  <a:ext cx="1385" cy="25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 1D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1D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1D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1D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 </a:t>
                  </a: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S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 </a:t>
                  </a:r>
                </a:p>
              </p:txBody>
            </p:sp>
            <p:sp>
              <p:nvSpPr>
                <p:cNvPr id="92200" name="Rectangle 22">
                  <a:extLst>
                    <a:ext uri="{FF2B5EF4-FFF2-40B4-BE49-F238E27FC236}">
                      <a16:creationId xmlns:a16="http://schemas.microsoft.com/office/drawing/2014/main" id="{A65BE575-7FC6-4685-A26B-0194E8433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7" y="2218"/>
                  <a:ext cx="310" cy="4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 </a:t>
                  </a: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92201" name="Rectangle 23">
                  <a:extLst>
                    <a:ext uri="{FF2B5EF4-FFF2-40B4-BE49-F238E27FC236}">
                      <a16:creationId xmlns:a16="http://schemas.microsoft.com/office/drawing/2014/main" id="{CDF6FEB9-C0AD-411D-8D87-9FB671070D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94" y="2315"/>
                  <a:ext cx="806" cy="2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74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  <a:sym typeface="Symbol" panose="05050102010706020507" pitchFamily="18" charset="2"/>
                    </a:rPr>
                    <a:t>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153</a:t>
                  </a:r>
                </a:p>
              </p:txBody>
            </p:sp>
            <p:sp>
              <p:nvSpPr>
                <p:cNvPr id="92202" name="Line 24">
                  <a:extLst>
                    <a:ext uri="{FF2B5EF4-FFF2-40B4-BE49-F238E27FC236}">
                      <a16:creationId xmlns:a16="http://schemas.microsoft.com/office/drawing/2014/main" id="{A060AA29-47FC-43EC-A62D-0F4F3238AB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82" y="2765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2203" name="Line 25">
                  <a:extLst>
                    <a:ext uri="{FF2B5EF4-FFF2-40B4-BE49-F238E27FC236}">
                      <a16:creationId xmlns:a16="http://schemas.microsoft.com/office/drawing/2014/main" id="{16372E68-0ACC-441A-8F87-E9B91F40D3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48" y="2754"/>
                  <a:ext cx="96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2204" name="Rectangle 26">
                  <a:extLst>
                    <a:ext uri="{FF2B5EF4-FFF2-40B4-BE49-F238E27FC236}">
                      <a16:creationId xmlns:a16="http://schemas.microsoft.com/office/drawing/2014/main" id="{6ED35056-BC8F-4F8D-A6DC-1E17D05C06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0" y="2032"/>
                  <a:ext cx="319" cy="2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92205" name="Rectangle 27">
                  <a:extLst>
                    <a:ext uri="{FF2B5EF4-FFF2-40B4-BE49-F238E27FC236}">
                      <a16:creationId xmlns:a16="http://schemas.microsoft.com/office/drawing/2014/main" id="{AA06AC53-410A-4A49-9755-F908083D33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02" y="2021"/>
                  <a:ext cx="319" cy="2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92206" name="Rectangle 28">
                  <a:extLst>
                    <a:ext uri="{FF2B5EF4-FFF2-40B4-BE49-F238E27FC236}">
                      <a16:creationId xmlns:a16="http://schemas.microsoft.com/office/drawing/2014/main" id="{8ED2AEF1-14FA-41CE-9104-8BAB802EDB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6" y="2718"/>
                  <a:ext cx="1385" cy="25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 2D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2D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2D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2D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  </a:t>
                  </a:r>
                  <a:r>
                    <a:rPr kumimoji="1" lang="en-US" altLang="zh-CN" sz="20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S</a:t>
                  </a:r>
                  <a:r>
                    <a:rPr kumimoji="1" lang="en-US" altLang="zh-CN" sz="2000" b="1" i="0" u="none" strike="noStrike" kern="1200" cap="none" spc="0" normalizeH="0" baseline="-2500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 </a:t>
                  </a:r>
                </a:p>
              </p:txBody>
            </p:sp>
          </p:grpSp>
          <p:sp>
            <p:nvSpPr>
              <p:cNvPr id="92196" name="Line 29">
                <a:extLst>
                  <a:ext uri="{FF2B5EF4-FFF2-40B4-BE49-F238E27FC236}">
                    <a16:creationId xmlns:a16="http://schemas.microsoft.com/office/drawing/2014/main" id="{D5E8055A-41EC-4C5C-B984-240B4EEA57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35" y="1780"/>
                <a:ext cx="0" cy="30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197" name="Text Box 30">
                <a:extLst>
                  <a:ext uri="{FF2B5EF4-FFF2-40B4-BE49-F238E27FC236}">
                    <a16:creationId xmlns:a16="http://schemas.microsoft.com/office/drawing/2014/main" id="{5D3C623C-F8CF-45F5-A6A6-89544A138E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0" y="1600"/>
                <a:ext cx="396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</a:p>
            </p:txBody>
          </p:sp>
        </p:grpSp>
        <p:sp>
          <p:nvSpPr>
            <p:cNvPr id="92194" name="Freeform 31">
              <a:extLst>
                <a:ext uri="{FF2B5EF4-FFF2-40B4-BE49-F238E27FC236}">
                  <a16:creationId xmlns:a16="http://schemas.microsoft.com/office/drawing/2014/main" id="{8EB3769B-CDC8-43BF-8AF7-1D27AA67E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830"/>
              <a:ext cx="327" cy="350"/>
            </a:xfrm>
            <a:custGeom>
              <a:avLst/>
              <a:gdLst>
                <a:gd name="T0" fmla="*/ 0 w 327"/>
                <a:gd name="T1" fmla="*/ 0 h 350"/>
                <a:gd name="T2" fmla="*/ 226 w 327"/>
                <a:gd name="T3" fmla="*/ 0 h 350"/>
                <a:gd name="T4" fmla="*/ 226 w 327"/>
                <a:gd name="T5" fmla="*/ 350 h 350"/>
                <a:gd name="T6" fmla="*/ 327 w 327"/>
                <a:gd name="T7" fmla="*/ 350 h 350"/>
                <a:gd name="T8" fmla="*/ 135 w 327"/>
                <a:gd name="T9" fmla="*/ 350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50">
                  <a:moveTo>
                    <a:pt x="0" y="0"/>
                  </a:moveTo>
                  <a:lnTo>
                    <a:pt x="226" y="0"/>
                  </a:lnTo>
                  <a:lnTo>
                    <a:pt x="226" y="350"/>
                  </a:lnTo>
                  <a:lnTo>
                    <a:pt x="327" y="350"/>
                  </a:lnTo>
                  <a:lnTo>
                    <a:pt x="135" y="3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8016" name="Group 32">
            <a:extLst>
              <a:ext uri="{FF2B5EF4-FFF2-40B4-BE49-F238E27FC236}">
                <a16:creationId xmlns:a16="http://schemas.microsoft.com/office/drawing/2014/main" id="{37D14D7D-7BAB-4444-A8A9-388AC2A03BAC}"/>
              </a:ext>
            </a:extLst>
          </p:cNvPr>
          <p:cNvGrpSpPr>
            <a:grpSpLocks/>
          </p:cNvGrpSpPr>
          <p:nvPr/>
        </p:nvGrpSpPr>
        <p:grpSpPr bwMode="auto">
          <a:xfrm>
            <a:off x="6045200" y="4778375"/>
            <a:ext cx="627063" cy="1344613"/>
            <a:chOff x="3785" y="3241"/>
            <a:chExt cx="395" cy="847"/>
          </a:xfrm>
        </p:grpSpPr>
        <p:sp>
          <p:nvSpPr>
            <p:cNvPr id="92191" name="Line 33">
              <a:extLst>
                <a:ext uri="{FF2B5EF4-FFF2-40B4-BE49-F238E27FC236}">
                  <a16:creationId xmlns:a16="http://schemas.microsoft.com/office/drawing/2014/main" id="{D567D146-D6F3-47E1-8774-1830EBA59D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7" y="3241"/>
              <a:ext cx="0" cy="7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192" name="Text Box 34">
              <a:extLst>
                <a:ext uri="{FF2B5EF4-FFF2-40B4-BE49-F238E27FC236}">
                  <a16:creationId xmlns:a16="http://schemas.microsoft.com/office/drawing/2014/main" id="{8BCAC6C9-2725-410E-80EE-D87C64523A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5" y="3761"/>
              <a:ext cx="395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</a:p>
          </p:txBody>
        </p:sp>
      </p:grpSp>
      <p:grpSp>
        <p:nvGrpSpPr>
          <p:cNvPr id="298019" name="Group 35">
            <a:extLst>
              <a:ext uri="{FF2B5EF4-FFF2-40B4-BE49-F238E27FC236}">
                <a16:creationId xmlns:a16="http://schemas.microsoft.com/office/drawing/2014/main" id="{549B4E95-DB41-4372-A1A5-A344265E51B7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4692650"/>
            <a:ext cx="933450" cy="1289050"/>
            <a:chOff x="3252" y="3253"/>
            <a:chExt cx="588" cy="812"/>
          </a:xfrm>
        </p:grpSpPr>
        <p:sp>
          <p:nvSpPr>
            <p:cNvPr id="92189" name="Line 36">
              <a:extLst>
                <a:ext uri="{FF2B5EF4-FFF2-40B4-BE49-F238E27FC236}">
                  <a16:creationId xmlns:a16="http://schemas.microsoft.com/office/drawing/2014/main" id="{6C1BB6A1-1F04-459C-9F26-746C5692EE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3253"/>
              <a:ext cx="0" cy="6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190" name="Text Box 37">
              <a:extLst>
                <a:ext uri="{FF2B5EF4-FFF2-40B4-BE49-F238E27FC236}">
                  <a16:creationId xmlns:a16="http://schemas.microsoft.com/office/drawing/2014/main" id="{FF1AAB01-DDBA-4094-973C-7381D1AD91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2" y="3738"/>
              <a:ext cx="588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</p:grpSp>
      <p:grpSp>
        <p:nvGrpSpPr>
          <p:cNvPr id="298022" name="Group 38">
            <a:extLst>
              <a:ext uri="{FF2B5EF4-FFF2-40B4-BE49-F238E27FC236}">
                <a16:creationId xmlns:a16="http://schemas.microsoft.com/office/drawing/2014/main" id="{82DC01A4-326E-4259-83C9-D4DA90DE83B2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4302125"/>
            <a:ext cx="836612" cy="914400"/>
            <a:chOff x="3277" y="2710"/>
            <a:chExt cx="527" cy="576"/>
          </a:xfrm>
        </p:grpSpPr>
        <p:sp>
          <p:nvSpPr>
            <p:cNvPr id="92187" name="Freeform 39">
              <a:extLst>
                <a:ext uri="{FF2B5EF4-FFF2-40B4-BE49-F238E27FC236}">
                  <a16:creationId xmlns:a16="http://schemas.microsoft.com/office/drawing/2014/main" id="{3B4D4210-9743-4CA9-B845-13283A98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77"/>
              <a:ext cx="298" cy="149"/>
            </a:xfrm>
            <a:custGeom>
              <a:avLst/>
              <a:gdLst>
                <a:gd name="T0" fmla="*/ 0 w 497"/>
                <a:gd name="T1" fmla="*/ 0 h 463"/>
                <a:gd name="T2" fmla="*/ 0 w 497"/>
                <a:gd name="T3" fmla="*/ 1 h 463"/>
                <a:gd name="T4" fmla="*/ 23 w 497"/>
                <a:gd name="T5" fmla="*/ 1 h 4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7" h="463">
                  <a:moveTo>
                    <a:pt x="0" y="0"/>
                  </a:moveTo>
                  <a:lnTo>
                    <a:pt x="0" y="463"/>
                  </a:lnTo>
                  <a:lnTo>
                    <a:pt x="497" y="46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188" name="Text Box 40">
              <a:extLst>
                <a:ext uri="{FF2B5EF4-FFF2-40B4-BE49-F238E27FC236}">
                  <a16:creationId xmlns:a16="http://schemas.microsoft.com/office/drawing/2014/main" id="{36582EA2-9406-4A5B-B996-6C5DFAB75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4" y="2710"/>
              <a:ext cx="330" cy="576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5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</p:grpSp>
      <p:grpSp>
        <p:nvGrpSpPr>
          <p:cNvPr id="298025" name="Group 41">
            <a:extLst>
              <a:ext uri="{FF2B5EF4-FFF2-40B4-BE49-F238E27FC236}">
                <a16:creationId xmlns:a16="http://schemas.microsoft.com/office/drawing/2014/main" id="{5D78277F-9EF1-4706-887D-622299334DF6}"/>
              </a:ext>
            </a:extLst>
          </p:cNvPr>
          <p:cNvGrpSpPr>
            <a:grpSpLocks/>
          </p:cNvGrpSpPr>
          <p:nvPr/>
        </p:nvGrpSpPr>
        <p:grpSpPr bwMode="auto">
          <a:xfrm>
            <a:off x="5416550" y="4727575"/>
            <a:ext cx="1233488" cy="1177925"/>
            <a:chOff x="3412" y="2978"/>
            <a:chExt cx="777" cy="742"/>
          </a:xfrm>
        </p:grpSpPr>
        <p:grpSp>
          <p:nvGrpSpPr>
            <p:cNvPr id="92179" name="Group 42">
              <a:extLst>
                <a:ext uri="{FF2B5EF4-FFF2-40B4-BE49-F238E27FC236}">
                  <a16:creationId xmlns:a16="http://schemas.microsoft.com/office/drawing/2014/main" id="{323A118D-0A1A-41D1-B0FC-9C1735C7E6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23" y="2978"/>
              <a:ext cx="766" cy="742"/>
              <a:chOff x="3423" y="2978"/>
              <a:chExt cx="766" cy="742"/>
            </a:xfrm>
          </p:grpSpPr>
          <p:grpSp>
            <p:nvGrpSpPr>
              <p:cNvPr id="92181" name="Group 43">
                <a:extLst>
                  <a:ext uri="{FF2B5EF4-FFF2-40B4-BE49-F238E27FC236}">
                    <a16:creationId xmlns:a16="http://schemas.microsoft.com/office/drawing/2014/main" id="{C102FB13-D6F4-4C69-8A38-AFA5F11B23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23" y="3222"/>
                <a:ext cx="293" cy="248"/>
                <a:chOff x="2327" y="3615"/>
                <a:chExt cx="293" cy="248"/>
              </a:xfrm>
            </p:grpSpPr>
            <p:sp>
              <p:nvSpPr>
                <p:cNvPr id="92185" name="Rectangle 44">
                  <a:extLst>
                    <a:ext uri="{FF2B5EF4-FFF2-40B4-BE49-F238E27FC236}">
                      <a16:creationId xmlns:a16="http://schemas.microsoft.com/office/drawing/2014/main" id="{98103534-86ED-49FB-93DE-F257ABB65A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7" y="3671"/>
                  <a:ext cx="293" cy="19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2186" name="Oval 45">
                  <a:extLst>
                    <a:ext uri="{FF2B5EF4-FFF2-40B4-BE49-F238E27FC236}">
                      <a16:creationId xmlns:a16="http://schemas.microsoft.com/office/drawing/2014/main" id="{31446054-836E-4B7B-9245-A226D2F3FF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9" y="3615"/>
                  <a:ext cx="57" cy="57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92182" name="Line 46">
                <a:extLst>
                  <a:ext uri="{FF2B5EF4-FFF2-40B4-BE49-F238E27FC236}">
                    <a16:creationId xmlns:a16="http://schemas.microsoft.com/office/drawing/2014/main" id="{3724E332-D42F-4DFE-B717-90B7E24AEF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69" y="2978"/>
                <a:ext cx="0" cy="24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183" name="Freeform 47">
                <a:extLst>
                  <a:ext uri="{FF2B5EF4-FFF2-40B4-BE49-F238E27FC236}">
                    <a16:creationId xmlns:a16="http://schemas.microsoft.com/office/drawing/2014/main" id="{455D879C-8FE8-4B60-992D-ACE249564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469"/>
                <a:ext cx="282" cy="102"/>
              </a:xfrm>
              <a:custGeom>
                <a:avLst/>
                <a:gdLst>
                  <a:gd name="T0" fmla="*/ 282 w 282"/>
                  <a:gd name="T1" fmla="*/ 102 h 102"/>
                  <a:gd name="T2" fmla="*/ 0 w 282"/>
                  <a:gd name="T3" fmla="*/ 102 h 102"/>
                  <a:gd name="T4" fmla="*/ 0 w 282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2" h="102">
                    <a:moveTo>
                      <a:pt x="282" y="102"/>
                    </a:moveTo>
                    <a:lnTo>
                      <a:pt x="0" y="102"/>
                    </a:ln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184" name="Text Box 48">
                <a:extLst>
                  <a:ext uri="{FF2B5EF4-FFF2-40B4-BE49-F238E27FC236}">
                    <a16:creationId xmlns:a16="http://schemas.microsoft.com/office/drawing/2014/main" id="{5DF9116B-22FD-43FE-91D9-12B860F8B3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37" y="3144"/>
                <a:ext cx="452" cy="576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5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</p:grpSp>
        <p:sp>
          <p:nvSpPr>
            <p:cNvPr id="92180" name="Text Box 49">
              <a:extLst>
                <a:ext uri="{FF2B5EF4-FFF2-40B4-BE49-F238E27FC236}">
                  <a16:creationId xmlns:a16="http://schemas.microsoft.com/office/drawing/2014/main" id="{C27C39A4-0377-4824-86C6-5301F1EF48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2" y="3241"/>
              <a:ext cx="261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298034" name="Group 50">
            <a:extLst>
              <a:ext uri="{FF2B5EF4-FFF2-40B4-BE49-F238E27FC236}">
                <a16:creationId xmlns:a16="http://schemas.microsoft.com/office/drawing/2014/main" id="{3E52DBCE-2576-4C30-A6A1-56F2EBBD22E9}"/>
              </a:ext>
            </a:extLst>
          </p:cNvPr>
          <p:cNvGrpSpPr>
            <a:grpSpLocks/>
          </p:cNvGrpSpPr>
          <p:nvPr/>
        </p:nvGrpSpPr>
        <p:grpSpPr bwMode="auto">
          <a:xfrm>
            <a:off x="1827213" y="1890713"/>
            <a:ext cx="4500562" cy="519112"/>
            <a:chOff x="1151" y="1191"/>
            <a:chExt cx="2835" cy="327"/>
          </a:xfrm>
        </p:grpSpPr>
        <p:grpSp>
          <p:nvGrpSpPr>
            <p:cNvPr id="92171" name="Group 51">
              <a:extLst>
                <a:ext uri="{FF2B5EF4-FFF2-40B4-BE49-F238E27FC236}">
                  <a16:creationId xmlns:a16="http://schemas.microsoft.com/office/drawing/2014/main" id="{4278FA91-FDCA-48F8-A116-81F2C2E359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1" y="1191"/>
              <a:ext cx="2835" cy="327"/>
              <a:chOff x="1151" y="1191"/>
              <a:chExt cx="2835" cy="327"/>
            </a:xfrm>
          </p:grpSpPr>
          <p:sp>
            <p:nvSpPr>
              <p:cNvPr id="92173" name="Text Box 52">
                <a:extLst>
                  <a:ext uri="{FF2B5EF4-FFF2-40B4-BE49-F238E27FC236}">
                    <a16:creationId xmlns:a16="http://schemas.microsoft.com/office/drawing/2014/main" id="{693ED453-5A75-420C-AA18-D654E7862A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51" y="1191"/>
                <a:ext cx="2835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=AB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•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C+AB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•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C+AB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•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C+AB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•</a:t>
                </a:r>
                <a:r>
                  <a:rPr kumimoji="1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2174" name="Line 53">
                <a:extLst>
                  <a:ext uri="{FF2B5EF4-FFF2-40B4-BE49-F238E27FC236}">
                    <a16:creationId xmlns:a16="http://schemas.microsoft.com/office/drawing/2014/main" id="{8BBE6B7B-B6D1-49ED-91FD-7741C719BD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3" y="1236"/>
                <a:ext cx="113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175" name="Line 54">
                <a:extLst>
                  <a:ext uri="{FF2B5EF4-FFF2-40B4-BE49-F238E27FC236}">
                    <a16:creationId xmlns:a16="http://schemas.microsoft.com/office/drawing/2014/main" id="{F41ED77D-0A55-47FE-B7A2-389C2D89EF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0" y="1236"/>
                <a:ext cx="113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176" name="Line 55">
                <a:extLst>
                  <a:ext uri="{FF2B5EF4-FFF2-40B4-BE49-F238E27FC236}">
                    <a16:creationId xmlns:a16="http://schemas.microsoft.com/office/drawing/2014/main" id="{BDF1EBF9-661E-4F85-9B6A-16C7F5343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6" y="1236"/>
                <a:ext cx="113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177" name="Line 56">
                <a:extLst>
                  <a:ext uri="{FF2B5EF4-FFF2-40B4-BE49-F238E27FC236}">
                    <a16:creationId xmlns:a16="http://schemas.microsoft.com/office/drawing/2014/main" id="{6DE899F0-884B-4910-B85C-B60A27AC9F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3" y="1248"/>
                <a:ext cx="113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2178" name="Line 57">
                <a:extLst>
                  <a:ext uri="{FF2B5EF4-FFF2-40B4-BE49-F238E27FC236}">
                    <a16:creationId xmlns:a16="http://schemas.microsoft.com/office/drawing/2014/main" id="{F2A3B431-DE81-4BFA-94FA-9EEFEA9F0A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38" y="1248"/>
                <a:ext cx="113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92172" name="Line 58">
              <a:extLst>
                <a:ext uri="{FF2B5EF4-FFF2-40B4-BE49-F238E27FC236}">
                  <a16:creationId xmlns:a16="http://schemas.microsoft.com/office/drawing/2014/main" id="{D2701AA5-EEBB-4E6D-BD60-1E8538786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7" y="1239"/>
              <a:ext cx="153" cy="11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0678137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79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7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97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98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3" dur="500"/>
                                        <p:tgtEl>
                                          <p:spTgt spid="298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8" dur="500"/>
                                        <p:tgtEl>
                                          <p:spTgt spid="297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3" dur="500"/>
                                        <p:tgtEl>
                                          <p:spTgt spid="298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98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298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8" dur="500"/>
                                        <p:tgtEl>
                                          <p:spTgt spid="298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7986" grpId="0" autoUpdateAnimBg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0" name="Rectangle 2">
            <a:extLst>
              <a:ext uri="{FF2B5EF4-FFF2-40B4-BE49-F238E27FC236}">
                <a16:creationId xmlns:a16="http://schemas.microsoft.com/office/drawing/2014/main" id="{24AE4757-3B91-4E09-91CB-83622C1FBF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287338"/>
            <a:ext cx="1622425" cy="5334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2】</a:t>
            </a:r>
          </a:p>
        </p:txBody>
      </p:sp>
      <p:grpSp>
        <p:nvGrpSpPr>
          <p:cNvPr id="299011" name="Group 3">
            <a:extLst>
              <a:ext uri="{FF2B5EF4-FFF2-40B4-BE49-F238E27FC236}">
                <a16:creationId xmlns:a16="http://schemas.microsoft.com/office/drawing/2014/main" id="{AD4B25B0-DEE3-47BE-99F5-907E75F5B1E8}"/>
              </a:ext>
            </a:extLst>
          </p:cNvPr>
          <p:cNvGrpSpPr>
            <a:grpSpLocks/>
          </p:cNvGrpSpPr>
          <p:nvPr/>
        </p:nvGrpSpPr>
        <p:grpSpPr bwMode="auto">
          <a:xfrm>
            <a:off x="1649413" y="271463"/>
            <a:ext cx="5951537" cy="1160462"/>
            <a:chOff x="486" y="1299"/>
            <a:chExt cx="3749" cy="731"/>
          </a:xfrm>
        </p:grpSpPr>
        <p:sp>
          <p:nvSpPr>
            <p:cNvPr id="93298" name="Text Box 4">
              <a:extLst>
                <a:ext uri="{FF2B5EF4-FFF2-40B4-BE49-F238E27FC236}">
                  <a16:creationId xmlns:a16="http://schemas.microsoft.com/office/drawing/2014/main" id="{50A4B1A1-8DE6-43AE-852D-8EBFCFCD8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" y="1299"/>
              <a:ext cx="3749" cy="7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利用八选一数据选择器实现逻辑函数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Y=ACD+ABCD+BC+BCD</a:t>
              </a:r>
            </a:p>
          </p:txBody>
        </p:sp>
        <p:sp>
          <p:nvSpPr>
            <p:cNvPr id="93299" name="Line 5">
              <a:extLst>
                <a:ext uri="{FF2B5EF4-FFF2-40B4-BE49-F238E27FC236}">
                  <a16:creationId xmlns:a16="http://schemas.microsoft.com/office/drawing/2014/main" id="{F9F26F41-FDFA-493D-BFF4-9E835C00C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9" y="1751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300" name="Line 6">
              <a:extLst>
                <a:ext uri="{FF2B5EF4-FFF2-40B4-BE49-F238E27FC236}">
                  <a16:creationId xmlns:a16="http://schemas.microsoft.com/office/drawing/2014/main" id="{BE3C0B65-975A-490B-88BC-065F15781F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9" y="1762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301" name="Line 7">
              <a:extLst>
                <a:ext uri="{FF2B5EF4-FFF2-40B4-BE49-F238E27FC236}">
                  <a16:creationId xmlns:a16="http://schemas.microsoft.com/office/drawing/2014/main" id="{81F4F88B-2FCD-4B83-9747-5E7A958ACB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7" y="1762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302" name="Line 8">
              <a:extLst>
                <a:ext uri="{FF2B5EF4-FFF2-40B4-BE49-F238E27FC236}">
                  <a16:creationId xmlns:a16="http://schemas.microsoft.com/office/drawing/2014/main" id="{619FC607-FDC7-41FD-BFD1-F5B634741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7" y="1762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303" name="Line 9">
              <a:extLst>
                <a:ext uri="{FF2B5EF4-FFF2-40B4-BE49-F238E27FC236}">
                  <a16:creationId xmlns:a16="http://schemas.microsoft.com/office/drawing/2014/main" id="{F6BE4338-BDA2-4D28-9C9D-CE4D36F7C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5" y="1762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9018" name="Group 10">
            <a:extLst>
              <a:ext uri="{FF2B5EF4-FFF2-40B4-BE49-F238E27FC236}">
                <a16:creationId xmlns:a16="http://schemas.microsoft.com/office/drawing/2014/main" id="{4904F2DF-6E0F-4CAA-8413-8B65C4C886BB}"/>
              </a:ext>
            </a:extLst>
          </p:cNvPr>
          <p:cNvGrpSpPr>
            <a:grpSpLocks/>
          </p:cNvGrpSpPr>
          <p:nvPr/>
        </p:nvGrpSpPr>
        <p:grpSpPr bwMode="auto">
          <a:xfrm>
            <a:off x="339725" y="2462213"/>
            <a:ext cx="3652838" cy="3478212"/>
            <a:chOff x="309" y="1004"/>
            <a:chExt cx="2301" cy="2191"/>
          </a:xfrm>
        </p:grpSpPr>
        <p:grpSp>
          <p:nvGrpSpPr>
            <p:cNvPr id="93249" name="Group 11">
              <a:extLst>
                <a:ext uri="{FF2B5EF4-FFF2-40B4-BE49-F238E27FC236}">
                  <a16:creationId xmlns:a16="http://schemas.microsoft.com/office/drawing/2014/main" id="{EAEFB302-B047-4F20-B572-75CDD26DA5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" y="1519"/>
              <a:ext cx="1824" cy="1676"/>
              <a:chOff x="759" y="1519"/>
              <a:chExt cx="1994" cy="1969"/>
            </a:xfrm>
          </p:grpSpPr>
          <p:sp>
            <p:nvSpPr>
              <p:cNvPr id="93272" name="Rectangle 12">
                <a:extLst>
                  <a:ext uri="{FF2B5EF4-FFF2-40B4-BE49-F238E27FC236}">
                    <a16:creationId xmlns:a16="http://schemas.microsoft.com/office/drawing/2014/main" id="{715D09FC-114F-4069-BDC0-25A4BBB45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2996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73" name="Rectangle 13">
                <a:extLst>
                  <a:ext uri="{FF2B5EF4-FFF2-40B4-BE49-F238E27FC236}">
                    <a16:creationId xmlns:a16="http://schemas.microsoft.com/office/drawing/2014/main" id="{6E9D9BEA-CE27-4903-B7A7-E4F4FE1F2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2996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74" name="Rectangle 14">
                <a:extLst>
                  <a:ext uri="{FF2B5EF4-FFF2-40B4-BE49-F238E27FC236}">
                    <a16:creationId xmlns:a16="http://schemas.microsoft.com/office/drawing/2014/main" id="{FB262B96-6FA3-43CD-AEBA-E4D7409CC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996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75" name="Rectangle 15">
                <a:extLst>
                  <a:ext uri="{FF2B5EF4-FFF2-40B4-BE49-F238E27FC236}">
                    <a16:creationId xmlns:a16="http://schemas.microsoft.com/office/drawing/2014/main" id="{75B49CE6-EA83-4A56-B28A-ABDDCDE8B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2996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76" name="Rectangle 16">
                <a:extLst>
                  <a:ext uri="{FF2B5EF4-FFF2-40B4-BE49-F238E27FC236}">
                    <a16:creationId xmlns:a16="http://schemas.microsoft.com/office/drawing/2014/main" id="{D6E4C1EA-897F-41A4-BE71-197ACD072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2503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77" name="Rectangle 17">
                <a:extLst>
                  <a:ext uri="{FF2B5EF4-FFF2-40B4-BE49-F238E27FC236}">
                    <a16:creationId xmlns:a16="http://schemas.microsoft.com/office/drawing/2014/main" id="{C75A9A82-5453-439B-88CF-C20F66BAE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2503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78" name="Rectangle 18">
                <a:extLst>
                  <a:ext uri="{FF2B5EF4-FFF2-40B4-BE49-F238E27FC236}">
                    <a16:creationId xmlns:a16="http://schemas.microsoft.com/office/drawing/2014/main" id="{E9FD591D-F95E-4949-AB7D-8C864B0D5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503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79" name="Rectangle 19">
                <a:extLst>
                  <a:ext uri="{FF2B5EF4-FFF2-40B4-BE49-F238E27FC236}">
                    <a16:creationId xmlns:a16="http://schemas.microsoft.com/office/drawing/2014/main" id="{844CD89F-939E-4E18-AE13-ADBDBCC2A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2503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0" name="Rectangle 20">
                <a:extLst>
                  <a:ext uri="{FF2B5EF4-FFF2-40B4-BE49-F238E27FC236}">
                    <a16:creationId xmlns:a16="http://schemas.microsoft.com/office/drawing/2014/main" id="{433F3857-11DD-46F6-8C61-ED29CDF4B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2010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1" name="Rectangle 21">
                <a:extLst>
                  <a:ext uri="{FF2B5EF4-FFF2-40B4-BE49-F238E27FC236}">
                    <a16:creationId xmlns:a16="http://schemas.microsoft.com/office/drawing/2014/main" id="{91D53B2D-73FB-4044-B5F9-0A021859A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2010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2" name="Rectangle 22">
                <a:extLst>
                  <a:ext uri="{FF2B5EF4-FFF2-40B4-BE49-F238E27FC236}">
                    <a16:creationId xmlns:a16="http://schemas.microsoft.com/office/drawing/2014/main" id="{E3B3CCF4-5E9A-48D3-AF2F-75A9B698E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010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3" name="Rectangle 23">
                <a:extLst>
                  <a:ext uri="{FF2B5EF4-FFF2-40B4-BE49-F238E27FC236}">
                    <a16:creationId xmlns:a16="http://schemas.microsoft.com/office/drawing/2014/main" id="{833A885F-94CD-4CA9-BDC6-09538F711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2010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4" name="Rectangle 24">
                <a:extLst>
                  <a:ext uri="{FF2B5EF4-FFF2-40B4-BE49-F238E27FC236}">
                    <a16:creationId xmlns:a16="http://schemas.microsoft.com/office/drawing/2014/main" id="{B5160F31-701F-4752-AE40-DC3A157E6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5" y="1519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5" name="Rectangle 25">
                <a:extLst>
                  <a:ext uri="{FF2B5EF4-FFF2-40B4-BE49-F238E27FC236}">
                    <a16:creationId xmlns:a16="http://schemas.microsoft.com/office/drawing/2014/main" id="{F887CDDD-C33A-47C3-A1B3-455798A2B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519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6" name="Rectangle 26">
                <a:extLst>
                  <a:ext uri="{FF2B5EF4-FFF2-40B4-BE49-F238E27FC236}">
                    <a16:creationId xmlns:a16="http://schemas.microsoft.com/office/drawing/2014/main" id="{39356514-0C47-4EC2-B174-6B625BEF0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1519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7" name="Rectangle 27">
                <a:extLst>
                  <a:ext uri="{FF2B5EF4-FFF2-40B4-BE49-F238E27FC236}">
                    <a16:creationId xmlns:a16="http://schemas.microsoft.com/office/drawing/2014/main" id="{E874338A-1A04-44AF-9C71-8079A6522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" y="1519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8" name="Line 28">
                <a:extLst>
                  <a:ext uri="{FF2B5EF4-FFF2-40B4-BE49-F238E27FC236}">
                    <a16:creationId xmlns:a16="http://schemas.microsoft.com/office/drawing/2014/main" id="{1D2F2360-1989-4036-B23C-B35CA3EFD8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9" y="1519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89" name="Line 29">
                <a:extLst>
                  <a:ext uri="{FF2B5EF4-FFF2-40B4-BE49-F238E27FC236}">
                    <a16:creationId xmlns:a16="http://schemas.microsoft.com/office/drawing/2014/main" id="{E64D6C75-254F-4014-A278-0B77739C0B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9" y="2010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90" name="Line 30">
                <a:extLst>
                  <a:ext uri="{FF2B5EF4-FFF2-40B4-BE49-F238E27FC236}">
                    <a16:creationId xmlns:a16="http://schemas.microsoft.com/office/drawing/2014/main" id="{E9639E11-F440-43EE-9A46-F3702F6FDF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9" y="2503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91" name="Line 31">
                <a:extLst>
                  <a:ext uri="{FF2B5EF4-FFF2-40B4-BE49-F238E27FC236}">
                    <a16:creationId xmlns:a16="http://schemas.microsoft.com/office/drawing/2014/main" id="{3FC34672-A99C-4D1B-A8E3-C1A00AC9E0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9" y="2996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92" name="Line 32">
                <a:extLst>
                  <a:ext uri="{FF2B5EF4-FFF2-40B4-BE49-F238E27FC236}">
                    <a16:creationId xmlns:a16="http://schemas.microsoft.com/office/drawing/2014/main" id="{30B4397A-5DF2-4F8B-88E0-6E17A4F717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9" y="3488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93" name="Line 33">
                <a:extLst>
                  <a:ext uri="{FF2B5EF4-FFF2-40B4-BE49-F238E27FC236}">
                    <a16:creationId xmlns:a16="http://schemas.microsoft.com/office/drawing/2014/main" id="{2BE4398A-A834-49BA-A894-D8591A4D82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9" y="1519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94" name="Line 34">
                <a:extLst>
                  <a:ext uri="{FF2B5EF4-FFF2-40B4-BE49-F238E27FC236}">
                    <a16:creationId xmlns:a16="http://schemas.microsoft.com/office/drawing/2014/main" id="{D16657F4-A9DC-4D52-A7B7-BD062FC0D7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8" y="1519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95" name="Line 35">
                <a:extLst>
                  <a:ext uri="{FF2B5EF4-FFF2-40B4-BE49-F238E27FC236}">
                    <a16:creationId xmlns:a16="http://schemas.microsoft.com/office/drawing/2014/main" id="{442D0434-E7A8-4F77-9C4C-8BF70D8E0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7" y="1519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96" name="Line 36">
                <a:extLst>
                  <a:ext uri="{FF2B5EF4-FFF2-40B4-BE49-F238E27FC236}">
                    <a16:creationId xmlns:a16="http://schemas.microsoft.com/office/drawing/2014/main" id="{26B0FE2B-99C9-45F6-845D-E1805C7ACC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5" y="1519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97" name="Line 37">
                <a:extLst>
                  <a:ext uri="{FF2B5EF4-FFF2-40B4-BE49-F238E27FC236}">
                    <a16:creationId xmlns:a16="http://schemas.microsoft.com/office/drawing/2014/main" id="{046A10FB-60BA-445E-8B20-CF4DC96745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3" y="1519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93250" name="Line 38">
              <a:extLst>
                <a:ext uri="{FF2B5EF4-FFF2-40B4-BE49-F238E27FC236}">
                  <a16:creationId xmlns:a16="http://schemas.microsoft.com/office/drawing/2014/main" id="{1D3022DF-0DF8-42B7-95D9-87802998F3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5" y="1178"/>
              <a:ext cx="339" cy="3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51" name="Text Box 39">
              <a:extLst>
                <a:ext uri="{FF2B5EF4-FFF2-40B4-BE49-F238E27FC236}">
                  <a16:creationId xmlns:a16="http://schemas.microsoft.com/office/drawing/2014/main" id="{B1631CA3-F8C8-413C-AE87-513B8028B2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5" y="1004"/>
              <a:ext cx="27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  <p:sp>
          <p:nvSpPr>
            <p:cNvPr id="93252" name="Text Box 40">
              <a:extLst>
                <a:ext uri="{FF2B5EF4-FFF2-40B4-BE49-F238E27FC236}">
                  <a16:creationId xmlns:a16="http://schemas.microsoft.com/office/drawing/2014/main" id="{FA3F3E34-2B3C-4256-89AD-2D0ED0D32A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" y="1186"/>
              <a:ext cx="27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93253" name="Text Box 41">
              <a:extLst>
                <a:ext uri="{FF2B5EF4-FFF2-40B4-BE49-F238E27FC236}">
                  <a16:creationId xmlns:a16="http://schemas.microsoft.com/office/drawing/2014/main" id="{FA200988-9028-4703-972F-89A8CFDDA7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" y="1214"/>
              <a:ext cx="27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D</a:t>
              </a:r>
            </a:p>
          </p:txBody>
        </p:sp>
        <p:sp>
          <p:nvSpPr>
            <p:cNvPr id="93254" name="Text Box 42">
              <a:extLst>
                <a:ext uri="{FF2B5EF4-FFF2-40B4-BE49-F238E27FC236}">
                  <a16:creationId xmlns:a16="http://schemas.microsoft.com/office/drawing/2014/main" id="{1CED20EA-BED8-4704-95A4-82E6465826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" y="1350"/>
              <a:ext cx="27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C</a:t>
              </a:r>
            </a:p>
          </p:txBody>
        </p:sp>
        <p:sp>
          <p:nvSpPr>
            <p:cNvPr id="93255" name="Text Box 43">
              <a:extLst>
                <a:ext uri="{FF2B5EF4-FFF2-40B4-BE49-F238E27FC236}">
                  <a16:creationId xmlns:a16="http://schemas.microsoft.com/office/drawing/2014/main" id="{BAED6770-D217-44BA-B007-87421F7A30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" y="1231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93256" name="Text Box 44">
              <a:extLst>
                <a:ext uri="{FF2B5EF4-FFF2-40B4-BE49-F238E27FC236}">
                  <a16:creationId xmlns:a16="http://schemas.microsoft.com/office/drawing/2014/main" id="{95E31D0E-F577-4D41-8BFC-CE903D9962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3" y="1242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93257" name="Text Box 45">
              <a:extLst>
                <a:ext uri="{FF2B5EF4-FFF2-40B4-BE49-F238E27FC236}">
                  <a16:creationId xmlns:a16="http://schemas.microsoft.com/office/drawing/2014/main" id="{3725DF63-001F-4529-A7A3-7F9F8D9FF0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0" y="1231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93258" name="Text Box 46">
              <a:extLst>
                <a:ext uri="{FF2B5EF4-FFF2-40B4-BE49-F238E27FC236}">
                  <a16:creationId xmlns:a16="http://schemas.microsoft.com/office/drawing/2014/main" id="{5D050726-EFF0-4667-AFC6-F1EA4057D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2" y="1242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93259" name="Text Box 47">
              <a:extLst>
                <a:ext uri="{FF2B5EF4-FFF2-40B4-BE49-F238E27FC236}">
                  <a16:creationId xmlns:a16="http://schemas.microsoft.com/office/drawing/2014/main" id="{E54CF48C-3A67-411B-AF97-114F30D4A0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" y="1560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93260" name="Text Box 48">
              <a:extLst>
                <a:ext uri="{FF2B5EF4-FFF2-40B4-BE49-F238E27FC236}">
                  <a16:creationId xmlns:a16="http://schemas.microsoft.com/office/drawing/2014/main" id="{02030955-9B8E-476D-B4BD-6E17F913B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" y="2394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93261" name="Text Box 49">
              <a:extLst>
                <a:ext uri="{FF2B5EF4-FFF2-40B4-BE49-F238E27FC236}">
                  <a16:creationId xmlns:a16="http://schemas.microsoft.com/office/drawing/2014/main" id="{F744EA1C-CFE0-428C-8B90-76D5B4EF48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" y="2004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93262" name="Text Box 50">
              <a:extLst>
                <a:ext uri="{FF2B5EF4-FFF2-40B4-BE49-F238E27FC236}">
                  <a16:creationId xmlns:a16="http://schemas.microsoft.com/office/drawing/2014/main" id="{6AFB1C0E-4480-4B52-8F75-67C89B70D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" y="2827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93263" name="Text Box 51">
              <a:extLst>
                <a:ext uri="{FF2B5EF4-FFF2-40B4-BE49-F238E27FC236}">
                  <a16:creationId xmlns:a16="http://schemas.microsoft.com/office/drawing/2014/main" id="{F16CF943-0348-48EC-BD19-A287228BC6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2" y="1570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3264" name="Text Box 52">
              <a:extLst>
                <a:ext uri="{FF2B5EF4-FFF2-40B4-BE49-F238E27FC236}">
                  <a16:creationId xmlns:a16="http://schemas.microsoft.com/office/drawing/2014/main" id="{51492601-4357-4816-90EE-60E0EEA1C0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7" y="1582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3265" name="Text Box 53">
              <a:extLst>
                <a:ext uri="{FF2B5EF4-FFF2-40B4-BE49-F238E27FC236}">
                  <a16:creationId xmlns:a16="http://schemas.microsoft.com/office/drawing/2014/main" id="{2D853E5B-CD2A-4434-A169-37473A692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7" y="1999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3266" name="Text Box 54">
              <a:extLst>
                <a:ext uri="{FF2B5EF4-FFF2-40B4-BE49-F238E27FC236}">
                  <a16:creationId xmlns:a16="http://schemas.microsoft.com/office/drawing/2014/main" id="{A54EC416-F5C3-49ED-8454-FADF3E84BF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2" y="1988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3267" name="Text Box 55">
              <a:extLst>
                <a:ext uri="{FF2B5EF4-FFF2-40B4-BE49-F238E27FC236}">
                  <a16:creationId xmlns:a16="http://schemas.microsoft.com/office/drawing/2014/main" id="{3B14AD86-4809-4733-82CC-B21382C52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3" y="2429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3268" name="Text Box 56">
              <a:extLst>
                <a:ext uri="{FF2B5EF4-FFF2-40B4-BE49-F238E27FC236}">
                  <a16:creationId xmlns:a16="http://schemas.microsoft.com/office/drawing/2014/main" id="{5DBB789B-2D32-41F2-942A-512A90F57F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7" y="2428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3269" name="Text Box 57">
              <a:extLst>
                <a:ext uri="{FF2B5EF4-FFF2-40B4-BE49-F238E27FC236}">
                  <a16:creationId xmlns:a16="http://schemas.microsoft.com/office/drawing/2014/main" id="{96B94CDE-DF04-4B45-BC1E-B37820B6C0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" y="2417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3270" name="Text Box 58">
              <a:extLst>
                <a:ext uri="{FF2B5EF4-FFF2-40B4-BE49-F238E27FC236}">
                  <a16:creationId xmlns:a16="http://schemas.microsoft.com/office/drawing/2014/main" id="{DB1AD562-20D3-4580-BB8F-8CB91601B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1" y="2835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3271" name="Text Box 59">
              <a:extLst>
                <a:ext uri="{FF2B5EF4-FFF2-40B4-BE49-F238E27FC236}">
                  <a16:creationId xmlns:a16="http://schemas.microsoft.com/office/drawing/2014/main" id="{91D03EAA-07B5-45E6-AEFA-DAD713DBF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3" y="2835"/>
              <a:ext cx="36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299068" name="Group 60">
            <a:extLst>
              <a:ext uri="{FF2B5EF4-FFF2-40B4-BE49-F238E27FC236}">
                <a16:creationId xmlns:a16="http://schemas.microsoft.com/office/drawing/2014/main" id="{4061A332-1C79-4644-A60A-06471EBEB208}"/>
              </a:ext>
            </a:extLst>
          </p:cNvPr>
          <p:cNvGrpSpPr>
            <a:grpSpLocks/>
          </p:cNvGrpSpPr>
          <p:nvPr/>
        </p:nvGrpSpPr>
        <p:grpSpPr bwMode="auto">
          <a:xfrm>
            <a:off x="1165225" y="3395663"/>
            <a:ext cx="2652713" cy="2420937"/>
            <a:chOff x="520" y="2010"/>
            <a:chExt cx="1671" cy="1525"/>
          </a:xfrm>
        </p:grpSpPr>
        <p:sp>
          <p:nvSpPr>
            <p:cNvPr id="93241" name="Rectangle 61">
              <a:extLst>
                <a:ext uri="{FF2B5EF4-FFF2-40B4-BE49-F238E27FC236}">
                  <a16:creationId xmlns:a16="http://schemas.microsoft.com/office/drawing/2014/main" id="{139F11D7-64F9-4AD0-976B-61599FDE7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010"/>
              <a:ext cx="745" cy="260"/>
            </a:xfrm>
            <a:prstGeom prst="rect">
              <a:avLst/>
            </a:prstGeom>
            <a:noFill/>
            <a:ln w="38100">
              <a:solidFill>
                <a:srgbClr val="9090F4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42" name="Rectangle 62">
              <a:extLst>
                <a:ext uri="{FF2B5EF4-FFF2-40B4-BE49-F238E27FC236}">
                  <a16:creationId xmlns:a16="http://schemas.microsoft.com/office/drawing/2014/main" id="{128B2565-0E74-4FC3-A176-F830D9A67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021"/>
              <a:ext cx="745" cy="260"/>
            </a:xfrm>
            <a:prstGeom prst="rect">
              <a:avLst/>
            </a:prstGeom>
            <a:noFill/>
            <a:ln w="38100">
              <a:solidFill>
                <a:srgbClr val="9090F4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43" name="Rectangle 63">
              <a:extLst>
                <a:ext uri="{FF2B5EF4-FFF2-40B4-BE49-F238E27FC236}">
                  <a16:creationId xmlns:a16="http://schemas.microsoft.com/office/drawing/2014/main" id="{878549CD-4F0A-4573-96D0-EE279806D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439"/>
              <a:ext cx="745" cy="260"/>
            </a:xfrm>
            <a:prstGeom prst="rect">
              <a:avLst/>
            </a:prstGeom>
            <a:noFill/>
            <a:ln w="38100">
              <a:solidFill>
                <a:srgbClr val="9090F4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44" name="Rectangle 64">
              <a:extLst>
                <a:ext uri="{FF2B5EF4-FFF2-40B4-BE49-F238E27FC236}">
                  <a16:creationId xmlns:a16="http://schemas.microsoft.com/office/drawing/2014/main" id="{52528E06-016E-455A-89EF-12E04C317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2428"/>
              <a:ext cx="745" cy="260"/>
            </a:xfrm>
            <a:prstGeom prst="rect">
              <a:avLst/>
            </a:prstGeom>
            <a:noFill/>
            <a:ln w="38100">
              <a:solidFill>
                <a:srgbClr val="9090F4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45" name="Rectangle 65">
              <a:extLst>
                <a:ext uri="{FF2B5EF4-FFF2-40B4-BE49-F238E27FC236}">
                  <a16:creationId xmlns:a16="http://schemas.microsoft.com/office/drawing/2014/main" id="{479F9D05-E475-4F68-B4DF-51EF576CC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868"/>
              <a:ext cx="745" cy="260"/>
            </a:xfrm>
            <a:prstGeom prst="rect">
              <a:avLst/>
            </a:prstGeom>
            <a:noFill/>
            <a:ln w="38100">
              <a:solidFill>
                <a:srgbClr val="9090F4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46" name="Rectangle 66">
              <a:extLst>
                <a:ext uri="{FF2B5EF4-FFF2-40B4-BE49-F238E27FC236}">
                  <a16:creationId xmlns:a16="http://schemas.microsoft.com/office/drawing/2014/main" id="{573D4F39-2C97-49D5-B737-BA4E02702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6" y="2846"/>
              <a:ext cx="745" cy="260"/>
            </a:xfrm>
            <a:prstGeom prst="rect">
              <a:avLst/>
            </a:prstGeom>
            <a:noFill/>
            <a:ln w="38100">
              <a:solidFill>
                <a:srgbClr val="9090F4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47" name="Rectangle 67">
              <a:extLst>
                <a:ext uri="{FF2B5EF4-FFF2-40B4-BE49-F238E27FC236}">
                  <a16:creationId xmlns:a16="http://schemas.microsoft.com/office/drawing/2014/main" id="{F742D34C-A2CD-4D83-9122-6B333261E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3275"/>
              <a:ext cx="745" cy="260"/>
            </a:xfrm>
            <a:prstGeom prst="rect">
              <a:avLst/>
            </a:prstGeom>
            <a:noFill/>
            <a:ln w="38100">
              <a:solidFill>
                <a:srgbClr val="9090F4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48" name="Rectangle 68">
              <a:extLst>
                <a:ext uri="{FF2B5EF4-FFF2-40B4-BE49-F238E27FC236}">
                  <a16:creationId xmlns:a16="http://schemas.microsoft.com/office/drawing/2014/main" id="{3925E937-978F-4610-B39B-E724BFDDF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3263"/>
              <a:ext cx="745" cy="260"/>
            </a:xfrm>
            <a:prstGeom prst="rect">
              <a:avLst/>
            </a:prstGeom>
            <a:noFill/>
            <a:ln w="38100">
              <a:solidFill>
                <a:srgbClr val="9090F4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9077" name="Group 69">
            <a:extLst>
              <a:ext uri="{FF2B5EF4-FFF2-40B4-BE49-F238E27FC236}">
                <a16:creationId xmlns:a16="http://schemas.microsoft.com/office/drawing/2014/main" id="{A0B1FDBC-7FF8-482E-9BD4-D1A3326CB6EA}"/>
              </a:ext>
            </a:extLst>
          </p:cNvPr>
          <p:cNvGrpSpPr>
            <a:grpSpLocks/>
          </p:cNvGrpSpPr>
          <p:nvPr/>
        </p:nvGrpSpPr>
        <p:grpSpPr bwMode="auto">
          <a:xfrm>
            <a:off x="1292225" y="1577975"/>
            <a:ext cx="6507163" cy="1074738"/>
            <a:chOff x="814" y="994"/>
            <a:chExt cx="4099" cy="677"/>
          </a:xfrm>
        </p:grpSpPr>
        <p:sp>
          <p:nvSpPr>
            <p:cNvPr id="93227" name="Line 70">
              <a:extLst>
                <a:ext uri="{FF2B5EF4-FFF2-40B4-BE49-F238E27FC236}">
                  <a16:creationId xmlns:a16="http://schemas.microsoft.com/office/drawing/2014/main" id="{CD86220F-C453-4606-A981-8AE76F64F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2" y="1039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28" name="Line 71">
              <a:extLst>
                <a:ext uri="{FF2B5EF4-FFF2-40B4-BE49-F238E27FC236}">
                  <a16:creationId xmlns:a16="http://schemas.microsoft.com/office/drawing/2014/main" id="{5B0EC574-75DA-4B1B-893A-0E4C4034B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" y="1039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29" name="Line 72">
              <a:extLst>
                <a:ext uri="{FF2B5EF4-FFF2-40B4-BE49-F238E27FC236}">
                  <a16:creationId xmlns:a16="http://schemas.microsoft.com/office/drawing/2014/main" id="{09E616BD-4DE0-4058-B9E1-2A1A6D3DBE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2" y="1039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0" name="Line 73">
              <a:extLst>
                <a:ext uri="{FF2B5EF4-FFF2-40B4-BE49-F238E27FC236}">
                  <a16:creationId xmlns:a16="http://schemas.microsoft.com/office/drawing/2014/main" id="{9471B6A0-1EF1-446E-BD16-062974B018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4" y="1039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1" name="Line 74">
              <a:extLst>
                <a:ext uri="{FF2B5EF4-FFF2-40B4-BE49-F238E27FC236}">
                  <a16:creationId xmlns:a16="http://schemas.microsoft.com/office/drawing/2014/main" id="{AE06926A-4900-4FCE-8B07-64FDC2145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6" y="1039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2" name="Line 75">
              <a:extLst>
                <a:ext uri="{FF2B5EF4-FFF2-40B4-BE49-F238E27FC236}">
                  <a16:creationId xmlns:a16="http://schemas.microsoft.com/office/drawing/2014/main" id="{E9BA7385-5749-4C60-B6DA-7D13D628A9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" y="1039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3" name="Text Box 76">
              <a:extLst>
                <a:ext uri="{FF2B5EF4-FFF2-40B4-BE49-F238E27FC236}">
                  <a16:creationId xmlns:a16="http://schemas.microsoft.com/office/drawing/2014/main" id="{B81320FE-12EA-4F57-9448-5D229FFE40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4" y="994"/>
              <a:ext cx="4099" cy="67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Y=DCB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•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0+DCB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•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1+DCB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•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0+DCB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•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  <a:p>
              <a:pPr marL="0" marR="0" lvl="0" indent="0" algn="l" defTabSz="914400" rtl="0" eaLnBrk="1" fontAlgn="base" latinLnBrk="0" hangingPunct="1">
                <a:lnSpc>
                  <a:spcPct val="8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+DCB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•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A+DCB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•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A+DCB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•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A+DCB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•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3234" name="Line 77">
              <a:extLst>
                <a:ext uri="{FF2B5EF4-FFF2-40B4-BE49-F238E27FC236}">
                  <a16:creationId xmlns:a16="http://schemas.microsoft.com/office/drawing/2014/main" id="{2C6984E3-2137-4DC9-9796-683CCA509D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1050"/>
              <a:ext cx="9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5" name="Line 78">
              <a:extLst>
                <a:ext uri="{FF2B5EF4-FFF2-40B4-BE49-F238E27FC236}">
                  <a16:creationId xmlns:a16="http://schemas.microsoft.com/office/drawing/2014/main" id="{4DC8A603-05C1-4678-8C46-A38D6D990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4" y="1050"/>
              <a:ext cx="9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6" name="Line 79">
              <a:extLst>
                <a:ext uri="{FF2B5EF4-FFF2-40B4-BE49-F238E27FC236}">
                  <a16:creationId xmlns:a16="http://schemas.microsoft.com/office/drawing/2014/main" id="{28BC5841-5243-40DF-8009-4BA6836334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7" y="1400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7" name="Line 80">
              <a:extLst>
                <a:ext uri="{FF2B5EF4-FFF2-40B4-BE49-F238E27FC236}">
                  <a16:creationId xmlns:a16="http://schemas.microsoft.com/office/drawing/2014/main" id="{60DEA6EF-25C1-4699-920C-A7FA8E4526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2" y="1400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8" name="Line 81">
              <a:extLst>
                <a:ext uri="{FF2B5EF4-FFF2-40B4-BE49-F238E27FC236}">
                  <a16:creationId xmlns:a16="http://schemas.microsoft.com/office/drawing/2014/main" id="{D49AC3AB-3474-488C-80E3-C9229A6A54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5" y="1411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39" name="Line 82">
              <a:extLst>
                <a:ext uri="{FF2B5EF4-FFF2-40B4-BE49-F238E27FC236}">
                  <a16:creationId xmlns:a16="http://schemas.microsoft.com/office/drawing/2014/main" id="{56D6B68C-2BAC-42F5-9980-F1540B46F3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5" y="1411"/>
              <a:ext cx="1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240" name="Line 83">
              <a:extLst>
                <a:ext uri="{FF2B5EF4-FFF2-40B4-BE49-F238E27FC236}">
                  <a16:creationId xmlns:a16="http://schemas.microsoft.com/office/drawing/2014/main" id="{3AC3EB7E-761A-472D-9DD8-EC071123D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3" y="1411"/>
              <a:ext cx="11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99092" name="Group 84">
            <a:extLst>
              <a:ext uri="{FF2B5EF4-FFF2-40B4-BE49-F238E27FC236}">
                <a16:creationId xmlns:a16="http://schemas.microsoft.com/office/drawing/2014/main" id="{E3FC9EED-5033-4A51-9551-F30DE32E5738}"/>
              </a:ext>
            </a:extLst>
          </p:cNvPr>
          <p:cNvGrpSpPr>
            <a:grpSpLocks/>
          </p:cNvGrpSpPr>
          <p:nvPr/>
        </p:nvGrpSpPr>
        <p:grpSpPr bwMode="auto">
          <a:xfrm>
            <a:off x="4195763" y="2740025"/>
            <a:ext cx="3775075" cy="3509963"/>
            <a:chOff x="2643" y="1726"/>
            <a:chExt cx="2378" cy="2211"/>
          </a:xfrm>
        </p:grpSpPr>
        <p:grpSp>
          <p:nvGrpSpPr>
            <p:cNvPr id="93192" name="Group 85">
              <a:extLst>
                <a:ext uri="{FF2B5EF4-FFF2-40B4-BE49-F238E27FC236}">
                  <a16:creationId xmlns:a16="http://schemas.microsoft.com/office/drawing/2014/main" id="{2B1BCF7F-675A-4A92-9131-EB3D36D896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3" y="1726"/>
              <a:ext cx="2378" cy="2211"/>
              <a:chOff x="2722" y="1918"/>
              <a:chExt cx="2378" cy="2211"/>
            </a:xfrm>
          </p:grpSpPr>
          <p:grpSp>
            <p:nvGrpSpPr>
              <p:cNvPr id="93194" name="Group 86">
                <a:extLst>
                  <a:ext uri="{FF2B5EF4-FFF2-40B4-BE49-F238E27FC236}">
                    <a16:creationId xmlns:a16="http://schemas.microsoft.com/office/drawing/2014/main" id="{A72A814B-24F3-4152-8165-953089661F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05" y="1918"/>
                <a:ext cx="1829" cy="1265"/>
                <a:chOff x="2212" y="2404"/>
                <a:chExt cx="1829" cy="1265"/>
              </a:xfrm>
            </p:grpSpPr>
            <p:sp>
              <p:nvSpPr>
                <p:cNvPr id="93219" name="Rectangle 87">
                  <a:extLst>
                    <a:ext uri="{FF2B5EF4-FFF2-40B4-BE49-F238E27FC236}">
                      <a16:creationId xmlns:a16="http://schemas.microsoft.com/office/drawing/2014/main" id="{F49135B9-3AF8-4C7E-99FE-77E6BB7E0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46" y="2821"/>
                  <a:ext cx="1784" cy="848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20" name="Text Box 88">
                  <a:extLst>
                    <a:ext uri="{FF2B5EF4-FFF2-40B4-BE49-F238E27FC236}">
                      <a16:creationId xmlns:a16="http://schemas.microsoft.com/office/drawing/2014/main" id="{0AD239F8-B041-4E16-B5CB-08D5181D23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06" y="3067"/>
                  <a:ext cx="1209" cy="288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   74</a:t>
                  </a:r>
                  <a:r>
                    <a:rPr kumimoji="1" lang="en-US" altLang="zh-CN" sz="2400" b="1" i="0" u="none" strike="noStrike" kern="1200" cap="none" spc="0" normalizeH="0" baseline="0" noProof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  <a:sym typeface="Symbol" panose="05050102010706020507" pitchFamily="18" charset="2"/>
                    </a:rPr>
                    <a:t>151</a:t>
                  </a:r>
                  <a:endPara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21" name="Text Box 89">
                  <a:extLst>
                    <a:ext uri="{FF2B5EF4-FFF2-40B4-BE49-F238E27FC236}">
                      <a16:creationId xmlns:a16="http://schemas.microsoft.com/office/drawing/2014/main" id="{8DB9DCE0-6EA0-436B-938F-B501483FD6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01" y="3366"/>
                  <a:ext cx="1740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7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6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5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4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3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D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93222" name="Text Box 90">
                  <a:extLst>
                    <a:ext uri="{FF2B5EF4-FFF2-40B4-BE49-F238E27FC236}">
                      <a16:creationId xmlns:a16="http://schemas.microsoft.com/office/drawing/2014/main" id="{8F393087-58C0-459B-8163-CE016D8C9FF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212" y="3036"/>
                  <a:ext cx="351" cy="389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7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1</a:t>
                  </a: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93223" name="Text Box 91">
                  <a:extLst>
                    <a:ext uri="{FF2B5EF4-FFF2-40B4-BE49-F238E27FC236}">
                      <a16:creationId xmlns:a16="http://schemas.microsoft.com/office/drawing/2014/main" id="{5F819F20-574C-4FDA-BCA2-7FBB48D8C5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13" y="2777"/>
                  <a:ext cx="351" cy="288"/>
                </a:xfrm>
                <a:prstGeom prst="rect">
                  <a:avLst/>
                </a:prstGeom>
                <a:noFill/>
                <a:ln w="38100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endPara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24" name="Text Box 92">
                  <a:extLst>
                    <a:ext uri="{FF2B5EF4-FFF2-40B4-BE49-F238E27FC236}">
                      <a16:creationId xmlns:a16="http://schemas.microsoft.com/office/drawing/2014/main" id="{5995F0AA-C275-4553-9A1C-AE73C7913D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212" y="2799"/>
                  <a:ext cx="351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A</a:t>
                  </a:r>
                  <a:r>
                    <a:rPr kumimoji="1" lang="en-US" altLang="zh-CN" sz="2400" b="1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srgbClr val="9090F4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93225" name="Line 93">
                  <a:extLst>
                    <a:ext uri="{FF2B5EF4-FFF2-40B4-BE49-F238E27FC236}">
                      <a16:creationId xmlns:a16="http://schemas.microsoft.com/office/drawing/2014/main" id="{FF48D65E-933C-48E6-B7A4-5456BCDC80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28" y="2552"/>
                  <a:ext cx="0" cy="27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3226" name="Text Box 94">
                  <a:extLst>
                    <a:ext uri="{FF2B5EF4-FFF2-40B4-BE49-F238E27FC236}">
                      <a16:creationId xmlns:a16="http://schemas.microsoft.com/office/drawing/2014/main" id="{6ABA109D-E940-4750-B31B-7A907B7BD50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5" y="2404"/>
                  <a:ext cx="351" cy="288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zh-CN" sz="2400" b="1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rPr>
                    <a:t>Y</a:t>
                  </a:r>
                  <a:endPara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93195" name="Line 95">
                <a:extLst>
                  <a:ext uri="{FF2B5EF4-FFF2-40B4-BE49-F238E27FC236}">
                    <a16:creationId xmlns:a16="http://schemas.microsoft.com/office/drawing/2014/main" id="{B66C6537-C162-463F-B42E-61FB64B3E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36" y="2450"/>
                <a:ext cx="30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196" name="Line 96">
                <a:extLst>
                  <a:ext uri="{FF2B5EF4-FFF2-40B4-BE49-F238E27FC236}">
                    <a16:creationId xmlns:a16="http://schemas.microsoft.com/office/drawing/2014/main" id="{A5CA66DD-6AEC-4A0E-9668-E9A9976598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24" y="2631"/>
                <a:ext cx="30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197" name="Line 97">
                <a:extLst>
                  <a:ext uri="{FF2B5EF4-FFF2-40B4-BE49-F238E27FC236}">
                    <a16:creationId xmlns:a16="http://schemas.microsoft.com/office/drawing/2014/main" id="{45FAB5EB-291E-4B58-B359-19C96713AE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25" y="2800"/>
                <a:ext cx="30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198" name="Text Box 98">
                <a:extLst>
                  <a:ext uri="{FF2B5EF4-FFF2-40B4-BE49-F238E27FC236}">
                    <a16:creationId xmlns:a16="http://schemas.microsoft.com/office/drawing/2014/main" id="{359455D0-5101-4A9E-8524-D9510927AF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23" y="2347"/>
                <a:ext cx="328" cy="430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8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DC</a:t>
                </a:r>
              </a:p>
            </p:txBody>
          </p:sp>
          <p:sp>
            <p:nvSpPr>
              <p:cNvPr id="93199" name="Text Box 99">
                <a:extLst>
                  <a:ext uri="{FF2B5EF4-FFF2-40B4-BE49-F238E27FC236}">
                    <a16:creationId xmlns:a16="http://schemas.microsoft.com/office/drawing/2014/main" id="{19D61869-A05F-4BE8-B697-C0238EA332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22" y="2675"/>
                <a:ext cx="328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93200" name="Line 100">
                <a:extLst>
                  <a:ext uri="{FF2B5EF4-FFF2-40B4-BE49-F238E27FC236}">
                    <a16:creationId xmlns:a16="http://schemas.microsoft.com/office/drawing/2014/main" id="{3DCED133-3FF0-4973-9E4F-D808F6D3F7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56" y="3174"/>
                <a:ext cx="0" cy="7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01" name="Line 101">
                <a:extLst>
                  <a:ext uri="{FF2B5EF4-FFF2-40B4-BE49-F238E27FC236}">
                    <a16:creationId xmlns:a16="http://schemas.microsoft.com/office/drawing/2014/main" id="{2E57FF70-8EC5-46C8-9C96-87E32CD6EE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77" y="3874"/>
                <a:ext cx="15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02" name="Line 102">
                <a:extLst>
                  <a:ext uri="{FF2B5EF4-FFF2-40B4-BE49-F238E27FC236}">
                    <a16:creationId xmlns:a16="http://schemas.microsoft.com/office/drawing/2014/main" id="{83964F30-A951-42F7-9B2E-BBB8ABA87F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3" y="3196"/>
                <a:ext cx="0" cy="66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03" name="Text Box 103">
                <a:extLst>
                  <a:ext uri="{FF2B5EF4-FFF2-40B4-BE49-F238E27FC236}">
                    <a16:creationId xmlns:a16="http://schemas.microsoft.com/office/drawing/2014/main" id="{65659E76-1565-44FB-83D0-D8A09A87F1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8" y="3841"/>
                <a:ext cx="452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“1”</a:t>
                </a:r>
              </a:p>
            </p:txBody>
          </p:sp>
          <p:sp>
            <p:nvSpPr>
              <p:cNvPr id="93204" name="Freeform 104">
                <a:extLst>
                  <a:ext uri="{FF2B5EF4-FFF2-40B4-BE49-F238E27FC236}">
                    <a16:creationId xmlns:a16="http://schemas.microsoft.com/office/drawing/2014/main" id="{C4F4A662-EF66-4E86-99FD-84E533E6D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185"/>
                <a:ext cx="395" cy="215"/>
              </a:xfrm>
              <a:custGeom>
                <a:avLst/>
                <a:gdLst>
                  <a:gd name="T0" fmla="*/ 0 w 395"/>
                  <a:gd name="T1" fmla="*/ 0 h 181"/>
                  <a:gd name="T2" fmla="*/ 0 w 395"/>
                  <a:gd name="T3" fmla="*/ 508 h 181"/>
                  <a:gd name="T4" fmla="*/ 395 w 395"/>
                  <a:gd name="T5" fmla="*/ 508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5" h="181">
                    <a:moveTo>
                      <a:pt x="0" y="0"/>
                    </a:moveTo>
                    <a:lnTo>
                      <a:pt x="0" y="181"/>
                    </a:lnTo>
                    <a:lnTo>
                      <a:pt x="395" y="18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05" name="Freeform 105">
                <a:extLst>
                  <a:ext uri="{FF2B5EF4-FFF2-40B4-BE49-F238E27FC236}">
                    <a16:creationId xmlns:a16="http://schemas.microsoft.com/office/drawing/2014/main" id="{8B4ACB33-29DD-4D98-98D9-35823C835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3196"/>
                <a:ext cx="395" cy="508"/>
              </a:xfrm>
              <a:custGeom>
                <a:avLst/>
                <a:gdLst>
                  <a:gd name="T0" fmla="*/ 0 w 395"/>
                  <a:gd name="T1" fmla="*/ 0 h 305"/>
                  <a:gd name="T2" fmla="*/ 0 w 395"/>
                  <a:gd name="T3" fmla="*/ 6511 h 305"/>
                  <a:gd name="T4" fmla="*/ 395 w 395"/>
                  <a:gd name="T5" fmla="*/ 6511 h 3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5" h="305">
                    <a:moveTo>
                      <a:pt x="0" y="0"/>
                    </a:moveTo>
                    <a:lnTo>
                      <a:pt x="0" y="305"/>
                    </a:lnTo>
                    <a:lnTo>
                      <a:pt x="395" y="30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06" name="Line 106">
                <a:extLst>
                  <a:ext uri="{FF2B5EF4-FFF2-40B4-BE49-F238E27FC236}">
                    <a16:creationId xmlns:a16="http://schemas.microsoft.com/office/drawing/2014/main" id="{7B4B7AC2-D22E-47A7-9309-BD0065B57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6" y="3185"/>
                <a:ext cx="0" cy="66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07" name="Text Box 107">
                <a:extLst>
                  <a:ext uri="{FF2B5EF4-FFF2-40B4-BE49-F238E27FC236}">
                    <a16:creationId xmlns:a16="http://schemas.microsoft.com/office/drawing/2014/main" id="{335762AC-CEA2-43E1-B509-322BA46D41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30" y="3830"/>
                <a:ext cx="452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93208" name="Rectangle 108">
                <a:extLst>
                  <a:ext uri="{FF2B5EF4-FFF2-40B4-BE49-F238E27FC236}">
                    <a16:creationId xmlns:a16="http://schemas.microsoft.com/office/drawing/2014/main" id="{6E294EA9-92BC-4DDE-B93E-75A102709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3365"/>
                <a:ext cx="271" cy="12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09" name="Oval 109">
                <a:extLst>
                  <a:ext uri="{FF2B5EF4-FFF2-40B4-BE49-F238E27FC236}">
                    <a16:creationId xmlns:a16="http://schemas.microsoft.com/office/drawing/2014/main" id="{76EA021E-EE60-4A2C-AB07-78E1F7619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1" y="3282"/>
                <a:ext cx="68" cy="68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10" name="Freeform 110">
                <a:extLst>
                  <a:ext uri="{FF2B5EF4-FFF2-40B4-BE49-F238E27FC236}">
                    <a16:creationId xmlns:a16="http://schemas.microsoft.com/office/drawing/2014/main" id="{8601D1B1-EB2F-4F4E-9D95-2AE584D2C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500"/>
                <a:ext cx="407" cy="57"/>
              </a:xfrm>
              <a:custGeom>
                <a:avLst/>
                <a:gdLst>
                  <a:gd name="T0" fmla="*/ 0 w 407"/>
                  <a:gd name="T1" fmla="*/ 0 h 226"/>
                  <a:gd name="T2" fmla="*/ 0 w 407"/>
                  <a:gd name="T3" fmla="*/ 0 h 226"/>
                  <a:gd name="T4" fmla="*/ 407 w 407"/>
                  <a:gd name="T5" fmla="*/ 0 h 2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7" h="226">
                    <a:moveTo>
                      <a:pt x="0" y="0"/>
                    </a:moveTo>
                    <a:lnTo>
                      <a:pt x="0" y="226"/>
                    </a:lnTo>
                    <a:lnTo>
                      <a:pt x="407" y="22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11" name="Line 111">
                <a:extLst>
                  <a:ext uri="{FF2B5EF4-FFF2-40B4-BE49-F238E27FC236}">
                    <a16:creationId xmlns:a16="http://schemas.microsoft.com/office/drawing/2014/main" id="{9282420C-C964-4DEA-9219-2F508DE7A3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37" y="3196"/>
                <a:ext cx="0" cy="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12" name="Freeform 112">
                <a:extLst>
                  <a:ext uri="{FF2B5EF4-FFF2-40B4-BE49-F238E27FC236}">
                    <a16:creationId xmlns:a16="http://schemas.microsoft.com/office/drawing/2014/main" id="{59D740AA-0F2D-42BB-BEF6-61EFFD44A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185"/>
                <a:ext cx="858" cy="520"/>
              </a:xfrm>
              <a:custGeom>
                <a:avLst/>
                <a:gdLst>
                  <a:gd name="T0" fmla="*/ 977 w 836"/>
                  <a:gd name="T1" fmla="*/ 930 h 463"/>
                  <a:gd name="T2" fmla="*/ 0 w 836"/>
                  <a:gd name="T3" fmla="*/ 930 h 463"/>
                  <a:gd name="T4" fmla="*/ 0 w 836"/>
                  <a:gd name="T5" fmla="*/ 0 h 4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6" h="463">
                    <a:moveTo>
                      <a:pt x="836" y="463"/>
                    </a:moveTo>
                    <a:lnTo>
                      <a:pt x="0" y="463"/>
                    </a:ln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13" name="Line 113">
                <a:extLst>
                  <a:ext uri="{FF2B5EF4-FFF2-40B4-BE49-F238E27FC236}">
                    <a16:creationId xmlns:a16="http://schemas.microsoft.com/office/drawing/2014/main" id="{392971D7-BC40-4B0A-A837-8A4F913D6A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3" y="3185"/>
                <a:ext cx="0" cy="37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3214" name="Text Box 114">
                <a:extLst>
                  <a:ext uri="{FF2B5EF4-FFF2-40B4-BE49-F238E27FC236}">
                    <a16:creationId xmlns:a16="http://schemas.microsoft.com/office/drawing/2014/main" id="{312F2B4D-A192-42D4-A67D-9D2E7C88B5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1" y="3186"/>
                <a:ext cx="339" cy="519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4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3215" name="Text Box 115">
                <a:extLst>
                  <a:ext uri="{FF2B5EF4-FFF2-40B4-BE49-F238E27FC236}">
                    <a16:creationId xmlns:a16="http://schemas.microsoft.com/office/drawing/2014/main" id="{B1065C40-5E77-4057-8138-6162FEB8B3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62" y="3176"/>
                <a:ext cx="339" cy="519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4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3216" name="Text Box 116">
                <a:extLst>
                  <a:ext uri="{FF2B5EF4-FFF2-40B4-BE49-F238E27FC236}">
                    <a16:creationId xmlns:a16="http://schemas.microsoft.com/office/drawing/2014/main" id="{8C3C9DBD-1F96-4A76-88A9-C7AB0C99F0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5" y="3324"/>
                <a:ext cx="339" cy="519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4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3217" name="Text Box 117">
                <a:extLst>
                  <a:ext uri="{FF2B5EF4-FFF2-40B4-BE49-F238E27FC236}">
                    <a16:creationId xmlns:a16="http://schemas.microsoft.com/office/drawing/2014/main" id="{5535A90E-02C9-44B0-A905-9486B1B8BC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48" y="3335"/>
                <a:ext cx="339" cy="519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4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  <p:sp>
            <p:nvSpPr>
              <p:cNvPr id="93218" name="Text Box 118">
                <a:extLst>
                  <a:ext uri="{FF2B5EF4-FFF2-40B4-BE49-F238E27FC236}">
                    <a16:creationId xmlns:a16="http://schemas.microsoft.com/office/drawing/2014/main" id="{F85A0619-FA04-4FC9-AC8C-01F914F526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61" y="3020"/>
                <a:ext cx="339" cy="519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48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.</a:t>
                </a:r>
              </a:p>
            </p:txBody>
          </p:sp>
        </p:grpSp>
        <p:sp>
          <p:nvSpPr>
            <p:cNvPr id="93193" name="Text Box 119">
              <a:extLst>
                <a:ext uri="{FF2B5EF4-FFF2-40B4-BE49-F238E27FC236}">
                  <a16:creationId xmlns:a16="http://schemas.microsoft.com/office/drawing/2014/main" id="{472C6733-D0FB-48FD-96A5-61BC8BB33F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5" y="3130"/>
              <a:ext cx="163" cy="19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7291428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990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90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990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990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" presetClass="entr" presetSubtype="2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990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90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0" dur="500"/>
                                        <p:tgtEl>
                                          <p:spTgt spid="299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99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99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99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9010" grpId="0" autoUpdateAnimBg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Rectangle 2">
            <a:extLst>
              <a:ext uri="{FF2B5EF4-FFF2-40B4-BE49-F238E27FC236}">
                <a16:creationId xmlns:a16="http://schemas.microsoft.com/office/drawing/2014/main" id="{080D566F-986B-42C6-82A7-D2EAB0EFC0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2588" y="5538788"/>
            <a:ext cx="2717800" cy="515937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数据同比较器</a:t>
            </a:r>
            <a:r>
              <a:rPr lang="en-US" altLang="zh-CN" sz="2800" b="1" dirty="0">
                <a:solidFill>
                  <a:srgbClr val="1F08F8"/>
                </a:solidFill>
              </a:rPr>
              <a:t>—</a:t>
            </a:r>
          </a:p>
        </p:txBody>
      </p:sp>
      <p:sp>
        <p:nvSpPr>
          <p:cNvPr id="300035" name="Text Box 3">
            <a:extLst>
              <a:ext uri="{FF2B5EF4-FFF2-40B4-BE49-F238E27FC236}">
                <a16:creationId xmlns:a16="http://schemas.microsoft.com/office/drawing/2014/main" id="{95614410-0E6F-4F41-A521-02D055D4DA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150" y="306388"/>
            <a:ext cx="1560513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【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3】</a:t>
            </a:r>
          </a:p>
        </p:txBody>
      </p:sp>
      <p:sp>
        <p:nvSpPr>
          <p:cNvPr id="300036" name="Text Box 4">
            <a:extLst>
              <a:ext uri="{FF2B5EF4-FFF2-40B4-BE49-F238E27FC236}">
                <a16:creationId xmlns:a16="http://schemas.microsoft.com/office/drawing/2014/main" id="{E5E24BDD-430F-4ED3-A838-EAD21E494F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6538" y="290513"/>
            <a:ext cx="643890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分析下面组合逻辑电路的逻辑功能</a:t>
            </a:r>
          </a:p>
        </p:txBody>
      </p:sp>
      <p:grpSp>
        <p:nvGrpSpPr>
          <p:cNvPr id="300037" name="Group 5">
            <a:extLst>
              <a:ext uri="{FF2B5EF4-FFF2-40B4-BE49-F238E27FC236}">
                <a16:creationId xmlns:a16="http://schemas.microsoft.com/office/drawing/2014/main" id="{17F5A9D5-13BB-47F5-911C-25D5C387C6B1}"/>
              </a:ext>
            </a:extLst>
          </p:cNvPr>
          <p:cNvGrpSpPr>
            <a:grpSpLocks/>
          </p:cNvGrpSpPr>
          <p:nvPr/>
        </p:nvGrpSpPr>
        <p:grpSpPr bwMode="auto">
          <a:xfrm>
            <a:off x="376238" y="1189038"/>
            <a:ext cx="5473700" cy="4114800"/>
            <a:chOff x="192" y="768"/>
            <a:chExt cx="3448" cy="2592"/>
          </a:xfrm>
        </p:grpSpPr>
        <p:sp>
          <p:nvSpPr>
            <p:cNvPr id="94216" name="Rectangle 6">
              <a:extLst>
                <a:ext uri="{FF2B5EF4-FFF2-40B4-BE49-F238E27FC236}">
                  <a16:creationId xmlns:a16="http://schemas.microsoft.com/office/drawing/2014/main" id="{E50F8BB5-AF67-4E2D-84A3-A5FE3F364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" y="1008"/>
              <a:ext cx="1104" cy="1536"/>
            </a:xfrm>
            <a:prstGeom prst="rect">
              <a:avLst/>
            </a:prstGeom>
            <a:solidFill>
              <a:srgbClr val="FFFF99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17" name="Rectangle 7">
              <a:extLst>
                <a:ext uri="{FF2B5EF4-FFF2-40B4-BE49-F238E27FC236}">
                  <a16:creationId xmlns:a16="http://schemas.microsoft.com/office/drawing/2014/main" id="{1F8FB2AD-652C-4836-9B96-75B8E1335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1008"/>
              <a:ext cx="1056" cy="1536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18" name="Line 8">
              <a:extLst>
                <a:ext uri="{FF2B5EF4-FFF2-40B4-BE49-F238E27FC236}">
                  <a16:creationId xmlns:a16="http://schemas.microsoft.com/office/drawing/2014/main" id="{882DECFB-AEE3-4490-B3AF-B7862E88EC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1104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19" name="Line 9">
              <a:extLst>
                <a:ext uri="{FF2B5EF4-FFF2-40B4-BE49-F238E27FC236}">
                  <a16:creationId xmlns:a16="http://schemas.microsoft.com/office/drawing/2014/main" id="{32D2C91F-7616-4736-9358-94D9FB5B29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1296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0" name="Line 10">
              <a:extLst>
                <a:ext uri="{FF2B5EF4-FFF2-40B4-BE49-F238E27FC236}">
                  <a16:creationId xmlns:a16="http://schemas.microsoft.com/office/drawing/2014/main" id="{6793B325-BFBE-45EF-8730-1901E2461B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1488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1" name="Line 11">
              <a:extLst>
                <a:ext uri="{FF2B5EF4-FFF2-40B4-BE49-F238E27FC236}">
                  <a16:creationId xmlns:a16="http://schemas.microsoft.com/office/drawing/2014/main" id="{0C500842-AEDA-4185-B281-03BD5A11C4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1680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2" name="Line 12">
              <a:extLst>
                <a:ext uri="{FF2B5EF4-FFF2-40B4-BE49-F238E27FC236}">
                  <a16:creationId xmlns:a16="http://schemas.microsoft.com/office/drawing/2014/main" id="{D06F9A06-CB00-4589-85D7-FD1A9ABDE3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1872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3" name="Line 13">
              <a:extLst>
                <a:ext uri="{FF2B5EF4-FFF2-40B4-BE49-F238E27FC236}">
                  <a16:creationId xmlns:a16="http://schemas.microsoft.com/office/drawing/2014/main" id="{306BC2E2-269B-4477-A1C5-B67B8046D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2064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4" name="Line 14">
              <a:extLst>
                <a:ext uri="{FF2B5EF4-FFF2-40B4-BE49-F238E27FC236}">
                  <a16:creationId xmlns:a16="http://schemas.microsoft.com/office/drawing/2014/main" id="{68CDCE06-AEF8-4725-9363-79D0B01237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2256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5" name="Line 15">
              <a:extLst>
                <a:ext uri="{FF2B5EF4-FFF2-40B4-BE49-F238E27FC236}">
                  <a16:creationId xmlns:a16="http://schemas.microsoft.com/office/drawing/2014/main" id="{48967DD8-1EAB-48BB-8A77-81085779A6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" y="2448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6" name="Line 16">
              <a:extLst>
                <a:ext uri="{FF2B5EF4-FFF2-40B4-BE49-F238E27FC236}">
                  <a16:creationId xmlns:a16="http://schemas.microsoft.com/office/drawing/2014/main" id="{B47231EA-5BEC-40EB-9562-C66A514E4E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2544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7" name="Line 17">
              <a:extLst>
                <a:ext uri="{FF2B5EF4-FFF2-40B4-BE49-F238E27FC236}">
                  <a16:creationId xmlns:a16="http://schemas.microsoft.com/office/drawing/2014/main" id="{00E7004D-B0BB-48D7-98BA-3DF7543FC2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5" y="2544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8" name="Line 18">
              <a:extLst>
                <a:ext uri="{FF2B5EF4-FFF2-40B4-BE49-F238E27FC236}">
                  <a16:creationId xmlns:a16="http://schemas.microsoft.com/office/drawing/2014/main" id="{F8EF3FBD-4E35-499D-904C-ED584AED0F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3" y="2544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29" name="Line 19">
              <a:extLst>
                <a:ext uri="{FF2B5EF4-FFF2-40B4-BE49-F238E27FC236}">
                  <a16:creationId xmlns:a16="http://schemas.microsoft.com/office/drawing/2014/main" id="{E26104A5-C192-4010-999C-5423564A8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5" y="2544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0" name="Line 20">
              <a:extLst>
                <a:ext uri="{FF2B5EF4-FFF2-40B4-BE49-F238E27FC236}">
                  <a16:creationId xmlns:a16="http://schemas.microsoft.com/office/drawing/2014/main" id="{351523D1-2CD6-4611-A328-835EA1FF07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3" y="2544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1" name="Line 21">
              <a:extLst>
                <a:ext uri="{FF2B5EF4-FFF2-40B4-BE49-F238E27FC236}">
                  <a16:creationId xmlns:a16="http://schemas.microsoft.com/office/drawing/2014/main" id="{FDEDBCC9-2E07-48D5-86B8-F1971FAFE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1" y="2544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2" name="Line 22">
              <a:extLst>
                <a:ext uri="{FF2B5EF4-FFF2-40B4-BE49-F238E27FC236}">
                  <a16:creationId xmlns:a16="http://schemas.microsoft.com/office/drawing/2014/main" id="{64F96C36-EF90-41C8-87B0-8EBA6807D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7" y="139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94233" name="Group 23">
              <a:extLst>
                <a:ext uri="{FF2B5EF4-FFF2-40B4-BE49-F238E27FC236}">
                  <a16:creationId xmlns:a16="http://schemas.microsoft.com/office/drawing/2014/main" id="{9B72D828-0A5A-47DD-8469-D07C1EB494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37" y="2016"/>
              <a:ext cx="192" cy="48"/>
              <a:chOff x="2784" y="2471"/>
              <a:chExt cx="192" cy="48"/>
            </a:xfrm>
          </p:grpSpPr>
          <p:sp>
            <p:nvSpPr>
              <p:cNvPr id="94276" name="Line 24">
                <a:extLst>
                  <a:ext uri="{FF2B5EF4-FFF2-40B4-BE49-F238E27FC236}">
                    <a16:creationId xmlns:a16="http://schemas.microsoft.com/office/drawing/2014/main" id="{58F7E6E3-BF49-4324-BFE3-EA28B7EC1C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2" y="2496"/>
                <a:ext cx="1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277" name="Oval 25">
                <a:extLst>
                  <a:ext uri="{FF2B5EF4-FFF2-40B4-BE49-F238E27FC236}">
                    <a16:creationId xmlns:a16="http://schemas.microsoft.com/office/drawing/2014/main" id="{7EC729E4-F8DF-46DB-B667-7E77BE735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471"/>
                <a:ext cx="48" cy="48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4234" name="Group 26">
              <a:extLst>
                <a:ext uri="{FF2B5EF4-FFF2-40B4-BE49-F238E27FC236}">
                  <a16:creationId xmlns:a16="http://schemas.microsoft.com/office/drawing/2014/main" id="{B909FFAD-7916-4CB2-B8F2-7E4C6B7E04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61" y="864"/>
              <a:ext cx="144" cy="144"/>
              <a:chOff x="2380" y="1056"/>
              <a:chExt cx="144" cy="144"/>
            </a:xfrm>
          </p:grpSpPr>
          <p:sp>
            <p:nvSpPr>
              <p:cNvPr id="94273" name="Line 27">
                <a:extLst>
                  <a:ext uri="{FF2B5EF4-FFF2-40B4-BE49-F238E27FC236}">
                    <a16:creationId xmlns:a16="http://schemas.microsoft.com/office/drawing/2014/main" id="{95E6593E-1202-4AFF-8A3B-4F0B903D1E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8" y="1056"/>
                <a:ext cx="0" cy="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274" name="Oval 28">
                <a:extLst>
                  <a:ext uri="{FF2B5EF4-FFF2-40B4-BE49-F238E27FC236}">
                    <a16:creationId xmlns:a16="http://schemas.microsoft.com/office/drawing/2014/main" id="{485DF0BD-7EE6-43BD-B7FD-A979B91E0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" y="1152"/>
                <a:ext cx="48" cy="48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4275" name="Line 29">
                <a:extLst>
                  <a:ext uri="{FF2B5EF4-FFF2-40B4-BE49-F238E27FC236}">
                    <a16:creationId xmlns:a16="http://schemas.microsoft.com/office/drawing/2014/main" id="{EB192C63-CBEC-43A7-A462-EBC9BEFDE8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0" y="1056"/>
                <a:ext cx="1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94235" name="Rectangle 30">
              <a:extLst>
                <a:ext uri="{FF2B5EF4-FFF2-40B4-BE49-F238E27FC236}">
                  <a16:creationId xmlns:a16="http://schemas.microsoft.com/office/drawing/2014/main" id="{C5322C17-5E9C-4D29-8C76-05FAFFC5E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2256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4236" name="Line 31">
              <a:extLst>
                <a:ext uri="{FF2B5EF4-FFF2-40B4-BE49-F238E27FC236}">
                  <a16:creationId xmlns:a16="http://schemas.microsoft.com/office/drawing/2014/main" id="{2F64BE0B-491E-4ED8-97C1-61689EC6BC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3" y="81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7" name="Rectangle 32">
              <a:extLst>
                <a:ext uri="{FF2B5EF4-FFF2-40B4-BE49-F238E27FC236}">
                  <a16:creationId xmlns:a16="http://schemas.microsoft.com/office/drawing/2014/main" id="{4B21D662-1281-4885-B10D-8C3C984DA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768"/>
              <a:ext cx="223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</a:t>
              </a:r>
            </a:p>
          </p:txBody>
        </p:sp>
        <p:sp>
          <p:nvSpPr>
            <p:cNvPr id="94238" name="Line 33">
              <a:extLst>
                <a:ext uri="{FF2B5EF4-FFF2-40B4-BE49-F238E27FC236}">
                  <a16:creationId xmlns:a16="http://schemas.microsoft.com/office/drawing/2014/main" id="{EF846674-D0E5-418F-8BF5-5D0CAAD25B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" y="1119"/>
              <a:ext cx="2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39" name="Line 34">
              <a:extLst>
                <a:ext uri="{FF2B5EF4-FFF2-40B4-BE49-F238E27FC236}">
                  <a16:creationId xmlns:a16="http://schemas.microsoft.com/office/drawing/2014/main" id="{BD129135-1952-4E9C-840E-93CDBF3B3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" y="1311"/>
              <a:ext cx="2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0" name="Oval 35">
              <a:extLst>
                <a:ext uri="{FF2B5EF4-FFF2-40B4-BE49-F238E27FC236}">
                  <a16:creationId xmlns:a16="http://schemas.microsoft.com/office/drawing/2014/main" id="{5C217C28-94A0-44A1-83F4-CDE7522CB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" y="1104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1" name="Oval 36">
              <a:extLst>
                <a:ext uri="{FF2B5EF4-FFF2-40B4-BE49-F238E27FC236}">
                  <a16:creationId xmlns:a16="http://schemas.microsoft.com/office/drawing/2014/main" id="{052083FF-A052-4ECE-8322-E9D52D998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" y="1293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2" name="Line 37">
              <a:extLst>
                <a:ext uri="{FF2B5EF4-FFF2-40B4-BE49-F238E27FC236}">
                  <a16:creationId xmlns:a16="http://schemas.microsoft.com/office/drawing/2014/main" id="{E72634F5-FA05-4B00-A196-F55939BF2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" y="1114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3" name="Line 38">
              <a:extLst>
                <a:ext uri="{FF2B5EF4-FFF2-40B4-BE49-F238E27FC236}">
                  <a16:creationId xmlns:a16="http://schemas.microsoft.com/office/drawing/2014/main" id="{52BF7588-1940-41C4-91A1-E3398494E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" y="1415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4" name="Oval 39">
              <a:extLst>
                <a:ext uri="{FF2B5EF4-FFF2-40B4-BE49-F238E27FC236}">
                  <a16:creationId xmlns:a16="http://schemas.microsoft.com/office/drawing/2014/main" id="{B7C6AC57-F5CA-4D50-A943-3D088636F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" y="1286"/>
              <a:ext cx="48" cy="48"/>
            </a:xfrm>
            <a:prstGeom prst="ellipse">
              <a:avLst/>
            </a:prstGeom>
            <a:solidFill>
              <a:schemeClr val="accent2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5" name="Line 40">
              <a:extLst>
                <a:ext uri="{FF2B5EF4-FFF2-40B4-BE49-F238E27FC236}">
                  <a16:creationId xmlns:a16="http://schemas.microsoft.com/office/drawing/2014/main" id="{80804C90-9718-4815-9237-46FEF82EEC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" y="135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6" name="Rectangle 41">
              <a:extLst>
                <a:ext uri="{FF2B5EF4-FFF2-40B4-BE49-F238E27FC236}">
                  <a16:creationId xmlns:a16="http://schemas.microsoft.com/office/drawing/2014/main" id="{1700E089-266E-4CE6-9742-0237463AC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" y="1296"/>
              <a:ext cx="260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94247" name="Line 42">
              <a:extLst>
                <a:ext uri="{FF2B5EF4-FFF2-40B4-BE49-F238E27FC236}">
                  <a16:creationId xmlns:a16="http://schemas.microsoft.com/office/drawing/2014/main" id="{001C3292-A7C7-49A2-B379-A900C13D4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" y="919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48" name="Rectangle 43">
              <a:extLst>
                <a:ext uri="{FF2B5EF4-FFF2-40B4-BE49-F238E27FC236}">
                  <a16:creationId xmlns:a16="http://schemas.microsoft.com/office/drawing/2014/main" id="{3FDC91CD-A7A4-4C49-A51D-C1CCCA087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" y="864"/>
              <a:ext cx="260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94249" name="Line 44">
              <a:extLst>
                <a:ext uri="{FF2B5EF4-FFF2-40B4-BE49-F238E27FC236}">
                  <a16:creationId xmlns:a16="http://schemas.microsoft.com/office/drawing/2014/main" id="{3B1D3277-9462-41D6-80E3-6245A30E79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" y="1680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50" name="Rectangle 45">
              <a:extLst>
                <a:ext uri="{FF2B5EF4-FFF2-40B4-BE49-F238E27FC236}">
                  <a16:creationId xmlns:a16="http://schemas.microsoft.com/office/drawing/2014/main" id="{B795A60C-3EC4-48E0-A976-7C592F4E0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" y="1632"/>
              <a:ext cx="260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4251" name="Rectangle 46">
              <a:extLst>
                <a:ext uri="{FF2B5EF4-FFF2-40B4-BE49-F238E27FC236}">
                  <a16:creationId xmlns:a16="http://schemas.microsoft.com/office/drawing/2014/main" id="{3BEA5CCB-7DB8-4B48-B6C4-2A0979413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104"/>
              <a:ext cx="25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  <p:sp>
          <p:nvSpPr>
            <p:cNvPr id="94252" name="Rectangle 47">
              <a:extLst>
                <a:ext uri="{FF2B5EF4-FFF2-40B4-BE49-F238E27FC236}">
                  <a16:creationId xmlns:a16="http://schemas.microsoft.com/office/drawing/2014/main" id="{F45F27B3-8CC8-4A91-BE71-1F1676020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064"/>
              <a:ext cx="25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</a:p>
          </p:txBody>
        </p:sp>
        <p:sp>
          <p:nvSpPr>
            <p:cNvPr id="94253" name="Line 48">
              <a:extLst>
                <a:ext uri="{FF2B5EF4-FFF2-40B4-BE49-F238E27FC236}">
                  <a16:creationId xmlns:a16="http://schemas.microsoft.com/office/drawing/2014/main" id="{09907E54-0EBF-4299-B1B5-F38F1D1FD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3" y="2112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54" name="Rectangle 49">
              <a:extLst>
                <a:ext uri="{FF2B5EF4-FFF2-40B4-BE49-F238E27FC236}">
                  <a16:creationId xmlns:a16="http://schemas.microsoft.com/office/drawing/2014/main" id="{34B148B4-FDFD-4397-A942-6143EE6DB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960"/>
              <a:ext cx="423" cy="16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D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</a:t>
              </a:r>
            </a:p>
          </p:txBody>
        </p:sp>
        <p:sp>
          <p:nvSpPr>
            <p:cNvPr id="94255" name="Rectangle 50">
              <a:extLst>
                <a:ext uri="{FF2B5EF4-FFF2-40B4-BE49-F238E27FC236}">
                  <a16:creationId xmlns:a16="http://schemas.microsoft.com/office/drawing/2014/main" id="{C5C6CC79-5E2C-4059-BF12-2EE7178F3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960"/>
              <a:ext cx="419" cy="16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</a:t>
              </a:r>
            </a:p>
          </p:txBody>
        </p:sp>
        <p:sp>
          <p:nvSpPr>
            <p:cNvPr id="94256" name="Rectangle 51">
              <a:extLst>
                <a:ext uri="{FF2B5EF4-FFF2-40B4-BE49-F238E27FC236}">
                  <a16:creationId xmlns:a16="http://schemas.microsoft.com/office/drawing/2014/main" id="{927A0D50-EAB6-45B8-89E5-A261BC972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" y="2256"/>
              <a:ext cx="96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4257" name="Oval 52">
              <a:extLst>
                <a:ext uri="{FF2B5EF4-FFF2-40B4-BE49-F238E27FC236}">
                  <a16:creationId xmlns:a16="http://schemas.microsoft.com/office/drawing/2014/main" id="{EFD8A99E-DDE7-46FA-8B9B-ABEAD8587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1071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58" name="Oval 53">
              <a:extLst>
                <a:ext uri="{FF2B5EF4-FFF2-40B4-BE49-F238E27FC236}">
                  <a16:creationId xmlns:a16="http://schemas.microsoft.com/office/drawing/2014/main" id="{81E84711-3110-44F1-8D44-ABE48C70F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1258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59" name="Oval 54">
              <a:extLst>
                <a:ext uri="{FF2B5EF4-FFF2-40B4-BE49-F238E27FC236}">
                  <a16:creationId xmlns:a16="http://schemas.microsoft.com/office/drawing/2014/main" id="{E1957B8B-E92A-4166-A8FC-295CF00F4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1455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60" name="Oval 55">
              <a:extLst>
                <a:ext uri="{FF2B5EF4-FFF2-40B4-BE49-F238E27FC236}">
                  <a16:creationId xmlns:a16="http://schemas.microsoft.com/office/drawing/2014/main" id="{4E2FBE3D-1E06-4951-8EF5-D8A671A23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1652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61" name="Oval 56">
              <a:extLst>
                <a:ext uri="{FF2B5EF4-FFF2-40B4-BE49-F238E27FC236}">
                  <a16:creationId xmlns:a16="http://schemas.microsoft.com/office/drawing/2014/main" id="{9D7818FA-21E5-44FA-B76B-E89B55A12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1" y="1844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62" name="Oval 57">
              <a:extLst>
                <a:ext uri="{FF2B5EF4-FFF2-40B4-BE49-F238E27FC236}">
                  <a16:creationId xmlns:a16="http://schemas.microsoft.com/office/drawing/2014/main" id="{2CB88F9C-DFDE-4B85-A5A4-B8007D8C5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2428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63" name="Oval 58">
              <a:extLst>
                <a:ext uri="{FF2B5EF4-FFF2-40B4-BE49-F238E27FC236}">
                  <a16:creationId xmlns:a16="http://schemas.microsoft.com/office/drawing/2014/main" id="{B5DD8E5E-17FB-4F4F-8AAC-1E62D5354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1" y="2228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64" name="Oval 59">
              <a:extLst>
                <a:ext uri="{FF2B5EF4-FFF2-40B4-BE49-F238E27FC236}">
                  <a16:creationId xmlns:a16="http://schemas.microsoft.com/office/drawing/2014/main" id="{73DC487D-33D4-410B-B017-8553898F9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2044"/>
              <a:ext cx="48" cy="4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65" name="Rectangle 60">
              <a:extLst>
                <a:ext uri="{FF2B5EF4-FFF2-40B4-BE49-F238E27FC236}">
                  <a16:creationId xmlns:a16="http://schemas.microsoft.com/office/drawing/2014/main" id="{4914A6DA-3555-475B-9DF2-5A713C7AD5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397429">
              <a:off x="2441" y="1568"/>
              <a:ext cx="83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74LS151</a:t>
              </a:r>
            </a:p>
          </p:txBody>
        </p:sp>
        <p:sp>
          <p:nvSpPr>
            <p:cNvPr id="94266" name="Rectangle 61">
              <a:extLst>
                <a:ext uri="{FF2B5EF4-FFF2-40B4-BE49-F238E27FC236}">
                  <a16:creationId xmlns:a16="http://schemas.microsoft.com/office/drawing/2014/main" id="{9D0718CC-FA43-4AAB-8132-770162DE93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397429">
              <a:off x="616" y="1568"/>
              <a:ext cx="83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74LS138</a:t>
              </a:r>
            </a:p>
          </p:txBody>
        </p:sp>
        <p:sp>
          <p:nvSpPr>
            <p:cNvPr id="94267" name="Rectangle 62">
              <a:extLst>
                <a:ext uri="{FF2B5EF4-FFF2-40B4-BE49-F238E27FC236}">
                  <a16:creationId xmlns:a16="http://schemas.microsoft.com/office/drawing/2014/main" id="{B3C57334-312B-4136-AECD-37E6165BC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" y="2688"/>
              <a:ext cx="917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4268" name="Rectangle 63">
              <a:extLst>
                <a:ext uri="{FF2B5EF4-FFF2-40B4-BE49-F238E27FC236}">
                  <a16:creationId xmlns:a16="http://schemas.microsoft.com/office/drawing/2014/main" id="{921065D7-0738-41A1-80D5-31EB32E3E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2688"/>
              <a:ext cx="8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4269" name="AutoShape 64">
              <a:extLst>
                <a:ext uri="{FF2B5EF4-FFF2-40B4-BE49-F238E27FC236}">
                  <a16:creationId xmlns:a16="http://schemas.microsoft.com/office/drawing/2014/main" id="{E7879390-5D7C-4EF5-B7EE-78EC5464295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913" y="2760"/>
              <a:ext cx="144" cy="576"/>
            </a:xfrm>
            <a:prstGeom prst="lef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70" name="AutoShape 65">
              <a:extLst>
                <a:ext uri="{FF2B5EF4-FFF2-40B4-BE49-F238E27FC236}">
                  <a16:creationId xmlns:a16="http://schemas.microsoft.com/office/drawing/2014/main" id="{624CDEE7-8AF8-44D8-AE13-88124316F937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81" y="2760"/>
              <a:ext cx="144" cy="576"/>
            </a:xfrm>
            <a:prstGeom prst="lef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271" name="Rectangle 66">
              <a:extLst>
                <a:ext uri="{FF2B5EF4-FFF2-40B4-BE49-F238E27FC236}">
                  <a16:creationId xmlns:a16="http://schemas.microsoft.com/office/drawing/2014/main" id="{9053F6B1-900C-4FD8-A848-635399C20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3072"/>
              <a:ext cx="25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</a:p>
          </p:txBody>
        </p:sp>
        <p:sp>
          <p:nvSpPr>
            <p:cNvPr id="94272" name="Rectangle 67">
              <a:extLst>
                <a:ext uri="{FF2B5EF4-FFF2-40B4-BE49-F238E27FC236}">
                  <a16:creationId xmlns:a16="http://schemas.microsoft.com/office/drawing/2014/main" id="{E7794E1B-BD2B-490B-AFA5-D206B5B00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3072"/>
              <a:ext cx="24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</a:p>
          </p:txBody>
        </p:sp>
      </p:grpSp>
      <p:sp>
        <p:nvSpPr>
          <p:cNvPr id="300100" name="Text Box 68">
            <a:extLst>
              <a:ext uri="{FF2B5EF4-FFF2-40B4-BE49-F238E27FC236}">
                <a16:creationId xmlns:a16="http://schemas.microsoft.com/office/drawing/2014/main" id="{522C8718-1ACA-43D0-8363-AC81E5A01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34113" y="1595438"/>
            <a:ext cx="2514600" cy="2481262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比较结果：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若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A=B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则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Y=0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反之，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Y=1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。</a:t>
            </a:r>
          </a:p>
        </p:txBody>
      </p:sp>
      <p:sp>
        <p:nvSpPr>
          <p:cNvPr id="300101" name="Text Box 69">
            <a:extLst>
              <a:ext uri="{FF2B5EF4-FFF2-40B4-BE49-F238E27FC236}">
                <a16:creationId xmlns:a16="http://schemas.microsoft.com/office/drawing/2014/main" id="{B410FFFC-58CD-4AF0-B78E-40FB86BDD2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5125" y="5521325"/>
            <a:ext cx="5378450" cy="946150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只能比较两个二进制数是否相同，而不能比较其大小。</a:t>
            </a:r>
          </a:p>
        </p:txBody>
      </p:sp>
    </p:spTree>
    <p:extLst>
      <p:ext uri="{BB962C8B-B14F-4D97-AF65-F5344CB8AC3E}">
        <p14:creationId xmlns:p14="http://schemas.microsoft.com/office/powerpoint/2010/main" val="101814287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000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000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00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300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00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6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0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00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00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00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00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00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0034" grpId="0" autoUpdateAnimBg="0"/>
      <p:bldP spid="300035" grpId="0" animBg="1" autoUpdateAnimBg="0"/>
      <p:bldP spid="300036" grpId="0" animBg="1" autoUpdateAnimBg="0"/>
      <p:bldP spid="300100" grpId="0"/>
      <p:bldP spid="300101" grpId="0" autoUpdateAnimBg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3" name="Text Box 3">
            <a:extLst>
              <a:ext uri="{FF2B5EF4-FFF2-40B4-BE49-F238E27FC236}">
                <a16:creationId xmlns:a16="http://schemas.microsoft.com/office/drawing/2014/main" id="{0ADB94B3-9E2C-4A83-B7B1-E7F56CB5C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725" y="842963"/>
            <a:ext cx="4691063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三、集成加法器</a:t>
            </a:r>
          </a:p>
        </p:txBody>
      </p:sp>
      <p:sp>
        <p:nvSpPr>
          <p:cNvPr id="148484" name="Text Box 4">
            <a:extLst>
              <a:ext uri="{FF2B5EF4-FFF2-40B4-BE49-F238E27FC236}">
                <a16:creationId xmlns:a16="http://schemas.microsoft.com/office/drawing/2014/main" id="{2DC80713-C690-44CA-A44D-0E676D05F1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338" y="1470025"/>
            <a:ext cx="2635250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、半加器</a:t>
            </a:r>
          </a:p>
        </p:txBody>
      </p:sp>
      <p:sp>
        <p:nvSpPr>
          <p:cNvPr id="148485" name="Rectangle 5">
            <a:extLst>
              <a:ext uri="{FF2B5EF4-FFF2-40B4-BE49-F238E27FC236}">
                <a16:creationId xmlns:a16="http://schemas.microsoft.com/office/drawing/2014/main" id="{8DCFB1C6-14F9-4C97-B7C0-63D2CDED98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850" y="2129959"/>
            <a:ext cx="800732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不考虑低位进位输入，两数码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相加，称半加 </a:t>
            </a:r>
          </a:p>
        </p:txBody>
      </p:sp>
      <p:grpSp>
        <p:nvGrpSpPr>
          <p:cNvPr id="148486" name="Group 6">
            <a:extLst>
              <a:ext uri="{FF2B5EF4-FFF2-40B4-BE49-F238E27FC236}">
                <a16:creationId xmlns:a16="http://schemas.microsoft.com/office/drawing/2014/main" id="{1C8ECD63-2B8F-49B6-9E76-2E64833A5C76}"/>
              </a:ext>
            </a:extLst>
          </p:cNvPr>
          <p:cNvGrpSpPr>
            <a:grpSpLocks/>
          </p:cNvGrpSpPr>
          <p:nvPr/>
        </p:nvGrpSpPr>
        <p:grpSpPr bwMode="auto">
          <a:xfrm>
            <a:off x="925831" y="3114114"/>
            <a:ext cx="2667000" cy="1828800"/>
            <a:chOff x="288" y="2112"/>
            <a:chExt cx="1680" cy="1152"/>
          </a:xfrm>
        </p:grpSpPr>
        <p:sp>
          <p:nvSpPr>
            <p:cNvPr id="17459" name="Text Box 14">
              <a:extLst>
                <a:ext uri="{FF2B5EF4-FFF2-40B4-BE49-F238E27FC236}">
                  <a16:creationId xmlns:a16="http://schemas.microsoft.com/office/drawing/2014/main" id="{2CD581B0-9D9F-4A68-9EF0-301430C68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2976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1     1       0</a:t>
              </a:r>
            </a:p>
          </p:txBody>
        </p:sp>
        <p:sp>
          <p:nvSpPr>
            <p:cNvPr id="17452" name="Line 7">
              <a:extLst>
                <a:ext uri="{FF2B5EF4-FFF2-40B4-BE49-F238E27FC236}">
                  <a16:creationId xmlns:a16="http://schemas.microsoft.com/office/drawing/2014/main" id="{95B5C486-2134-430A-8F69-9794406657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" y="2112"/>
              <a:ext cx="1536" cy="0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53" name="Line 8">
              <a:extLst>
                <a:ext uri="{FF2B5EF4-FFF2-40B4-BE49-F238E27FC236}">
                  <a16:creationId xmlns:a16="http://schemas.microsoft.com/office/drawing/2014/main" id="{8C28F437-6D3F-4829-8EDA-37A7BBA725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" y="2400"/>
              <a:ext cx="1536" cy="0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54" name="Line 9">
              <a:extLst>
                <a:ext uri="{FF2B5EF4-FFF2-40B4-BE49-F238E27FC236}">
                  <a16:creationId xmlns:a16="http://schemas.microsoft.com/office/drawing/2014/main" id="{6A272E76-7942-478B-90E2-A50CBE5D34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" y="2112"/>
              <a:ext cx="0" cy="1152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55" name="Text Box 10">
              <a:extLst>
                <a:ext uri="{FF2B5EF4-FFF2-40B4-BE49-F238E27FC236}">
                  <a16:creationId xmlns:a16="http://schemas.microsoft.com/office/drawing/2014/main" id="{2F9836E6-4684-4143-B6AF-86D024F5E2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2112"/>
              <a:ext cx="134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Y </a:t>
              </a:r>
              <a:r>
                <a:rPr kumimoji="1" lang="en-US" altLang="zh-CN" sz="2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S</a:t>
              </a:r>
              <a:endParaRPr kumimoji="1" lang="en-US" altLang="zh-CN" sz="24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56" name="Text Box 11">
              <a:extLst>
                <a:ext uri="{FF2B5EF4-FFF2-40B4-BE49-F238E27FC236}">
                  <a16:creationId xmlns:a16="http://schemas.microsoft.com/office/drawing/2014/main" id="{B9EE2BA4-C069-4BCB-8913-9A97D54562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2400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0     0       0</a:t>
              </a:r>
            </a:p>
          </p:txBody>
        </p:sp>
        <p:sp>
          <p:nvSpPr>
            <p:cNvPr id="17457" name="Text Box 12">
              <a:extLst>
                <a:ext uri="{FF2B5EF4-FFF2-40B4-BE49-F238E27FC236}">
                  <a16:creationId xmlns:a16="http://schemas.microsoft.com/office/drawing/2014/main" id="{6E88C859-B2BA-489C-9321-413690FD3C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2592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0     1       1</a:t>
              </a:r>
            </a:p>
          </p:txBody>
        </p:sp>
        <p:sp>
          <p:nvSpPr>
            <p:cNvPr id="17458" name="Text Box 13">
              <a:extLst>
                <a:ext uri="{FF2B5EF4-FFF2-40B4-BE49-F238E27FC236}">
                  <a16:creationId xmlns:a16="http://schemas.microsoft.com/office/drawing/2014/main" id="{D0AAEFFB-8478-4504-B600-491318846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2784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1     0       1</a:t>
              </a:r>
            </a:p>
          </p:txBody>
        </p:sp>
        <p:sp>
          <p:nvSpPr>
            <p:cNvPr id="17460" name="Line 15">
              <a:extLst>
                <a:ext uri="{FF2B5EF4-FFF2-40B4-BE49-F238E27FC236}">
                  <a16:creationId xmlns:a16="http://schemas.microsoft.com/office/drawing/2014/main" id="{6F31BC6B-DA7D-422B-A75A-3718930C0C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" y="3264"/>
              <a:ext cx="1536" cy="0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61" name="Text Box 16">
              <a:extLst>
                <a:ext uri="{FF2B5EF4-FFF2-40B4-BE49-F238E27FC236}">
                  <a16:creationId xmlns:a16="http://schemas.microsoft.com/office/drawing/2014/main" id="{1A5018A0-5E41-4429-BAD3-815CB54C50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" y="2112"/>
              <a:ext cx="48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4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62" name="Text Box 17">
              <a:extLst>
                <a:ext uri="{FF2B5EF4-FFF2-40B4-BE49-F238E27FC236}">
                  <a16:creationId xmlns:a16="http://schemas.microsoft.com/office/drawing/2014/main" id="{7BB97B9F-8790-4D53-BD72-92DE363470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" y="2400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7463" name="Text Box 18">
              <a:extLst>
                <a:ext uri="{FF2B5EF4-FFF2-40B4-BE49-F238E27FC236}">
                  <a16:creationId xmlns:a16="http://schemas.microsoft.com/office/drawing/2014/main" id="{75BCECA4-8C39-4F72-B8AA-9AF396D643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" y="2784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7464" name="Text Box 19">
              <a:extLst>
                <a:ext uri="{FF2B5EF4-FFF2-40B4-BE49-F238E27FC236}">
                  <a16:creationId xmlns:a16="http://schemas.microsoft.com/office/drawing/2014/main" id="{F4627F47-1E8C-4496-AF6C-C2EED1F635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" y="2592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7465" name="Text Box 20">
              <a:extLst>
                <a:ext uri="{FF2B5EF4-FFF2-40B4-BE49-F238E27FC236}">
                  <a16:creationId xmlns:a16="http://schemas.microsoft.com/office/drawing/2014/main" id="{73928B65-0B83-458B-80F2-E18A887519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8" y="2976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148501" name="Group 21">
            <a:extLst>
              <a:ext uri="{FF2B5EF4-FFF2-40B4-BE49-F238E27FC236}">
                <a16:creationId xmlns:a16="http://schemas.microsoft.com/office/drawing/2014/main" id="{38E7F5C5-B71B-4681-94B2-BDBECABC9278}"/>
              </a:ext>
            </a:extLst>
          </p:cNvPr>
          <p:cNvGrpSpPr>
            <a:grpSpLocks/>
          </p:cNvGrpSpPr>
          <p:nvPr/>
        </p:nvGrpSpPr>
        <p:grpSpPr bwMode="auto">
          <a:xfrm>
            <a:off x="827088" y="5403850"/>
            <a:ext cx="2951162" cy="1096963"/>
            <a:chOff x="521" y="3404"/>
            <a:chExt cx="1859" cy="691"/>
          </a:xfrm>
        </p:grpSpPr>
        <p:sp>
          <p:nvSpPr>
            <p:cNvPr id="17447" name="Rectangle 22">
              <a:extLst>
                <a:ext uri="{FF2B5EF4-FFF2-40B4-BE49-F238E27FC236}">
                  <a16:creationId xmlns:a16="http://schemas.microsoft.com/office/drawing/2014/main" id="{51810BE9-654B-4774-A577-37B31FC46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" y="3404"/>
              <a:ext cx="1859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S=XY</a:t>
              </a:r>
              <a:r>
                <a:rPr kumimoji="1" lang="en-US" altLang="zh-CN" sz="2800" b="1" i="1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+XY=X    Y</a:t>
              </a:r>
            </a:p>
          </p:txBody>
        </p:sp>
        <p:sp>
          <p:nvSpPr>
            <p:cNvPr id="17448" name="Line 23">
              <a:extLst>
                <a:ext uri="{FF2B5EF4-FFF2-40B4-BE49-F238E27FC236}">
                  <a16:creationId xmlns:a16="http://schemas.microsoft.com/office/drawing/2014/main" id="{DFECBFB1-8796-461B-B913-CE3F2467B2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3460"/>
              <a:ext cx="162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49" name="Line 24">
              <a:extLst>
                <a:ext uri="{FF2B5EF4-FFF2-40B4-BE49-F238E27FC236}">
                  <a16:creationId xmlns:a16="http://schemas.microsoft.com/office/drawing/2014/main" id="{364FECB8-5031-4772-BC61-FD7B1DC0A8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7" y="3466"/>
              <a:ext cx="15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50" name="Oval 25">
              <a:extLst>
                <a:ext uri="{FF2B5EF4-FFF2-40B4-BE49-F238E27FC236}">
                  <a16:creationId xmlns:a16="http://schemas.microsoft.com/office/drawing/2014/main" id="{9168255F-EC61-41FB-BEB6-23323C7B6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3505"/>
              <a:ext cx="144" cy="144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</a:t>
              </a:r>
            </a:p>
          </p:txBody>
        </p:sp>
        <p:sp>
          <p:nvSpPr>
            <p:cNvPr id="17451" name="Rectangle 26">
              <a:extLst>
                <a:ext uri="{FF2B5EF4-FFF2-40B4-BE49-F238E27FC236}">
                  <a16:creationId xmlns:a16="http://schemas.microsoft.com/office/drawing/2014/main" id="{C90223CA-A5CB-4249-B5CB-F935FA43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" y="3768"/>
              <a:ext cx="730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XY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8507" name="Group 27">
            <a:extLst>
              <a:ext uri="{FF2B5EF4-FFF2-40B4-BE49-F238E27FC236}">
                <a16:creationId xmlns:a16="http://schemas.microsoft.com/office/drawing/2014/main" id="{C55A8D14-6FA0-44B0-B099-E75585586694}"/>
              </a:ext>
            </a:extLst>
          </p:cNvPr>
          <p:cNvGrpSpPr>
            <a:grpSpLocks/>
          </p:cNvGrpSpPr>
          <p:nvPr/>
        </p:nvGrpSpPr>
        <p:grpSpPr bwMode="auto">
          <a:xfrm>
            <a:off x="5029994" y="2925763"/>
            <a:ext cx="2693988" cy="1879600"/>
            <a:chOff x="3670" y="1888"/>
            <a:chExt cx="1697" cy="1184"/>
          </a:xfrm>
        </p:grpSpPr>
        <p:sp>
          <p:nvSpPr>
            <p:cNvPr id="17429" name="Rectangle 28">
              <a:extLst>
                <a:ext uri="{FF2B5EF4-FFF2-40B4-BE49-F238E27FC236}">
                  <a16:creationId xmlns:a16="http://schemas.microsoft.com/office/drawing/2014/main" id="{7CA5F48C-BFDE-4CB8-9831-4CBB0912A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2016"/>
              <a:ext cx="288" cy="43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0" name="Rectangle 29">
              <a:extLst>
                <a:ext uri="{FF2B5EF4-FFF2-40B4-BE49-F238E27FC236}">
                  <a16:creationId xmlns:a16="http://schemas.microsoft.com/office/drawing/2014/main" id="{06FAAAB7-8FBC-4BC6-8DFC-F56D000DE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0" y="2640"/>
              <a:ext cx="288" cy="43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1" name="Line 30">
              <a:extLst>
                <a:ext uri="{FF2B5EF4-FFF2-40B4-BE49-F238E27FC236}">
                  <a16:creationId xmlns:a16="http://schemas.microsoft.com/office/drawing/2014/main" id="{09894538-7BE8-4B02-B369-2F3577FE80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7" y="2112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2" name="Line 31">
              <a:extLst>
                <a:ext uri="{FF2B5EF4-FFF2-40B4-BE49-F238E27FC236}">
                  <a16:creationId xmlns:a16="http://schemas.microsoft.com/office/drawing/2014/main" id="{E0B7AA00-5D41-442F-A3B1-ABB843B7E6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7" y="2352"/>
              <a:ext cx="5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3" name="Line 32">
              <a:extLst>
                <a:ext uri="{FF2B5EF4-FFF2-40B4-BE49-F238E27FC236}">
                  <a16:creationId xmlns:a16="http://schemas.microsoft.com/office/drawing/2014/main" id="{1C185ACD-3234-4414-B64C-53A7D8BE2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1" y="2112"/>
              <a:ext cx="0" cy="6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4" name="Line 33">
              <a:extLst>
                <a:ext uri="{FF2B5EF4-FFF2-40B4-BE49-F238E27FC236}">
                  <a16:creationId xmlns:a16="http://schemas.microsoft.com/office/drawing/2014/main" id="{D0561AFD-742E-4B51-AE4E-B22DB1B857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1" y="2736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5" name="Line 34">
              <a:extLst>
                <a:ext uri="{FF2B5EF4-FFF2-40B4-BE49-F238E27FC236}">
                  <a16:creationId xmlns:a16="http://schemas.microsoft.com/office/drawing/2014/main" id="{155CFEB5-4FBB-49C0-A43E-42420B9F42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" y="2352"/>
              <a:ext cx="0" cy="6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6" name="Line 35">
              <a:extLst>
                <a:ext uri="{FF2B5EF4-FFF2-40B4-BE49-F238E27FC236}">
                  <a16:creationId xmlns:a16="http://schemas.microsoft.com/office/drawing/2014/main" id="{0328525C-6B55-4E27-8050-749A73C8BD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" y="2976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7" name="Oval 36">
              <a:extLst>
                <a:ext uri="{FF2B5EF4-FFF2-40B4-BE49-F238E27FC236}">
                  <a16:creationId xmlns:a16="http://schemas.microsoft.com/office/drawing/2014/main" id="{17C8D90B-D0B8-4035-A122-ED1BD6785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084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8" name="Oval 37">
              <a:extLst>
                <a:ext uri="{FF2B5EF4-FFF2-40B4-BE49-F238E27FC236}">
                  <a16:creationId xmlns:a16="http://schemas.microsoft.com/office/drawing/2014/main" id="{441D9517-90F9-4458-83FD-DA6D5DDC5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2327"/>
              <a:ext cx="48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39" name="Line 38">
              <a:extLst>
                <a:ext uri="{FF2B5EF4-FFF2-40B4-BE49-F238E27FC236}">
                  <a16:creationId xmlns:a16="http://schemas.microsoft.com/office/drawing/2014/main" id="{720EBB7D-30C5-49C9-8C11-687AAF34F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3" y="2208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40" name="Line 39">
              <a:extLst>
                <a:ext uri="{FF2B5EF4-FFF2-40B4-BE49-F238E27FC236}">
                  <a16:creationId xmlns:a16="http://schemas.microsoft.com/office/drawing/2014/main" id="{41F65108-CC1F-4A1D-BFB9-BDA788281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8" y="2832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41" name="Text Box 40">
              <a:extLst>
                <a:ext uri="{FF2B5EF4-FFF2-40B4-BE49-F238E27FC236}">
                  <a16:creationId xmlns:a16="http://schemas.microsoft.com/office/drawing/2014/main" id="{80570725-A6A3-41AA-8738-63D6CD8952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2" y="2064"/>
              <a:ext cx="48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</a:p>
          </p:txBody>
        </p:sp>
        <p:sp>
          <p:nvSpPr>
            <p:cNvPr id="17442" name="Rectangle 41">
              <a:extLst>
                <a:ext uri="{FF2B5EF4-FFF2-40B4-BE49-F238E27FC236}">
                  <a16:creationId xmlns:a16="http://schemas.microsoft.com/office/drawing/2014/main" id="{F161B81E-FCED-4735-968A-12E6F3042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2688"/>
              <a:ext cx="27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&amp;</a:t>
              </a:r>
            </a:p>
          </p:txBody>
        </p:sp>
        <p:sp>
          <p:nvSpPr>
            <p:cNvPr id="17443" name="Rectangle 42">
              <a:extLst>
                <a:ext uri="{FF2B5EF4-FFF2-40B4-BE49-F238E27FC236}">
                  <a16:creationId xmlns:a16="http://schemas.microsoft.com/office/drawing/2014/main" id="{6A7E04F1-1B80-411A-917C-3B3B3E209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9" y="2032"/>
              <a:ext cx="241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44" name="Rectangle 43">
              <a:extLst>
                <a:ext uri="{FF2B5EF4-FFF2-40B4-BE49-F238E27FC236}">
                  <a16:creationId xmlns:a16="http://schemas.microsoft.com/office/drawing/2014/main" id="{522D0D56-70FF-4452-81FC-9D2B2D071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9" y="2656"/>
              <a:ext cx="278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45" name="Rectangle 44">
              <a:extLst>
                <a:ext uri="{FF2B5EF4-FFF2-40B4-BE49-F238E27FC236}">
                  <a16:creationId xmlns:a16="http://schemas.microsoft.com/office/drawing/2014/main" id="{EB95E642-10BE-461F-821F-344B91AFE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888"/>
              <a:ext cx="278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46" name="Rectangle 45">
              <a:extLst>
                <a:ext uri="{FF2B5EF4-FFF2-40B4-BE49-F238E27FC236}">
                  <a16:creationId xmlns:a16="http://schemas.microsoft.com/office/drawing/2014/main" id="{992E87C3-1CC8-42DD-A939-0D4010ADA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" y="2128"/>
              <a:ext cx="278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8526" name="Group 46">
            <a:extLst>
              <a:ext uri="{FF2B5EF4-FFF2-40B4-BE49-F238E27FC236}">
                <a16:creationId xmlns:a16="http://schemas.microsoft.com/office/drawing/2014/main" id="{91B16B50-11BF-4DE2-BF52-D32EAE294DFA}"/>
              </a:ext>
            </a:extLst>
          </p:cNvPr>
          <p:cNvGrpSpPr>
            <a:grpSpLocks/>
          </p:cNvGrpSpPr>
          <p:nvPr/>
        </p:nvGrpSpPr>
        <p:grpSpPr bwMode="auto">
          <a:xfrm>
            <a:off x="5157788" y="5064125"/>
            <a:ext cx="2840037" cy="1204913"/>
            <a:chOff x="3249" y="3190"/>
            <a:chExt cx="1789" cy="759"/>
          </a:xfrm>
        </p:grpSpPr>
        <p:sp>
          <p:nvSpPr>
            <p:cNvPr id="17418" name="Rectangle 47">
              <a:extLst>
                <a:ext uri="{FF2B5EF4-FFF2-40B4-BE49-F238E27FC236}">
                  <a16:creationId xmlns:a16="http://schemas.microsoft.com/office/drawing/2014/main" id="{CE2E39BA-CD3A-423B-9C87-B8A1AF4AE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3270"/>
              <a:ext cx="528" cy="67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99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19" name="Line 48">
              <a:extLst>
                <a:ext uri="{FF2B5EF4-FFF2-40B4-BE49-F238E27FC236}">
                  <a16:creationId xmlns:a16="http://schemas.microsoft.com/office/drawing/2014/main" id="{D55D4D32-7743-48E9-8B10-81F5EC85E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7" y="341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20" name="Line 49">
              <a:extLst>
                <a:ext uri="{FF2B5EF4-FFF2-40B4-BE49-F238E27FC236}">
                  <a16:creationId xmlns:a16="http://schemas.microsoft.com/office/drawing/2014/main" id="{E02B8935-ACC2-4494-B101-4DB68A50E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7" y="3798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21" name="Line 50">
              <a:extLst>
                <a:ext uri="{FF2B5EF4-FFF2-40B4-BE49-F238E27FC236}">
                  <a16:creationId xmlns:a16="http://schemas.microsoft.com/office/drawing/2014/main" id="{7EDA2A6F-2FE2-4B24-B8EB-B895558DEE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341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22" name="Line 51">
              <a:extLst>
                <a:ext uri="{FF2B5EF4-FFF2-40B4-BE49-F238E27FC236}">
                  <a16:creationId xmlns:a16="http://schemas.microsoft.com/office/drawing/2014/main" id="{9029ABCE-7589-42CF-804A-49A716C78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3798"/>
              <a:ext cx="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23" name="Rectangle 52">
              <a:extLst>
                <a:ext uri="{FF2B5EF4-FFF2-40B4-BE49-F238E27FC236}">
                  <a16:creationId xmlns:a16="http://schemas.microsoft.com/office/drawing/2014/main" id="{497F33AA-B6DD-484C-8444-08E83A07F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3190"/>
              <a:ext cx="278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24" name="Rectangle 53">
              <a:extLst>
                <a:ext uri="{FF2B5EF4-FFF2-40B4-BE49-F238E27FC236}">
                  <a16:creationId xmlns:a16="http://schemas.microsoft.com/office/drawing/2014/main" id="{999781C3-7F5E-4553-A754-B225E7FCE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3622"/>
              <a:ext cx="278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25" name="Rectangle 54">
              <a:extLst>
                <a:ext uri="{FF2B5EF4-FFF2-40B4-BE49-F238E27FC236}">
                  <a16:creationId xmlns:a16="http://schemas.microsoft.com/office/drawing/2014/main" id="{B9BD253B-D6CC-4C43-A0D6-165BB9477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" y="3222"/>
              <a:ext cx="259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26" name="Rectangle 55">
              <a:extLst>
                <a:ext uri="{FF2B5EF4-FFF2-40B4-BE49-F238E27FC236}">
                  <a16:creationId xmlns:a16="http://schemas.microsoft.com/office/drawing/2014/main" id="{E35534F3-6A52-4F34-B310-50EF5B4E7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0" y="3620"/>
              <a:ext cx="278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427" name="Rectangle 56">
              <a:extLst>
                <a:ext uri="{FF2B5EF4-FFF2-40B4-BE49-F238E27FC236}">
                  <a16:creationId xmlns:a16="http://schemas.microsoft.com/office/drawing/2014/main" id="{EB5DF199-1D6D-4929-8CD9-F724E277C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3654"/>
              <a:ext cx="40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CO</a:t>
              </a:r>
            </a:p>
          </p:txBody>
        </p:sp>
        <p:sp>
          <p:nvSpPr>
            <p:cNvPr id="17428" name="Text Box 57">
              <a:extLst>
                <a:ext uri="{FF2B5EF4-FFF2-40B4-BE49-F238E27FC236}">
                  <a16:creationId xmlns:a16="http://schemas.microsoft.com/office/drawing/2014/main" id="{1814CF3B-16A5-4BE0-818D-7220D3324C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7" y="3414"/>
              <a:ext cx="48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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579388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8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8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48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148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85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85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8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48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483" grpId="0" animBg="1" autoUpdateAnimBg="0"/>
      <p:bldP spid="148484" grpId="0" animBg="1" autoUpdateAnimBg="0"/>
      <p:bldP spid="148485" grpId="0" autoUpdateAnimBg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2">
            <a:extLst>
              <a:ext uri="{FF2B5EF4-FFF2-40B4-BE49-F238E27FC236}">
                <a16:creationId xmlns:a16="http://schemas.microsoft.com/office/drawing/2014/main" id="{F15CBE3F-848F-4F82-BC2C-20B5164E0B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0513" y="360363"/>
            <a:ext cx="2303462" cy="498475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kumimoji="0" lang="en-US" altLang="zh-CN" sz="2800" b="1" dirty="0">
                <a:solidFill>
                  <a:schemeClr val="tx1"/>
                </a:solidFill>
              </a:rPr>
              <a:t>2</a:t>
            </a:r>
            <a:r>
              <a:rPr kumimoji="0" lang="zh-CN" altLang="en-US" sz="2800" b="1" dirty="0">
                <a:solidFill>
                  <a:schemeClr val="tx1"/>
                </a:solidFill>
              </a:rPr>
              <a:t>、全加器</a:t>
            </a:r>
          </a:p>
        </p:txBody>
      </p:sp>
      <p:grpSp>
        <p:nvGrpSpPr>
          <p:cNvPr id="149507" name="Group 3">
            <a:extLst>
              <a:ext uri="{FF2B5EF4-FFF2-40B4-BE49-F238E27FC236}">
                <a16:creationId xmlns:a16="http://schemas.microsoft.com/office/drawing/2014/main" id="{30D399D5-3085-4658-9B40-0D14E88062A2}"/>
              </a:ext>
            </a:extLst>
          </p:cNvPr>
          <p:cNvGrpSpPr>
            <a:grpSpLocks/>
          </p:cNvGrpSpPr>
          <p:nvPr/>
        </p:nvGrpSpPr>
        <p:grpSpPr bwMode="auto">
          <a:xfrm>
            <a:off x="4025900" y="2151063"/>
            <a:ext cx="4238625" cy="1554162"/>
            <a:chOff x="277" y="1664"/>
            <a:chExt cx="2670" cy="979"/>
          </a:xfrm>
        </p:grpSpPr>
        <p:sp>
          <p:nvSpPr>
            <p:cNvPr id="18504" name="Rectangle 4">
              <a:extLst>
                <a:ext uri="{FF2B5EF4-FFF2-40B4-BE49-F238E27FC236}">
                  <a16:creationId xmlns:a16="http://schemas.microsoft.com/office/drawing/2014/main" id="{8A623092-2693-4CBB-994C-3B8C3BA3F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1" y="1739"/>
              <a:ext cx="666" cy="889"/>
            </a:xfrm>
            <a:prstGeom prst="rect">
              <a:avLst/>
            </a:prstGeom>
            <a:noFill/>
            <a:ln w="38100" cap="sq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99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8505" name="Line 5">
              <a:extLst>
                <a:ext uri="{FF2B5EF4-FFF2-40B4-BE49-F238E27FC236}">
                  <a16:creationId xmlns:a16="http://schemas.microsoft.com/office/drawing/2014/main" id="{550DC4DE-859A-4F13-B53D-A47734DAD6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" y="1895"/>
              <a:ext cx="588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506" name="Line 6">
              <a:extLst>
                <a:ext uri="{FF2B5EF4-FFF2-40B4-BE49-F238E27FC236}">
                  <a16:creationId xmlns:a16="http://schemas.microsoft.com/office/drawing/2014/main" id="{969B4EF3-0148-42D7-8820-4FFE6011A8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8" y="2224"/>
              <a:ext cx="588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507" name="Text Box 7">
              <a:extLst>
                <a:ext uri="{FF2B5EF4-FFF2-40B4-BE49-F238E27FC236}">
                  <a16:creationId xmlns:a16="http://schemas.microsoft.com/office/drawing/2014/main" id="{BF96B5A8-766F-44FB-90D0-D3CF1A2E47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18" y="1780"/>
              <a:ext cx="230" cy="250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  <a:sym typeface="Symbol" panose="05050102010706020507" pitchFamily="18" charset="2"/>
                </a:rPr>
                <a:t></a:t>
              </a:r>
              <a:endParaRPr kumimoji="1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8508" name="Text Box 8">
              <a:extLst>
                <a:ext uri="{FF2B5EF4-FFF2-40B4-BE49-F238E27FC236}">
                  <a16:creationId xmlns:a16="http://schemas.microsoft.com/office/drawing/2014/main" id="{EF1C594E-6FAA-418E-9C75-729E0A5D68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1" y="2340"/>
              <a:ext cx="404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CO</a:t>
              </a:r>
            </a:p>
          </p:txBody>
        </p:sp>
        <p:grpSp>
          <p:nvGrpSpPr>
            <p:cNvPr id="18509" name="Group 9">
              <a:extLst>
                <a:ext uri="{FF2B5EF4-FFF2-40B4-BE49-F238E27FC236}">
                  <a16:creationId xmlns:a16="http://schemas.microsoft.com/office/drawing/2014/main" id="{0197BD7C-D5FB-430C-9C87-52B200F0DF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81" y="1953"/>
              <a:ext cx="603" cy="504"/>
              <a:chOff x="1981" y="1953"/>
              <a:chExt cx="603" cy="504"/>
            </a:xfrm>
          </p:grpSpPr>
          <p:sp>
            <p:nvSpPr>
              <p:cNvPr id="18518" name="Line 10">
                <a:extLst>
                  <a:ext uri="{FF2B5EF4-FFF2-40B4-BE49-F238E27FC236}">
                    <a16:creationId xmlns:a16="http://schemas.microsoft.com/office/drawing/2014/main" id="{18CB704C-AC6C-413B-AB65-6C12E1D9CA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6" y="2457"/>
                <a:ext cx="58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8519" name="Line 11">
                <a:extLst>
                  <a:ext uri="{FF2B5EF4-FFF2-40B4-BE49-F238E27FC236}">
                    <a16:creationId xmlns:a16="http://schemas.microsoft.com/office/drawing/2014/main" id="{8AD6C665-5AAE-483B-B847-BD5314A453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81" y="1953"/>
                <a:ext cx="58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8510" name="Text Box 12">
              <a:extLst>
                <a:ext uri="{FF2B5EF4-FFF2-40B4-BE49-F238E27FC236}">
                  <a16:creationId xmlns:a16="http://schemas.microsoft.com/office/drawing/2014/main" id="{E1C738A9-5AAD-48B7-9EC6-BC2F3D75D9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6" y="2288"/>
              <a:ext cx="363" cy="327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n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8511" name="Text Box 13">
              <a:extLst>
                <a:ext uri="{FF2B5EF4-FFF2-40B4-BE49-F238E27FC236}">
                  <a16:creationId xmlns:a16="http://schemas.microsoft.com/office/drawing/2014/main" id="{02CD6801-DC8F-4123-8A59-BAD4972D5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" y="1664"/>
              <a:ext cx="363" cy="327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n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8512" name="Text Box 14">
              <a:extLst>
                <a:ext uri="{FF2B5EF4-FFF2-40B4-BE49-F238E27FC236}">
                  <a16:creationId xmlns:a16="http://schemas.microsoft.com/office/drawing/2014/main" id="{E0F0E3B9-9DA0-4340-BF31-D339DE992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" y="1976"/>
              <a:ext cx="363" cy="327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n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8513" name="Text Box 15">
              <a:extLst>
                <a:ext uri="{FF2B5EF4-FFF2-40B4-BE49-F238E27FC236}">
                  <a16:creationId xmlns:a16="http://schemas.microsoft.com/office/drawing/2014/main" id="{A01F74FF-712B-447D-8683-A00CA13540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7" y="2340"/>
              <a:ext cx="116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8514" name="Text Box 16">
              <a:extLst>
                <a:ext uri="{FF2B5EF4-FFF2-40B4-BE49-F238E27FC236}">
                  <a16:creationId xmlns:a16="http://schemas.microsoft.com/office/drawing/2014/main" id="{7A7ADF63-5AF7-4099-BCDC-96E53C22C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9" y="1759"/>
              <a:ext cx="338" cy="327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n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8515" name="Line 17">
              <a:extLst>
                <a:ext uri="{FF2B5EF4-FFF2-40B4-BE49-F238E27FC236}">
                  <a16:creationId xmlns:a16="http://schemas.microsoft.com/office/drawing/2014/main" id="{851E7BB6-A6ED-4720-93BA-1081BA7925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4" y="2486"/>
              <a:ext cx="588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516" name="Text Box 18">
              <a:extLst>
                <a:ext uri="{FF2B5EF4-FFF2-40B4-BE49-F238E27FC236}">
                  <a16:creationId xmlns:a16="http://schemas.microsoft.com/office/drawing/2014/main" id="{0DF1116C-D817-4AC0-B8CF-710EC3B002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" y="2275"/>
              <a:ext cx="490" cy="327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n-1</a:t>
              </a:r>
            </a:p>
          </p:txBody>
        </p:sp>
        <p:sp>
          <p:nvSpPr>
            <p:cNvPr id="18517" name="Text Box 19">
              <a:extLst>
                <a:ext uri="{FF2B5EF4-FFF2-40B4-BE49-F238E27FC236}">
                  <a16:creationId xmlns:a16="http://schemas.microsoft.com/office/drawing/2014/main" id="{D2017316-3859-48EB-9ECD-233C5F398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2" y="2355"/>
              <a:ext cx="52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CI</a:t>
              </a:r>
            </a:p>
          </p:txBody>
        </p:sp>
      </p:grpSp>
      <p:sp>
        <p:nvSpPr>
          <p:cNvPr id="149524" name="Text Box 20">
            <a:extLst>
              <a:ext uri="{FF2B5EF4-FFF2-40B4-BE49-F238E27FC236}">
                <a16:creationId xmlns:a16="http://schemas.microsoft.com/office/drawing/2014/main" id="{75A84E92-45C1-479A-B085-CC839190E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600" y="1165225"/>
            <a:ext cx="8302625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被加数、加数以及低位的进位三者相加称为“全加”</a:t>
            </a:r>
          </a:p>
        </p:txBody>
      </p:sp>
      <p:sp>
        <p:nvSpPr>
          <p:cNvPr id="149525" name="Text Box 21">
            <a:extLst>
              <a:ext uri="{FF2B5EF4-FFF2-40B4-BE49-F238E27FC236}">
                <a16:creationId xmlns:a16="http://schemas.microsoft.com/office/drawing/2014/main" id="{72D2A2CC-DCB5-4AA7-88E6-CD5675563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7950" y="1801813"/>
            <a:ext cx="1752600" cy="519112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Georgia" panose="02040502050405020303" pitchFamily="18" charset="0"/>
                <a:ea typeface="宋体" panose="02010600030101010101" pitchFamily="2" charset="-122"/>
                <a:cs typeface="+mn-cs"/>
              </a:rPr>
              <a:t>真值表</a:t>
            </a:r>
          </a:p>
        </p:txBody>
      </p:sp>
      <p:grpSp>
        <p:nvGrpSpPr>
          <p:cNvPr id="149526" name="Group 22">
            <a:extLst>
              <a:ext uri="{FF2B5EF4-FFF2-40B4-BE49-F238E27FC236}">
                <a16:creationId xmlns:a16="http://schemas.microsoft.com/office/drawing/2014/main" id="{BB4D8AA2-84FE-4238-886A-7CCFE8139F03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4022725"/>
            <a:ext cx="1219200" cy="2371725"/>
            <a:chOff x="1998" y="2340"/>
            <a:chExt cx="768" cy="1494"/>
          </a:xfrm>
        </p:grpSpPr>
        <p:sp>
          <p:nvSpPr>
            <p:cNvPr id="18492" name="Rectangle 23">
              <a:extLst>
                <a:ext uri="{FF2B5EF4-FFF2-40B4-BE49-F238E27FC236}">
                  <a16:creationId xmlns:a16="http://schemas.microsoft.com/office/drawing/2014/main" id="{278A4CA2-DB2D-49B8-8886-4DDB88332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3585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93" name="Rectangle 24">
              <a:extLst>
                <a:ext uri="{FF2B5EF4-FFF2-40B4-BE49-F238E27FC236}">
                  <a16:creationId xmlns:a16="http://schemas.microsoft.com/office/drawing/2014/main" id="{EFA1A7B9-54D4-43CE-B8BE-A1CF354D0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3585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94" name="Rectangle 25">
              <a:extLst>
                <a:ext uri="{FF2B5EF4-FFF2-40B4-BE49-F238E27FC236}">
                  <a16:creationId xmlns:a16="http://schemas.microsoft.com/office/drawing/2014/main" id="{B8B820D5-B477-4D13-AAB1-5613AF3E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3336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95" name="Rectangle 26">
              <a:extLst>
                <a:ext uri="{FF2B5EF4-FFF2-40B4-BE49-F238E27FC236}">
                  <a16:creationId xmlns:a16="http://schemas.microsoft.com/office/drawing/2014/main" id="{9FE5C4D8-D9D9-4744-87AA-9351AD74C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3336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96" name="Rectangle 27">
              <a:extLst>
                <a:ext uri="{FF2B5EF4-FFF2-40B4-BE49-F238E27FC236}">
                  <a16:creationId xmlns:a16="http://schemas.microsoft.com/office/drawing/2014/main" id="{472E7F48-D592-4F10-A70E-21C68E11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3087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97" name="Rectangle 28">
              <a:extLst>
                <a:ext uri="{FF2B5EF4-FFF2-40B4-BE49-F238E27FC236}">
                  <a16:creationId xmlns:a16="http://schemas.microsoft.com/office/drawing/2014/main" id="{350024EE-4448-45A1-8DF8-C365D06F4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3087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98" name="Rectangle 29">
              <a:extLst>
                <a:ext uri="{FF2B5EF4-FFF2-40B4-BE49-F238E27FC236}">
                  <a16:creationId xmlns:a16="http://schemas.microsoft.com/office/drawing/2014/main" id="{03A67802-0285-4558-8C8E-3288A89CF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838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99" name="Rectangle 30">
              <a:extLst>
                <a:ext uri="{FF2B5EF4-FFF2-40B4-BE49-F238E27FC236}">
                  <a16:creationId xmlns:a16="http://schemas.microsoft.com/office/drawing/2014/main" id="{F116F29D-9BBC-4EEE-9EAE-78173509E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2838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500" name="Rectangle 31">
              <a:extLst>
                <a:ext uri="{FF2B5EF4-FFF2-40B4-BE49-F238E27FC236}">
                  <a16:creationId xmlns:a16="http://schemas.microsoft.com/office/drawing/2014/main" id="{36F2188A-E1D9-429E-8563-1D5AC7D2C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589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501" name="Rectangle 32">
              <a:extLst>
                <a:ext uri="{FF2B5EF4-FFF2-40B4-BE49-F238E27FC236}">
                  <a16:creationId xmlns:a16="http://schemas.microsoft.com/office/drawing/2014/main" id="{908A5143-5A78-4FBB-BB73-594A048EE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2589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502" name="Rectangle 33">
              <a:extLst>
                <a:ext uri="{FF2B5EF4-FFF2-40B4-BE49-F238E27FC236}">
                  <a16:creationId xmlns:a16="http://schemas.microsoft.com/office/drawing/2014/main" id="{F76D0764-F38A-4251-9DF5-B4FBDB267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340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503" name="Rectangle 34">
              <a:extLst>
                <a:ext uri="{FF2B5EF4-FFF2-40B4-BE49-F238E27FC236}">
                  <a16:creationId xmlns:a16="http://schemas.microsoft.com/office/drawing/2014/main" id="{BB1D5000-CF23-4E59-BB2F-290A4E48D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2340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149539" name="Group 35">
            <a:extLst>
              <a:ext uri="{FF2B5EF4-FFF2-40B4-BE49-F238E27FC236}">
                <a16:creationId xmlns:a16="http://schemas.microsoft.com/office/drawing/2014/main" id="{4891B3D3-1136-4ED2-A538-77D5A577C272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3611563"/>
            <a:ext cx="1219200" cy="395287"/>
            <a:chOff x="1998" y="2091"/>
            <a:chExt cx="768" cy="249"/>
          </a:xfrm>
        </p:grpSpPr>
        <p:sp>
          <p:nvSpPr>
            <p:cNvPr id="18490" name="Rectangle 36">
              <a:extLst>
                <a:ext uri="{FF2B5EF4-FFF2-40B4-BE49-F238E27FC236}">
                  <a16:creationId xmlns:a16="http://schemas.microsoft.com/office/drawing/2014/main" id="{46C1DC5C-F72F-4F22-ACAE-AC5453DCA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091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91" name="Rectangle 37">
              <a:extLst>
                <a:ext uri="{FF2B5EF4-FFF2-40B4-BE49-F238E27FC236}">
                  <a16:creationId xmlns:a16="http://schemas.microsoft.com/office/drawing/2014/main" id="{E612C010-FBFE-49FD-9B5D-ECC078EA0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2091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149542" name="Group 38">
            <a:extLst>
              <a:ext uri="{FF2B5EF4-FFF2-40B4-BE49-F238E27FC236}">
                <a16:creationId xmlns:a16="http://schemas.microsoft.com/office/drawing/2014/main" id="{EE8DC771-3DC3-430D-917D-AEF1A360F9F7}"/>
              </a:ext>
            </a:extLst>
          </p:cNvPr>
          <p:cNvGrpSpPr>
            <a:grpSpLocks/>
          </p:cNvGrpSpPr>
          <p:nvPr/>
        </p:nvGrpSpPr>
        <p:grpSpPr bwMode="auto">
          <a:xfrm>
            <a:off x="2346325" y="3236913"/>
            <a:ext cx="1219200" cy="395287"/>
            <a:chOff x="1998" y="1842"/>
            <a:chExt cx="768" cy="249"/>
          </a:xfrm>
        </p:grpSpPr>
        <p:sp>
          <p:nvSpPr>
            <p:cNvPr id="18488" name="Rectangle 39">
              <a:extLst>
                <a:ext uri="{FF2B5EF4-FFF2-40B4-BE49-F238E27FC236}">
                  <a16:creationId xmlns:a16="http://schemas.microsoft.com/office/drawing/2014/main" id="{33713502-B743-435A-8176-8D0AC73DA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1842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89" name="Rectangle 40">
              <a:extLst>
                <a:ext uri="{FF2B5EF4-FFF2-40B4-BE49-F238E27FC236}">
                  <a16:creationId xmlns:a16="http://schemas.microsoft.com/office/drawing/2014/main" id="{D18BD26E-E318-4C69-8DFD-7D38CEA49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1842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149545" name="Group 41">
            <a:extLst>
              <a:ext uri="{FF2B5EF4-FFF2-40B4-BE49-F238E27FC236}">
                <a16:creationId xmlns:a16="http://schemas.microsoft.com/office/drawing/2014/main" id="{209BA704-D869-4ECE-BE98-1554FD075AB2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2536825"/>
            <a:ext cx="2971800" cy="3862388"/>
            <a:chOff x="385" y="1598"/>
            <a:chExt cx="1872" cy="2433"/>
          </a:xfrm>
        </p:grpSpPr>
        <p:sp>
          <p:nvSpPr>
            <p:cNvPr id="18443" name="Rectangle 42">
              <a:extLst>
                <a:ext uri="{FF2B5EF4-FFF2-40B4-BE49-F238E27FC236}">
                  <a16:creationId xmlns:a16="http://schemas.microsoft.com/office/drawing/2014/main" id="{375F1222-ACEF-4851-B56C-32EED89E8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782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44" name="Rectangle 43">
              <a:extLst>
                <a:ext uri="{FF2B5EF4-FFF2-40B4-BE49-F238E27FC236}">
                  <a16:creationId xmlns:a16="http://schemas.microsoft.com/office/drawing/2014/main" id="{52079463-4DDC-4313-B540-70D748306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3782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45" name="Rectangle 44">
              <a:extLst>
                <a:ext uri="{FF2B5EF4-FFF2-40B4-BE49-F238E27FC236}">
                  <a16:creationId xmlns:a16="http://schemas.microsoft.com/office/drawing/2014/main" id="{05AB30F1-2C48-4DDF-B039-692913FA0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" y="3782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46" name="Rectangle 45">
              <a:extLst>
                <a:ext uri="{FF2B5EF4-FFF2-40B4-BE49-F238E27FC236}">
                  <a16:creationId xmlns:a16="http://schemas.microsoft.com/office/drawing/2014/main" id="{5AD5CA5C-C2C3-4568-B546-181D823D7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533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47" name="Rectangle 46">
              <a:extLst>
                <a:ext uri="{FF2B5EF4-FFF2-40B4-BE49-F238E27FC236}">
                  <a16:creationId xmlns:a16="http://schemas.microsoft.com/office/drawing/2014/main" id="{185FAE40-3267-416E-8801-AF740EC82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3533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48" name="Rectangle 47">
              <a:extLst>
                <a:ext uri="{FF2B5EF4-FFF2-40B4-BE49-F238E27FC236}">
                  <a16:creationId xmlns:a16="http://schemas.microsoft.com/office/drawing/2014/main" id="{1947A2B6-4035-4578-85F1-F9E3FC430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" y="3533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49" name="Rectangle 48">
              <a:extLst>
                <a:ext uri="{FF2B5EF4-FFF2-40B4-BE49-F238E27FC236}">
                  <a16:creationId xmlns:a16="http://schemas.microsoft.com/office/drawing/2014/main" id="{38905841-FF79-4087-B618-8E3F7211A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284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50" name="Rectangle 49">
              <a:extLst>
                <a:ext uri="{FF2B5EF4-FFF2-40B4-BE49-F238E27FC236}">
                  <a16:creationId xmlns:a16="http://schemas.microsoft.com/office/drawing/2014/main" id="{5A4FF7D8-4537-4F94-956F-951819732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3284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51" name="Rectangle 50">
              <a:extLst>
                <a:ext uri="{FF2B5EF4-FFF2-40B4-BE49-F238E27FC236}">
                  <a16:creationId xmlns:a16="http://schemas.microsoft.com/office/drawing/2014/main" id="{6605F3B1-8FA1-4486-B34D-29D68938A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" y="3284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52" name="Rectangle 51">
              <a:extLst>
                <a:ext uri="{FF2B5EF4-FFF2-40B4-BE49-F238E27FC236}">
                  <a16:creationId xmlns:a16="http://schemas.microsoft.com/office/drawing/2014/main" id="{2225A6CC-5401-4796-885C-32313FE35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035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53" name="Rectangle 52">
              <a:extLst>
                <a:ext uri="{FF2B5EF4-FFF2-40B4-BE49-F238E27FC236}">
                  <a16:creationId xmlns:a16="http://schemas.microsoft.com/office/drawing/2014/main" id="{6229D7D7-C994-4D62-B477-5C35B3972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3035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54" name="Rectangle 53">
              <a:extLst>
                <a:ext uri="{FF2B5EF4-FFF2-40B4-BE49-F238E27FC236}">
                  <a16:creationId xmlns:a16="http://schemas.microsoft.com/office/drawing/2014/main" id="{9A846075-9C4A-46BE-B636-58096A4E0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" y="3035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55" name="Rectangle 54">
              <a:extLst>
                <a:ext uri="{FF2B5EF4-FFF2-40B4-BE49-F238E27FC236}">
                  <a16:creationId xmlns:a16="http://schemas.microsoft.com/office/drawing/2014/main" id="{1F6452AA-3090-4620-B9B8-BEBF1BE6A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2786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56" name="Rectangle 55">
              <a:extLst>
                <a:ext uri="{FF2B5EF4-FFF2-40B4-BE49-F238E27FC236}">
                  <a16:creationId xmlns:a16="http://schemas.microsoft.com/office/drawing/2014/main" id="{F7455469-9DAA-4EC5-89E7-15F3881A4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2786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57" name="Rectangle 56">
              <a:extLst>
                <a:ext uri="{FF2B5EF4-FFF2-40B4-BE49-F238E27FC236}">
                  <a16:creationId xmlns:a16="http://schemas.microsoft.com/office/drawing/2014/main" id="{8101F9F3-AA73-47EB-A3DC-4BE36E94A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" y="2786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58" name="Rectangle 57">
              <a:extLst>
                <a:ext uri="{FF2B5EF4-FFF2-40B4-BE49-F238E27FC236}">
                  <a16:creationId xmlns:a16="http://schemas.microsoft.com/office/drawing/2014/main" id="{2EB071C9-4844-49D6-9179-8F5E50305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2537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59" name="Rectangle 58">
              <a:extLst>
                <a:ext uri="{FF2B5EF4-FFF2-40B4-BE49-F238E27FC236}">
                  <a16:creationId xmlns:a16="http://schemas.microsoft.com/office/drawing/2014/main" id="{99825AF1-0E35-449B-BEE2-D9A01E02B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2537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60" name="Rectangle 59">
              <a:extLst>
                <a:ext uri="{FF2B5EF4-FFF2-40B4-BE49-F238E27FC236}">
                  <a16:creationId xmlns:a16="http://schemas.microsoft.com/office/drawing/2014/main" id="{B9B821A4-EE14-4E5F-A48B-087C671EF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" y="2537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61" name="Rectangle 60">
              <a:extLst>
                <a:ext uri="{FF2B5EF4-FFF2-40B4-BE49-F238E27FC236}">
                  <a16:creationId xmlns:a16="http://schemas.microsoft.com/office/drawing/2014/main" id="{DDD2158F-95F5-4008-BA3E-50807BE94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2288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8462" name="Rectangle 61">
              <a:extLst>
                <a:ext uri="{FF2B5EF4-FFF2-40B4-BE49-F238E27FC236}">
                  <a16:creationId xmlns:a16="http://schemas.microsoft.com/office/drawing/2014/main" id="{1E967D34-F0CA-4772-80BA-EC683F018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2288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63" name="Rectangle 62">
              <a:extLst>
                <a:ext uri="{FF2B5EF4-FFF2-40B4-BE49-F238E27FC236}">
                  <a16:creationId xmlns:a16="http://schemas.microsoft.com/office/drawing/2014/main" id="{268BCF3E-D567-4A8D-A5BE-9758E3EB8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" y="2288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64" name="Rectangle 63">
              <a:extLst>
                <a:ext uri="{FF2B5EF4-FFF2-40B4-BE49-F238E27FC236}">
                  <a16:creationId xmlns:a16="http://schemas.microsoft.com/office/drawing/2014/main" id="{C5897785-CBAD-433A-8419-33D5CF490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2039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65" name="Rectangle 64">
              <a:extLst>
                <a:ext uri="{FF2B5EF4-FFF2-40B4-BE49-F238E27FC236}">
                  <a16:creationId xmlns:a16="http://schemas.microsoft.com/office/drawing/2014/main" id="{5A98DB5F-1DD3-4A2C-9F48-3BC3CAB6B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2039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66" name="Rectangle 65">
              <a:extLst>
                <a:ext uri="{FF2B5EF4-FFF2-40B4-BE49-F238E27FC236}">
                  <a16:creationId xmlns:a16="http://schemas.microsoft.com/office/drawing/2014/main" id="{EAE2A955-DED0-4C74-9E8A-63CF6B7CB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" y="2039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8467" name="Rectangle 66">
              <a:extLst>
                <a:ext uri="{FF2B5EF4-FFF2-40B4-BE49-F238E27FC236}">
                  <a16:creationId xmlns:a16="http://schemas.microsoft.com/office/drawing/2014/main" id="{DAB54781-6F94-416E-8281-5874DDBE3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1697"/>
              <a:ext cx="374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</a:t>
              </a:r>
              <a:r>
                <a:rPr kumimoji="1" lang="en-US" altLang="zh-CN" sz="24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18468" name="Rectangle 67">
              <a:extLst>
                <a:ext uri="{FF2B5EF4-FFF2-40B4-BE49-F238E27FC236}">
                  <a16:creationId xmlns:a16="http://schemas.microsoft.com/office/drawing/2014/main" id="{FD816601-A797-401D-9FA1-88F89BF7C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697"/>
              <a:ext cx="394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4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18469" name="Rectangle 68">
              <a:extLst>
                <a:ext uri="{FF2B5EF4-FFF2-40B4-BE49-F238E27FC236}">
                  <a16:creationId xmlns:a16="http://schemas.microsoft.com/office/drawing/2014/main" id="{AF6AD97E-3949-4C76-86D0-F4C7979B1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" y="1697"/>
              <a:ext cx="529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</a:t>
              </a:r>
              <a:r>
                <a:rPr kumimoji="1" lang="en-US" altLang="zh-CN" sz="24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n-1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8470" name="Rectangle 69">
              <a:extLst>
                <a:ext uri="{FF2B5EF4-FFF2-40B4-BE49-F238E27FC236}">
                  <a16:creationId xmlns:a16="http://schemas.microsoft.com/office/drawing/2014/main" id="{002C58EE-007A-40C7-9651-716089791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1697"/>
              <a:ext cx="394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8471" name="Rectangle 70">
              <a:extLst>
                <a:ext uri="{FF2B5EF4-FFF2-40B4-BE49-F238E27FC236}">
                  <a16:creationId xmlns:a16="http://schemas.microsoft.com/office/drawing/2014/main" id="{452CB06C-9ECB-43C0-9D7E-D8425FC56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" y="1697"/>
              <a:ext cx="374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X</a:t>
              </a:r>
              <a:r>
                <a:rPr kumimoji="1" lang="en-US" altLang="zh-CN" sz="2400" b="1" i="0" u="none" strike="noStrike" kern="1200" cap="none" spc="0" normalizeH="0" baseline="-30000" noProof="0" dirty="0" err="1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8472" name="Line 71">
              <a:extLst>
                <a:ext uri="{FF2B5EF4-FFF2-40B4-BE49-F238E27FC236}">
                  <a16:creationId xmlns:a16="http://schemas.microsoft.com/office/drawing/2014/main" id="{682390D8-CB2E-452F-9781-2FF4ABED93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1598"/>
              <a:ext cx="1872" cy="0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73" name="Line 72">
              <a:extLst>
                <a:ext uri="{FF2B5EF4-FFF2-40B4-BE49-F238E27FC236}">
                  <a16:creationId xmlns:a16="http://schemas.microsoft.com/office/drawing/2014/main" id="{2F0C3744-550B-4389-A34E-E854582B0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2083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74" name="Line 73">
              <a:extLst>
                <a:ext uri="{FF2B5EF4-FFF2-40B4-BE49-F238E27FC236}">
                  <a16:creationId xmlns:a16="http://schemas.microsoft.com/office/drawing/2014/main" id="{00275D20-3C2D-4647-B53A-95D18B49D0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2288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75" name="Line 74">
              <a:extLst>
                <a:ext uri="{FF2B5EF4-FFF2-40B4-BE49-F238E27FC236}">
                  <a16:creationId xmlns:a16="http://schemas.microsoft.com/office/drawing/2014/main" id="{B73F936B-3C2E-44CE-9329-AE7C812464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2537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76" name="Line 75">
              <a:extLst>
                <a:ext uri="{FF2B5EF4-FFF2-40B4-BE49-F238E27FC236}">
                  <a16:creationId xmlns:a16="http://schemas.microsoft.com/office/drawing/2014/main" id="{331E7A67-280C-45E0-B0A9-85DF75730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2786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77" name="Line 76">
              <a:extLst>
                <a:ext uri="{FF2B5EF4-FFF2-40B4-BE49-F238E27FC236}">
                  <a16:creationId xmlns:a16="http://schemas.microsoft.com/office/drawing/2014/main" id="{697C90E0-5572-4621-A2F0-285F9E7D43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3035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78" name="Line 77">
              <a:extLst>
                <a:ext uri="{FF2B5EF4-FFF2-40B4-BE49-F238E27FC236}">
                  <a16:creationId xmlns:a16="http://schemas.microsoft.com/office/drawing/2014/main" id="{6150EE43-5D52-4675-9B8D-4385C673D0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3284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79" name="Line 78">
              <a:extLst>
                <a:ext uri="{FF2B5EF4-FFF2-40B4-BE49-F238E27FC236}">
                  <a16:creationId xmlns:a16="http://schemas.microsoft.com/office/drawing/2014/main" id="{900D673F-07C6-48CD-BCB7-43B3E301A5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3533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80" name="Line 79">
              <a:extLst>
                <a:ext uri="{FF2B5EF4-FFF2-40B4-BE49-F238E27FC236}">
                  <a16:creationId xmlns:a16="http://schemas.microsoft.com/office/drawing/2014/main" id="{8D65ADAD-8342-4FE0-A96D-7FDA4FBAB4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3782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81" name="Line 80">
              <a:extLst>
                <a:ext uri="{FF2B5EF4-FFF2-40B4-BE49-F238E27FC236}">
                  <a16:creationId xmlns:a16="http://schemas.microsoft.com/office/drawing/2014/main" id="{FFF7086B-C4A1-408E-8C3C-D8DA9B6B0E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4031"/>
              <a:ext cx="1872" cy="0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82" name="Line 81">
              <a:extLst>
                <a:ext uri="{FF2B5EF4-FFF2-40B4-BE49-F238E27FC236}">
                  <a16:creationId xmlns:a16="http://schemas.microsoft.com/office/drawing/2014/main" id="{14CB4173-F136-4897-8CED-B2D9660A86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" y="1598"/>
              <a:ext cx="0" cy="2433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83" name="Line 82">
              <a:extLst>
                <a:ext uri="{FF2B5EF4-FFF2-40B4-BE49-F238E27FC236}">
                  <a16:creationId xmlns:a16="http://schemas.microsoft.com/office/drawing/2014/main" id="{1E197766-EDC6-46F8-B080-238AF06FC8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" y="1598"/>
              <a:ext cx="0" cy="2433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84" name="Line 83">
              <a:extLst>
                <a:ext uri="{FF2B5EF4-FFF2-40B4-BE49-F238E27FC236}">
                  <a16:creationId xmlns:a16="http://schemas.microsoft.com/office/drawing/2014/main" id="{72967AA7-60B6-4660-97F4-9D80E350C7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3" y="1598"/>
              <a:ext cx="0" cy="2433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85" name="Line 84">
              <a:extLst>
                <a:ext uri="{FF2B5EF4-FFF2-40B4-BE49-F238E27FC236}">
                  <a16:creationId xmlns:a16="http://schemas.microsoft.com/office/drawing/2014/main" id="{891518F0-E0FD-4F7B-A14D-267A7C8F8C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9" y="1598"/>
              <a:ext cx="0" cy="2433"/>
            </a:xfrm>
            <a:prstGeom prst="line">
              <a:avLst/>
            </a:prstGeom>
            <a:noFill/>
            <a:ln w="41275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86" name="Line 85">
              <a:extLst>
                <a:ext uri="{FF2B5EF4-FFF2-40B4-BE49-F238E27FC236}">
                  <a16:creationId xmlns:a16="http://schemas.microsoft.com/office/drawing/2014/main" id="{DDCE34E0-9B9E-46B9-AE5B-4D356C103C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3" y="1598"/>
              <a:ext cx="0" cy="2433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487" name="Line 86">
              <a:extLst>
                <a:ext uri="{FF2B5EF4-FFF2-40B4-BE49-F238E27FC236}">
                  <a16:creationId xmlns:a16="http://schemas.microsoft.com/office/drawing/2014/main" id="{9F34B810-36BB-400A-A492-D2C585ABDA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7" y="1598"/>
              <a:ext cx="0" cy="2433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49591" name="Text Box 87">
            <a:extLst>
              <a:ext uri="{FF2B5EF4-FFF2-40B4-BE49-F238E27FC236}">
                <a16:creationId xmlns:a16="http://schemas.microsoft.com/office/drawing/2014/main" id="{1D8B4029-1A48-4E9C-BB63-9D54A25B4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9588" y="4768850"/>
            <a:ext cx="4052887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全减器的真值表如何？</a:t>
            </a:r>
          </a:p>
        </p:txBody>
      </p:sp>
    </p:spTree>
    <p:extLst>
      <p:ext uri="{BB962C8B-B14F-4D97-AF65-F5344CB8AC3E}">
        <p14:creationId xmlns:p14="http://schemas.microsoft.com/office/powerpoint/2010/main" val="416702160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9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9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9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149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95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95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9" dur="500"/>
                                        <p:tgtEl>
                                          <p:spTgt spid="149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49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49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49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495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495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06" grpId="0" autoUpdateAnimBg="0"/>
      <p:bldP spid="149524" grpId="0" animBg="1" autoUpdateAnimBg="0"/>
      <p:bldP spid="149525" grpId="0" autoUpdateAnimBg="0"/>
      <p:bldP spid="149591" grpId="0" animBg="1" autoUpdateAnimBg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2">
            <a:extLst>
              <a:ext uri="{FF2B5EF4-FFF2-40B4-BE49-F238E27FC236}">
                <a16:creationId xmlns:a16="http://schemas.microsoft.com/office/drawing/2014/main" id="{89E350FA-F24D-4D5E-A19C-C8F26E0C76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3388" y="1739900"/>
            <a:ext cx="1443037" cy="442913"/>
          </a:xfrm>
        </p:spPr>
        <p:txBody>
          <a:bodyPr/>
          <a:lstStyle/>
          <a:p>
            <a:pPr algn="l" eaLnBrk="1" hangingPunct="1"/>
            <a:r>
              <a:rPr kumimoji="0" lang="zh-CN" altLang="en-US" sz="2800" b="1">
                <a:solidFill>
                  <a:schemeClr val="tx1"/>
                </a:solidFill>
              </a:rPr>
              <a:t>全加器</a:t>
            </a:r>
          </a:p>
        </p:txBody>
      </p:sp>
      <p:grpSp>
        <p:nvGrpSpPr>
          <p:cNvPr id="150531" name="Group 3">
            <a:extLst>
              <a:ext uri="{FF2B5EF4-FFF2-40B4-BE49-F238E27FC236}">
                <a16:creationId xmlns:a16="http://schemas.microsoft.com/office/drawing/2014/main" id="{CEF98231-0B89-45BB-A8E3-7CAE022483D1}"/>
              </a:ext>
            </a:extLst>
          </p:cNvPr>
          <p:cNvGrpSpPr>
            <a:grpSpLocks/>
          </p:cNvGrpSpPr>
          <p:nvPr/>
        </p:nvGrpSpPr>
        <p:grpSpPr bwMode="auto">
          <a:xfrm>
            <a:off x="2941638" y="187325"/>
            <a:ext cx="2971800" cy="3617913"/>
            <a:chOff x="1808" y="241"/>
            <a:chExt cx="1872" cy="2279"/>
          </a:xfrm>
        </p:grpSpPr>
        <p:grpSp>
          <p:nvGrpSpPr>
            <p:cNvPr id="19479" name="Group 4">
              <a:extLst>
                <a:ext uri="{FF2B5EF4-FFF2-40B4-BE49-F238E27FC236}">
                  <a16:creationId xmlns:a16="http://schemas.microsoft.com/office/drawing/2014/main" id="{24141ACB-6F2E-4C10-BE65-FB17E17E70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2" y="1023"/>
              <a:ext cx="768" cy="1494"/>
              <a:chOff x="1998" y="2340"/>
              <a:chExt cx="768" cy="1494"/>
            </a:xfrm>
          </p:grpSpPr>
          <p:sp>
            <p:nvSpPr>
              <p:cNvPr id="19531" name="Rectangle 5">
                <a:extLst>
                  <a:ext uri="{FF2B5EF4-FFF2-40B4-BE49-F238E27FC236}">
                    <a16:creationId xmlns:a16="http://schemas.microsoft.com/office/drawing/2014/main" id="{35F530AC-68F1-4475-98C0-02B31B651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3585"/>
                <a:ext cx="37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9532" name="Rectangle 6">
                <a:extLst>
                  <a:ext uri="{FF2B5EF4-FFF2-40B4-BE49-F238E27FC236}">
                    <a16:creationId xmlns:a16="http://schemas.microsoft.com/office/drawing/2014/main" id="{6F0B16FA-8CED-4397-8152-A8CBFC476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3585"/>
                <a:ext cx="39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9533" name="Rectangle 7">
                <a:extLst>
                  <a:ext uri="{FF2B5EF4-FFF2-40B4-BE49-F238E27FC236}">
                    <a16:creationId xmlns:a16="http://schemas.microsoft.com/office/drawing/2014/main" id="{AF3484DF-73C1-451A-9569-E30B4A64D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3336"/>
                <a:ext cx="37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9534" name="Rectangle 8">
                <a:extLst>
                  <a:ext uri="{FF2B5EF4-FFF2-40B4-BE49-F238E27FC236}">
                    <a16:creationId xmlns:a16="http://schemas.microsoft.com/office/drawing/2014/main" id="{CBFEDE3B-DB02-46E7-B083-715288382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3336"/>
                <a:ext cx="39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9535" name="Rectangle 9">
                <a:extLst>
                  <a:ext uri="{FF2B5EF4-FFF2-40B4-BE49-F238E27FC236}">
                    <a16:creationId xmlns:a16="http://schemas.microsoft.com/office/drawing/2014/main" id="{CF5BA02A-3AE8-4A56-BD10-8ED9023EC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3087"/>
                <a:ext cx="37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9536" name="Rectangle 10">
                <a:extLst>
                  <a:ext uri="{FF2B5EF4-FFF2-40B4-BE49-F238E27FC236}">
                    <a16:creationId xmlns:a16="http://schemas.microsoft.com/office/drawing/2014/main" id="{D67619E2-4893-4ACC-8B98-8ECE3BD22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3087"/>
                <a:ext cx="39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9537" name="Rectangle 11">
                <a:extLst>
                  <a:ext uri="{FF2B5EF4-FFF2-40B4-BE49-F238E27FC236}">
                    <a16:creationId xmlns:a16="http://schemas.microsoft.com/office/drawing/2014/main" id="{DD7B640E-FE45-4231-BC42-1A054F4B3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838"/>
                <a:ext cx="37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9538" name="Rectangle 12">
                <a:extLst>
                  <a:ext uri="{FF2B5EF4-FFF2-40B4-BE49-F238E27FC236}">
                    <a16:creationId xmlns:a16="http://schemas.microsoft.com/office/drawing/2014/main" id="{2FA9198D-5EFC-460A-9A3F-29210A18E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838"/>
                <a:ext cx="39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9539" name="Rectangle 13">
                <a:extLst>
                  <a:ext uri="{FF2B5EF4-FFF2-40B4-BE49-F238E27FC236}">
                    <a16:creationId xmlns:a16="http://schemas.microsoft.com/office/drawing/2014/main" id="{929F49D8-9628-46EF-B08D-1C0A9A3E0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589"/>
                <a:ext cx="37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9540" name="Rectangle 14">
                <a:extLst>
                  <a:ext uri="{FF2B5EF4-FFF2-40B4-BE49-F238E27FC236}">
                    <a16:creationId xmlns:a16="http://schemas.microsoft.com/office/drawing/2014/main" id="{5ACFA34A-54BC-4944-979D-31FCA74E2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589"/>
                <a:ext cx="39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9541" name="Rectangle 15">
                <a:extLst>
                  <a:ext uri="{FF2B5EF4-FFF2-40B4-BE49-F238E27FC236}">
                    <a16:creationId xmlns:a16="http://schemas.microsoft.com/office/drawing/2014/main" id="{69D8560E-13A3-4B3E-9FE4-449BC852A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340"/>
                <a:ext cx="37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9542" name="Rectangle 16">
                <a:extLst>
                  <a:ext uri="{FF2B5EF4-FFF2-40B4-BE49-F238E27FC236}">
                    <a16:creationId xmlns:a16="http://schemas.microsoft.com/office/drawing/2014/main" id="{788503BD-52FB-4A68-A55D-E3AFAD29E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340"/>
                <a:ext cx="39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19480" name="Group 17">
              <a:extLst>
                <a:ext uri="{FF2B5EF4-FFF2-40B4-BE49-F238E27FC236}">
                  <a16:creationId xmlns:a16="http://schemas.microsoft.com/office/drawing/2014/main" id="{F7742D78-014D-46DD-A8E3-CD416E5C43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2" y="764"/>
              <a:ext cx="768" cy="249"/>
              <a:chOff x="1998" y="2091"/>
              <a:chExt cx="768" cy="249"/>
            </a:xfrm>
          </p:grpSpPr>
          <p:sp>
            <p:nvSpPr>
              <p:cNvPr id="19529" name="Rectangle 18">
                <a:extLst>
                  <a:ext uri="{FF2B5EF4-FFF2-40B4-BE49-F238E27FC236}">
                    <a16:creationId xmlns:a16="http://schemas.microsoft.com/office/drawing/2014/main" id="{668AA0C8-27F6-41B7-8305-A5DA54661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091"/>
                <a:ext cx="37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9530" name="Rectangle 19">
                <a:extLst>
                  <a:ext uri="{FF2B5EF4-FFF2-40B4-BE49-F238E27FC236}">
                    <a16:creationId xmlns:a16="http://schemas.microsoft.com/office/drawing/2014/main" id="{05A794F1-481E-4461-980B-396D5F21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091"/>
                <a:ext cx="39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grpSp>
          <p:nvGrpSpPr>
            <p:cNvPr id="19481" name="Group 20">
              <a:extLst>
                <a:ext uri="{FF2B5EF4-FFF2-40B4-BE49-F238E27FC236}">
                  <a16:creationId xmlns:a16="http://schemas.microsoft.com/office/drawing/2014/main" id="{FF8734FD-78E2-42B4-9999-FB2C309324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528"/>
              <a:ext cx="768" cy="249"/>
              <a:chOff x="1998" y="1842"/>
              <a:chExt cx="768" cy="249"/>
            </a:xfrm>
          </p:grpSpPr>
          <p:sp>
            <p:nvSpPr>
              <p:cNvPr id="19527" name="Rectangle 21">
                <a:extLst>
                  <a:ext uri="{FF2B5EF4-FFF2-40B4-BE49-F238E27FC236}">
                    <a16:creationId xmlns:a16="http://schemas.microsoft.com/office/drawing/2014/main" id="{C62BF9CA-7EA0-4F22-BE6D-53A6DEAE1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1842"/>
                <a:ext cx="37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9528" name="Rectangle 22">
                <a:extLst>
                  <a:ext uri="{FF2B5EF4-FFF2-40B4-BE49-F238E27FC236}">
                    <a16:creationId xmlns:a16="http://schemas.microsoft.com/office/drawing/2014/main" id="{927B3625-B911-42FC-BF6D-B7D019C31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842"/>
                <a:ext cx="394" cy="2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</p:grpSp>
        <p:sp>
          <p:nvSpPr>
            <p:cNvPr id="19482" name="Rectangle 23">
              <a:extLst>
                <a:ext uri="{FF2B5EF4-FFF2-40B4-BE49-F238E27FC236}">
                  <a16:creationId xmlns:a16="http://schemas.microsoft.com/office/drawing/2014/main" id="{B2290D7E-7E55-4BFE-8ABE-BA59892F7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2271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83" name="Rectangle 24">
              <a:extLst>
                <a:ext uri="{FF2B5EF4-FFF2-40B4-BE49-F238E27FC236}">
                  <a16:creationId xmlns:a16="http://schemas.microsoft.com/office/drawing/2014/main" id="{9B21D765-CA5C-4799-9689-8B8BFEB2F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271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84" name="Rectangle 25">
              <a:extLst>
                <a:ext uri="{FF2B5EF4-FFF2-40B4-BE49-F238E27FC236}">
                  <a16:creationId xmlns:a16="http://schemas.microsoft.com/office/drawing/2014/main" id="{90A6F82F-6F64-4D48-B5CD-91B85BF15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271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85" name="Rectangle 26">
              <a:extLst>
                <a:ext uri="{FF2B5EF4-FFF2-40B4-BE49-F238E27FC236}">
                  <a16:creationId xmlns:a16="http://schemas.microsoft.com/office/drawing/2014/main" id="{23C9FC02-18A5-45C7-B7A2-9C4DFF217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2022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486" name="Rectangle 27">
              <a:extLst>
                <a:ext uri="{FF2B5EF4-FFF2-40B4-BE49-F238E27FC236}">
                  <a16:creationId xmlns:a16="http://schemas.microsoft.com/office/drawing/2014/main" id="{5C2BBE7B-EA02-4FF8-9400-D578A6E6E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022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87" name="Rectangle 28">
              <a:extLst>
                <a:ext uri="{FF2B5EF4-FFF2-40B4-BE49-F238E27FC236}">
                  <a16:creationId xmlns:a16="http://schemas.microsoft.com/office/drawing/2014/main" id="{C9A3AD85-5416-4D29-9564-CE49B76CD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022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88" name="Rectangle 29">
              <a:extLst>
                <a:ext uri="{FF2B5EF4-FFF2-40B4-BE49-F238E27FC236}">
                  <a16:creationId xmlns:a16="http://schemas.microsoft.com/office/drawing/2014/main" id="{E193EB26-B09B-4574-A3C1-4617A20D0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1773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89" name="Rectangle 30">
              <a:extLst>
                <a:ext uri="{FF2B5EF4-FFF2-40B4-BE49-F238E27FC236}">
                  <a16:creationId xmlns:a16="http://schemas.microsoft.com/office/drawing/2014/main" id="{D7C8A7B0-E4F8-4F0D-B6A6-3B7845ED5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773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490" name="Rectangle 31">
              <a:extLst>
                <a:ext uri="{FF2B5EF4-FFF2-40B4-BE49-F238E27FC236}">
                  <a16:creationId xmlns:a16="http://schemas.microsoft.com/office/drawing/2014/main" id="{65006F3A-05E3-4113-B1F1-E9B41E9DD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1773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91" name="Rectangle 32">
              <a:extLst>
                <a:ext uri="{FF2B5EF4-FFF2-40B4-BE49-F238E27FC236}">
                  <a16:creationId xmlns:a16="http://schemas.microsoft.com/office/drawing/2014/main" id="{C32322FD-548E-4AF7-9306-45966383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1524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492" name="Rectangle 33">
              <a:extLst>
                <a:ext uri="{FF2B5EF4-FFF2-40B4-BE49-F238E27FC236}">
                  <a16:creationId xmlns:a16="http://schemas.microsoft.com/office/drawing/2014/main" id="{CEFBB56D-C396-4572-A275-752EB0A94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524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493" name="Rectangle 34">
              <a:extLst>
                <a:ext uri="{FF2B5EF4-FFF2-40B4-BE49-F238E27FC236}">
                  <a16:creationId xmlns:a16="http://schemas.microsoft.com/office/drawing/2014/main" id="{135BA0A6-8624-42DE-B210-2B6498936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1524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94" name="Rectangle 35">
              <a:extLst>
                <a:ext uri="{FF2B5EF4-FFF2-40B4-BE49-F238E27FC236}">
                  <a16:creationId xmlns:a16="http://schemas.microsoft.com/office/drawing/2014/main" id="{524C2FE3-2CBA-4F51-965C-4135BB872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1275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95" name="Rectangle 36">
              <a:extLst>
                <a:ext uri="{FF2B5EF4-FFF2-40B4-BE49-F238E27FC236}">
                  <a16:creationId xmlns:a16="http://schemas.microsoft.com/office/drawing/2014/main" id="{33EB29F0-AD07-4B3B-9BCD-771A86ECA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275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96" name="Rectangle 37">
              <a:extLst>
                <a:ext uri="{FF2B5EF4-FFF2-40B4-BE49-F238E27FC236}">
                  <a16:creationId xmlns:a16="http://schemas.microsoft.com/office/drawing/2014/main" id="{3C7E83F4-04EE-4DB7-AB33-C6BADACCF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1275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497" name="Rectangle 38">
              <a:extLst>
                <a:ext uri="{FF2B5EF4-FFF2-40B4-BE49-F238E27FC236}">
                  <a16:creationId xmlns:a16="http://schemas.microsoft.com/office/drawing/2014/main" id="{537C4C6F-8347-4418-851A-0E1DCBAC2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1026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498" name="Rectangle 39">
              <a:extLst>
                <a:ext uri="{FF2B5EF4-FFF2-40B4-BE49-F238E27FC236}">
                  <a16:creationId xmlns:a16="http://schemas.microsoft.com/office/drawing/2014/main" id="{2671D0D3-FCF8-452E-ABBA-25765D092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026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499" name="Rectangle 40">
              <a:extLst>
                <a:ext uri="{FF2B5EF4-FFF2-40B4-BE49-F238E27FC236}">
                  <a16:creationId xmlns:a16="http://schemas.microsoft.com/office/drawing/2014/main" id="{C15F8B9F-C1A3-4EDA-BF9B-155A7F094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1026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500" name="Rectangle 41">
              <a:extLst>
                <a:ext uri="{FF2B5EF4-FFF2-40B4-BE49-F238E27FC236}">
                  <a16:creationId xmlns:a16="http://schemas.microsoft.com/office/drawing/2014/main" id="{7D71E38F-D230-4379-B602-B9682CC08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777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9501" name="Rectangle 42">
              <a:extLst>
                <a:ext uri="{FF2B5EF4-FFF2-40B4-BE49-F238E27FC236}">
                  <a16:creationId xmlns:a16="http://schemas.microsoft.com/office/drawing/2014/main" id="{961756D3-8658-4648-B334-50B136E64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777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502" name="Rectangle 43">
              <a:extLst>
                <a:ext uri="{FF2B5EF4-FFF2-40B4-BE49-F238E27FC236}">
                  <a16:creationId xmlns:a16="http://schemas.microsoft.com/office/drawing/2014/main" id="{361DFAA8-49B0-42C8-BDB0-47E2FD77F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777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503" name="Rectangle 44">
              <a:extLst>
                <a:ext uri="{FF2B5EF4-FFF2-40B4-BE49-F238E27FC236}">
                  <a16:creationId xmlns:a16="http://schemas.microsoft.com/office/drawing/2014/main" id="{495113EC-5F26-4C3C-B9F9-9C1EB3389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528"/>
              <a:ext cx="33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504" name="Rectangle 45">
              <a:extLst>
                <a:ext uri="{FF2B5EF4-FFF2-40B4-BE49-F238E27FC236}">
                  <a16:creationId xmlns:a16="http://schemas.microsoft.com/office/drawing/2014/main" id="{864799BC-B30D-4017-A1D3-D0396E5FB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528"/>
              <a:ext cx="39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505" name="Rectangle 46">
              <a:extLst>
                <a:ext uri="{FF2B5EF4-FFF2-40B4-BE49-F238E27FC236}">
                  <a16:creationId xmlns:a16="http://schemas.microsoft.com/office/drawing/2014/main" id="{A45DAC66-4F48-43F1-8F9E-9EEC69A46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528"/>
              <a:ext cx="37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9506" name="Rectangle 47">
              <a:extLst>
                <a:ext uri="{FF2B5EF4-FFF2-40B4-BE49-F238E27FC236}">
                  <a16:creationId xmlns:a16="http://schemas.microsoft.com/office/drawing/2014/main" id="{C0585689-4077-4209-B0B3-DCA1EE150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252"/>
              <a:ext cx="374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</a:t>
              </a:r>
              <a:r>
                <a:rPr kumimoji="1" lang="en-US" altLang="zh-CN" sz="24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19507" name="Rectangle 48">
              <a:extLst>
                <a:ext uri="{FF2B5EF4-FFF2-40B4-BE49-F238E27FC236}">
                  <a16:creationId xmlns:a16="http://schemas.microsoft.com/office/drawing/2014/main" id="{4B8D2D7D-C931-4F32-BB25-6392DA759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41"/>
              <a:ext cx="394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S</a:t>
              </a:r>
              <a:r>
                <a:rPr kumimoji="1" lang="en-US" altLang="zh-CN" sz="24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19508" name="Rectangle 49">
              <a:extLst>
                <a:ext uri="{FF2B5EF4-FFF2-40B4-BE49-F238E27FC236}">
                  <a16:creationId xmlns:a16="http://schemas.microsoft.com/office/drawing/2014/main" id="{4A0094B6-C08B-4726-AE6E-F1CF14259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41"/>
              <a:ext cx="529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C</a:t>
              </a:r>
              <a:r>
                <a:rPr kumimoji="1" lang="en-US" altLang="zh-CN" sz="24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n-1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9509" name="Rectangle 50">
              <a:extLst>
                <a:ext uri="{FF2B5EF4-FFF2-40B4-BE49-F238E27FC236}">
                  <a16:creationId xmlns:a16="http://schemas.microsoft.com/office/drawing/2014/main" id="{72B01C4F-50D9-442B-A6B3-5540C435E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41"/>
              <a:ext cx="394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1" lang="en-US" altLang="zh-CN" sz="24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9510" name="Rectangle 51">
              <a:extLst>
                <a:ext uri="{FF2B5EF4-FFF2-40B4-BE49-F238E27FC236}">
                  <a16:creationId xmlns:a16="http://schemas.microsoft.com/office/drawing/2014/main" id="{4562C919-9432-4170-BBEA-0DC8F6E9D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52"/>
              <a:ext cx="374" cy="4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X</a:t>
              </a:r>
              <a:r>
                <a:rPr kumimoji="1" lang="en-US" altLang="zh-CN" sz="24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n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9511" name="Line 52">
              <a:extLst>
                <a:ext uri="{FF2B5EF4-FFF2-40B4-BE49-F238E27FC236}">
                  <a16:creationId xmlns:a16="http://schemas.microsoft.com/office/drawing/2014/main" id="{84424DD5-850E-4AFF-B285-F8AEB003F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252"/>
              <a:ext cx="1872" cy="0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12" name="Line 53">
              <a:extLst>
                <a:ext uri="{FF2B5EF4-FFF2-40B4-BE49-F238E27FC236}">
                  <a16:creationId xmlns:a16="http://schemas.microsoft.com/office/drawing/2014/main" id="{70726984-B630-44C8-A9A4-9722E93F34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550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13" name="Line 54">
              <a:extLst>
                <a:ext uri="{FF2B5EF4-FFF2-40B4-BE49-F238E27FC236}">
                  <a16:creationId xmlns:a16="http://schemas.microsoft.com/office/drawing/2014/main" id="{8A8A556D-462A-40EE-BFAD-7581589F09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777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14" name="Line 55">
              <a:extLst>
                <a:ext uri="{FF2B5EF4-FFF2-40B4-BE49-F238E27FC236}">
                  <a16:creationId xmlns:a16="http://schemas.microsoft.com/office/drawing/2014/main" id="{DAD13087-F431-46B2-BBD8-31018FCB63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1026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15" name="Line 56">
              <a:extLst>
                <a:ext uri="{FF2B5EF4-FFF2-40B4-BE49-F238E27FC236}">
                  <a16:creationId xmlns:a16="http://schemas.microsoft.com/office/drawing/2014/main" id="{CD1C1795-68F9-42A3-AEB6-21A3FE05B1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1275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16" name="Line 57">
              <a:extLst>
                <a:ext uri="{FF2B5EF4-FFF2-40B4-BE49-F238E27FC236}">
                  <a16:creationId xmlns:a16="http://schemas.microsoft.com/office/drawing/2014/main" id="{51A629E1-C045-4EF0-89AF-6A2786076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1524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17" name="Line 58">
              <a:extLst>
                <a:ext uri="{FF2B5EF4-FFF2-40B4-BE49-F238E27FC236}">
                  <a16:creationId xmlns:a16="http://schemas.microsoft.com/office/drawing/2014/main" id="{16A2CFAB-6BAB-46EF-B3BC-F8B1AB4901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1773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18" name="Line 59">
              <a:extLst>
                <a:ext uri="{FF2B5EF4-FFF2-40B4-BE49-F238E27FC236}">
                  <a16:creationId xmlns:a16="http://schemas.microsoft.com/office/drawing/2014/main" id="{D9CCCF58-0F11-476C-9832-3C2A79030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2022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19" name="Line 60">
              <a:extLst>
                <a:ext uri="{FF2B5EF4-FFF2-40B4-BE49-F238E27FC236}">
                  <a16:creationId xmlns:a16="http://schemas.microsoft.com/office/drawing/2014/main" id="{EE959297-6362-497F-A116-1C91FFF038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2271"/>
              <a:ext cx="18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20" name="Line 61">
              <a:extLst>
                <a:ext uri="{FF2B5EF4-FFF2-40B4-BE49-F238E27FC236}">
                  <a16:creationId xmlns:a16="http://schemas.microsoft.com/office/drawing/2014/main" id="{D49E70C3-A882-41D9-91F8-DBA5C57D96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2520"/>
              <a:ext cx="1872" cy="0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21" name="Line 62">
              <a:extLst>
                <a:ext uri="{FF2B5EF4-FFF2-40B4-BE49-F238E27FC236}">
                  <a16:creationId xmlns:a16="http://schemas.microsoft.com/office/drawing/2014/main" id="{472EC57D-0AEB-4C7C-932B-B98103F11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" y="245"/>
              <a:ext cx="0" cy="2275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22" name="Line 63">
              <a:extLst>
                <a:ext uri="{FF2B5EF4-FFF2-40B4-BE49-F238E27FC236}">
                  <a16:creationId xmlns:a16="http://schemas.microsoft.com/office/drawing/2014/main" id="{16600FFE-C594-42F5-94EA-5EA1612AB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2" y="244"/>
              <a:ext cx="0" cy="2276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23" name="Line 64">
              <a:extLst>
                <a:ext uri="{FF2B5EF4-FFF2-40B4-BE49-F238E27FC236}">
                  <a16:creationId xmlns:a16="http://schemas.microsoft.com/office/drawing/2014/main" id="{FC4E959C-DF2F-4FED-A583-E17970DDB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6" y="245"/>
              <a:ext cx="0" cy="2275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24" name="Line 65">
              <a:extLst>
                <a:ext uri="{FF2B5EF4-FFF2-40B4-BE49-F238E27FC236}">
                  <a16:creationId xmlns:a16="http://schemas.microsoft.com/office/drawing/2014/main" id="{B77673CE-F8C4-4513-9270-C300FC554C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1" y="246"/>
              <a:ext cx="11" cy="2274"/>
            </a:xfrm>
            <a:prstGeom prst="line">
              <a:avLst/>
            </a:prstGeom>
            <a:noFill/>
            <a:ln w="41275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25" name="Line 66">
              <a:extLst>
                <a:ext uri="{FF2B5EF4-FFF2-40B4-BE49-F238E27FC236}">
                  <a16:creationId xmlns:a16="http://schemas.microsoft.com/office/drawing/2014/main" id="{2772B67F-A320-4D19-B072-6354E22F3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06" y="245"/>
              <a:ext cx="0" cy="2275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526" name="Line 67">
              <a:extLst>
                <a:ext uri="{FF2B5EF4-FFF2-40B4-BE49-F238E27FC236}">
                  <a16:creationId xmlns:a16="http://schemas.microsoft.com/office/drawing/2014/main" id="{200DC83E-A5B7-4034-8CF9-3DE5EEAE5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" y="245"/>
              <a:ext cx="0" cy="2275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0596" name="Group 68">
            <a:extLst>
              <a:ext uri="{FF2B5EF4-FFF2-40B4-BE49-F238E27FC236}">
                <a16:creationId xmlns:a16="http://schemas.microsoft.com/office/drawing/2014/main" id="{19CB34C5-F035-4851-9EFD-74A52036F2C7}"/>
              </a:ext>
            </a:extLst>
          </p:cNvPr>
          <p:cNvGrpSpPr>
            <a:grpSpLocks/>
          </p:cNvGrpSpPr>
          <p:nvPr/>
        </p:nvGrpSpPr>
        <p:grpSpPr bwMode="auto">
          <a:xfrm>
            <a:off x="663575" y="3992563"/>
            <a:ext cx="7708900" cy="519112"/>
            <a:chOff x="418" y="2779"/>
            <a:chExt cx="4856" cy="327"/>
          </a:xfrm>
        </p:grpSpPr>
        <p:sp>
          <p:nvSpPr>
            <p:cNvPr id="19472" name="Text Box 69">
              <a:extLst>
                <a:ext uri="{FF2B5EF4-FFF2-40B4-BE49-F238E27FC236}">
                  <a16:creationId xmlns:a16="http://schemas.microsoft.com/office/drawing/2014/main" id="{AB4F4945-F069-40CA-8167-74DCE8045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" y="2779"/>
              <a:ext cx="4856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9473" name="Line 70">
              <a:extLst>
                <a:ext uri="{FF2B5EF4-FFF2-40B4-BE49-F238E27FC236}">
                  <a16:creationId xmlns:a16="http://schemas.microsoft.com/office/drawing/2014/main" id="{162EB0F7-341A-4DC7-A06A-A31BE339A3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2835"/>
              <a:ext cx="159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474" name="Line 71">
              <a:extLst>
                <a:ext uri="{FF2B5EF4-FFF2-40B4-BE49-F238E27FC236}">
                  <a16:creationId xmlns:a16="http://schemas.microsoft.com/office/drawing/2014/main" id="{26244AD3-030C-4036-B5DE-52099658C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0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475" name="Line 72">
              <a:extLst>
                <a:ext uri="{FF2B5EF4-FFF2-40B4-BE49-F238E27FC236}">
                  <a16:creationId xmlns:a16="http://schemas.microsoft.com/office/drawing/2014/main" id="{A888EEFE-FA8A-49BD-B286-02F3FE0E98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9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476" name="Line 73">
              <a:extLst>
                <a:ext uri="{FF2B5EF4-FFF2-40B4-BE49-F238E27FC236}">
                  <a16:creationId xmlns:a16="http://schemas.microsoft.com/office/drawing/2014/main" id="{F485CE68-1B13-4B16-9419-258A1FBB9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6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477" name="Line 74">
              <a:extLst>
                <a:ext uri="{FF2B5EF4-FFF2-40B4-BE49-F238E27FC236}">
                  <a16:creationId xmlns:a16="http://schemas.microsoft.com/office/drawing/2014/main" id="{EE7D48AA-BC0F-4133-9A52-D8424D81CF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478" name="Line 75">
              <a:extLst>
                <a:ext uri="{FF2B5EF4-FFF2-40B4-BE49-F238E27FC236}">
                  <a16:creationId xmlns:a16="http://schemas.microsoft.com/office/drawing/2014/main" id="{53B62CB5-5125-42EE-B718-F333247F6A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0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0604" name="Group 76">
            <a:extLst>
              <a:ext uri="{FF2B5EF4-FFF2-40B4-BE49-F238E27FC236}">
                <a16:creationId xmlns:a16="http://schemas.microsoft.com/office/drawing/2014/main" id="{3F6A87B9-D16F-4657-8C3A-D15FBAD6D858}"/>
              </a:ext>
            </a:extLst>
          </p:cNvPr>
          <p:cNvGrpSpPr>
            <a:grpSpLocks/>
          </p:cNvGrpSpPr>
          <p:nvPr/>
        </p:nvGrpSpPr>
        <p:grpSpPr bwMode="auto">
          <a:xfrm>
            <a:off x="1004888" y="4654550"/>
            <a:ext cx="4589462" cy="519113"/>
            <a:chOff x="373" y="3309"/>
            <a:chExt cx="2891" cy="327"/>
          </a:xfrm>
        </p:grpSpPr>
        <p:sp>
          <p:nvSpPr>
            <p:cNvPr id="19469" name="Text Box 77">
              <a:extLst>
                <a:ext uri="{FF2B5EF4-FFF2-40B4-BE49-F238E27FC236}">
                  <a16:creationId xmlns:a16="http://schemas.microsoft.com/office/drawing/2014/main" id="{80B2EF81-7EDD-4828-A60F-7FDD259033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" y="3309"/>
              <a:ext cx="2891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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)+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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19470" name="Line 78">
              <a:extLst>
                <a:ext uri="{FF2B5EF4-FFF2-40B4-BE49-F238E27FC236}">
                  <a16:creationId xmlns:a16="http://schemas.microsoft.com/office/drawing/2014/main" id="{677E963F-CF89-4986-8A87-67C5FACDB5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" y="3377"/>
              <a:ext cx="136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471" name="Line 79">
              <a:extLst>
                <a:ext uri="{FF2B5EF4-FFF2-40B4-BE49-F238E27FC236}">
                  <a16:creationId xmlns:a16="http://schemas.microsoft.com/office/drawing/2014/main" id="{493A1874-FBB2-4C36-955F-72BF215BC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4" y="3354"/>
              <a:ext cx="756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50608" name="Text Box 80">
            <a:extLst>
              <a:ext uri="{FF2B5EF4-FFF2-40B4-BE49-F238E27FC236}">
                <a16:creationId xmlns:a16="http://schemas.microsoft.com/office/drawing/2014/main" id="{A0682D0B-FE2F-45BA-A326-DE58A7FC95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6063" y="4691063"/>
            <a:ext cx="2509837" cy="519112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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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1" lang="en-US" altLang="zh-CN" sz="2800" b="1" i="0" u="none" strike="noStrike" kern="1200" cap="none" spc="0" normalizeH="0" baseline="-2500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–1</a:t>
            </a:r>
          </a:p>
        </p:txBody>
      </p:sp>
      <p:grpSp>
        <p:nvGrpSpPr>
          <p:cNvPr id="150609" name="Group 81">
            <a:extLst>
              <a:ext uri="{FF2B5EF4-FFF2-40B4-BE49-F238E27FC236}">
                <a16:creationId xmlns:a16="http://schemas.microsoft.com/office/drawing/2014/main" id="{A67F8100-C6A8-4A72-973E-CCFC63D51446}"/>
              </a:ext>
            </a:extLst>
          </p:cNvPr>
          <p:cNvGrpSpPr>
            <a:grpSpLocks/>
          </p:cNvGrpSpPr>
          <p:nvPr/>
        </p:nvGrpSpPr>
        <p:grpSpPr bwMode="auto">
          <a:xfrm>
            <a:off x="700088" y="5283200"/>
            <a:ext cx="7708900" cy="519113"/>
            <a:chOff x="441" y="3427"/>
            <a:chExt cx="4856" cy="327"/>
          </a:xfrm>
        </p:grpSpPr>
        <p:sp>
          <p:nvSpPr>
            <p:cNvPr id="19465" name="Text Box 82">
              <a:extLst>
                <a:ext uri="{FF2B5EF4-FFF2-40B4-BE49-F238E27FC236}">
                  <a16:creationId xmlns:a16="http://schemas.microsoft.com/office/drawing/2014/main" id="{1EFDBB93-B3CB-4A51-8BC2-B0EDC1C15D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" y="3427"/>
              <a:ext cx="4856" cy="327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 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9466" name="Line 83">
              <a:extLst>
                <a:ext uri="{FF2B5EF4-FFF2-40B4-BE49-F238E27FC236}">
                  <a16:creationId xmlns:a16="http://schemas.microsoft.com/office/drawing/2014/main" id="{EE4992A2-B689-4708-B0C2-361555FC8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8" y="3494"/>
              <a:ext cx="16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467" name="Line 84">
              <a:extLst>
                <a:ext uri="{FF2B5EF4-FFF2-40B4-BE49-F238E27FC236}">
                  <a16:creationId xmlns:a16="http://schemas.microsoft.com/office/drawing/2014/main" id="{90B0CC7F-900B-4517-845E-E5538A7B6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6" y="3483"/>
              <a:ext cx="16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468" name="Line 85">
              <a:extLst>
                <a:ext uri="{FF2B5EF4-FFF2-40B4-BE49-F238E27FC236}">
                  <a16:creationId xmlns:a16="http://schemas.microsoft.com/office/drawing/2014/main" id="{0F55DCD2-D745-455B-9FA9-67238E587D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3" y="3483"/>
              <a:ext cx="16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50614" name="Text Box 86">
            <a:extLst>
              <a:ext uri="{FF2B5EF4-FFF2-40B4-BE49-F238E27FC236}">
                <a16:creationId xmlns:a16="http://schemas.microsoft.com/office/drawing/2014/main" id="{0650418C-DD06-40F6-9824-20FFC26163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1250" y="5921375"/>
            <a:ext cx="39989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=(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X</a:t>
            </a:r>
            <a:r>
              <a:rPr kumimoji="1" lang="en-US" altLang="zh-CN" sz="2800" b="1" i="0" u="none" strike="noStrike" kern="1200" cap="none" spc="0" normalizeH="0" baseline="-2500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</a:t>
            </a:r>
            <a:r>
              <a:rPr kumimoji="1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 err="1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)C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–1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+X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n</a:t>
            </a:r>
            <a:endParaRPr kumimoji="1" lang="en-US" altLang="zh-CN" sz="2800" b="1" i="0" u="none" strike="noStrike" kern="1200" cap="none" spc="0" normalizeH="0" baseline="-25000" noProof="0" dirty="0">
              <a:ln>
                <a:noFill/>
              </a:ln>
              <a:solidFill>
                <a:srgbClr val="1F08F8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57011005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05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05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" presetID="4" presetClass="entr" presetSubtype="16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150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50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50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50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50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50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530" grpId="0" autoUpdateAnimBg="0"/>
      <p:bldP spid="150608" grpId="0" autoUpdateAnimBg="0"/>
      <p:bldP spid="150614" grpId="0" autoUpdateAnimBg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8005FD39-CA73-4002-BA14-3FF392A125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3388" y="234950"/>
            <a:ext cx="4222750" cy="641350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门电路组成的全加器</a:t>
            </a:r>
          </a:p>
        </p:txBody>
      </p:sp>
      <p:grpSp>
        <p:nvGrpSpPr>
          <p:cNvPr id="169988" name="Group 4">
            <a:extLst>
              <a:ext uri="{FF2B5EF4-FFF2-40B4-BE49-F238E27FC236}">
                <a16:creationId xmlns:a16="http://schemas.microsoft.com/office/drawing/2014/main" id="{E10DD017-1F02-448D-94BB-C2D511FE97C7}"/>
              </a:ext>
            </a:extLst>
          </p:cNvPr>
          <p:cNvGrpSpPr>
            <a:grpSpLocks/>
          </p:cNvGrpSpPr>
          <p:nvPr/>
        </p:nvGrpSpPr>
        <p:grpSpPr bwMode="auto">
          <a:xfrm>
            <a:off x="1003300" y="858838"/>
            <a:ext cx="7708900" cy="519112"/>
            <a:chOff x="418" y="2779"/>
            <a:chExt cx="4856" cy="327"/>
          </a:xfrm>
        </p:grpSpPr>
        <p:sp>
          <p:nvSpPr>
            <p:cNvPr id="20521" name="Text Box 5">
              <a:extLst>
                <a:ext uri="{FF2B5EF4-FFF2-40B4-BE49-F238E27FC236}">
                  <a16:creationId xmlns:a16="http://schemas.microsoft.com/office/drawing/2014/main" id="{42A91198-D97D-458E-8097-2B7C6E7858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" y="2779"/>
              <a:ext cx="48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 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0522" name="Line 6">
              <a:extLst>
                <a:ext uri="{FF2B5EF4-FFF2-40B4-BE49-F238E27FC236}">
                  <a16:creationId xmlns:a16="http://schemas.microsoft.com/office/drawing/2014/main" id="{64112E06-C07A-446B-85D6-E35E9B0768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2835"/>
              <a:ext cx="159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523" name="Line 7">
              <a:extLst>
                <a:ext uri="{FF2B5EF4-FFF2-40B4-BE49-F238E27FC236}">
                  <a16:creationId xmlns:a16="http://schemas.microsoft.com/office/drawing/2014/main" id="{8BB6444E-7BB3-4F81-871D-C74FDEA0A6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0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524" name="Line 8">
              <a:extLst>
                <a:ext uri="{FF2B5EF4-FFF2-40B4-BE49-F238E27FC236}">
                  <a16:creationId xmlns:a16="http://schemas.microsoft.com/office/drawing/2014/main" id="{E6E08157-4B8D-4482-BB64-FC05261251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9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525" name="Line 9">
              <a:extLst>
                <a:ext uri="{FF2B5EF4-FFF2-40B4-BE49-F238E27FC236}">
                  <a16:creationId xmlns:a16="http://schemas.microsoft.com/office/drawing/2014/main" id="{4CE9382C-3F0A-4C36-861B-D78487DA7D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6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526" name="Line 10">
              <a:extLst>
                <a:ext uri="{FF2B5EF4-FFF2-40B4-BE49-F238E27FC236}">
                  <a16:creationId xmlns:a16="http://schemas.microsoft.com/office/drawing/2014/main" id="{B386587E-C3D9-489F-AF63-F828A4896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527" name="Line 11">
              <a:extLst>
                <a:ext uri="{FF2B5EF4-FFF2-40B4-BE49-F238E27FC236}">
                  <a16:creationId xmlns:a16="http://schemas.microsoft.com/office/drawing/2014/main" id="{1EF8884B-3737-464E-8CA9-37A80D113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0" y="2835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69996" name="Group 12">
            <a:extLst>
              <a:ext uri="{FF2B5EF4-FFF2-40B4-BE49-F238E27FC236}">
                <a16:creationId xmlns:a16="http://schemas.microsoft.com/office/drawing/2014/main" id="{ADD0A4FF-AEE8-497D-B0F1-C10DF52912B4}"/>
              </a:ext>
            </a:extLst>
          </p:cNvPr>
          <p:cNvGrpSpPr>
            <a:grpSpLocks/>
          </p:cNvGrpSpPr>
          <p:nvPr/>
        </p:nvGrpSpPr>
        <p:grpSpPr bwMode="auto">
          <a:xfrm>
            <a:off x="989013" y="1560513"/>
            <a:ext cx="7708900" cy="519112"/>
            <a:chOff x="441" y="3427"/>
            <a:chExt cx="4856" cy="327"/>
          </a:xfrm>
        </p:grpSpPr>
        <p:sp>
          <p:nvSpPr>
            <p:cNvPr id="20517" name="Text Box 13">
              <a:extLst>
                <a:ext uri="{FF2B5EF4-FFF2-40B4-BE49-F238E27FC236}">
                  <a16:creationId xmlns:a16="http://schemas.microsoft.com/office/drawing/2014/main" id="{CC1DB9EE-2F18-4E39-85C1-3B34C5CD4F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" y="3427"/>
              <a:ext cx="4856" cy="32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 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+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–1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0518" name="Line 14">
              <a:extLst>
                <a:ext uri="{FF2B5EF4-FFF2-40B4-BE49-F238E27FC236}">
                  <a16:creationId xmlns:a16="http://schemas.microsoft.com/office/drawing/2014/main" id="{C427EF57-89E1-4196-82F7-5D33B7884C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8" y="3494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519" name="Line 15">
              <a:extLst>
                <a:ext uri="{FF2B5EF4-FFF2-40B4-BE49-F238E27FC236}">
                  <a16:creationId xmlns:a16="http://schemas.microsoft.com/office/drawing/2014/main" id="{16E4A87F-32C4-421D-96CB-1BEEBA870D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6" y="3483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520" name="Line 16">
              <a:extLst>
                <a:ext uri="{FF2B5EF4-FFF2-40B4-BE49-F238E27FC236}">
                  <a16:creationId xmlns:a16="http://schemas.microsoft.com/office/drawing/2014/main" id="{FD9DBA71-0CD7-4310-9B4B-7599D9043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3" y="3483"/>
              <a:ext cx="16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0032" name="Group 48">
            <a:extLst>
              <a:ext uri="{FF2B5EF4-FFF2-40B4-BE49-F238E27FC236}">
                <a16:creationId xmlns:a16="http://schemas.microsoft.com/office/drawing/2014/main" id="{687D300E-50FE-4541-BDAF-D1B42C003ADA}"/>
              </a:ext>
            </a:extLst>
          </p:cNvPr>
          <p:cNvGrpSpPr>
            <a:grpSpLocks/>
          </p:cNvGrpSpPr>
          <p:nvPr/>
        </p:nvGrpSpPr>
        <p:grpSpPr bwMode="auto">
          <a:xfrm>
            <a:off x="2959100" y="2347913"/>
            <a:ext cx="4032250" cy="4114800"/>
            <a:chOff x="1864" y="1479"/>
            <a:chExt cx="2540" cy="2592"/>
          </a:xfrm>
        </p:grpSpPr>
        <p:grpSp>
          <p:nvGrpSpPr>
            <p:cNvPr id="20486" name="Group 17">
              <a:extLst>
                <a:ext uri="{FF2B5EF4-FFF2-40B4-BE49-F238E27FC236}">
                  <a16:creationId xmlns:a16="http://schemas.microsoft.com/office/drawing/2014/main" id="{3770A786-F508-478C-9F30-208770368A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64" y="1479"/>
              <a:ext cx="2540" cy="2592"/>
              <a:chOff x="1864" y="1479"/>
              <a:chExt cx="2540" cy="2592"/>
            </a:xfrm>
          </p:grpSpPr>
          <p:graphicFrame>
            <p:nvGraphicFramePr>
              <p:cNvPr id="20502" name="Object 18">
                <a:extLst>
                  <a:ext uri="{FF2B5EF4-FFF2-40B4-BE49-F238E27FC236}">
                    <a16:creationId xmlns:a16="http://schemas.microsoft.com/office/drawing/2014/main" id="{51624970-7219-46B0-B066-8693CF5945C6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864" y="1479"/>
              <a:ext cx="2237" cy="259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191" name="Image" r:id="rId3" imgW="6857143" imgH="7944490" progId="Photoshop.Image.6">
                      <p:embed/>
                    </p:oleObj>
                  </mc:Choice>
                  <mc:Fallback>
                    <p:oleObj name="Image" r:id="rId3" imgW="6857143" imgH="7944490" progId="Photoshop.Image.6">
                      <p:embed/>
                      <p:pic>
                        <p:nvPicPr>
                          <p:cNvPr id="20502" name="Object 18">
                            <a:extLst>
                              <a:ext uri="{FF2B5EF4-FFF2-40B4-BE49-F238E27FC236}">
                                <a16:creationId xmlns:a16="http://schemas.microsoft.com/office/drawing/2014/main" id="{51624970-7219-46B0-B066-8693CF5945C6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864" y="1479"/>
                            <a:ext cx="2237" cy="259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20503" name="Rectangle 19">
                <a:extLst>
                  <a:ext uri="{FF2B5EF4-FFF2-40B4-BE49-F238E27FC236}">
                    <a16:creationId xmlns:a16="http://schemas.microsoft.com/office/drawing/2014/main" id="{0AD46C50-C55A-4C09-ACAE-6CD590FCB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6" y="1796"/>
                <a:ext cx="146" cy="21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04" name="Rectangle 20">
                <a:extLst>
                  <a:ext uri="{FF2B5EF4-FFF2-40B4-BE49-F238E27FC236}">
                    <a16:creationId xmlns:a16="http://schemas.microsoft.com/office/drawing/2014/main" id="{D7A23C3E-E90D-4D2D-A297-76298C306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2191"/>
                <a:ext cx="146" cy="21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05" name="Rectangle 21">
                <a:extLst>
                  <a:ext uri="{FF2B5EF4-FFF2-40B4-BE49-F238E27FC236}">
                    <a16:creationId xmlns:a16="http://schemas.microsoft.com/office/drawing/2014/main" id="{6BF6D651-15AB-4B1E-AA53-233B41B30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1" y="2654"/>
                <a:ext cx="225" cy="226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06" name="Rectangle 22">
                <a:extLst>
                  <a:ext uri="{FF2B5EF4-FFF2-40B4-BE49-F238E27FC236}">
                    <a16:creationId xmlns:a16="http://schemas.microsoft.com/office/drawing/2014/main" id="{50120A9B-9EC5-4978-834E-75E47BD9B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2643"/>
                <a:ext cx="225" cy="226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07" name="Rectangle 23">
                <a:extLst>
                  <a:ext uri="{FF2B5EF4-FFF2-40B4-BE49-F238E27FC236}">
                    <a16:creationId xmlns:a16="http://schemas.microsoft.com/office/drawing/2014/main" id="{AD254D08-C8F0-49ED-98E6-28EC5B6E8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1" y="2033"/>
                <a:ext cx="146" cy="21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08" name="Rectangle 24">
                <a:extLst>
                  <a:ext uri="{FF2B5EF4-FFF2-40B4-BE49-F238E27FC236}">
                    <a16:creationId xmlns:a16="http://schemas.microsoft.com/office/drawing/2014/main" id="{D0346D6A-8F75-43D5-A766-6D8964B4A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9" y="3309"/>
                <a:ext cx="146" cy="21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09" name="Text Box 25">
                <a:extLst>
                  <a:ext uri="{FF2B5EF4-FFF2-40B4-BE49-F238E27FC236}">
                    <a16:creationId xmlns:a16="http://schemas.microsoft.com/office/drawing/2014/main" id="{5975708B-E4A5-44CF-824A-BF32C9BB07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7" y="1740"/>
                <a:ext cx="42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n</a:t>
                </a:r>
              </a:p>
            </p:txBody>
          </p:sp>
          <p:sp>
            <p:nvSpPr>
              <p:cNvPr id="20510" name="Text Box 26">
                <a:extLst>
                  <a:ext uri="{FF2B5EF4-FFF2-40B4-BE49-F238E27FC236}">
                    <a16:creationId xmlns:a16="http://schemas.microsoft.com/office/drawing/2014/main" id="{B50396DA-85E8-44FB-B24C-090CB10639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44" y="2101"/>
                <a:ext cx="42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n</a:t>
                </a:r>
              </a:p>
            </p:txBody>
          </p:sp>
          <p:sp>
            <p:nvSpPr>
              <p:cNvPr id="20511" name="Text Box 27">
                <a:extLst>
                  <a:ext uri="{FF2B5EF4-FFF2-40B4-BE49-F238E27FC236}">
                    <a16:creationId xmlns:a16="http://schemas.microsoft.com/office/drawing/2014/main" id="{B044C9FC-9851-4AAC-ADD9-A2F87503C1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87" y="2632"/>
                <a:ext cx="49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n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–1</a:t>
                </a:r>
                <a:endPara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12" name="Rectangle 28">
                <a:extLst>
                  <a:ext uri="{FF2B5EF4-FFF2-40B4-BE49-F238E27FC236}">
                    <a16:creationId xmlns:a16="http://schemas.microsoft.com/office/drawing/2014/main" id="{A2C9D3D7-3173-480F-A453-E9FA26369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491"/>
                <a:ext cx="260" cy="256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13" name="Text Box 29">
                <a:extLst>
                  <a:ext uri="{FF2B5EF4-FFF2-40B4-BE49-F238E27FC236}">
                    <a16:creationId xmlns:a16="http://schemas.microsoft.com/office/drawing/2014/main" id="{B1DE659F-B36F-4C9D-9034-28A4E5FB22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53" y="1988"/>
                <a:ext cx="42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n</a:t>
                </a:r>
              </a:p>
            </p:txBody>
          </p:sp>
          <p:sp>
            <p:nvSpPr>
              <p:cNvPr id="20514" name="Text Box 30">
                <a:extLst>
                  <a:ext uri="{FF2B5EF4-FFF2-40B4-BE49-F238E27FC236}">
                    <a16:creationId xmlns:a16="http://schemas.microsoft.com/office/drawing/2014/main" id="{4316D38B-3E0A-4385-869A-CA7B218FF4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76" y="3265"/>
                <a:ext cx="428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n</a:t>
                </a:r>
              </a:p>
            </p:txBody>
          </p:sp>
          <p:sp>
            <p:nvSpPr>
              <p:cNvPr id="20515" name="Line 31">
                <a:extLst>
                  <a:ext uri="{FF2B5EF4-FFF2-40B4-BE49-F238E27FC236}">
                    <a16:creationId xmlns:a16="http://schemas.microsoft.com/office/drawing/2014/main" id="{3FDBEBB3-0969-457F-9C91-A8A4704DD3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74" y="2146"/>
                <a:ext cx="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0516" name="Line 32">
                <a:extLst>
                  <a:ext uri="{FF2B5EF4-FFF2-40B4-BE49-F238E27FC236}">
                    <a16:creationId xmlns:a16="http://schemas.microsoft.com/office/drawing/2014/main" id="{97B45832-A049-4E32-BE47-ED40E3DD5D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3" y="3410"/>
                <a:ext cx="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20487" name="Text Box 33">
              <a:extLst>
                <a:ext uri="{FF2B5EF4-FFF2-40B4-BE49-F238E27FC236}">
                  <a16:creationId xmlns:a16="http://schemas.microsoft.com/office/drawing/2014/main" id="{68E09106-B677-412C-9C35-45697532A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2" y="1728"/>
              <a:ext cx="217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0488" name="Text Box 34">
              <a:extLst>
                <a:ext uri="{FF2B5EF4-FFF2-40B4-BE49-F238E27FC236}">
                  <a16:creationId xmlns:a16="http://schemas.microsoft.com/office/drawing/2014/main" id="{1741F3F1-44FC-4A2C-B416-0FEB0B4A5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1" y="2130"/>
              <a:ext cx="217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0489" name="Text Box 35">
              <a:extLst>
                <a:ext uri="{FF2B5EF4-FFF2-40B4-BE49-F238E27FC236}">
                  <a16:creationId xmlns:a16="http://schemas.microsoft.com/office/drawing/2014/main" id="{4C16D07C-EF97-4024-91E3-3D43835741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2" y="2587"/>
              <a:ext cx="217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0490" name="Text Box 36">
              <a:extLst>
                <a:ext uri="{FF2B5EF4-FFF2-40B4-BE49-F238E27FC236}">
                  <a16:creationId xmlns:a16="http://schemas.microsoft.com/office/drawing/2014/main" id="{561697C1-672C-4FB0-A3BB-EC9E692ED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9" y="1978"/>
              <a:ext cx="217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0491" name="Text Box 37">
              <a:extLst>
                <a:ext uri="{FF2B5EF4-FFF2-40B4-BE49-F238E27FC236}">
                  <a16:creationId xmlns:a16="http://schemas.microsoft.com/office/drawing/2014/main" id="{A14ECE01-BD9D-4E2F-914F-F6A3C267DC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9" y="3250"/>
              <a:ext cx="217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0492" name="Text Box 39">
              <a:extLst>
                <a:ext uri="{FF2B5EF4-FFF2-40B4-BE49-F238E27FC236}">
                  <a16:creationId xmlns:a16="http://schemas.microsoft.com/office/drawing/2014/main" id="{74EB2954-2968-4DD2-81BF-01EC8BC36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2" y="1565"/>
              <a:ext cx="217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20493" name="Text Box 40">
              <a:extLst>
                <a:ext uri="{FF2B5EF4-FFF2-40B4-BE49-F238E27FC236}">
                  <a16:creationId xmlns:a16="http://schemas.microsoft.com/office/drawing/2014/main" id="{F53F306E-FFA3-4D40-A5D3-4933EE9B3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2" y="2815"/>
              <a:ext cx="217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20494" name="Rectangle 43">
              <a:extLst>
                <a:ext uri="{FF2B5EF4-FFF2-40B4-BE49-F238E27FC236}">
                  <a16:creationId xmlns:a16="http://schemas.microsoft.com/office/drawing/2014/main" id="{57F1D499-F6E4-409B-85B5-B233FD3E7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2098"/>
              <a:ext cx="97" cy="10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495" name="Rectangle 44">
              <a:extLst>
                <a:ext uri="{FF2B5EF4-FFF2-40B4-BE49-F238E27FC236}">
                  <a16:creationId xmlns:a16="http://schemas.microsoft.com/office/drawing/2014/main" id="{3980CBE6-22BE-45FA-8C8D-78A3B49E5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3369"/>
              <a:ext cx="97" cy="10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0496" name="Group 42">
              <a:extLst>
                <a:ext uri="{FF2B5EF4-FFF2-40B4-BE49-F238E27FC236}">
                  <a16:creationId xmlns:a16="http://schemas.microsoft.com/office/drawing/2014/main" id="{688B045D-2B5C-41B7-93EE-2091207CD5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36" y="2054"/>
              <a:ext cx="292" cy="212"/>
              <a:chOff x="2206" y="3239"/>
              <a:chExt cx="292" cy="212"/>
            </a:xfrm>
          </p:grpSpPr>
          <p:sp>
            <p:nvSpPr>
              <p:cNvPr id="20500" name="Text Box 38">
                <a:extLst>
                  <a:ext uri="{FF2B5EF4-FFF2-40B4-BE49-F238E27FC236}">
                    <a16:creationId xmlns:a16="http://schemas.microsoft.com/office/drawing/2014/main" id="{5C28AF54-9BB7-445C-AA48-5F795B9BAA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06" y="3239"/>
                <a:ext cx="29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20501" name="Line 41">
                <a:extLst>
                  <a:ext uri="{FF2B5EF4-FFF2-40B4-BE49-F238E27FC236}">
                    <a16:creationId xmlns:a16="http://schemas.microsoft.com/office/drawing/2014/main" id="{EC4B8F3B-B07D-4AEC-9A81-CDC4FFB6C6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50" y="3380"/>
                <a:ext cx="76" cy="3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20497" name="Group 45">
              <a:extLst>
                <a:ext uri="{FF2B5EF4-FFF2-40B4-BE49-F238E27FC236}">
                  <a16:creationId xmlns:a16="http://schemas.microsoft.com/office/drawing/2014/main" id="{7B7D4015-B5BD-4CA9-B8AF-0325A5E7D0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36" y="3293"/>
              <a:ext cx="292" cy="212"/>
              <a:chOff x="2206" y="3239"/>
              <a:chExt cx="292" cy="212"/>
            </a:xfrm>
          </p:grpSpPr>
          <p:sp>
            <p:nvSpPr>
              <p:cNvPr id="20498" name="Text Box 46">
                <a:extLst>
                  <a:ext uri="{FF2B5EF4-FFF2-40B4-BE49-F238E27FC236}">
                    <a16:creationId xmlns:a16="http://schemas.microsoft.com/office/drawing/2014/main" id="{417BE681-97D4-4FFD-A661-75A8E4E02F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06" y="3239"/>
                <a:ext cx="292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20499" name="Line 47">
                <a:extLst>
                  <a:ext uri="{FF2B5EF4-FFF2-40B4-BE49-F238E27FC236}">
                    <a16:creationId xmlns:a16="http://schemas.microsoft.com/office/drawing/2014/main" id="{21272616-610F-4DAB-B5AB-D2E282B7FC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50" y="3380"/>
                <a:ext cx="76" cy="3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3841962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9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9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0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2">
            <a:extLst>
              <a:ext uri="{FF2B5EF4-FFF2-40B4-BE49-F238E27FC236}">
                <a16:creationId xmlns:a16="http://schemas.microsoft.com/office/drawing/2014/main" id="{965A230E-4D6D-418B-A5EC-D2E65543F4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3538" y="215900"/>
            <a:ext cx="4383087" cy="5334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集成全加器芯片</a:t>
            </a:r>
            <a:r>
              <a:rPr lang="en-US" altLang="zh-CN" sz="2800" b="1" dirty="0">
                <a:solidFill>
                  <a:srgbClr val="1F08F8"/>
                </a:solidFill>
              </a:rPr>
              <a:t>74</a:t>
            </a:r>
            <a:r>
              <a:rPr lang="en-US" altLang="zh-CN" sz="2800" b="1" dirty="0">
                <a:solidFill>
                  <a:srgbClr val="1F08F8"/>
                </a:solidFill>
                <a:sym typeface="Symbol" panose="05050102010706020507" pitchFamily="18" charset="2"/>
              </a:rPr>
              <a:t>183</a:t>
            </a:r>
          </a:p>
        </p:txBody>
      </p:sp>
      <p:sp>
        <p:nvSpPr>
          <p:cNvPr id="156675" name="Rectangle 3">
            <a:extLst>
              <a:ext uri="{FF2B5EF4-FFF2-40B4-BE49-F238E27FC236}">
                <a16:creationId xmlns:a16="http://schemas.microsoft.com/office/drawing/2014/main" id="{08810E7C-EFE6-4C19-8C92-4B9E83CA0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" y="1182688"/>
            <a:ext cx="1335088" cy="496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【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例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】</a:t>
            </a:r>
          </a:p>
        </p:txBody>
      </p:sp>
      <p:sp>
        <p:nvSpPr>
          <p:cNvPr id="156676" name="Text Box 4">
            <a:extLst>
              <a:ext uri="{FF2B5EF4-FFF2-40B4-BE49-F238E27FC236}">
                <a16:creationId xmlns:a16="http://schemas.microsoft.com/office/drawing/2014/main" id="{C7A094B4-38DC-457D-A371-9697DD1FA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1100" y="971550"/>
            <a:ext cx="4017963" cy="9461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分析下面由全加器构成的组合电路的逻辑功能</a:t>
            </a:r>
          </a:p>
        </p:txBody>
      </p:sp>
      <p:grpSp>
        <p:nvGrpSpPr>
          <p:cNvPr id="156677" name="Group 5">
            <a:extLst>
              <a:ext uri="{FF2B5EF4-FFF2-40B4-BE49-F238E27FC236}">
                <a16:creationId xmlns:a16="http://schemas.microsoft.com/office/drawing/2014/main" id="{3B092C22-E38F-4DB6-867D-4275303757D1}"/>
              </a:ext>
            </a:extLst>
          </p:cNvPr>
          <p:cNvGrpSpPr>
            <a:grpSpLocks/>
          </p:cNvGrpSpPr>
          <p:nvPr/>
        </p:nvGrpSpPr>
        <p:grpSpPr bwMode="auto">
          <a:xfrm>
            <a:off x="5218113" y="247650"/>
            <a:ext cx="3217862" cy="2000250"/>
            <a:chOff x="1798" y="932"/>
            <a:chExt cx="2027" cy="1260"/>
          </a:xfrm>
        </p:grpSpPr>
        <p:sp>
          <p:nvSpPr>
            <p:cNvPr id="21585" name="Rectangle 6">
              <a:extLst>
                <a:ext uri="{FF2B5EF4-FFF2-40B4-BE49-F238E27FC236}">
                  <a16:creationId xmlns:a16="http://schemas.microsoft.com/office/drawing/2014/main" id="{66534151-08D4-46F9-8F9C-554DA5941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" y="1268"/>
              <a:ext cx="1728" cy="624"/>
            </a:xfrm>
            <a:prstGeom prst="rect">
              <a:avLst/>
            </a:prstGeom>
            <a:solidFill>
              <a:srgbClr val="FFFF99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86" name="Arc 7">
              <a:extLst>
                <a:ext uri="{FF2B5EF4-FFF2-40B4-BE49-F238E27FC236}">
                  <a16:creationId xmlns:a16="http://schemas.microsoft.com/office/drawing/2014/main" id="{707C018A-2C78-4892-98B8-6EF72528D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513"/>
              <a:ext cx="144" cy="9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87" name="Arc 8">
              <a:extLst>
                <a:ext uri="{FF2B5EF4-FFF2-40B4-BE49-F238E27FC236}">
                  <a16:creationId xmlns:a16="http://schemas.microsoft.com/office/drawing/2014/main" id="{41261F51-A93D-43B4-B2F5-EE50A805FFF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90" y="1604"/>
              <a:ext cx="144" cy="9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88" name="Line 9">
              <a:extLst>
                <a:ext uri="{FF2B5EF4-FFF2-40B4-BE49-F238E27FC236}">
                  <a16:creationId xmlns:a16="http://schemas.microsoft.com/office/drawing/2014/main" id="{DD2EED8E-66C7-4DCE-8DF9-DB3CF10A6B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4" y="189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89" name="Line 10">
              <a:extLst>
                <a:ext uri="{FF2B5EF4-FFF2-40B4-BE49-F238E27FC236}">
                  <a16:creationId xmlns:a16="http://schemas.microsoft.com/office/drawing/2014/main" id="{4614A0B8-3AD8-4362-A1B2-319537095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4" y="189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0" name="Line 11">
              <a:extLst>
                <a:ext uri="{FF2B5EF4-FFF2-40B4-BE49-F238E27FC236}">
                  <a16:creationId xmlns:a16="http://schemas.microsoft.com/office/drawing/2014/main" id="{2AB27892-2837-42A3-8B31-DC9812C66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2" y="189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1" name="Line 12">
              <a:extLst>
                <a:ext uri="{FF2B5EF4-FFF2-40B4-BE49-F238E27FC236}">
                  <a16:creationId xmlns:a16="http://schemas.microsoft.com/office/drawing/2014/main" id="{EBA271BC-9EA5-4460-884A-AEB53FC65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2" y="189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2" name="Line 13">
              <a:extLst>
                <a:ext uri="{FF2B5EF4-FFF2-40B4-BE49-F238E27FC236}">
                  <a16:creationId xmlns:a16="http://schemas.microsoft.com/office/drawing/2014/main" id="{72170B0E-F40D-4842-9644-ECF46E32E2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" y="189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3" name="Line 14">
              <a:extLst>
                <a:ext uri="{FF2B5EF4-FFF2-40B4-BE49-F238E27FC236}">
                  <a16:creationId xmlns:a16="http://schemas.microsoft.com/office/drawing/2014/main" id="{5EE183F8-1435-4DBF-9337-A92F4ECC30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2" y="189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4" name="Line 15">
              <a:extLst>
                <a:ext uri="{FF2B5EF4-FFF2-40B4-BE49-F238E27FC236}">
                  <a16:creationId xmlns:a16="http://schemas.microsoft.com/office/drawing/2014/main" id="{5F78391D-0045-43AE-A8ED-F2CBE8464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9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5" name="Line 16">
              <a:extLst>
                <a:ext uri="{FF2B5EF4-FFF2-40B4-BE49-F238E27FC236}">
                  <a16:creationId xmlns:a16="http://schemas.microsoft.com/office/drawing/2014/main" id="{36483921-866C-4767-8EAA-395B41ADC5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4" y="117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6" name="Line 17">
              <a:extLst>
                <a:ext uri="{FF2B5EF4-FFF2-40B4-BE49-F238E27FC236}">
                  <a16:creationId xmlns:a16="http://schemas.microsoft.com/office/drawing/2014/main" id="{7A7A17C9-D0EE-4740-B7DA-7CA4B9055C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4" y="117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7" name="Line 18">
              <a:extLst>
                <a:ext uri="{FF2B5EF4-FFF2-40B4-BE49-F238E27FC236}">
                  <a16:creationId xmlns:a16="http://schemas.microsoft.com/office/drawing/2014/main" id="{9B54BE28-DC1E-4C55-94BE-AFBEF458E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4" y="117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8" name="Line 19">
              <a:extLst>
                <a:ext uri="{FF2B5EF4-FFF2-40B4-BE49-F238E27FC236}">
                  <a16:creationId xmlns:a16="http://schemas.microsoft.com/office/drawing/2014/main" id="{A05A6B17-81B2-494E-9AA9-EFF14F1EAD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12" y="117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99" name="Line 20">
              <a:extLst>
                <a:ext uri="{FF2B5EF4-FFF2-40B4-BE49-F238E27FC236}">
                  <a16:creationId xmlns:a16="http://schemas.microsoft.com/office/drawing/2014/main" id="{A5614B66-420A-4D4A-96C0-B69179ADD5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52" y="117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600" name="Line 21">
              <a:extLst>
                <a:ext uri="{FF2B5EF4-FFF2-40B4-BE49-F238E27FC236}">
                  <a16:creationId xmlns:a16="http://schemas.microsoft.com/office/drawing/2014/main" id="{F714468D-F206-4CD3-A1AB-4B713C0045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2" y="117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601" name="Line 22">
              <a:extLst>
                <a:ext uri="{FF2B5EF4-FFF2-40B4-BE49-F238E27FC236}">
                  <a16:creationId xmlns:a16="http://schemas.microsoft.com/office/drawing/2014/main" id="{F2E3250F-010E-4A29-A35E-DE5AF9B373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2" y="1172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602" name="Rectangle 23">
              <a:extLst>
                <a:ext uri="{FF2B5EF4-FFF2-40B4-BE49-F238E27FC236}">
                  <a16:creationId xmlns:a16="http://schemas.microsoft.com/office/drawing/2014/main" id="{9E4A5DFA-20C4-4228-B0C1-F49BAC3BD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1940"/>
              <a:ext cx="374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1X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21603" name="Rectangle 24">
              <a:extLst>
                <a:ext uri="{FF2B5EF4-FFF2-40B4-BE49-F238E27FC236}">
                  <a16:creationId xmlns:a16="http://schemas.microsoft.com/office/drawing/2014/main" id="{E3F87D6B-4D99-424B-B430-D5C76D926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932"/>
              <a:ext cx="374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2X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21604" name="Rectangle 25">
              <a:extLst>
                <a:ext uri="{FF2B5EF4-FFF2-40B4-BE49-F238E27FC236}">
                  <a16:creationId xmlns:a16="http://schemas.microsoft.com/office/drawing/2014/main" id="{1FD8E217-9DE4-45FD-AEBA-AFBAEE3EC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1940"/>
              <a:ext cx="374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21605" name="Rectangle 26">
              <a:extLst>
                <a:ext uri="{FF2B5EF4-FFF2-40B4-BE49-F238E27FC236}">
                  <a16:creationId xmlns:a16="http://schemas.microsoft.com/office/drawing/2014/main" id="{52AB68F8-33EB-42D7-BAEF-5F17F1CB5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932"/>
              <a:ext cx="374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21606" name="Rectangle 27">
              <a:extLst>
                <a:ext uri="{FF2B5EF4-FFF2-40B4-BE49-F238E27FC236}">
                  <a16:creationId xmlns:a16="http://schemas.microsoft.com/office/drawing/2014/main" id="{A5FE2F23-3C4D-4D9D-84DF-300EF334A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1940"/>
              <a:ext cx="374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1C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21607" name="Rectangle 28">
              <a:extLst>
                <a:ext uri="{FF2B5EF4-FFF2-40B4-BE49-F238E27FC236}">
                  <a16:creationId xmlns:a16="http://schemas.microsoft.com/office/drawing/2014/main" id="{9D20C7FF-D3A0-42E9-A0B5-75B39476D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932"/>
              <a:ext cx="374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2C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21608" name="Rectangle 29">
              <a:extLst>
                <a:ext uri="{FF2B5EF4-FFF2-40B4-BE49-F238E27FC236}">
                  <a16:creationId xmlns:a16="http://schemas.microsoft.com/office/drawing/2014/main" id="{A0BD4E8F-0ACC-44FA-99B5-5B9D7A11D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1940"/>
              <a:ext cx="464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1C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n-1</a:t>
              </a:r>
            </a:p>
          </p:txBody>
        </p:sp>
        <p:sp>
          <p:nvSpPr>
            <p:cNvPr id="21609" name="Rectangle 30">
              <a:extLst>
                <a:ext uri="{FF2B5EF4-FFF2-40B4-BE49-F238E27FC236}">
                  <a16:creationId xmlns:a16="http://schemas.microsoft.com/office/drawing/2014/main" id="{A7864247-9148-4BF5-A236-D4AE5BC2D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932"/>
              <a:ext cx="464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2C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n-1</a:t>
              </a:r>
            </a:p>
          </p:txBody>
        </p:sp>
        <p:sp>
          <p:nvSpPr>
            <p:cNvPr id="21610" name="Rectangle 31">
              <a:extLst>
                <a:ext uri="{FF2B5EF4-FFF2-40B4-BE49-F238E27FC236}">
                  <a16:creationId xmlns:a16="http://schemas.microsoft.com/office/drawing/2014/main" id="{66250937-20B2-4CF6-B1EA-95E5BC0F5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1940"/>
              <a:ext cx="347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1S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21611" name="Rectangle 32">
              <a:extLst>
                <a:ext uri="{FF2B5EF4-FFF2-40B4-BE49-F238E27FC236}">
                  <a16:creationId xmlns:a16="http://schemas.microsoft.com/office/drawing/2014/main" id="{EA90AC2A-15CD-45A6-A2F2-826F6B63A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63"/>
              <a:ext cx="347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2S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</p:txBody>
        </p:sp>
        <p:sp>
          <p:nvSpPr>
            <p:cNvPr id="21612" name="Rectangle 33">
              <a:extLst>
                <a:ext uri="{FF2B5EF4-FFF2-40B4-BE49-F238E27FC236}">
                  <a16:creationId xmlns:a16="http://schemas.microsoft.com/office/drawing/2014/main" id="{1124E2B4-20D8-4AF7-B88F-1366DB109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932"/>
              <a:ext cx="473" cy="3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+V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CC</a:t>
              </a:r>
            </a:p>
          </p:txBody>
        </p:sp>
        <p:sp>
          <p:nvSpPr>
            <p:cNvPr id="21613" name="Rectangle 34">
              <a:extLst>
                <a:ext uri="{FF2B5EF4-FFF2-40B4-BE49-F238E27FC236}">
                  <a16:creationId xmlns:a16="http://schemas.microsoft.com/office/drawing/2014/main" id="{6EA2339B-77CC-4F77-99D3-A3885F088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6" y="1940"/>
              <a:ext cx="27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  <a:endParaRPr kumimoji="1" lang="zh-CN" altLang="en-US" sz="20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614" name="Rectangle 35">
              <a:extLst>
                <a:ext uri="{FF2B5EF4-FFF2-40B4-BE49-F238E27FC236}">
                  <a16:creationId xmlns:a16="http://schemas.microsoft.com/office/drawing/2014/main" id="{38B80402-3F60-4672-B98F-3235F60B8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1652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615" name="Rectangle 36">
              <a:extLst>
                <a:ext uri="{FF2B5EF4-FFF2-40B4-BE49-F238E27FC236}">
                  <a16:creationId xmlns:a16="http://schemas.microsoft.com/office/drawing/2014/main" id="{D8C7FF57-4EA0-4F01-81E5-C5DC9D6D6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6" y="1652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21616" name="Rectangle 37">
              <a:extLst>
                <a:ext uri="{FF2B5EF4-FFF2-40B4-BE49-F238E27FC236}">
                  <a16:creationId xmlns:a16="http://schemas.microsoft.com/office/drawing/2014/main" id="{09FB361F-33F1-4C22-A2EE-428A987B0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6" y="1220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</a:p>
          </p:txBody>
        </p:sp>
        <p:sp>
          <p:nvSpPr>
            <p:cNvPr id="21617" name="Rectangle 38">
              <a:extLst>
                <a:ext uri="{FF2B5EF4-FFF2-40B4-BE49-F238E27FC236}">
                  <a16:creationId xmlns:a16="http://schemas.microsoft.com/office/drawing/2014/main" id="{EAC01185-656E-4F9F-BDC8-1D117811C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1220"/>
              <a:ext cx="3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14</a:t>
              </a:r>
            </a:p>
          </p:txBody>
        </p:sp>
        <p:sp>
          <p:nvSpPr>
            <p:cNvPr id="21618" name="Rectangle 39">
              <a:extLst>
                <a:ext uri="{FF2B5EF4-FFF2-40B4-BE49-F238E27FC236}">
                  <a16:creationId xmlns:a16="http://schemas.microsoft.com/office/drawing/2014/main" id="{A2E9871E-2A73-49CF-9607-BF4A2F467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1408"/>
              <a:ext cx="80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183</a:t>
              </a:r>
            </a:p>
          </p:txBody>
        </p:sp>
      </p:grpSp>
      <p:grpSp>
        <p:nvGrpSpPr>
          <p:cNvPr id="156712" name="Group 40">
            <a:extLst>
              <a:ext uri="{FF2B5EF4-FFF2-40B4-BE49-F238E27FC236}">
                <a16:creationId xmlns:a16="http://schemas.microsoft.com/office/drawing/2014/main" id="{F300E514-D84B-4BF3-B711-22D231190F71}"/>
              </a:ext>
            </a:extLst>
          </p:cNvPr>
          <p:cNvGrpSpPr>
            <a:grpSpLocks/>
          </p:cNvGrpSpPr>
          <p:nvPr/>
        </p:nvGrpSpPr>
        <p:grpSpPr bwMode="auto">
          <a:xfrm>
            <a:off x="293688" y="2000250"/>
            <a:ext cx="4291012" cy="3906838"/>
            <a:chOff x="699" y="1368"/>
            <a:chExt cx="2703" cy="2461"/>
          </a:xfrm>
        </p:grpSpPr>
        <p:sp>
          <p:nvSpPr>
            <p:cNvPr id="21547" name="Line 41">
              <a:extLst>
                <a:ext uri="{FF2B5EF4-FFF2-40B4-BE49-F238E27FC236}">
                  <a16:creationId xmlns:a16="http://schemas.microsoft.com/office/drawing/2014/main" id="{DE7C42B4-B130-4616-8FA1-1368B4CDA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65" y="2458"/>
              <a:ext cx="11" cy="10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1548" name="Group 42">
              <a:extLst>
                <a:ext uri="{FF2B5EF4-FFF2-40B4-BE49-F238E27FC236}">
                  <a16:creationId xmlns:a16="http://schemas.microsoft.com/office/drawing/2014/main" id="{724844C8-2A61-45D2-83CF-88637F8687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" y="1368"/>
              <a:ext cx="255" cy="532"/>
              <a:chOff x="1567" y="1313"/>
              <a:chExt cx="255" cy="532"/>
            </a:xfrm>
          </p:grpSpPr>
          <p:sp>
            <p:nvSpPr>
              <p:cNvPr id="21583" name="Line 43">
                <a:extLst>
                  <a:ext uri="{FF2B5EF4-FFF2-40B4-BE49-F238E27FC236}">
                    <a16:creationId xmlns:a16="http://schemas.microsoft.com/office/drawing/2014/main" id="{E521AA61-827A-4EAE-83B8-E75D6BFC6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8" y="1605"/>
                <a:ext cx="0" cy="24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non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84" name="Text Box 44">
                <a:extLst>
                  <a:ext uri="{FF2B5EF4-FFF2-40B4-BE49-F238E27FC236}">
                    <a16:creationId xmlns:a16="http://schemas.microsoft.com/office/drawing/2014/main" id="{2A5F16EF-8A85-48F3-BA83-B59161579B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7" y="1313"/>
                <a:ext cx="255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 type="non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</a:p>
            </p:txBody>
          </p:sp>
        </p:grpSp>
        <p:grpSp>
          <p:nvGrpSpPr>
            <p:cNvPr id="21549" name="Group 45">
              <a:extLst>
                <a:ext uri="{FF2B5EF4-FFF2-40B4-BE49-F238E27FC236}">
                  <a16:creationId xmlns:a16="http://schemas.microsoft.com/office/drawing/2014/main" id="{0123F629-5021-4C1D-8D41-BBC77C9C46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2" y="3412"/>
              <a:ext cx="2148" cy="164"/>
              <a:chOff x="872" y="3478"/>
              <a:chExt cx="2148" cy="164"/>
            </a:xfrm>
          </p:grpSpPr>
          <p:sp>
            <p:nvSpPr>
              <p:cNvPr id="21576" name="Line 46">
                <a:extLst>
                  <a:ext uri="{FF2B5EF4-FFF2-40B4-BE49-F238E27FC236}">
                    <a16:creationId xmlns:a16="http://schemas.microsoft.com/office/drawing/2014/main" id="{F30DE73C-2736-4AD6-82CE-ABD40D3C9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17" y="3485"/>
                <a:ext cx="3" cy="154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77" name="Line 47">
                <a:extLst>
                  <a:ext uri="{FF2B5EF4-FFF2-40B4-BE49-F238E27FC236}">
                    <a16:creationId xmlns:a16="http://schemas.microsoft.com/office/drawing/2014/main" id="{B3A63890-6F1C-47EF-87D6-BC489517A2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0" y="3481"/>
                <a:ext cx="0" cy="7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non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78" name="Line 48">
                <a:extLst>
                  <a:ext uri="{FF2B5EF4-FFF2-40B4-BE49-F238E27FC236}">
                    <a16:creationId xmlns:a16="http://schemas.microsoft.com/office/drawing/2014/main" id="{9D90802B-B54E-45E5-9A5F-1475AA84AC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0" y="3551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non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79" name="Line 49">
                <a:extLst>
                  <a:ext uri="{FF2B5EF4-FFF2-40B4-BE49-F238E27FC236}">
                    <a16:creationId xmlns:a16="http://schemas.microsoft.com/office/drawing/2014/main" id="{01C2E0AF-AEF4-4AE3-A27A-4AEAA0688A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6" y="3478"/>
                <a:ext cx="1" cy="16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80" name="Line 50">
                <a:extLst>
                  <a:ext uri="{FF2B5EF4-FFF2-40B4-BE49-F238E27FC236}">
                    <a16:creationId xmlns:a16="http://schemas.microsoft.com/office/drawing/2014/main" id="{D5EB8B0C-AC0A-48C1-A183-06BEF9B7E7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4" y="3478"/>
                <a:ext cx="1" cy="16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81" name="Line 51">
                <a:extLst>
                  <a:ext uri="{FF2B5EF4-FFF2-40B4-BE49-F238E27FC236}">
                    <a16:creationId xmlns:a16="http://schemas.microsoft.com/office/drawing/2014/main" id="{7CA1E203-75F9-48ED-ACA7-6ABB152110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2" y="3481"/>
                <a:ext cx="1" cy="16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1582" name="Line 52">
                <a:extLst>
                  <a:ext uri="{FF2B5EF4-FFF2-40B4-BE49-F238E27FC236}">
                    <a16:creationId xmlns:a16="http://schemas.microsoft.com/office/drawing/2014/main" id="{349C36A5-E381-43F7-AFCB-3E85D10BF9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60" y="3481"/>
                <a:ext cx="1" cy="16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21550" name="Text Box 53">
              <a:extLst>
                <a:ext uri="{FF2B5EF4-FFF2-40B4-BE49-F238E27FC236}">
                  <a16:creationId xmlns:a16="http://schemas.microsoft.com/office/drawing/2014/main" id="{76C80038-9F94-4924-B3C3-90039CB055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1" y="3541"/>
              <a:ext cx="81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 type="none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   B   C</a:t>
              </a:r>
            </a:p>
          </p:txBody>
        </p:sp>
        <p:sp>
          <p:nvSpPr>
            <p:cNvPr id="21551" name="Text Box 54">
              <a:extLst>
                <a:ext uri="{FF2B5EF4-FFF2-40B4-BE49-F238E27FC236}">
                  <a16:creationId xmlns:a16="http://schemas.microsoft.com/office/drawing/2014/main" id="{012BFE34-2682-45AA-AF23-4CDD948DB3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" y="3531"/>
              <a:ext cx="527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 type="none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   E</a:t>
              </a:r>
            </a:p>
          </p:txBody>
        </p:sp>
        <p:grpSp>
          <p:nvGrpSpPr>
            <p:cNvPr id="21552" name="Group 55">
              <a:extLst>
                <a:ext uri="{FF2B5EF4-FFF2-40B4-BE49-F238E27FC236}">
                  <a16:creationId xmlns:a16="http://schemas.microsoft.com/office/drawing/2014/main" id="{B747DD5C-7DA1-427F-B14D-19EEF00FF8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0" y="2825"/>
              <a:ext cx="1122" cy="579"/>
              <a:chOff x="2280" y="2825"/>
              <a:chExt cx="1122" cy="579"/>
            </a:xfrm>
          </p:grpSpPr>
          <p:sp>
            <p:nvSpPr>
              <p:cNvPr id="21572" name="Rectangle 56">
                <a:extLst>
                  <a:ext uri="{FF2B5EF4-FFF2-40B4-BE49-F238E27FC236}">
                    <a16:creationId xmlns:a16="http://schemas.microsoft.com/office/drawing/2014/main" id="{C97F97C6-A653-45A4-9D5D-EDCA8F4B8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850"/>
                <a:ext cx="955" cy="554"/>
              </a:xfrm>
              <a:prstGeom prst="rect">
                <a:avLst/>
              </a:prstGeom>
              <a:solidFill>
                <a:schemeClr val="bg1"/>
              </a:solidFill>
              <a:ln w="38100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  <p:sp>
            <p:nvSpPr>
              <p:cNvPr id="21573" name="Text Box 57">
                <a:extLst>
                  <a:ext uri="{FF2B5EF4-FFF2-40B4-BE49-F238E27FC236}">
                    <a16:creationId xmlns:a16="http://schemas.microsoft.com/office/drawing/2014/main" id="{D9C443BF-8EE8-47C7-BE75-0C3F8FFB08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1" y="2825"/>
                <a:ext cx="872" cy="250"/>
              </a:xfrm>
              <a:prstGeom prst="rect">
                <a:avLst/>
              </a:prstGeom>
              <a:noFill/>
              <a:ln w="38100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99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C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             </a:t>
                </a: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S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  <p:sp>
            <p:nvSpPr>
              <p:cNvPr id="21574" name="Text Box 58">
                <a:extLst>
                  <a:ext uri="{FF2B5EF4-FFF2-40B4-BE49-F238E27FC236}">
                    <a16:creationId xmlns:a16="http://schemas.microsoft.com/office/drawing/2014/main" id="{C5E325F2-6491-4FCD-A8AC-C0B9462EBF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61" y="3146"/>
                <a:ext cx="1041" cy="250"/>
              </a:xfrm>
              <a:prstGeom prst="rect">
                <a:avLst/>
              </a:prstGeom>
              <a:noFill/>
              <a:ln w="38100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99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    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B</a:t>
                </a:r>
                <a:r>
                  <a:rPr kumimoji="1" lang="en-US" altLang="zh-CN" sz="2000" b="1" i="1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    </a:t>
                </a: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C</a:t>
                </a:r>
                <a:r>
                  <a:rPr kumimoji="1" lang="en-US" altLang="zh-CN" sz="2000" b="1" i="1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-</a:t>
                </a:r>
                <a:endPara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  <p:sp>
            <p:nvSpPr>
              <p:cNvPr id="21575" name="Text Box 59">
                <a:extLst>
                  <a:ext uri="{FF2B5EF4-FFF2-40B4-BE49-F238E27FC236}">
                    <a16:creationId xmlns:a16="http://schemas.microsoft.com/office/drawing/2014/main" id="{327FF8EF-3219-48A0-871B-1AF389311B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" y="2956"/>
                <a:ext cx="230" cy="250"/>
              </a:xfrm>
              <a:prstGeom prst="rect">
                <a:avLst/>
              </a:prstGeom>
              <a:noFill/>
              <a:ln w="38100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99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  <a:sym typeface="Symbol" panose="05050102010706020507" pitchFamily="18" charset="2"/>
                  </a:rPr>
                  <a:t>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</p:grpSp>
        <p:sp>
          <p:nvSpPr>
            <p:cNvPr id="21553" name="Line 60">
              <a:extLst>
                <a:ext uri="{FF2B5EF4-FFF2-40B4-BE49-F238E27FC236}">
                  <a16:creationId xmlns:a16="http://schemas.microsoft.com/office/drawing/2014/main" id="{0C20B3DD-C7E7-4C74-BFA5-614E42169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0" y="2736"/>
              <a:ext cx="0" cy="237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54" name="Line 61">
              <a:extLst>
                <a:ext uri="{FF2B5EF4-FFF2-40B4-BE49-F238E27FC236}">
                  <a16:creationId xmlns:a16="http://schemas.microsoft.com/office/drawing/2014/main" id="{81E65E2B-117C-4907-92A7-169334CB5A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84" y="2533"/>
              <a:ext cx="0" cy="428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55" name="Line 62">
              <a:extLst>
                <a:ext uri="{FF2B5EF4-FFF2-40B4-BE49-F238E27FC236}">
                  <a16:creationId xmlns:a16="http://schemas.microsoft.com/office/drawing/2014/main" id="{9AAEEDF1-5D00-45A6-9FDA-2EBE525C44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9" y="2623"/>
              <a:ext cx="0" cy="349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56" name="Line 63">
              <a:extLst>
                <a:ext uri="{FF2B5EF4-FFF2-40B4-BE49-F238E27FC236}">
                  <a16:creationId xmlns:a16="http://schemas.microsoft.com/office/drawing/2014/main" id="{F3A29D84-C66A-4572-885F-CE628408D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5" y="2619"/>
              <a:ext cx="477" cy="0"/>
            </a:xfrm>
            <a:prstGeom prst="line">
              <a:avLst/>
            </a:prstGeom>
            <a:noFill/>
            <a:ln w="381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57" name="Line 64">
              <a:extLst>
                <a:ext uri="{FF2B5EF4-FFF2-40B4-BE49-F238E27FC236}">
                  <a16:creationId xmlns:a16="http://schemas.microsoft.com/office/drawing/2014/main" id="{59B84D77-141B-4858-AB59-5628D0F22D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4" y="2434"/>
              <a:ext cx="0" cy="1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58" name="Line 65">
              <a:extLst>
                <a:ext uri="{FF2B5EF4-FFF2-40B4-BE49-F238E27FC236}">
                  <a16:creationId xmlns:a16="http://schemas.microsoft.com/office/drawing/2014/main" id="{470766CB-7B31-400D-A6DE-C9AC8C17B3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4" y="2533"/>
              <a:ext cx="7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59" name="Line 66">
              <a:extLst>
                <a:ext uri="{FF2B5EF4-FFF2-40B4-BE49-F238E27FC236}">
                  <a16:creationId xmlns:a16="http://schemas.microsoft.com/office/drawing/2014/main" id="{884255CE-57CC-4E8F-9A74-4792681489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0" y="2449"/>
              <a:ext cx="0" cy="28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non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60" name="Oval 67">
              <a:extLst>
                <a:ext uri="{FF2B5EF4-FFF2-40B4-BE49-F238E27FC236}">
                  <a16:creationId xmlns:a16="http://schemas.microsoft.com/office/drawing/2014/main" id="{312FEE2E-5F0F-4673-8F0F-834718195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599"/>
              <a:ext cx="48" cy="3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61" name="Line 68">
              <a:extLst>
                <a:ext uri="{FF2B5EF4-FFF2-40B4-BE49-F238E27FC236}">
                  <a16:creationId xmlns:a16="http://schemas.microsoft.com/office/drawing/2014/main" id="{4537FE78-881B-41CA-AB96-D2F00EA948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5" y="2732"/>
              <a:ext cx="7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1562" name="Group 69">
              <a:extLst>
                <a:ext uri="{FF2B5EF4-FFF2-40B4-BE49-F238E27FC236}">
                  <a16:creationId xmlns:a16="http://schemas.microsoft.com/office/drawing/2014/main" id="{36C7ADDF-3FD1-480A-B8C9-BBB458D235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9" y="2817"/>
              <a:ext cx="1122" cy="579"/>
              <a:chOff x="2280" y="2825"/>
              <a:chExt cx="1122" cy="579"/>
            </a:xfrm>
          </p:grpSpPr>
          <p:sp>
            <p:nvSpPr>
              <p:cNvPr id="21568" name="Rectangle 70">
                <a:extLst>
                  <a:ext uri="{FF2B5EF4-FFF2-40B4-BE49-F238E27FC236}">
                    <a16:creationId xmlns:a16="http://schemas.microsoft.com/office/drawing/2014/main" id="{D30611A9-38A6-41D0-B36D-B16CB39FA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850"/>
                <a:ext cx="955" cy="554"/>
              </a:xfrm>
              <a:prstGeom prst="rect">
                <a:avLst/>
              </a:prstGeom>
              <a:solidFill>
                <a:schemeClr val="bg1"/>
              </a:solidFill>
              <a:ln w="38100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  <p:sp>
            <p:nvSpPr>
              <p:cNvPr id="21569" name="Text Box 71">
                <a:extLst>
                  <a:ext uri="{FF2B5EF4-FFF2-40B4-BE49-F238E27FC236}">
                    <a16:creationId xmlns:a16="http://schemas.microsoft.com/office/drawing/2014/main" id="{F05026C8-C5BD-4EC3-9BF5-ED9C30F521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1" y="2825"/>
                <a:ext cx="872" cy="250"/>
              </a:xfrm>
              <a:prstGeom prst="rect">
                <a:avLst/>
              </a:prstGeom>
              <a:noFill/>
              <a:ln w="38100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99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C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             </a:t>
                </a: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S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  <p:sp>
            <p:nvSpPr>
              <p:cNvPr id="21570" name="Text Box 72">
                <a:extLst>
                  <a:ext uri="{FF2B5EF4-FFF2-40B4-BE49-F238E27FC236}">
                    <a16:creationId xmlns:a16="http://schemas.microsoft.com/office/drawing/2014/main" id="{A4BACE76-552E-4068-B9CC-4231D1FE92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61" y="3146"/>
                <a:ext cx="1041" cy="250"/>
              </a:xfrm>
              <a:prstGeom prst="rect">
                <a:avLst/>
              </a:prstGeom>
              <a:noFill/>
              <a:ln w="38100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99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     </a:t>
                </a:r>
                <a:r>
                  <a:rPr kumimoji="1" lang="en-US" altLang="zh-CN" sz="2000" b="1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B</a:t>
                </a:r>
                <a:r>
                  <a:rPr kumimoji="1" lang="en-US" altLang="zh-CN" sz="2000" b="1" i="1" u="none" strike="noStrike" kern="1200" cap="none" spc="0" normalizeH="0" baseline="-25000" noProof="0" dirty="0" err="1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    </a:t>
                </a: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C</a:t>
                </a:r>
                <a:r>
                  <a:rPr kumimoji="1" lang="en-US" altLang="zh-CN" sz="2000" b="1" i="1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-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  <p:sp>
            <p:nvSpPr>
              <p:cNvPr id="21571" name="Text Box 73">
                <a:extLst>
                  <a:ext uri="{FF2B5EF4-FFF2-40B4-BE49-F238E27FC236}">
                    <a16:creationId xmlns:a16="http://schemas.microsoft.com/office/drawing/2014/main" id="{2542D8F3-574E-4CBD-8489-F2D6D4383F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" y="2956"/>
                <a:ext cx="230" cy="250"/>
              </a:xfrm>
              <a:prstGeom prst="rect">
                <a:avLst/>
              </a:prstGeom>
              <a:noFill/>
              <a:ln w="38100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99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  <a:sym typeface="Symbol" panose="05050102010706020507" pitchFamily="18" charset="2"/>
                  </a:rPr>
                  <a:t>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</p:grpSp>
        <p:grpSp>
          <p:nvGrpSpPr>
            <p:cNvPr id="21563" name="Group 74">
              <a:extLst>
                <a:ext uri="{FF2B5EF4-FFF2-40B4-BE49-F238E27FC236}">
                  <a16:creationId xmlns:a16="http://schemas.microsoft.com/office/drawing/2014/main" id="{1B1B994D-F768-4F63-B134-A786CD8BF1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66" y="1878"/>
              <a:ext cx="1122" cy="579"/>
              <a:chOff x="2280" y="2825"/>
              <a:chExt cx="1122" cy="579"/>
            </a:xfrm>
          </p:grpSpPr>
          <p:sp>
            <p:nvSpPr>
              <p:cNvPr id="21564" name="Rectangle 75">
                <a:extLst>
                  <a:ext uri="{FF2B5EF4-FFF2-40B4-BE49-F238E27FC236}">
                    <a16:creationId xmlns:a16="http://schemas.microsoft.com/office/drawing/2014/main" id="{76FDE433-9AA3-4682-ABFE-4AABE06C0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2850"/>
                <a:ext cx="955" cy="554"/>
              </a:xfrm>
              <a:prstGeom prst="rect">
                <a:avLst/>
              </a:prstGeom>
              <a:solidFill>
                <a:schemeClr val="bg1"/>
              </a:solidFill>
              <a:ln w="38100" cap="sq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  <p:sp>
            <p:nvSpPr>
              <p:cNvPr id="21565" name="Text Box 76">
                <a:extLst>
                  <a:ext uri="{FF2B5EF4-FFF2-40B4-BE49-F238E27FC236}">
                    <a16:creationId xmlns:a16="http://schemas.microsoft.com/office/drawing/2014/main" id="{2C4010C3-B79E-4EB9-916D-A8CC8DAAAF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1" y="2825"/>
                <a:ext cx="872" cy="250"/>
              </a:xfrm>
              <a:prstGeom prst="rect">
                <a:avLst/>
              </a:prstGeom>
              <a:noFill/>
              <a:ln w="38100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99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C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             </a:t>
                </a: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S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  <p:sp>
            <p:nvSpPr>
              <p:cNvPr id="21566" name="Text Box 77">
                <a:extLst>
                  <a:ext uri="{FF2B5EF4-FFF2-40B4-BE49-F238E27FC236}">
                    <a16:creationId xmlns:a16="http://schemas.microsoft.com/office/drawing/2014/main" id="{2EA7BD7E-9620-4A08-A164-D495232B7F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61" y="3146"/>
                <a:ext cx="1041" cy="250"/>
              </a:xfrm>
              <a:prstGeom prst="rect">
                <a:avLst/>
              </a:prstGeom>
              <a:noFill/>
              <a:ln w="38100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99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     </a:t>
                </a:r>
                <a:r>
                  <a:rPr kumimoji="1" lang="en-US" altLang="zh-CN" sz="2000" b="1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B</a:t>
                </a:r>
                <a:r>
                  <a:rPr kumimoji="1" lang="en-US" altLang="zh-CN" sz="2000" b="1" i="1" u="none" strike="noStrike" kern="1200" cap="none" spc="0" normalizeH="0" baseline="-25000" noProof="0" dirty="0" err="1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    </a:t>
                </a: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C</a:t>
                </a:r>
                <a:r>
                  <a:rPr kumimoji="1" lang="en-US" altLang="zh-CN" sz="2000" b="1" i="1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n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</a:rPr>
                  <a:t>-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  <p:sp>
            <p:nvSpPr>
              <p:cNvPr id="21567" name="Text Box 78">
                <a:extLst>
                  <a:ext uri="{FF2B5EF4-FFF2-40B4-BE49-F238E27FC236}">
                    <a16:creationId xmlns:a16="http://schemas.microsoft.com/office/drawing/2014/main" id="{7DAAA0E7-D7D6-4950-89F8-4CB7D99E24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" y="2956"/>
                <a:ext cx="230" cy="250"/>
              </a:xfrm>
              <a:prstGeom prst="rect">
                <a:avLst/>
              </a:prstGeom>
              <a:noFill/>
              <a:ln w="38100" cap="sq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99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幼圆" panose="02010509060101010101" pitchFamily="49" charset="-122"/>
                    <a:cs typeface="+mn-cs"/>
                    <a:sym typeface="Symbol" panose="05050102010706020507" pitchFamily="18" charset="2"/>
                  </a:rPr>
                  <a:t>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endParaRPr>
              </a:p>
            </p:txBody>
          </p:sp>
        </p:grpSp>
      </p:grpSp>
      <p:sp>
        <p:nvSpPr>
          <p:cNvPr id="156751" name="Rectangle 79">
            <a:extLst>
              <a:ext uri="{FF2B5EF4-FFF2-40B4-BE49-F238E27FC236}">
                <a16:creationId xmlns:a16="http://schemas.microsoft.com/office/drawing/2014/main" id="{847EF679-B038-40BE-8680-AC364BDC5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0075" y="2335213"/>
            <a:ext cx="20224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简化真值表：</a:t>
            </a:r>
          </a:p>
        </p:txBody>
      </p:sp>
      <p:grpSp>
        <p:nvGrpSpPr>
          <p:cNvPr id="156752" name="Group 80">
            <a:extLst>
              <a:ext uri="{FF2B5EF4-FFF2-40B4-BE49-F238E27FC236}">
                <a16:creationId xmlns:a16="http://schemas.microsoft.com/office/drawing/2014/main" id="{C9B73D60-FB00-45A5-A2B5-FE1859CC5072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2868613"/>
            <a:ext cx="3867150" cy="2897187"/>
            <a:chOff x="3002" y="1807"/>
            <a:chExt cx="2436" cy="1825"/>
          </a:xfrm>
        </p:grpSpPr>
        <p:sp>
          <p:nvSpPr>
            <p:cNvPr id="21534" name="Text Box 81">
              <a:extLst>
                <a:ext uri="{FF2B5EF4-FFF2-40B4-BE49-F238E27FC236}">
                  <a16:creationId xmlns:a16="http://schemas.microsoft.com/office/drawing/2014/main" id="{ACCA6249-00E1-49F7-9C38-64813DDAD6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1807"/>
              <a:ext cx="714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  B  C</a:t>
              </a:r>
            </a:p>
          </p:txBody>
        </p:sp>
        <p:sp>
          <p:nvSpPr>
            <p:cNvPr id="21535" name="Line 82">
              <a:extLst>
                <a:ext uri="{FF2B5EF4-FFF2-40B4-BE49-F238E27FC236}">
                  <a16:creationId xmlns:a16="http://schemas.microsoft.com/office/drawing/2014/main" id="{83129CF2-F02D-4CC5-A960-487FECD2A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2" y="1831"/>
              <a:ext cx="2436" cy="0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36" name="Line 83">
              <a:extLst>
                <a:ext uri="{FF2B5EF4-FFF2-40B4-BE49-F238E27FC236}">
                  <a16:creationId xmlns:a16="http://schemas.microsoft.com/office/drawing/2014/main" id="{76B7E8BC-9D24-4C64-B99F-8A9F9F7AF0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2" y="2083"/>
              <a:ext cx="2436" cy="0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37" name="Line 84">
              <a:extLst>
                <a:ext uri="{FF2B5EF4-FFF2-40B4-BE49-F238E27FC236}">
                  <a16:creationId xmlns:a16="http://schemas.microsoft.com/office/drawing/2014/main" id="{1510B744-D1A3-402D-A6CE-A54D3A6853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2" y="2347"/>
              <a:ext cx="2436" cy="0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38" name="Line 85">
              <a:extLst>
                <a:ext uri="{FF2B5EF4-FFF2-40B4-BE49-F238E27FC236}">
                  <a16:creationId xmlns:a16="http://schemas.microsoft.com/office/drawing/2014/main" id="{87C87A2B-01FF-454A-9516-C4E8EF84CF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2" y="2587"/>
              <a:ext cx="2436" cy="0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39" name="Line 86">
              <a:extLst>
                <a:ext uri="{FF2B5EF4-FFF2-40B4-BE49-F238E27FC236}">
                  <a16:creationId xmlns:a16="http://schemas.microsoft.com/office/drawing/2014/main" id="{2A323F04-8832-4225-87F4-215B947FA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2" y="2839"/>
              <a:ext cx="2436" cy="0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40" name="Line 87">
              <a:extLst>
                <a:ext uri="{FF2B5EF4-FFF2-40B4-BE49-F238E27FC236}">
                  <a16:creationId xmlns:a16="http://schemas.microsoft.com/office/drawing/2014/main" id="{4FF9D38D-BD24-488A-985B-CCC1DA832E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2" y="3091"/>
              <a:ext cx="2436" cy="0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41" name="Line 88">
              <a:extLst>
                <a:ext uri="{FF2B5EF4-FFF2-40B4-BE49-F238E27FC236}">
                  <a16:creationId xmlns:a16="http://schemas.microsoft.com/office/drawing/2014/main" id="{CF05A41A-2CB9-42B6-95F6-A489AC524C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2" y="3355"/>
              <a:ext cx="2436" cy="0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42" name="Line 89">
              <a:extLst>
                <a:ext uri="{FF2B5EF4-FFF2-40B4-BE49-F238E27FC236}">
                  <a16:creationId xmlns:a16="http://schemas.microsoft.com/office/drawing/2014/main" id="{4DB1715D-B45C-4E84-BF30-70735EDAAF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2" y="3632"/>
              <a:ext cx="2436" cy="0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43" name="Line 90">
              <a:extLst>
                <a:ext uri="{FF2B5EF4-FFF2-40B4-BE49-F238E27FC236}">
                  <a16:creationId xmlns:a16="http://schemas.microsoft.com/office/drawing/2014/main" id="{2176AF2D-9670-43FD-A912-22F710B923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06" y="1843"/>
              <a:ext cx="0" cy="1788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544" name="Text Box 91">
              <a:extLst>
                <a:ext uri="{FF2B5EF4-FFF2-40B4-BE49-F238E27FC236}">
                  <a16:creationId xmlns:a16="http://schemas.microsoft.com/office/drawing/2014/main" id="{56B5AA26-EA90-4784-AE3A-B740D1473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3" y="1819"/>
              <a:ext cx="771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DE</a:t>
              </a: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状态</a:t>
              </a:r>
            </a:p>
          </p:txBody>
        </p:sp>
        <p:sp>
          <p:nvSpPr>
            <p:cNvPr id="21545" name="Text Box 92">
              <a:extLst>
                <a:ext uri="{FF2B5EF4-FFF2-40B4-BE49-F238E27FC236}">
                  <a16:creationId xmlns:a16="http://schemas.microsoft.com/office/drawing/2014/main" id="{B15E1130-BE6F-4C3E-A1B3-5846CDDF9C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9" y="1807"/>
              <a:ext cx="255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Y</a:t>
              </a:r>
            </a:p>
          </p:txBody>
        </p:sp>
        <p:sp>
          <p:nvSpPr>
            <p:cNvPr id="21546" name="Line 93">
              <a:extLst>
                <a:ext uri="{FF2B5EF4-FFF2-40B4-BE49-F238E27FC236}">
                  <a16:creationId xmlns:a16="http://schemas.microsoft.com/office/drawing/2014/main" id="{09346D22-345A-40C0-8B17-F0509C7733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6" y="1843"/>
              <a:ext cx="0" cy="1776"/>
            </a:xfrm>
            <a:prstGeom prst="line">
              <a:avLst/>
            </a:prstGeom>
            <a:noFill/>
            <a:ln w="28575" cap="sq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56766" name="Text Box 94">
            <a:extLst>
              <a:ext uri="{FF2B5EF4-FFF2-40B4-BE49-F238E27FC236}">
                <a16:creationId xmlns:a16="http://schemas.microsoft.com/office/drawing/2014/main" id="{E7E35640-D08E-4FAA-AEF2-5E273657BA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7113" y="3271838"/>
            <a:ext cx="1422400" cy="457200"/>
          </a:xfrm>
          <a:prstGeom prst="rect">
            <a:avLst/>
          </a:prstGeom>
          <a:noFill/>
          <a:ln w="28575" cap="sq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1   1   1</a:t>
            </a:r>
          </a:p>
        </p:txBody>
      </p:sp>
      <p:sp>
        <p:nvSpPr>
          <p:cNvPr id="156767" name="Text Box 95">
            <a:extLst>
              <a:ext uri="{FF2B5EF4-FFF2-40B4-BE49-F238E27FC236}">
                <a16:creationId xmlns:a16="http://schemas.microsoft.com/office/drawing/2014/main" id="{3BE76984-261F-423A-B144-75FC1B8F7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5575" y="3268663"/>
            <a:ext cx="825500" cy="457200"/>
          </a:xfrm>
          <a:prstGeom prst="rect">
            <a:avLst/>
          </a:prstGeom>
          <a:noFill/>
          <a:ln w="28575" cap="sq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  <a:sym typeface="Symbol" panose="05050102010706020507" pitchFamily="18" charset="2"/>
              </a:rPr>
              <a:t>    </a:t>
            </a:r>
          </a:p>
        </p:txBody>
      </p:sp>
      <p:sp>
        <p:nvSpPr>
          <p:cNvPr id="156768" name="Text Box 96">
            <a:extLst>
              <a:ext uri="{FF2B5EF4-FFF2-40B4-BE49-F238E27FC236}">
                <a16:creationId xmlns:a16="http://schemas.microsoft.com/office/drawing/2014/main" id="{BB36A779-6D89-47AC-9498-438273B89D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4350" y="3270250"/>
            <a:ext cx="336550" cy="457200"/>
          </a:xfrm>
          <a:prstGeom prst="rect">
            <a:avLst/>
          </a:prstGeom>
          <a:noFill/>
          <a:ln w="28575" cap="sq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</a:t>
            </a:r>
          </a:p>
        </p:txBody>
      </p:sp>
      <p:sp>
        <p:nvSpPr>
          <p:cNvPr id="156769" name="Rectangle 97">
            <a:extLst>
              <a:ext uri="{FF2B5EF4-FFF2-40B4-BE49-F238E27FC236}">
                <a16:creationId xmlns:a16="http://schemas.microsoft.com/office/drawing/2014/main" id="{63D8BE4B-ED4E-4514-B222-9DADFD536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3652838"/>
            <a:ext cx="1098550" cy="457200"/>
          </a:xfrm>
          <a:prstGeom prst="rect">
            <a:avLst/>
          </a:prstGeom>
          <a:noFill/>
          <a:ln w="28575" cap="sq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0   0   0</a:t>
            </a:r>
          </a:p>
        </p:txBody>
      </p:sp>
      <p:sp>
        <p:nvSpPr>
          <p:cNvPr id="156770" name="Text Box 98">
            <a:extLst>
              <a:ext uri="{FF2B5EF4-FFF2-40B4-BE49-F238E27FC236}">
                <a16:creationId xmlns:a16="http://schemas.microsoft.com/office/drawing/2014/main" id="{A78D622A-3E1D-47AD-BF17-4598DF18E3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9425" y="3687763"/>
            <a:ext cx="336550" cy="457200"/>
          </a:xfrm>
          <a:prstGeom prst="rect">
            <a:avLst/>
          </a:prstGeom>
          <a:noFill/>
          <a:ln w="28575" cap="sq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</a:t>
            </a:r>
          </a:p>
        </p:txBody>
      </p:sp>
      <p:grpSp>
        <p:nvGrpSpPr>
          <p:cNvPr id="156771" name="Group 99">
            <a:extLst>
              <a:ext uri="{FF2B5EF4-FFF2-40B4-BE49-F238E27FC236}">
                <a16:creationId xmlns:a16="http://schemas.microsoft.com/office/drawing/2014/main" id="{12DE7C53-5A04-44C0-9D8A-056F5ECE48C5}"/>
              </a:ext>
            </a:extLst>
          </p:cNvPr>
          <p:cNvGrpSpPr>
            <a:grpSpLocks/>
          </p:cNvGrpSpPr>
          <p:nvPr/>
        </p:nvGrpSpPr>
        <p:grpSpPr bwMode="auto">
          <a:xfrm>
            <a:off x="4967288" y="4049713"/>
            <a:ext cx="3494087" cy="514350"/>
            <a:chOff x="3118" y="2551"/>
            <a:chExt cx="2201" cy="324"/>
          </a:xfrm>
        </p:grpSpPr>
        <p:sp>
          <p:nvSpPr>
            <p:cNvPr id="21531" name="Rectangle 100">
              <a:extLst>
                <a:ext uri="{FF2B5EF4-FFF2-40B4-BE49-F238E27FC236}">
                  <a16:creationId xmlns:a16="http://schemas.microsoft.com/office/drawing/2014/main" id="{4A47D6F1-3EF3-46FB-B8FC-F89222735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2551"/>
              <a:ext cx="50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</a:t>
              </a: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个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  <p:sp>
          <p:nvSpPr>
            <p:cNvPr id="21532" name="Text Box 101">
              <a:extLst>
                <a:ext uri="{FF2B5EF4-FFF2-40B4-BE49-F238E27FC236}">
                  <a16:creationId xmlns:a16="http://schemas.microsoft.com/office/drawing/2014/main" id="{F38B0075-16D4-4506-AAB5-2C35F39CB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03" y="2563"/>
              <a:ext cx="46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  <a:sym typeface="Symbol" panose="05050102010706020507" pitchFamily="18" charset="2"/>
                </a:rPr>
                <a:t></a:t>
              </a:r>
            </a:p>
          </p:txBody>
        </p:sp>
        <p:sp>
          <p:nvSpPr>
            <p:cNvPr id="21533" name="Text Box 102">
              <a:extLst>
                <a:ext uri="{FF2B5EF4-FFF2-40B4-BE49-F238E27FC236}">
                  <a16:creationId xmlns:a16="http://schemas.microsoft.com/office/drawing/2014/main" id="{95CBAC7B-E492-471D-A31D-A271641685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7" y="2587"/>
              <a:ext cx="21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</p:grpSp>
      <p:sp>
        <p:nvSpPr>
          <p:cNvPr id="156775" name="Rectangle 103">
            <a:extLst>
              <a:ext uri="{FF2B5EF4-FFF2-40B4-BE49-F238E27FC236}">
                <a16:creationId xmlns:a16="http://schemas.microsoft.com/office/drawing/2014/main" id="{848DB301-DB5F-4D97-B50A-6F104FCCA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3649663"/>
            <a:ext cx="7493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  <a:sym typeface="Symbol" panose="05050102010706020507" pitchFamily="18" charset="2"/>
              </a:rPr>
              <a:t>   </a:t>
            </a:r>
          </a:p>
        </p:txBody>
      </p:sp>
      <p:grpSp>
        <p:nvGrpSpPr>
          <p:cNvPr id="156776" name="Group 104">
            <a:extLst>
              <a:ext uri="{FF2B5EF4-FFF2-40B4-BE49-F238E27FC236}">
                <a16:creationId xmlns:a16="http://schemas.microsoft.com/office/drawing/2014/main" id="{B1CE4740-13A3-418B-9ED2-A225F13B6990}"/>
              </a:ext>
            </a:extLst>
          </p:cNvPr>
          <p:cNvGrpSpPr>
            <a:grpSpLocks/>
          </p:cNvGrpSpPr>
          <p:nvPr/>
        </p:nvGrpSpPr>
        <p:grpSpPr bwMode="auto">
          <a:xfrm>
            <a:off x="4938713" y="4500563"/>
            <a:ext cx="3546475" cy="1314450"/>
            <a:chOff x="3100" y="2835"/>
            <a:chExt cx="2234" cy="828"/>
          </a:xfrm>
        </p:grpSpPr>
        <p:sp>
          <p:nvSpPr>
            <p:cNvPr id="21522" name="Rectangle 105">
              <a:extLst>
                <a:ext uri="{FF2B5EF4-FFF2-40B4-BE49-F238E27FC236}">
                  <a16:creationId xmlns:a16="http://schemas.microsoft.com/office/drawing/2014/main" id="{1828C911-6E92-4950-A86C-2C561F7F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3087"/>
              <a:ext cx="50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个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  <p:sp>
          <p:nvSpPr>
            <p:cNvPr id="21523" name="Text Box 106">
              <a:extLst>
                <a:ext uri="{FF2B5EF4-FFF2-40B4-BE49-F238E27FC236}">
                  <a16:creationId xmlns:a16="http://schemas.microsoft.com/office/drawing/2014/main" id="{D2454D1B-85DC-416D-B0E2-9C7061A117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5" y="2835"/>
              <a:ext cx="45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0   0</a:t>
              </a:r>
            </a:p>
          </p:txBody>
        </p:sp>
        <p:sp>
          <p:nvSpPr>
            <p:cNvPr id="21524" name="Rectangle 107">
              <a:extLst>
                <a:ext uri="{FF2B5EF4-FFF2-40B4-BE49-F238E27FC236}">
                  <a16:creationId xmlns:a16="http://schemas.microsoft.com/office/drawing/2014/main" id="{061B9670-B5F3-4D89-BC85-57EDD0BD2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3123"/>
              <a:ext cx="45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1   1</a:t>
              </a:r>
            </a:p>
          </p:txBody>
        </p:sp>
        <p:sp>
          <p:nvSpPr>
            <p:cNvPr id="21525" name="Rectangle 108">
              <a:extLst>
                <a:ext uri="{FF2B5EF4-FFF2-40B4-BE49-F238E27FC236}">
                  <a16:creationId xmlns:a16="http://schemas.microsoft.com/office/drawing/2014/main" id="{46A172BD-AF08-47D2-8028-CBF226459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3363"/>
              <a:ext cx="46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  <a:sym typeface="Symbol" panose="05050102010706020507" pitchFamily="18" charset="2"/>
                </a:rPr>
                <a:t></a:t>
              </a:r>
            </a:p>
          </p:txBody>
        </p:sp>
        <p:sp>
          <p:nvSpPr>
            <p:cNvPr id="21526" name="Text Box 109">
              <a:extLst>
                <a:ext uri="{FF2B5EF4-FFF2-40B4-BE49-F238E27FC236}">
                  <a16:creationId xmlns:a16="http://schemas.microsoft.com/office/drawing/2014/main" id="{06EA1E55-903C-4B97-916E-119CB612B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0" y="2859"/>
              <a:ext cx="21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</a:t>
              </a:r>
            </a:p>
          </p:txBody>
        </p:sp>
        <p:sp>
          <p:nvSpPr>
            <p:cNvPr id="21527" name="Text Box 110">
              <a:extLst>
                <a:ext uri="{FF2B5EF4-FFF2-40B4-BE49-F238E27FC236}">
                  <a16:creationId xmlns:a16="http://schemas.microsoft.com/office/drawing/2014/main" id="{6377BF58-5A00-442D-8BC7-AB90BF97A7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2" y="3123"/>
              <a:ext cx="21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  <p:sp>
          <p:nvSpPr>
            <p:cNvPr id="21528" name="Text Box 111">
              <a:extLst>
                <a:ext uri="{FF2B5EF4-FFF2-40B4-BE49-F238E27FC236}">
                  <a16:creationId xmlns:a16="http://schemas.microsoft.com/office/drawing/2014/main" id="{26F8606E-561A-407E-AFBE-511014372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2" y="3375"/>
              <a:ext cx="212" cy="288"/>
            </a:xfrm>
            <a:prstGeom prst="rect">
              <a:avLst/>
            </a:prstGeom>
            <a:noFill/>
            <a:ln w="28575" cap="sq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</a:t>
              </a:r>
            </a:p>
          </p:txBody>
        </p:sp>
        <p:sp>
          <p:nvSpPr>
            <p:cNvPr id="21529" name="Rectangle 112">
              <a:extLst>
                <a:ext uri="{FF2B5EF4-FFF2-40B4-BE49-F238E27FC236}">
                  <a16:creationId xmlns:a16="http://schemas.microsoft.com/office/drawing/2014/main" id="{5C6A44F4-0AEA-4A38-969C-3CAC8CC71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2835"/>
              <a:ext cx="50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</a:t>
              </a: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个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  <p:sp>
          <p:nvSpPr>
            <p:cNvPr id="21530" name="Rectangle 113">
              <a:extLst>
                <a:ext uri="{FF2B5EF4-FFF2-40B4-BE49-F238E27FC236}">
                  <a16:creationId xmlns:a16="http://schemas.microsoft.com/office/drawing/2014/main" id="{4ECA84D0-970F-4F6C-9F00-BAB4034B9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3363"/>
              <a:ext cx="50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个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</p:grpSp>
      <p:sp>
        <p:nvSpPr>
          <p:cNvPr id="156786" name="Text Box 114">
            <a:extLst>
              <a:ext uri="{FF2B5EF4-FFF2-40B4-BE49-F238E27FC236}">
                <a16:creationId xmlns:a16="http://schemas.microsoft.com/office/drawing/2014/main" id="{90E4ED18-2AFF-4AC4-A675-40BEC64A4D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7688" y="6059488"/>
            <a:ext cx="4391025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逻辑功能：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五人表决电路</a:t>
            </a:r>
          </a:p>
        </p:txBody>
      </p:sp>
    </p:spTree>
    <p:extLst>
      <p:ext uri="{BB962C8B-B14F-4D97-AF65-F5344CB8AC3E}">
        <p14:creationId xmlns:p14="http://schemas.microsoft.com/office/powerpoint/2010/main" val="205117129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6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6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3" dur="500"/>
                                        <p:tgtEl>
                                          <p:spTgt spid="156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566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566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66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566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56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56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67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67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56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56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56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56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56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56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56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56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156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567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567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674" grpId="0" autoUpdateAnimBg="0"/>
      <p:bldP spid="156675" grpId="0" autoUpdateAnimBg="0"/>
      <p:bldP spid="156676" grpId="0" animBg="1" autoUpdateAnimBg="0"/>
      <p:bldP spid="156751" grpId="0" autoUpdateAnimBg="0"/>
      <p:bldP spid="156766" grpId="0" autoUpdateAnimBg="0"/>
      <p:bldP spid="156767" grpId="0" autoUpdateAnimBg="0"/>
      <p:bldP spid="156768" grpId="0" autoUpdateAnimBg="0"/>
      <p:bldP spid="156769" grpId="0" autoUpdateAnimBg="0"/>
      <p:bldP spid="156770" grpId="0" autoUpdateAnimBg="0"/>
      <p:bldP spid="156775" grpId="0" autoUpdateAnimBg="0"/>
      <p:bldP spid="156786" grpId="0" animBg="1" autoUpdateAnimBg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2">
            <a:extLst>
              <a:ext uri="{FF2B5EF4-FFF2-40B4-BE49-F238E27FC236}">
                <a16:creationId xmlns:a16="http://schemas.microsoft.com/office/drawing/2014/main" id="{ACA32C6C-4652-4008-8DEA-454E7C78AE0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0513" y="401638"/>
            <a:ext cx="4168775" cy="479425"/>
          </a:xfrm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chemeClr val="tx1"/>
                </a:solidFill>
              </a:rPr>
              <a:t>3</a:t>
            </a:r>
            <a:r>
              <a:rPr lang="zh-CN" altLang="en-US" sz="2800" b="1">
                <a:solidFill>
                  <a:schemeClr val="tx1"/>
                </a:solidFill>
              </a:rPr>
              <a:t>、四位串行进位加法器</a:t>
            </a:r>
          </a:p>
        </p:txBody>
      </p:sp>
      <p:graphicFrame>
        <p:nvGraphicFramePr>
          <p:cNvPr id="157699" name="Object 3">
            <a:extLst>
              <a:ext uri="{FF2B5EF4-FFF2-40B4-BE49-F238E27FC236}">
                <a16:creationId xmlns:a16="http://schemas.microsoft.com/office/drawing/2014/main" id="{DE9543AB-9A87-456B-A950-4D598359836D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936097816"/>
              </p:ext>
            </p:extLst>
          </p:nvPr>
        </p:nvGraphicFramePr>
        <p:xfrm>
          <a:off x="760413" y="1697038"/>
          <a:ext cx="7543800" cy="2838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15" name="Image" r:id="rId3" imgW="11079184" imgH="3693061" progId="Photoshop.Image.6">
                  <p:embed/>
                </p:oleObj>
              </mc:Choice>
              <mc:Fallback>
                <p:oleObj name="Image" r:id="rId3" imgW="11079184" imgH="3693061" progId="Photoshop.Image.6">
                  <p:embed/>
                  <p:pic>
                    <p:nvPicPr>
                      <p:cNvPr id="157699" name="Object 3">
                        <a:extLst>
                          <a:ext uri="{FF2B5EF4-FFF2-40B4-BE49-F238E27FC236}">
                            <a16:creationId xmlns:a16="http://schemas.microsoft.com/office/drawing/2014/main" id="{DE9543AB-9A87-456B-A950-4D598359836D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0413" y="1697038"/>
                        <a:ext cx="7543800" cy="2838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7700" name="Rectangle 4">
            <a:extLst>
              <a:ext uri="{FF2B5EF4-FFF2-40B4-BE49-F238E27FC236}">
                <a16:creationId xmlns:a16="http://schemas.microsoft.com/office/drawing/2014/main" id="{284B3735-C3C1-48B0-B57A-7BBF1D57B1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500" y="5073650"/>
            <a:ext cx="73279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特点：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电路简单，连接方便，但运算速度慢。</a:t>
            </a:r>
          </a:p>
        </p:txBody>
      </p:sp>
    </p:spTree>
    <p:extLst>
      <p:ext uri="{BB962C8B-B14F-4D97-AF65-F5344CB8AC3E}">
        <p14:creationId xmlns:p14="http://schemas.microsoft.com/office/powerpoint/2010/main" val="12984910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157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157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7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698" grpId="0" autoUpdateAnimBg="0"/>
      <p:bldP spid="157700" grpId="0" autoUpdateAnimBg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>
            <a:extLst>
              <a:ext uri="{FF2B5EF4-FFF2-40B4-BE49-F238E27FC236}">
                <a16:creationId xmlns:a16="http://schemas.microsoft.com/office/drawing/2014/main" id="{32C0DB84-B773-4A5A-8346-CBAB7DF007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3050" y="231775"/>
            <a:ext cx="5926138" cy="622300"/>
          </a:xfrm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chemeClr val="tx1"/>
                </a:solidFill>
              </a:rPr>
              <a:t>4</a:t>
            </a:r>
            <a:r>
              <a:rPr lang="zh-CN" altLang="en-US" sz="2800" b="1">
                <a:solidFill>
                  <a:schemeClr val="tx1"/>
                </a:solidFill>
              </a:rPr>
              <a:t>、四位并行进位</a:t>
            </a:r>
            <a:r>
              <a:rPr lang="en-US" altLang="zh-CN" sz="2800" b="1">
                <a:solidFill>
                  <a:schemeClr val="tx1"/>
                </a:solidFill>
              </a:rPr>
              <a:t>(</a:t>
            </a:r>
            <a:r>
              <a:rPr lang="zh-CN" altLang="en-US" sz="2800" b="1">
                <a:solidFill>
                  <a:schemeClr val="tx1"/>
                </a:solidFill>
              </a:rPr>
              <a:t>超前进位</a:t>
            </a:r>
            <a:r>
              <a:rPr lang="en-US" altLang="zh-CN" sz="2800" b="1">
                <a:solidFill>
                  <a:schemeClr val="tx1"/>
                </a:solidFill>
              </a:rPr>
              <a:t>)</a:t>
            </a:r>
            <a:r>
              <a:rPr lang="zh-CN" altLang="en-US" sz="2800" b="1">
                <a:solidFill>
                  <a:schemeClr val="tx1"/>
                </a:solidFill>
              </a:rPr>
              <a:t>加法器</a:t>
            </a:r>
          </a:p>
        </p:txBody>
      </p:sp>
      <p:sp>
        <p:nvSpPr>
          <p:cNvPr id="159747" name="Rectangle 3">
            <a:extLst>
              <a:ext uri="{FF2B5EF4-FFF2-40B4-BE49-F238E27FC236}">
                <a16:creationId xmlns:a16="http://schemas.microsoft.com/office/drawing/2014/main" id="{9494D71E-BE3A-4AE3-93C0-AA122768F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000125"/>
            <a:ext cx="8283575" cy="2227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串行进位的延迟级数与位数成正比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.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考虑设置专用的进位形成电路同时产生各位的进位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n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进位输入是由专门的“进位门”综合所有低位的加数、被加数及最低位进位来提供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.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称“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快速加法器”或“超前进位加法器”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aphicFrame>
        <p:nvGraphicFramePr>
          <p:cNvPr id="159748" name="Object 4">
            <a:extLst>
              <a:ext uri="{FF2B5EF4-FFF2-40B4-BE49-F238E27FC236}">
                <a16:creationId xmlns:a16="http://schemas.microsoft.com/office/drawing/2014/main" id="{EEE1C2E0-1705-4E39-8A9D-F438F6FF3A68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510252972"/>
              </p:ext>
            </p:extLst>
          </p:nvPr>
        </p:nvGraphicFramePr>
        <p:xfrm>
          <a:off x="215900" y="3468688"/>
          <a:ext cx="8656638" cy="2606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38" name="Image" r:id="rId3" imgW="15203265" imgH="3134694" progId="Photoshop.Image.6">
                  <p:embed/>
                </p:oleObj>
              </mc:Choice>
              <mc:Fallback>
                <p:oleObj name="Image" r:id="rId3" imgW="15203265" imgH="3134694" progId="Photoshop.Image.6">
                  <p:embed/>
                  <p:pic>
                    <p:nvPicPr>
                      <p:cNvPr id="159748" name="Object 4">
                        <a:extLst>
                          <a:ext uri="{FF2B5EF4-FFF2-40B4-BE49-F238E27FC236}">
                            <a16:creationId xmlns:a16="http://schemas.microsoft.com/office/drawing/2014/main" id="{EEE1C2E0-1705-4E39-8A9D-F438F6FF3A6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5900" y="3468688"/>
                        <a:ext cx="8656638" cy="26066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23722062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97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97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159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8" dur="500"/>
                                        <p:tgtEl>
                                          <p:spTgt spid="159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46" grpId="0" autoUpdateAnimBg="0"/>
      <p:bldP spid="159747" grpId="0" autoUpdateAnimBg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2">
            <a:extLst>
              <a:ext uri="{FF2B5EF4-FFF2-40B4-BE49-F238E27FC236}">
                <a16:creationId xmlns:a16="http://schemas.microsoft.com/office/drawing/2014/main" id="{E85929AD-E0BF-462C-A7F5-5A234BAF918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8125" y="163513"/>
            <a:ext cx="3594100" cy="460375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chemeClr val="accent4"/>
                </a:solidFill>
              </a:rPr>
              <a:t>四位并行进位加法器</a:t>
            </a:r>
          </a:p>
        </p:txBody>
      </p:sp>
      <p:sp>
        <p:nvSpPr>
          <p:cNvPr id="235523" name="Text Box 3">
            <a:extLst>
              <a:ext uri="{FF2B5EF4-FFF2-40B4-BE49-F238E27FC236}">
                <a16:creationId xmlns:a16="http://schemas.microsoft.com/office/drawing/2014/main" id="{0FCDC4B6-CFEF-406F-BAFD-19D5506B6B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338" y="842963"/>
            <a:ext cx="4913312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0" lang="en-US" altLang="zh-CN" sz="2800" b="1" i="0" u="none" strike="noStrike" kern="1200" cap="none" spc="0" normalizeH="0" baseline="-30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0" lang="en-US" altLang="zh-CN" sz="2800" b="1" i="0" u="none" strike="noStrike" kern="1200" cap="none" spc="0" normalizeH="0" baseline="-30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0" lang="en-US" altLang="zh-CN" sz="2800" b="1" i="0" u="none" strike="noStrike" kern="1200" cap="none" spc="0" normalizeH="0" baseline="-30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0" lang="en-US" altLang="zh-CN" sz="2800" b="1" i="0" u="none" strike="noStrike" kern="1200" cap="none" spc="0" normalizeH="0" baseline="-30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形成的条件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:</a:t>
            </a:r>
            <a:endParaRPr kumimoji="1" lang="en-US" altLang="zh-CN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35524" name="Group 4">
            <a:extLst>
              <a:ext uri="{FF2B5EF4-FFF2-40B4-BE49-F238E27FC236}">
                <a16:creationId xmlns:a16="http://schemas.microsoft.com/office/drawing/2014/main" id="{74B3F918-E001-4A0D-9DAE-12473A2D6F8C}"/>
              </a:ext>
            </a:extLst>
          </p:cNvPr>
          <p:cNvGrpSpPr>
            <a:grpSpLocks/>
          </p:cNvGrpSpPr>
          <p:nvPr/>
        </p:nvGrpSpPr>
        <p:grpSpPr bwMode="auto">
          <a:xfrm>
            <a:off x="515938" y="1430338"/>
            <a:ext cx="3598862" cy="590550"/>
            <a:chOff x="641" y="1206"/>
            <a:chExt cx="2267" cy="372"/>
          </a:xfrm>
        </p:grpSpPr>
        <p:sp>
          <p:nvSpPr>
            <p:cNvPr id="24790" name="Rectangle 5">
              <a:extLst>
                <a:ext uri="{FF2B5EF4-FFF2-40B4-BE49-F238E27FC236}">
                  <a16:creationId xmlns:a16="http://schemas.microsoft.com/office/drawing/2014/main" id="{9C312373-18D3-4DC4-823A-B13F79ED1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309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4791" name="Rectangle 6">
              <a:extLst>
                <a:ext uri="{FF2B5EF4-FFF2-40B4-BE49-F238E27FC236}">
                  <a16:creationId xmlns:a16="http://schemas.microsoft.com/office/drawing/2014/main" id="{2D46CDEB-0A0E-4948-BDE2-A64B19FBF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1309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92" name="Rectangle 7">
              <a:extLst>
                <a:ext uri="{FF2B5EF4-FFF2-40B4-BE49-F238E27FC236}">
                  <a16:creationId xmlns:a16="http://schemas.microsoft.com/office/drawing/2014/main" id="{A0D30BE8-828F-4A80-93D4-5825BF21B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309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93" name="Rectangle 8">
              <a:extLst>
                <a:ext uri="{FF2B5EF4-FFF2-40B4-BE49-F238E27FC236}">
                  <a16:creationId xmlns:a16="http://schemas.microsoft.com/office/drawing/2014/main" id="{8BCACCB9-4ED5-46E7-A7E8-E381B3F3E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1309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94" name="Rectangle 9">
              <a:extLst>
                <a:ext uri="{FF2B5EF4-FFF2-40B4-BE49-F238E27FC236}">
                  <a16:creationId xmlns:a16="http://schemas.microsoft.com/office/drawing/2014/main" id="{6BDE179B-482F-45C8-BDF4-D291D8191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1309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95" name="Rectangle 10">
              <a:extLst>
                <a:ext uri="{FF2B5EF4-FFF2-40B4-BE49-F238E27FC236}">
                  <a16:creationId xmlns:a16="http://schemas.microsoft.com/office/drawing/2014/main" id="{7F9E4418-C843-4858-9ACA-C1541A813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309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96" name="Rectangle 11">
              <a:extLst>
                <a:ext uri="{FF2B5EF4-FFF2-40B4-BE49-F238E27FC236}">
                  <a16:creationId xmlns:a16="http://schemas.microsoft.com/office/drawing/2014/main" id="{A1865479-55C5-471A-88AB-D9BD953E9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234"/>
              <a:ext cx="76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797" name="Rectangle 12">
              <a:extLst>
                <a:ext uri="{FF2B5EF4-FFF2-40B4-BE49-F238E27FC236}">
                  <a16:creationId xmlns:a16="http://schemas.microsoft.com/office/drawing/2014/main" id="{716D953C-3C16-4C84-86AA-D57C35653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1234"/>
              <a:ext cx="76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798" name="Rectangle 13">
              <a:extLst>
                <a:ext uri="{FF2B5EF4-FFF2-40B4-BE49-F238E27FC236}">
                  <a16:creationId xmlns:a16="http://schemas.microsoft.com/office/drawing/2014/main" id="{7697F09C-53BD-4BB0-8AD8-46D099B0A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1234"/>
              <a:ext cx="150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99" name="Rectangle 14">
              <a:extLst>
                <a:ext uri="{FF2B5EF4-FFF2-40B4-BE49-F238E27FC236}">
                  <a16:creationId xmlns:a16="http://schemas.microsoft.com/office/drawing/2014/main" id="{152AC8CD-61CA-4F65-BF14-A36EC020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1234"/>
              <a:ext cx="138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800" name="Rectangle 15">
              <a:extLst>
                <a:ext uri="{FF2B5EF4-FFF2-40B4-BE49-F238E27FC236}">
                  <a16:creationId xmlns:a16="http://schemas.microsoft.com/office/drawing/2014/main" id="{2C09088E-F48D-447A-A872-517D3D10B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1234"/>
              <a:ext cx="150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801" name="Rectangle 16">
              <a:extLst>
                <a:ext uri="{FF2B5EF4-FFF2-40B4-BE49-F238E27FC236}">
                  <a16:creationId xmlns:a16="http://schemas.microsoft.com/office/drawing/2014/main" id="{30F44D86-95BE-4F9B-82F7-42AC13A6E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234"/>
              <a:ext cx="138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802" name="Rectangle 17">
              <a:extLst>
                <a:ext uri="{FF2B5EF4-FFF2-40B4-BE49-F238E27FC236}">
                  <a16:creationId xmlns:a16="http://schemas.microsoft.com/office/drawing/2014/main" id="{B573E628-8B94-4BBD-B6A4-1855BDE9B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1234"/>
              <a:ext cx="150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803" name="Rectangle 18">
              <a:extLst>
                <a:ext uri="{FF2B5EF4-FFF2-40B4-BE49-F238E27FC236}">
                  <a16:creationId xmlns:a16="http://schemas.microsoft.com/office/drawing/2014/main" id="{8C42674B-7913-4A54-B8F3-025EF80CD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" y="1234"/>
              <a:ext cx="150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804" name="Rectangle 19">
              <a:extLst>
                <a:ext uri="{FF2B5EF4-FFF2-40B4-BE49-F238E27FC236}">
                  <a16:creationId xmlns:a16="http://schemas.microsoft.com/office/drawing/2014/main" id="{C70C0DAB-FCB9-4E2B-A3C6-2A388D864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1206"/>
              <a:ext cx="124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805" name="Rectangle 20">
              <a:extLst>
                <a:ext uri="{FF2B5EF4-FFF2-40B4-BE49-F238E27FC236}">
                  <a16:creationId xmlns:a16="http://schemas.microsoft.com/office/drawing/2014/main" id="{5E161298-0CAD-4C98-B70B-7BBA80DCC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" y="1206"/>
              <a:ext cx="124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806" name="Rectangle 21">
              <a:extLst>
                <a:ext uri="{FF2B5EF4-FFF2-40B4-BE49-F238E27FC236}">
                  <a16:creationId xmlns:a16="http://schemas.microsoft.com/office/drawing/2014/main" id="{3CCD7A34-5364-4E15-946C-6F95AFE43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" y="1206"/>
              <a:ext cx="124" cy="2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=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35542" name="Group 22">
            <a:extLst>
              <a:ext uri="{FF2B5EF4-FFF2-40B4-BE49-F238E27FC236}">
                <a16:creationId xmlns:a16="http://schemas.microsoft.com/office/drawing/2014/main" id="{AB15119E-16FF-4727-8DDB-28FD5B814702}"/>
              </a:ext>
            </a:extLst>
          </p:cNvPr>
          <p:cNvGrpSpPr>
            <a:grpSpLocks/>
          </p:cNvGrpSpPr>
          <p:nvPr/>
        </p:nvGrpSpPr>
        <p:grpSpPr bwMode="auto">
          <a:xfrm>
            <a:off x="976313" y="2641600"/>
            <a:ext cx="7086600" cy="606425"/>
            <a:chOff x="318" y="1642"/>
            <a:chExt cx="4464" cy="382"/>
          </a:xfrm>
        </p:grpSpPr>
        <p:sp>
          <p:nvSpPr>
            <p:cNvPr id="24757" name="Rectangle 23">
              <a:extLst>
                <a:ext uri="{FF2B5EF4-FFF2-40B4-BE49-F238E27FC236}">
                  <a16:creationId xmlns:a16="http://schemas.microsoft.com/office/drawing/2014/main" id="{81F459F7-06ED-4B47-9618-AC682CE3D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0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4758" name="Rectangle 24">
              <a:extLst>
                <a:ext uri="{FF2B5EF4-FFF2-40B4-BE49-F238E27FC236}">
                  <a16:creationId xmlns:a16="http://schemas.microsoft.com/office/drawing/2014/main" id="{242B7FF6-3495-4D08-9083-1B7A58897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59" name="Rectangle 25">
              <a:extLst>
                <a:ext uri="{FF2B5EF4-FFF2-40B4-BE49-F238E27FC236}">
                  <a16:creationId xmlns:a16="http://schemas.microsoft.com/office/drawing/2014/main" id="{99CB94AF-FF0B-4943-A556-8484E0AA9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60" name="Rectangle 26">
              <a:extLst>
                <a:ext uri="{FF2B5EF4-FFF2-40B4-BE49-F238E27FC236}">
                  <a16:creationId xmlns:a16="http://schemas.microsoft.com/office/drawing/2014/main" id="{EDBDCC88-4855-449B-8780-368292CAD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61" name="Rectangle 27">
              <a:extLst>
                <a:ext uri="{FF2B5EF4-FFF2-40B4-BE49-F238E27FC236}">
                  <a16:creationId xmlns:a16="http://schemas.microsoft.com/office/drawing/2014/main" id="{9AD8C427-61DD-4A54-AFD0-0D5CF9E22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62" name="Rectangle 28">
              <a:extLst>
                <a:ext uri="{FF2B5EF4-FFF2-40B4-BE49-F238E27FC236}">
                  <a16:creationId xmlns:a16="http://schemas.microsoft.com/office/drawing/2014/main" id="{E2094E7B-077C-43FA-A90A-D9A07BCFE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63" name="Rectangle 29">
              <a:extLst>
                <a:ext uri="{FF2B5EF4-FFF2-40B4-BE49-F238E27FC236}">
                  <a16:creationId xmlns:a16="http://schemas.microsoft.com/office/drawing/2014/main" id="{E04BC776-F4B2-4AA5-B556-F205F8236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64" name="Rectangle 30">
              <a:extLst>
                <a:ext uri="{FF2B5EF4-FFF2-40B4-BE49-F238E27FC236}">
                  <a16:creationId xmlns:a16="http://schemas.microsoft.com/office/drawing/2014/main" id="{1EBDC9E6-621E-4A71-9A6B-3696FAE41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65" name="Rectangle 31">
              <a:extLst>
                <a:ext uri="{FF2B5EF4-FFF2-40B4-BE49-F238E27FC236}">
                  <a16:creationId xmlns:a16="http://schemas.microsoft.com/office/drawing/2014/main" id="{03301842-E094-447C-B273-708ACF62F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66" name="Rectangle 32">
              <a:extLst>
                <a:ext uri="{FF2B5EF4-FFF2-40B4-BE49-F238E27FC236}">
                  <a16:creationId xmlns:a16="http://schemas.microsoft.com/office/drawing/2014/main" id="{B916C237-E8FE-40E8-962A-6106C95C6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67" name="Rectangle 33">
              <a:extLst>
                <a:ext uri="{FF2B5EF4-FFF2-40B4-BE49-F238E27FC236}">
                  <a16:creationId xmlns:a16="http://schemas.microsoft.com/office/drawing/2014/main" id="{AD529736-03F1-4B76-B7BD-B670DD39A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" y="1755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68" name="Rectangle 34">
              <a:extLst>
                <a:ext uri="{FF2B5EF4-FFF2-40B4-BE49-F238E27FC236}">
                  <a16:creationId xmlns:a16="http://schemas.microsoft.com/office/drawing/2014/main" id="{C3A1D63B-092E-4A79-83EE-3405ACE7F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1670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769" name="Rectangle 35">
              <a:extLst>
                <a:ext uri="{FF2B5EF4-FFF2-40B4-BE49-F238E27FC236}">
                  <a16:creationId xmlns:a16="http://schemas.microsoft.com/office/drawing/2014/main" id="{C667851D-EA67-4DA7-870E-9F38DC086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670"/>
              <a:ext cx="15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)(</a:t>
              </a:r>
            </a:p>
          </p:txBody>
        </p:sp>
        <p:sp>
          <p:nvSpPr>
            <p:cNvPr id="24770" name="Rectangle 36">
              <a:extLst>
                <a:ext uri="{FF2B5EF4-FFF2-40B4-BE49-F238E27FC236}">
                  <a16:creationId xmlns:a16="http://schemas.microsoft.com/office/drawing/2014/main" id="{A4ADB71D-A5D0-4767-A50D-CDC4F8B79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670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771" name="Rectangle 37">
              <a:extLst>
                <a:ext uri="{FF2B5EF4-FFF2-40B4-BE49-F238E27FC236}">
                  <a16:creationId xmlns:a16="http://schemas.microsoft.com/office/drawing/2014/main" id="{D2CF96C7-10E7-4DB6-ADED-3EAC52757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" y="1670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772" name="Rectangle 38">
              <a:extLst>
                <a:ext uri="{FF2B5EF4-FFF2-40B4-BE49-F238E27FC236}">
                  <a16:creationId xmlns:a16="http://schemas.microsoft.com/office/drawing/2014/main" id="{92CFC3E4-B52F-4E69-B50B-4457376AC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1670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773" name="Rectangle 39">
              <a:extLst>
                <a:ext uri="{FF2B5EF4-FFF2-40B4-BE49-F238E27FC236}">
                  <a16:creationId xmlns:a16="http://schemas.microsoft.com/office/drawing/2014/main" id="{19DA1F39-0052-42B8-9F9A-13C4C5584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167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74" name="Rectangle 40">
              <a:extLst>
                <a:ext uri="{FF2B5EF4-FFF2-40B4-BE49-F238E27FC236}">
                  <a16:creationId xmlns:a16="http://schemas.microsoft.com/office/drawing/2014/main" id="{3E1831C1-E0C8-430F-BFFB-E6DC3A382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167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75" name="Rectangle 41">
              <a:extLst>
                <a:ext uri="{FF2B5EF4-FFF2-40B4-BE49-F238E27FC236}">
                  <a16:creationId xmlns:a16="http://schemas.microsoft.com/office/drawing/2014/main" id="{1ADB9DC2-34F6-4950-859D-884130A1C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167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76" name="Rectangle 42">
              <a:extLst>
                <a:ext uri="{FF2B5EF4-FFF2-40B4-BE49-F238E27FC236}">
                  <a16:creationId xmlns:a16="http://schemas.microsoft.com/office/drawing/2014/main" id="{544F5376-FC98-4007-9E5B-FE1380488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7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77" name="Rectangle 43">
              <a:extLst>
                <a:ext uri="{FF2B5EF4-FFF2-40B4-BE49-F238E27FC236}">
                  <a16:creationId xmlns:a16="http://schemas.microsoft.com/office/drawing/2014/main" id="{5EA1E47C-EDDD-4E1A-9CFC-49746186E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167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78" name="Rectangle 44">
              <a:extLst>
                <a:ext uri="{FF2B5EF4-FFF2-40B4-BE49-F238E27FC236}">
                  <a16:creationId xmlns:a16="http://schemas.microsoft.com/office/drawing/2014/main" id="{C3B5F82D-E2A0-42D5-B7C4-F39568213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167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79" name="Rectangle 45">
              <a:extLst>
                <a:ext uri="{FF2B5EF4-FFF2-40B4-BE49-F238E27FC236}">
                  <a16:creationId xmlns:a16="http://schemas.microsoft.com/office/drawing/2014/main" id="{36C4D589-0B14-4FEA-9F20-0B7C59236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167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0" name="Rectangle 46">
              <a:extLst>
                <a:ext uri="{FF2B5EF4-FFF2-40B4-BE49-F238E27FC236}">
                  <a16:creationId xmlns:a16="http://schemas.microsoft.com/office/drawing/2014/main" id="{79E04824-696B-4CA3-862A-22AB33079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167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1" name="Rectangle 47">
              <a:extLst>
                <a:ext uri="{FF2B5EF4-FFF2-40B4-BE49-F238E27FC236}">
                  <a16:creationId xmlns:a16="http://schemas.microsoft.com/office/drawing/2014/main" id="{B623F19A-725F-4D13-A635-341466A19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167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2" name="Rectangle 48">
              <a:extLst>
                <a:ext uri="{FF2B5EF4-FFF2-40B4-BE49-F238E27FC236}">
                  <a16:creationId xmlns:a16="http://schemas.microsoft.com/office/drawing/2014/main" id="{8FB0531A-BE38-40BB-86C4-98A5EEA25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" y="167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3" name="Rectangle 49">
              <a:extLst>
                <a:ext uri="{FF2B5EF4-FFF2-40B4-BE49-F238E27FC236}">
                  <a16:creationId xmlns:a16="http://schemas.microsoft.com/office/drawing/2014/main" id="{E35D6611-252B-4F61-A2ED-099558BFB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167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4" name="Rectangle 50">
              <a:extLst>
                <a:ext uri="{FF2B5EF4-FFF2-40B4-BE49-F238E27FC236}">
                  <a16:creationId xmlns:a16="http://schemas.microsoft.com/office/drawing/2014/main" id="{69C430A9-020D-4427-B634-EFFB8D4DB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164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5" name="Rectangle 51">
              <a:extLst>
                <a:ext uri="{FF2B5EF4-FFF2-40B4-BE49-F238E27FC236}">
                  <a16:creationId xmlns:a16="http://schemas.microsoft.com/office/drawing/2014/main" id="{9DE8C240-D9E7-401A-AE1F-4C2DCB4E5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164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6" name="Rectangle 52">
              <a:extLst>
                <a:ext uri="{FF2B5EF4-FFF2-40B4-BE49-F238E27FC236}">
                  <a16:creationId xmlns:a16="http://schemas.microsoft.com/office/drawing/2014/main" id="{53610DD5-E765-48DE-AFB7-718D40A42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164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7" name="Rectangle 53">
              <a:extLst>
                <a:ext uri="{FF2B5EF4-FFF2-40B4-BE49-F238E27FC236}">
                  <a16:creationId xmlns:a16="http://schemas.microsoft.com/office/drawing/2014/main" id="{587FBFDE-3904-4F0E-B97A-8B82B9E57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64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8" name="Rectangle 54">
              <a:extLst>
                <a:ext uri="{FF2B5EF4-FFF2-40B4-BE49-F238E27FC236}">
                  <a16:creationId xmlns:a16="http://schemas.microsoft.com/office/drawing/2014/main" id="{6BA545BF-D25B-4F03-B9D5-FF15385BB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3" y="164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89" name="Rectangle 55">
              <a:extLst>
                <a:ext uri="{FF2B5EF4-FFF2-40B4-BE49-F238E27FC236}">
                  <a16:creationId xmlns:a16="http://schemas.microsoft.com/office/drawing/2014/main" id="{DD39295E-E966-4BB4-A526-2B01353A6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" y="164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=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35576" name="Group 56">
            <a:extLst>
              <a:ext uri="{FF2B5EF4-FFF2-40B4-BE49-F238E27FC236}">
                <a16:creationId xmlns:a16="http://schemas.microsoft.com/office/drawing/2014/main" id="{3E2D2DCE-1F42-4FA9-8312-3AE2286EFA61}"/>
              </a:ext>
            </a:extLst>
          </p:cNvPr>
          <p:cNvGrpSpPr>
            <a:grpSpLocks/>
          </p:cNvGrpSpPr>
          <p:nvPr/>
        </p:nvGrpSpPr>
        <p:grpSpPr bwMode="auto">
          <a:xfrm>
            <a:off x="492125" y="2014538"/>
            <a:ext cx="3790950" cy="588962"/>
            <a:chOff x="310" y="1269"/>
            <a:chExt cx="2388" cy="371"/>
          </a:xfrm>
        </p:grpSpPr>
        <p:sp>
          <p:nvSpPr>
            <p:cNvPr id="24740" name="Rectangle 57">
              <a:extLst>
                <a:ext uri="{FF2B5EF4-FFF2-40B4-BE49-F238E27FC236}">
                  <a16:creationId xmlns:a16="http://schemas.microsoft.com/office/drawing/2014/main" id="{1EC755AA-506E-42D2-9A09-55029C695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1371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741" name="Rectangle 58">
              <a:extLst>
                <a:ext uri="{FF2B5EF4-FFF2-40B4-BE49-F238E27FC236}">
                  <a16:creationId xmlns:a16="http://schemas.microsoft.com/office/drawing/2014/main" id="{C1FF2D0A-AAF9-40D7-BF45-19EBA1CA8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1371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42" name="Rectangle 59">
              <a:extLst>
                <a:ext uri="{FF2B5EF4-FFF2-40B4-BE49-F238E27FC236}">
                  <a16:creationId xmlns:a16="http://schemas.microsoft.com/office/drawing/2014/main" id="{AA2EC311-A0D8-4BD2-894F-ABB0D5396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1371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43" name="Rectangle 60">
              <a:extLst>
                <a:ext uri="{FF2B5EF4-FFF2-40B4-BE49-F238E27FC236}">
                  <a16:creationId xmlns:a16="http://schemas.microsoft.com/office/drawing/2014/main" id="{EF31EB23-06F9-4E68-9FFF-396E5BA0E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1371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44" name="Rectangle 61">
              <a:extLst>
                <a:ext uri="{FF2B5EF4-FFF2-40B4-BE49-F238E27FC236}">
                  <a16:creationId xmlns:a16="http://schemas.microsoft.com/office/drawing/2014/main" id="{DDDA41DD-CB1E-4BDD-9519-1002E1DF7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1371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45" name="Rectangle 62">
              <a:extLst>
                <a:ext uri="{FF2B5EF4-FFF2-40B4-BE49-F238E27FC236}">
                  <a16:creationId xmlns:a16="http://schemas.microsoft.com/office/drawing/2014/main" id="{E2841DBC-6C4F-4685-B1BD-F84C344AC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1371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746" name="Rectangle 63">
              <a:extLst>
                <a:ext uri="{FF2B5EF4-FFF2-40B4-BE49-F238E27FC236}">
                  <a16:creationId xmlns:a16="http://schemas.microsoft.com/office/drawing/2014/main" id="{1EEF7F01-639F-4B58-A7B3-399ADF580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297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747" name="Rectangle 64">
              <a:extLst>
                <a:ext uri="{FF2B5EF4-FFF2-40B4-BE49-F238E27FC236}">
                  <a16:creationId xmlns:a16="http://schemas.microsoft.com/office/drawing/2014/main" id="{928327EE-118A-4E4F-BB48-CB1FB58AF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" y="1297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748" name="Rectangle 65">
              <a:extLst>
                <a:ext uri="{FF2B5EF4-FFF2-40B4-BE49-F238E27FC236}">
                  <a16:creationId xmlns:a16="http://schemas.microsoft.com/office/drawing/2014/main" id="{D48BA148-0440-45C0-8ECB-C0BCC382B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129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49" name="Rectangle 66">
              <a:extLst>
                <a:ext uri="{FF2B5EF4-FFF2-40B4-BE49-F238E27FC236}">
                  <a16:creationId xmlns:a16="http://schemas.microsoft.com/office/drawing/2014/main" id="{C9EEB2E2-C407-4203-9D59-9F626C71F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1297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50" name="Rectangle 67">
              <a:extLst>
                <a:ext uri="{FF2B5EF4-FFF2-40B4-BE49-F238E27FC236}">
                  <a16:creationId xmlns:a16="http://schemas.microsoft.com/office/drawing/2014/main" id="{E0203EEF-E3BE-4A75-BEED-1EFE86558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129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51" name="Rectangle 68">
              <a:extLst>
                <a:ext uri="{FF2B5EF4-FFF2-40B4-BE49-F238E27FC236}">
                  <a16:creationId xmlns:a16="http://schemas.microsoft.com/office/drawing/2014/main" id="{9DB49239-8124-4963-9766-69CBFA325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1297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52" name="Rectangle 69">
              <a:extLst>
                <a:ext uri="{FF2B5EF4-FFF2-40B4-BE49-F238E27FC236}">
                  <a16:creationId xmlns:a16="http://schemas.microsoft.com/office/drawing/2014/main" id="{199AD694-1EE2-4D3F-BC49-DAA0DBA16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" y="129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53" name="Rectangle 70">
              <a:extLst>
                <a:ext uri="{FF2B5EF4-FFF2-40B4-BE49-F238E27FC236}">
                  <a16:creationId xmlns:a16="http://schemas.microsoft.com/office/drawing/2014/main" id="{773F62AB-A292-4C90-AD69-BE545F182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" y="129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54" name="Rectangle 71">
              <a:extLst>
                <a:ext uri="{FF2B5EF4-FFF2-40B4-BE49-F238E27FC236}">
                  <a16:creationId xmlns:a16="http://schemas.microsoft.com/office/drawing/2014/main" id="{DB7C5B1A-E759-4AFD-8F50-81530AF43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1269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55" name="Rectangle 72">
              <a:extLst>
                <a:ext uri="{FF2B5EF4-FFF2-40B4-BE49-F238E27FC236}">
                  <a16:creationId xmlns:a16="http://schemas.microsoft.com/office/drawing/2014/main" id="{4277BEBB-B231-4657-8900-1E2D49714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1269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56" name="Rectangle 73">
              <a:extLst>
                <a:ext uri="{FF2B5EF4-FFF2-40B4-BE49-F238E27FC236}">
                  <a16:creationId xmlns:a16="http://schemas.microsoft.com/office/drawing/2014/main" id="{4CB16829-6985-4119-B797-D151242B3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1269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=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35594" name="Group 74">
            <a:extLst>
              <a:ext uri="{FF2B5EF4-FFF2-40B4-BE49-F238E27FC236}">
                <a16:creationId xmlns:a16="http://schemas.microsoft.com/office/drawing/2014/main" id="{CF1192EC-92E5-4A24-83D4-96212DDEF64A}"/>
              </a:ext>
            </a:extLst>
          </p:cNvPr>
          <p:cNvGrpSpPr>
            <a:grpSpLocks/>
          </p:cNvGrpSpPr>
          <p:nvPr/>
        </p:nvGrpSpPr>
        <p:grpSpPr bwMode="auto">
          <a:xfrm>
            <a:off x="476250" y="3295650"/>
            <a:ext cx="7975600" cy="1201738"/>
            <a:chOff x="641" y="2429"/>
            <a:chExt cx="5024" cy="757"/>
          </a:xfrm>
        </p:grpSpPr>
        <p:sp>
          <p:nvSpPr>
            <p:cNvPr id="24681" name="Rectangle 75">
              <a:extLst>
                <a:ext uri="{FF2B5EF4-FFF2-40B4-BE49-F238E27FC236}">
                  <a16:creationId xmlns:a16="http://schemas.microsoft.com/office/drawing/2014/main" id="{09790F10-C86D-474E-9CF7-D6B4F1F03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917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4682" name="Rectangle 76">
              <a:extLst>
                <a:ext uri="{FF2B5EF4-FFF2-40B4-BE49-F238E27FC236}">
                  <a16:creationId xmlns:a16="http://schemas.microsoft.com/office/drawing/2014/main" id="{EE67537F-6805-4240-B916-A1C20AF97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917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683" name="Rectangle 77">
              <a:extLst>
                <a:ext uri="{FF2B5EF4-FFF2-40B4-BE49-F238E27FC236}">
                  <a16:creationId xmlns:a16="http://schemas.microsoft.com/office/drawing/2014/main" id="{B88200AE-C08A-4D86-8C62-76A81F80B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917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684" name="Rectangle 78">
              <a:extLst>
                <a:ext uri="{FF2B5EF4-FFF2-40B4-BE49-F238E27FC236}">
                  <a16:creationId xmlns:a16="http://schemas.microsoft.com/office/drawing/2014/main" id="{E634AA7B-CF2F-493E-91F8-2AC5B488C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917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685" name="Rectangle 79">
              <a:extLst>
                <a:ext uri="{FF2B5EF4-FFF2-40B4-BE49-F238E27FC236}">
                  <a16:creationId xmlns:a16="http://schemas.microsoft.com/office/drawing/2014/main" id="{E273953B-58B2-4B8A-BA34-131B22557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2917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686" name="Rectangle 80">
              <a:extLst>
                <a:ext uri="{FF2B5EF4-FFF2-40B4-BE49-F238E27FC236}">
                  <a16:creationId xmlns:a16="http://schemas.microsoft.com/office/drawing/2014/main" id="{7826D642-DD8B-4EB0-BE11-716A66568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2917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687" name="Rectangle 81">
              <a:extLst>
                <a:ext uri="{FF2B5EF4-FFF2-40B4-BE49-F238E27FC236}">
                  <a16:creationId xmlns:a16="http://schemas.microsoft.com/office/drawing/2014/main" id="{D20BEAE6-5D1D-4BC7-93F6-04A479F81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917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688" name="Rectangle 82">
              <a:extLst>
                <a:ext uri="{FF2B5EF4-FFF2-40B4-BE49-F238E27FC236}">
                  <a16:creationId xmlns:a16="http://schemas.microsoft.com/office/drawing/2014/main" id="{F273DFD5-0326-45CD-9108-03E4D3301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3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689" name="Rectangle 83">
              <a:extLst>
                <a:ext uri="{FF2B5EF4-FFF2-40B4-BE49-F238E27FC236}">
                  <a16:creationId xmlns:a16="http://schemas.microsoft.com/office/drawing/2014/main" id="{23B0CBBD-F9FB-44B5-BC51-3B5C32050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5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690" name="Rectangle 84">
              <a:extLst>
                <a:ext uri="{FF2B5EF4-FFF2-40B4-BE49-F238E27FC236}">
                  <a16:creationId xmlns:a16="http://schemas.microsoft.com/office/drawing/2014/main" id="{C7E8C603-8655-488A-8C8F-9EDF29C46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691" name="Rectangle 85">
              <a:extLst>
                <a:ext uri="{FF2B5EF4-FFF2-40B4-BE49-F238E27FC236}">
                  <a16:creationId xmlns:a16="http://schemas.microsoft.com/office/drawing/2014/main" id="{2C6D7428-D017-4447-9542-D9AB517DC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692" name="Rectangle 86">
              <a:extLst>
                <a:ext uri="{FF2B5EF4-FFF2-40B4-BE49-F238E27FC236}">
                  <a16:creationId xmlns:a16="http://schemas.microsoft.com/office/drawing/2014/main" id="{6F4D6F32-78E1-4B27-80E8-A483A25C2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693" name="Rectangle 87">
              <a:extLst>
                <a:ext uri="{FF2B5EF4-FFF2-40B4-BE49-F238E27FC236}">
                  <a16:creationId xmlns:a16="http://schemas.microsoft.com/office/drawing/2014/main" id="{5E43EAE5-8306-4821-BA18-983C9E3DA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694" name="Rectangle 88">
              <a:extLst>
                <a:ext uri="{FF2B5EF4-FFF2-40B4-BE49-F238E27FC236}">
                  <a16:creationId xmlns:a16="http://schemas.microsoft.com/office/drawing/2014/main" id="{46E2C2F5-894F-43C8-B94D-A4437F9C0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695" name="Rectangle 89">
              <a:extLst>
                <a:ext uri="{FF2B5EF4-FFF2-40B4-BE49-F238E27FC236}">
                  <a16:creationId xmlns:a16="http://schemas.microsoft.com/office/drawing/2014/main" id="{9506B6D8-CF7A-42D4-B4EF-DA9DD3CC7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696" name="Rectangle 90">
              <a:extLst>
                <a:ext uri="{FF2B5EF4-FFF2-40B4-BE49-F238E27FC236}">
                  <a16:creationId xmlns:a16="http://schemas.microsoft.com/office/drawing/2014/main" id="{4585011E-5291-4EF6-9478-6315EE22B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697" name="Rectangle 91">
              <a:extLst>
                <a:ext uri="{FF2B5EF4-FFF2-40B4-BE49-F238E27FC236}">
                  <a16:creationId xmlns:a16="http://schemas.microsoft.com/office/drawing/2014/main" id="{DD544ACE-D59D-479B-BEA4-322CCBA29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698" name="Rectangle 92">
              <a:extLst>
                <a:ext uri="{FF2B5EF4-FFF2-40B4-BE49-F238E27FC236}">
                  <a16:creationId xmlns:a16="http://schemas.microsoft.com/office/drawing/2014/main" id="{9CDCE407-5F95-43E0-9F85-00E279B52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699" name="Rectangle 93">
              <a:extLst>
                <a:ext uri="{FF2B5EF4-FFF2-40B4-BE49-F238E27FC236}">
                  <a16:creationId xmlns:a16="http://schemas.microsoft.com/office/drawing/2014/main" id="{A916D0E9-4D04-46CE-B1B0-0880C73A1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0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700" name="Rectangle 94">
              <a:extLst>
                <a:ext uri="{FF2B5EF4-FFF2-40B4-BE49-F238E27FC236}">
                  <a16:creationId xmlns:a16="http://schemas.microsoft.com/office/drawing/2014/main" id="{43F434B1-97F7-4DD7-9916-1B2E772FF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2532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701" name="Rectangle 95">
              <a:extLst>
                <a:ext uri="{FF2B5EF4-FFF2-40B4-BE49-F238E27FC236}">
                  <a16:creationId xmlns:a16="http://schemas.microsoft.com/office/drawing/2014/main" id="{72006162-5E67-4148-9F3B-D72D31C8F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832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702" name="Rectangle 96">
              <a:extLst>
                <a:ext uri="{FF2B5EF4-FFF2-40B4-BE49-F238E27FC236}">
                  <a16:creationId xmlns:a16="http://schemas.microsoft.com/office/drawing/2014/main" id="{08A79740-BAFB-4679-9013-C43ABB08D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4" y="2832"/>
              <a:ext cx="15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)(</a:t>
              </a:r>
            </a:p>
          </p:txBody>
        </p:sp>
        <p:sp>
          <p:nvSpPr>
            <p:cNvPr id="24703" name="Rectangle 97">
              <a:extLst>
                <a:ext uri="{FF2B5EF4-FFF2-40B4-BE49-F238E27FC236}">
                  <a16:creationId xmlns:a16="http://schemas.microsoft.com/office/drawing/2014/main" id="{D5BBCB0C-15DF-4F1C-AC79-273F9872D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2832"/>
              <a:ext cx="15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)(</a:t>
              </a:r>
            </a:p>
          </p:txBody>
        </p:sp>
        <p:sp>
          <p:nvSpPr>
            <p:cNvPr id="24704" name="Rectangle 98">
              <a:extLst>
                <a:ext uri="{FF2B5EF4-FFF2-40B4-BE49-F238E27FC236}">
                  <a16:creationId xmlns:a16="http://schemas.microsoft.com/office/drawing/2014/main" id="{527C2D01-7B07-42A0-94DC-0F6FACC03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2832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705" name="Rectangle 99">
              <a:extLst>
                <a:ext uri="{FF2B5EF4-FFF2-40B4-BE49-F238E27FC236}">
                  <a16:creationId xmlns:a16="http://schemas.microsoft.com/office/drawing/2014/main" id="{3AA4077B-5418-43A6-BFEA-43D46E282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" y="2457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706" name="Rectangle 100">
              <a:extLst>
                <a:ext uri="{FF2B5EF4-FFF2-40B4-BE49-F238E27FC236}">
                  <a16:creationId xmlns:a16="http://schemas.microsoft.com/office/drawing/2014/main" id="{6DBE1746-C6B5-434F-805D-5B92BF1A5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457"/>
              <a:ext cx="15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)(</a:t>
              </a:r>
            </a:p>
          </p:txBody>
        </p:sp>
        <p:sp>
          <p:nvSpPr>
            <p:cNvPr id="24707" name="Rectangle 101">
              <a:extLst>
                <a:ext uri="{FF2B5EF4-FFF2-40B4-BE49-F238E27FC236}">
                  <a16:creationId xmlns:a16="http://schemas.microsoft.com/office/drawing/2014/main" id="{22FCDF02-8E86-4B55-921A-7480CEAFC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457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708" name="Rectangle 102">
              <a:extLst>
                <a:ext uri="{FF2B5EF4-FFF2-40B4-BE49-F238E27FC236}">
                  <a16:creationId xmlns:a16="http://schemas.microsoft.com/office/drawing/2014/main" id="{AD92A763-5327-4EE7-931F-864870AFB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2457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709" name="Rectangle 103">
              <a:extLst>
                <a:ext uri="{FF2B5EF4-FFF2-40B4-BE49-F238E27FC236}">
                  <a16:creationId xmlns:a16="http://schemas.microsoft.com/office/drawing/2014/main" id="{E1EA217D-266A-4821-B23E-A1469CC53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" y="2457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710" name="Rectangle 104">
              <a:extLst>
                <a:ext uri="{FF2B5EF4-FFF2-40B4-BE49-F238E27FC236}">
                  <a16:creationId xmlns:a16="http://schemas.microsoft.com/office/drawing/2014/main" id="{16109588-200D-4D35-880A-8C09DC902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2832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11" name="Rectangle 105">
              <a:extLst>
                <a:ext uri="{FF2B5EF4-FFF2-40B4-BE49-F238E27FC236}">
                  <a16:creationId xmlns:a16="http://schemas.microsoft.com/office/drawing/2014/main" id="{29B07AA5-D23B-4A27-914D-A491A9C4E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2832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12" name="Rectangle 106">
              <a:extLst>
                <a:ext uri="{FF2B5EF4-FFF2-40B4-BE49-F238E27FC236}">
                  <a16:creationId xmlns:a16="http://schemas.microsoft.com/office/drawing/2014/main" id="{C28992E9-F062-49F2-8EBD-4EAA1869E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2832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13" name="Rectangle 107">
              <a:extLst>
                <a:ext uri="{FF2B5EF4-FFF2-40B4-BE49-F238E27FC236}">
                  <a16:creationId xmlns:a16="http://schemas.microsoft.com/office/drawing/2014/main" id="{B7973EB7-AE03-41B3-8EE2-B9755D2F6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832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14" name="Rectangle 108">
              <a:extLst>
                <a:ext uri="{FF2B5EF4-FFF2-40B4-BE49-F238E27FC236}">
                  <a16:creationId xmlns:a16="http://schemas.microsoft.com/office/drawing/2014/main" id="{96516EF6-9B81-49DE-B498-3785E4994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832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15" name="Rectangle 109">
              <a:extLst>
                <a:ext uri="{FF2B5EF4-FFF2-40B4-BE49-F238E27FC236}">
                  <a16:creationId xmlns:a16="http://schemas.microsoft.com/office/drawing/2014/main" id="{5874322C-AC9B-489C-92D1-35B7CC691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2832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16" name="Rectangle 110">
              <a:extLst>
                <a:ext uri="{FF2B5EF4-FFF2-40B4-BE49-F238E27FC236}">
                  <a16:creationId xmlns:a16="http://schemas.microsoft.com/office/drawing/2014/main" id="{78A52ABF-2FC9-4B2A-9684-1EB59F176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2832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17" name="Rectangle 111">
              <a:extLst>
                <a:ext uri="{FF2B5EF4-FFF2-40B4-BE49-F238E27FC236}">
                  <a16:creationId xmlns:a16="http://schemas.microsoft.com/office/drawing/2014/main" id="{028AE6CA-6F87-43C8-8D67-AFC08EDEC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5" y="2457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18" name="Rectangle 112">
              <a:extLst>
                <a:ext uri="{FF2B5EF4-FFF2-40B4-BE49-F238E27FC236}">
                  <a16:creationId xmlns:a16="http://schemas.microsoft.com/office/drawing/2014/main" id="{3C4A09A8-2070-43EC-A43E-E1DBE08B6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2" y="245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19" name="Rectangle 113">
              <a:extLst>
                <a:ext uri="{FF2B5EF4-FFF2-40B4-BE49-F238E27FC236}">
                  <a16:creationId xmlns:a16="http://schemas.microsoft.com/office/drawing/2014/main" id="{1F638D69-05CC-4457-87F2-31DC2C2C3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2457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0" name="Rectangle 114">
              <a:extLst>
                <a:ext uri="{FF2B5EF4-FFF2-40B4-BE49-F238E27FC236}">
                  <a16:creationId xmlns:a16="http://schemas.microsoft.com/office/drawing/2014/main" id="{E0DC394C-CEBC-460E-AF78-831041F1D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45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1" name="Rectangle 115">
              <a:extLst>
                <a:ext uri="{FF2B5EF4-FFF2-40B4-BE49-F238E27FC236}">
                  <a16:creationId xmlns:a16="http://schemas.microsoft.com/office/drawing/2014/main" id="{0294C575-FA94-4BB0-9257-CC897CFB3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9" y="2457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2" name="Rectangle 116">
              <a:extLst>
                <a:ext uri="{FF2B5EF4-FFF2-40B4-BE49-F238E27FC236}">
                  <a16:creationId xmlns:a16="http://schemas.microsoft.com/office/drawing/2014/main" id="{12B7E319-DF28-4850-90BC-904950DFA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45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3" name="Rectangle 117">
              <a:extLst>
                <a:ext uri="{FF2B5EF4-FFF2-40B4-BE49-F238E27FC236}">
                  <a16:creationId xmlns:a16="http://schemas.microsoft.com/office/drawing/2014/main" id="{8CE284A9-5C2D-4CAB-AF86-9E0719B9B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457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4" name="Rectangle 118">
              <a:extLst>
                <a:ext uri="{FF2B5EF4-FFF2-40B4-BE49-F238E27FC236}">
                  <a16:creationId xmlns:a16="http://schemas.microsoft.com/office/drawing/2014/main" id="{D6E04118-F497-4280-8F6C-A5160414A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45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5" name="Rectangle 119">
              <a:extLst>
                <a:ext uri="{FF2B5EF4-FFF2-40B4-BE49-F238E27FC236}">
                  <a16:creationId xmlns:a16="http://schemas.microsoft.com/office/drawing/2014/main" id="{30906ACA-3371-46B8-937C-286895682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457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6" name="Rectangle 120">
              <a:extLst>
                <a:ext uri="{FF2B5EF4-FFF2-40B4-BE49-F238E27FC236}">
                  <a16:creationId xmlns:a16="http://schemas.microsoft.com/office/drawing/2014/main" id="{7FE23C0A-9D1B-4D00-AC82-A8BB66500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245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7" name="Rectangle 121">
              <a:extLst>
                <a:ext uri="{FF2B5EF4-FFF2-40B4-BE49-F238E27FC236}">
                  <a16:creationId xmlns:a16="http://schemas.microsoft.com/office/drawing/2014/main" id="{2CC309D8-657F-4242-94ED-9F23C353F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2457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8" name="Rectangle 122">
              <a:extLst>
                <a:ext uri="{FF2B5EF4-FFF2-40B4-BE49-F238E27FC236}">
                  <a16:creationId xmlns:a16="http://schemas.microsoft.com/office/drawing/2014/main" id="{661C99BA-1716-485E-9490-CA7638CC4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245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29" name="Rectangle 123">
              <a:extLst>
                <a:ext uri="{FF2B5EF4-FFF2-40B4-BE49-F238E27FC236}">
                  <a16:creationId xmlns:a16="http://schemas.microsoft.com/office/drawing/2014/main" id="{C450EB84-DD88-4902-8EBD-EA0D08648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" y="2457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0" name="Rectangle 124">
              <a:extLst>
                <a:ext uri="{FF2B5EF4-FFF2-40B4-BE49-F238E27FC236}">
                  <a16:creationId xmlns:a16="http://schemas.microsoft.com/office/drawing/2014/main" id="{A625FF48-A54A-43B6-A6B0-A82FBB042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804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1" name="Rectangle 125">
              <a:extLst>
                <a:ext uri="{FF2B5EF4-FFF2-40B4-BE49-F238E27FC236}">
                  <a16:creationId xmlns:a16="http://schemas.microsoft.com/office/drawing/2014/main" id="{EA457283-740D-4E63-8248-5FA447E70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804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2" name="Rectangle 126">
              <a:extLst>
                <a:ext uri="{FF2B5EF4-FFF2-40B4-BE49-F238E27FC236}">
                  <a16:creationId xmlns:a16="http://schemas.microsoft.com/office/drawing/2014/main" id="{38DD64F8-2435-419F-AB9E-2D55AC9CD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4" y="2804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3" name="Rectangle 127">
              <a:extLst>
                <a:ext uri="{FF2B5EF4-FFF2-40B4-BE49-F238E27FC236}">
                  <a16:creationId xmlns:a16="http://schemas.microsoft.com/office/drawing/2014/main" id="{A55F603C-D04D-45AC-93A3-6AB644B26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" y="2804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4" name="Rectangle 128">
              <a:extLst>
                <a:ext uri="{FF2B5EF4-FFF2-40B4-BE49-F238E27FC236}">
                  <a16:creationId xmlns:a16="http://schemas.microsoft.com/office/drawing/2014/main" id="{DCF46E45-1204-4356-8521-2A2AE4A3F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2429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5" name="Rectangle 129">
              <a:extLst>
                <a:ext uri="{FF2B5EF4-FFF2-40B4-BE49-F238E27FC236}">
                  <a16:creationId xmlns:a16="http://schemas.microsoft.com/office/drawing/2014/main" id="{86DD428A-FDBE-45F4-97CD-1E3345F01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2429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6" name="Rectangle 130">
              <a:extLst>
                <a:ext uri="{FF2B5EF4-FFF2-40B4-BE49-F238E27FC236}">
                  <a16:creationId xmlns:a16="http://schemas.microsoft.com/office/drawing/2014/main" id="{61DF839F-0547-452D-A055-E82365FA1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2429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7" name="Rectangle 131">
              <a:extLst>
                <a:ext uri="{FF2B5EF4-FFF2-40B4-BE49-F238E27FC236}">
                  <a16:creationId xmlns:a16="http://schemas.microsoft.com/office/drawing/2014/main" id="{E2A77F73-8831-4EEC-9F5E-BBB5ECF51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429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8" name="Rectangle 132">
              <a:extLst>
                <a:ext uri="{FF2B5EF4-FFF2-40B4-BE49-F238E27FC236}">
                  <a16:creationId xmlns:a16="http://schemas.microsoft.com/office/drawing/2014/main" id="{C74DF9D2-6850-4015-ADC1-81D10EBA9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2429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739" name="Rectangle 133">
              <a:extLst>
                <a:ext uri="{FF2B5EF4-FFF2-40B4-BE49-F238E27FC236}">
                  <a16:creationId xmlns:a16="http://schemas.microsoft.com/office/drawing/2014/main" id="{709953DE-CEB4-4F7D-854A-6E3FEDB60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2429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=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35654" name="Group 134">
            <a:extLst>
              <a:ext uri="{FF2B5EF4-FFF2-40B4-BE49-F238E27FC236}">
                <a16:creationId xmlns:a16="http://schemas.microsoft.com/office/drawing/2014/main" id="{4006BB68-2819-415F-8652-EBB6699FA4E3}"/>
              </a:ext>
            </a:extLst>
          </p:cNvPr>
          <p:cNvGrpSpPr>
            <a:grpSpLocks/>
          </p:cNvGrpSpPr>
          <p:nvPr/>
        </p:nvGrpSpPr>
        <p:grpSpPr bwMode="auto">
          <a:xfrm>
            <a:off x="374650" y="4514850"/>
            <a:ext cx="8069263" cy="1779588"/>
            <a:chOff x="643" y="3002"/>
            <a:chExt cx="5083" cy="1121"/>
          </a:xfrm>
        </p:grpSpPr>
        <p:sp>
          <p:nvSpPr>
            <p:cNvPr id="24591" name="Rectangle 135">
              <a:extLst>
                <a:ext uri="{FF2B5EF4-FFF2-40B4-BE49-F238E27FC236}">
                  <a16:creationId xmlns:a16="http://schemas.microsoft.com/office/drawing/2014/main" id="{FECD56E6-FF5C-430A-9C50-5F6D11758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4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592" name="Rectangle 136">
              <a:extLst>
                <a:ext uri="{FF2B5EF4-FFF2-40B4-BE49-F238E27FC236}">
                  <a16:creationId xmlns:a16="http://schemas.microsoft.com/office/drawing/2014/main" id="{6CA5F16A-5857-4C41-BAF1-BF27C28A8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9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593" name="Rectangle 137">
              <a:extLst>
                <a:ext uri="{FF2B5EF4-FFF2-40B4-BE49-F238E27FC236}">
                  <a16:creationId xmlns:a16="http://schemas.microsoft.com/office/drawing/2014/main" id="{48D33E75-6D35-440B-815C-AD633F827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6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594" name="Rectangle 138">
              <a:extLst>
                <a:ext uri="{FF2B5EF4-FFF2-40B4-BE49-F238E27FC236}">
                  <a16:creationId xmlns:a16="http://schemas.microsoft.com/office/drawing/2014/main" id="{5E4D0DBB-0C1D-4EE2-91E9-887F9FBC6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595" name="Rectangle 139">
              <a:extLst>
                <a:ext uri="{FF2B5EF4-FFF2-40B4-BE49-F238E27FC236}">
                  <a16:creationId xmlns:a16="http://schemas.microsoft.com/office/drawing/2014/main" id="{5DE8FBEB-5857-464D-A20F-DA600D60C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4596" name="Rectangle 140">
              <a:extLst>
                <a:ext uri="{FF2B5EF4-FFF2-40B4-BE49-F238E27FC236}">
                  <a16:creationId xmlns:a16="http://schemas.microsoft.com/office/drawing/2014/main" id="{68758C0F-3D77-4B86-AF14-B42016DFE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4597" name="Rectangle 141">
              <a:extLst>
                <a:ext uri="{FF2B5EF4-FFF2-40B4-BE49-F238E27FC236}">
                  <a16:creationId xmlns:a16="http://schemas.microsoft.com/office/drawing/2014/main" id="{9792C021-349B-48A1-A83C-231105447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598" name="Rectangle 142">
              <a:extLst>
                <a:ext uri="{FF2B5EF4-FFF2-40B4-BE49-F238E27FC236}">
                  <a16:creationId xmlns:a16="http://schemas.microsoft.com/office/drawing/2014/main" id="{B47C6FF0-BBB0-4EFA-8532-F96420609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599" name="Rectangle 143">
              <a:extLst>
                <a:ext uri="{FF2B5EF4-FFF2-40B4-BE49-F238E27FC236}">
                  <a16:creationId xmlns:a16="http://schemas.microsoft.com/office/drawing/2014/main" id="{D5CD2ADE-7334-477A-AC9C-BA1EB41E2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4600" name="Rectangle 144">
              <a:extLst>
                <a:ext uri="{FF2B5EF4-FFF2-40B4-BE49-F238E27FC236}">
                  <a16:creationId xmlns:a16="http://schemas.microsoft.com/office/drawing/2014/main" id="{FCA2F5B9-AA1C-4C24-9EF5-1BAFD631C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4601" name="Rectangle 145">
              <a:extLst>
                <a:ext uri="{FF2B5EF4-FFF2-40B4-BE49-F238E27FC236}">
                  <a16:creationId xmlns:a16="http://schemas.microsoft.com/office/drawing/2014/main" id="{11A4A499-5339-4779-80BF-65C681DE9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4602" name="Rectangle 146">
              <a:extLst>
                <a:ext uri="{FF2B5EF4-FFF2-40B4-BE49-F238E27FC236}">
                  <a16:creationId xmlns:a16="http://schemas.microsoft.com/office/drawing/2014/main" id="{F3C00E90-9C0F-404A-8CFF-558F42874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4603" name="Rectangle 147">
              <a:extLst>
                <a:ext uri="{FF2B5EF4-FFF2-40B4-BE49-F238E27FC236}">
                  <a16:creationId xmlns:a16="http://schemas.microsoft.com/office/drawing/2014/main" id="{1129850B-8E5F-4D38-A5B3-83E8924C6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3116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4604" name="Rectangle 148">
              <a:extLst>
                <a:ext uri="{FF2B5EF4-FFF2-40B4-BE49-F238E27FC236}">
                  <a16:creationId xmlns:a16="http://schemas.microsoft.com/office/drawing/2014/main" id="{900A7FCA-096F-4F62-B3BF-83A4CFBF8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" y="3030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605" name="Rectangle 149">
              <a:extLst>
                <a:ext uri="{FF2B5EF4-FFF2-40B4-BE49-F238E27FC236}">
                  <a16:creationId xmlns:a16="http://schemas.microsoft.com/office/drawing/2014/main" id="{60F0A0D9-58B3-4D31-A5C3-BDF26146F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3030"/>
              <a:ext cx="15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)(</a:t>
              </a:r>
            </a:p>
          </p:txBody>
        </p:sp>
        <p:sp>
          <p:nvSpPr>
            <p:cNvPr id="24606" name="Rectangle 150">
              <a:extLst>
                <a:ext uri="{FF2B5EF4-FFF2-40B4-BE49-F238E27FC236}">
                  <a16:creationId xmlns:a16="http://schemas.microsoft.com/office/drawing/2014/main" id="{D548D816-439E-49DF-9C5C-0559E3EE2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3030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607" name="Rectangle 151">
              <a:extLst>
                <a:ext uri="{FF2B5EF4-FFF2-40B4-BE49-F238E27FC236}">
                  <a16:creationId xmlns:a16="http://schemas.microsoft.com/office/drawing/2014/main" id="{52F53AE8-4697-4CC7-A968-9D364187D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3030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608" name="Rectangle 152">
              <a:extLst>
                <a:ext uri="{FF2B5EF4-FFF2-40B4-BE49-F238E27FC236}">
                  <a16:creationId xmlns:a16="http://schemas.microsoft.com/office/drawing/2014/main" id="{E9F7924B-4FBE-4443-985A-3861AC096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" y="3030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609" name="Rectangle 153">
              <a:extLst>
                <a:ext uri="{FF2B5EF4-FFF2-40B4-BE49-F238E27FC236}">
                  <a16:creationId xmlns:a16="http://schemas.microsoft.com/office/drawing/2014/main" id="{CD00DD39-60D6-486A-B7F3-4BBB1EE45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303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0" name="Rectangle 154">
              <a:extLst>
                <a:ext uri="{FF2B5EF4-FFF2-40B4-BE49-F238E27FC236}">
                  <a16:creationId xmlns:a16="http://schemas.microsoft.com/office/drawing/2014/main" id="{A435EBC8-8095-4A72-B745-39BCFBB6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1" y="303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1" name="Rectangle 155">
              <a:extLst>
                <a:ext uri="{FF2B5EF4-FFF2-40B4-BE49-F238E27FC236}">
                  <a16:creationId xmlns:a16="http://schemas.microsoft.com/office/drawing/2014/main" id="{D2F1E58D-F464-4F8B-A70F-BA9FFEB47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303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2" name="Rectangle 156">
              <a:extLst>
                <a:ext uri="{FF2B5EF4-FFF2-40B4-BE49-F238E27FC236}">
                  <a16:creationId xmlns:a16="http://schemas.microsoft.com/office/drawing/2014/main" id="{0961B97B-2349-4723-9B68-B658018D4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03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3" name="Rectangle 157">
              <a:extLst>
                <a:ext uri="{FF2B5EF4-FFF2-40B4-BE49-F238E27FC236}">
                  <a16:creationId xmlns:a16="http://schemas.microsoft.com/office/drawing/2014/main" id="{AD2F464A-DC0C-400E-A67F-E8DA02765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303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4" name="Rectangle 158">
              <a:extLst>
                <a:ext uri="{FF2B5EF4-FFF2-40B4-BE49-F238E27FC236}">
                  <a16:creationId xmlns:a16="http://schemas.microsoft.com/office/drawing/2014/main" id="{9A917C9B-8051-4134-AAAF-BB60E3280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303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5" name="Rectangle 159">
              <a:extLst>
                <a:ext uri="{FF2B5EF4-FFF2-40B4-BE49-F238E27FC236}">
                  <a16:creationId xmlns:a16="http://schemas.microsoft.com/office/drawing/2014/main" id="{D29A2556-9AAA-41D9-9C30-8027D9641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303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6" name="Rectangle 160">
              <a:extLst>
                <a:ext uri="{FF2B5EF4-FFF2-40B4-BE49-F238E27FC236}">
                  <a16:creationId xmlns:a16="http://schemas.microsoft.com/office/drawing/2014/main" id="{ADDA4560-55F8-4442-A380-008B136E3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303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7" name="Rectangle 161">
              <a:extLst>
                <a:ext uri="{FF2B5EF4-FFF2-40B4-BE49-F238E27FC236}">
                  <a16:creationId xmlns:a16="http://schemas.microsoft.com/office/drawing/2014/main" id="{946A0017-CB2C-4E62-A236-48867F142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303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8" name="Rectangle 162">
              <a:extLst>
                <a:ext uri="{FF2B5EF4-FFF2-40B4-BE49-F238E27FC236}">
                  <a16:creationId xmlns:a16="http://schemas.microsoft.com/office/drawing/2014/main" id="{CE12ACBC-2A1B-4C05-A098-5FC6B66C9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303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9" name="Rectangle 163">
              <a:extLst>
                <a:ext uri="{FF2B5EF4-FFF2-40B4-BE49-F238E27FC236}">
                  <a16:creationId xmlns:a16="http://schemas.microsoft.com/office/drawing/2014/main" id="{E805C859-E5D0-4699-9632-A6C623A7F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3030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0" name="Rectangle 164">
              <a:extLst>
                <a:ext uri="{FF2B5EF4-FFF2-40B4-BE49-F238E27FC236}">
                  <a16:creationId xmlns:a16="http://schemas.microsoft.com/office/drawing/2014/main" id="{3CC78A02-EEF6-4347-9078-462022FC7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7" y="303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1" name="Rectangle 165">
              <a:extLst>
                <a:ext uri="{FF2B5EF4-FFF2-40B4-BE49-F238E27FC236}">
                  <a16:creationId xmlns:a16="http://schemas.microsoft.com/office/drawing/2014/main" id="{BA6CD475-557D-4031-8EE0-7FBBA76AA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" y="3030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2" name="Rectangle 166">
              <a:extLst>
                <a:ext uri="{FF2B5EF4-FFF2-40B4-BE49-F238E27FC236}">
                  <a16:creationId xmlns:a16="http://schemas.microsoft.com/office/drawing/2014/main" id="{6A1A5380-8332-466B-A47A-FE0CEECDA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" y="3854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4623" name="Rectangle 167">
              <a:extLst>
                <a:ext uri="{FF2B5EF4-FFF2-40B4-BE49-F238E27FC236}">
                  <a16:creationId xmlns:a16="http://schemas.microsoft.com/office/drawing/2014/main" id="{4697FE2D-65C8-4F0E-80F5-317EC8D7E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3854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624" name="Rectangle 168">
              <a:extLst>
                <a:ext uri="{FF2B5EF4-FFF2-40B4-BE49-F238E27FC236}">
                  <a16:creationId xmlns:a16="http://schemas.microsoft.com/office/drawing/2014/main" id="{9A305249-7A49-4DA8-9D19-4C6A197D0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3854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625" name="Rectangle 169">
              <a:extLst>
                <a:ext uri="{FF2B5EF4-FFF2-40B4-BE49-F238E27FC236}">
                  <a16:creationId xmlns:a16="http://schemas.microsoft.com/office/drawing/2014/main" id="{250598ED-407E-485D-97F5-1ABD81F31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3854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626" name="Rectangle 170">
              <a:extLst>
                <a:ext uri="{FF2B5EF4-FFF2-40B4-BE49-F238E27FC236}">
                  <a16:creationId xmlns:a16="http://schemas.microsoft.com/office/drawing/2014/main" id="{17E9FA72-1F21-441E-B557-338BD6429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3854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627" name="Rectangle 171">
              <a:extLst>
                <a:ext uri="{FF2B5EF4-FFF2-40B4-BE49-F238E27FC236}">
                  <a16:creationId xmlns:a16="http://schemas.microsoft.com/office/drawing/2014/main" id="{20531227-58A1-4249-A9D9-D52D62E52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3854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628" name="Rectangle 172">
              <a:extLst>
                <a:ext uri="{FF2B5EF4-FFF2-40B4-BE49-F238E27FC236}">
                  <a16:creationId xmlns:a16="http://schemas.microsoft.com/office/drawing/2014/main" id="{563C7F18-AAE9-48D2-A5D2-D84D883F4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3854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4629" name="Rectangle 173">
              <a:extLst>
                <a:ext uri="{FF2B5EF4-FFF2-40B4-BE49-F238E27FC236}">
                  <a16:creationId xmlns:a16="http://schemas.microsoft.com/office/drawing/2014/main" id="{C3F92872-D3B7-4055-9E18-C37FC3CFC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3854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4630" name="Rectangle 174">
              <a:extLst>
                <a:ext uri="{FF2B5EF4-FFF2-40B4-BE49-F238E27FC236}">
                  <a16:creationId xmlns:a16="http://schemas.microsoft.com/office/drawing/2014/main" id="{8FB83ACA-1055-488B-912E-594A68AE2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3854"/>
              <a:ext cx="11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4631" name="Rectangle 175">
              <a:extLst>
                <a:ext uri="{FF2B5EF4-FFF2-40B4-BE49-F238E27FC236}">
                  <a16:creationId xmlns:a16="http://schemas.microsoft.com/office/drawing/2014/main" id="{301C755C-9C9F-4353-9DAA-2F157226A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" y="3769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</a:t>
              </a:r>
            </a:p>
          </p:txBody>
        </p:sp>
        <p:sp>
          <p:nvSpPr>
            <p:cNvPr id="24632" name="Rectangle 176">
              <a:extLst>
                <a:ext uri="{FF2B5EF4-FFF2-40B4-BE49-F238E27FC236}">
                  <a16:creationId xmlns:a16="http://schemas.microsoft.com/office/drawing/2014/main" id="{AECDFCA4-EC20-459B-8BEE-0CF096853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" y="3769"/>
              <a:ext cx="15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)(</a:t>
              </a:r>
            </a:p>
          </p:txBody>
        </p:sp>
        <p:sp>
          <p:nvSpPr>
            <p:cNvPr id="24633" name="Rectangle 177">
              <a:extLst>
                <a:ext uri="{FF2B5EF4-FFF2-40B4-BE49-F238E27FC236}">
                  <a16:creationId xmlns:a16="http://schemas.microsoft.com/office/drawing/2014/main" id="{7DEA3723-EFAD-4F7C-BA5A-4902C8DDA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2" y="3769"/>
              <a:ext cx="15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)(</a:t>
              </a:r>
            </a:p>
          </p:txBody>
        </p:sp>
        <p:sp>
          <p:nvSpPr>
            <p:cNvPr id="24634" name="Rectangle 178">
              <a:extLst>
                <a:ext uri="{FF2B5EF4-FFF2-40B4-BE49-F238E27FC236}">
                  <a16:creationId xmlns:a16="http://schemas.microsoft.com/office/drawing/2014/main" id="{E3E7D313-C43A-48EF-8D8D-57278C9D4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3769"/>
              <a:ext cx="15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)(</a:t>
              </a:r>
            </a:p>
          </p:txBody>
        </p:sp>
        <p:sp>
          <p:nvSpPr>
            <p:cNvPr id="24635" name="Rectangle 179">
              <a:extLst>
                <a:ext uri="{FF2B5EF4-FFF2-40B4-BE49-F238E27FC236}">
                  <a16:creationId xmlns:a16="http://schemas.microsoft.com/office/drawing/2014/main" id="{633E5CCD-1928-4DAA-A500-909A281CC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3769"/>
              <a:ext cx="75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</a:t>
              </a:r>
            </a:p>
          </p:txBody>
        </p:sp>
        <p:sp>
          <p:nvSpPr>
            <p:cNvPr id="24636" name="Rectangle 180">
              <a:extLst>
                <a:ext uri="{FF2B5EF4-FFF2-40B4-BE49-F238E27FC236}">
                  <a16:creationId xmlns:a16="http://schemas.microsoft.com/office/drawing/2014/main" id="{567EA167-1D02-4919-8107-9F711409F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5" y="3769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37" name="Rectangle 181">
              <a:extLst>
                <a:ext uri="{FF2B5EF4-FFF2-40B4-BE49-F238E27FC236}">
                  <a16:creationId xmlns:a16="http://schemas.microsoft.com/office/drawing/2014/main" id="{F5FCE02B-9722-4BC8-9D40-6BE6BB685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3769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38" name="Rectangle 182">
              <a:extLst>
                <a:ext uri="{FF2B5EF4-FFF2-40B4-BE49-F238E27FC236}">
                  <a16:creationId xmlns:a16="http://schemas.microsoft.com/office/drawing/2014/main" id="{35540E4C-8B2B-4954-AE71-5A77B2D11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3769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39" name="Rectangle 183">
              <a:extLst>
                <a:ext uri="{FF2B5EF4-FFF2-40B4-BE49-F238E27FC236}">
                  <a16:creationId xmlns:a16="http://schemas.microsoft.com/office/drawing/2014/main" id="{45170A01-8A2B-4D92-B6B7-91636DB26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3769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0" name="Rectangle 184">
              <a:extLst>
                <a:ext uri="{FF2B5EF4-FFF2-40B4-BE49-F238E27FC236}">
                  <a16:creationId xmlns:a16="http://schemas.microsoft.com/office/drawing/2014/main" id="{0C9F0AC1-72F3-44B4-A973-5247986A3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0" y="3769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1" name="Rectangle 185">
              <a:extLst>
                <a:ext uri="{FF2B5EF4-FFF2-40B4-BE49-F238E27FC236}">
                  <a16:creationId xmlns:a16="http://schemas.microsoft.com/office/drawing/2014/main" id="{8EAD6C9E-EC21-45FE-81AC-BE24624EF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5" y="3769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2" name="Rectangle 186">
              <a:extLst>
                <a:ext uri="{FF2B5EF4-FFF2-40B4-BE49-F238E27FC236}">
                  <a16:creationId xmlns:a16="http://schemas.microsoft.com/office/drawing/2014/main" id="{0952D984-A8D4-4D5B-B467-3EF904196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3769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3" name="Rectangle 187">
              <a:extLst>
                <a:ext uri="{FF2B5EF4-FFF2-40B4-BE49-F238E27FC236}">
                  <a16:creationId xmlns:a16="http://schemas.microsoft.com/office/drawing/2014/main" id="{2048EE0B-2496-4711-92C3-AF3314A2B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" y="3769"/>
              <a:ext cx="137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4" name="Rectangle 188">
              <a:extLst>
                <a:ext uri="{FF2B5EF4-FFF2-40B4-BE49-F238E27FC236}">
                  <a16:creationId xmlns:a16="http://schemas.microsoft.com/office/drawing/2014/main" id="{FF5EFC3E-CC83-4713-BA5D-1822B2353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3769"/>
              <a:ext cx="14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1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5" name="Rectangle 189">
              <a:extLst>
                <a:ext uri="{FF2B5EF4-FFF2-40B4-BE49-F238E27FC236}">
                  <a16:creationId xmlns:a16="http://schemas.microsoft.com/office/drawing/2014/main" id="{0FD81522-78BB-4661-AEDA-25092F4D8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3741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6" name="Rectangle 190">
              <a:extLst>
                <a:ext uri="{FF2B5EF4-FFF2-40B4-BE49-F238E27FC236}">
                  <a16:creationId xmlns:a16="http://schemas.microsoft.com/office/drawing/2014/main" id="{7B2C4673-394F-43FC-8F0B-F9EDFB8B7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3741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7" name="Rectangle 191">
              <a:extLst>
                <a:ext uri="{FF2B5EF4-FFF2-40B4-BE49-F238E27FC236}">
                  <a16:creationId xmlns:a16="http://schemas.microsoft.com/office/drawing/2014/main" id="{AABE9DA9-6599-4E4D-A237-B340AF71A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9" y="3741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8" name="Rectangle 192">
              <a:extLst>
                <a:ext uri="{FF2B5EF4-FFF2-40B4-BE49-F238E27FC236}">
                  <a16:creationId xmlns:a16="http://schemas.microsoft.com/office/drawing/2014/main" id="{A2C19DB7-C5ED-457B-821D-382566E27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" y="3741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49" name="Rectangle 193">
              <a:extLst>
                <a:ext uri="{FF2B5EF4-FFF2-40B4-BE49-F238E27FC236}">
                  <a16:creationId xmlns:a16="http://schemas.microsoft.com/office/drawing/2014/main" id="{827B933B-DEAC-4B71-9C8E-FE8448646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3741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4650" name="Group 194">
              <a:extLst>
                <a:ext uri="{FF2B5EF4-FFF2-40B4-BE49-F238E27FC236}">
                  <a16:creationId xmlns:a16="http://schemas.microsoft.com/office/drawing/2014/main" id="{6803883B-93F7-4504-A8B9-7070CF8E99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5" y="3377"/>
              <a:ext cx="3208" cy="383"/>
              <a:chOff x="651" y="3377"/>
              <a:chExt cx="3208" cy="383"/>
            </a:xfrm>
          </p:grpSpPr>
          <p:sp>
            <p:nvSpPr>
              <p:cNvPr id="24657" name="Rectangle 195">
                <a:extLst>
                  <a:ext uri="{FF2B5EF4-FFF2-40B4-BE49-F238E27FC236}">
                    <a16:creationId xmlns:a16="http://schemas.microsoft.com/office/drawing/2014/main" id="{0B8A9C0B-8BA7-477F-8714-1A11B0BA0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3491"/>
                <a:ext cx="11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24658" name="Rectangle 196">
                <a:extLst>
                  <a:ext uri="{FF2B5EF4-FFF2-40B4-BE49-F238E27FC236}">
                    <a16:creationId xmlns:a16="http://schemas.microsoft.com/office/drawing/2014/main" id="{A4E2BC1E-76EA-4001-A6B7-1A249C043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3491"/>
                <a:ext cx="11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24659" name="Rectangle 197">
                <a:extLst>
                  <a:ext uri="{FF2B5EF4-FFF2-40B4-BE49-F238E27FC236}">
                    <a16:creationId xmlns:a16="http://schemas.microsoft.com/office/drawing/2014/main" id="{6DCAC7B3-4C91-40E0-9329-FEB10315B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3491"/>
                <a:ext cx="11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24660" name="Rectangle 198">
                <a:extLst>
                  <a:ext uri="{FF2B5EF4-FFF2-40B4-BE49-F238E27FC236}">
                    <a16:creationId xmlns:a16="http://schemas.microsoft.com/office/drawing/2014/main" id="{7541CE6E-116F-42D6-973D-C96465E2F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7" y="3491"/>
                <a:ext cx="11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24661" name="Rectangle 199">
                <a:extLst>
                  <a:ext uri="{FF2B5EF4-FFF2-40B4-BE49-F238E27FC236}">
                    <a16:creationId xmlns:a16="http://schemas.microsoft.com/office/drawing/2014/main" id="{9F5E712F-CBDE-4269-84F3-D74CD376D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3491"/>
                <a:ext cx="11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24662" name="Rectangle 200">
                <a:extLst>
                  <a:ext uri="{FF2B5EF4-FFF2-40B4-BE49-F238E27FC236}">
                    <a16:creationId xmlns:a16="http://schemas.microsoft.com/office/drawing/2014/main" id="{B904A35A-94F9-4DA6-8F0C-24D0B08BB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3491"/>
                <a:ext cx="11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24663" name="Rectangle 201">
                <a:extLst>
                  <a:ext uri="{FF2B5EF4-FFF2-40B4-BE49-F238E27FC236}">
                    <a16:creationId xmlns:a16="http://schemas.microsoft.com/office/drawing/2014/main" id="{7CAFD607-A986-4701-8AA3-390291310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9" y="3491"/>
                <a:ext cx="11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24664" name="Rectangle 202">
                <a:extLst>
                  <a:ext uri="{FF2B5EF4-FFF2-40B4-BE49-F238E27FC236}">
                    <a16:creationId xmlns:a16="http://schemas.microsoft.com/office/drawing/2014/main" id="{DB7E8C0B-CA10-46A7-8E02-FB37590A3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3491"/>
                <a:ext cx="11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24665" name="Rectangle 203">
                <a:extLst>
                  <a:ext uri="{FF2B5EF4-FFF2-40B4-BE49-F238E27FC236}">
                    <a16:creationId xmlns:a16="http://schemas.microsoft.com/office/drawing/2014/main" id="{B32ADDF3-4791-4C87-8B81-EFD350BA6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405"/>
                <a:ext cx="75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)</a:t>
                </a:r>
              </a:p>
            </p:txBody>
          </p:sp>
          <p:sp>
            <p:nvSpPr>
              <p:cNvPr id="24666" name="Rectangle 204">
                <a:extLst>
                  <a:ext uri="{FF2B5EF4-FFF2-40B4-BE49-F238E27FC236}">
                    <a16:creationId xmlns:a16="http://schemas.microsoft.com/office/drawing/2014/main" id="{875CE2A3-4382-40D4-8965-122B88C62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1" y="3405"/>
                <a:ext cx="15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)(</a:t>
                </a:r>
              </a:p>
            </p:txBody>
          </p:sp>
          <p:sp>
            <p:nvSpPr>
              <p:cNvPr id="24667" name="Rectangle 205">
                <a:extLst>
                  <a:ext uri="{FF2B5EF4-FFF2-40B4-BE49-F238E27FC236}">
                    <a16:creationId xmlns:a16="http://schemas.microsoft.com/office/drawing/2014/main" id="{8F141AD7-BBB1-4A49-9C3A-4BCABC9F8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" y="3405"/>
                <a:ext cx="15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)(</a:t>
                </a:r>
              </a:p>
            </p:txBody>
          </p:sp>
          <p:sp>
            <p:nvSpPr>
              <p:cNvPr id="24668" name="Rectangle 206">
                <a:extLst>
                  <a:ext uri="{FF2B5EF4-FFF2-40B4-BE49-F238E27FC236}">
                    <a16:creationId xmlns:a16="http://schemas.microsoft.com/office/drawing/2014/main" id="{38DB46DE-3F6E-4998-9D8A-5BEF8B5C3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" y="3405"/>
                <a:ext cx="75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(</a:t>
                </a:r>
              </a:p>
            </p:txBody>
          </p:sp>
          <p:sp>
            <p:nvSpPr>
              <p:cNvPr id="24669" name="Rectangle 207">
                <a:extLst>
                  <a:ext uri="{FF2B5EF4-FFF2-40B4-BE49-F238E27FC236}">
                    <a16:creationId xmlns:a16="http://schemas.microsoft.com/office/drawing/2014/main" id="{D08D4BB0-1927-48C3-8352-2BC4B9878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3405"/>
                <a:ext cx="13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0" name="Rectangle 208">
                <a:extLst>
                  <a:ext uri="{FF2B5EF4-FFF2-40B4-BE49-F238E27FC236}">
                    <a16:creationId xmlns:a16="http://schemas.microsoft.com/office/drawing/2014/main" id="{862490E4-6CB3-4CC0-8F42-DDA861C49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6" y="3405"/>
                <a:ext cx="149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1" name="Rectangle 209">
                <a:extLst>
                  <a:ext uri="{FF2B5EF4-FFF2-40B4-BE49-F238E27FC236}">
                    <a16:creationId xmlns:a16="http://schemas.microsoft.com/office/drawing/2014/main" id="{98C479D1-70AE-49B5-ACF9-9FA2FD1C9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3405"/>
                <a:ext cx="13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2" name="Rectangle 210">
                <a:extLst>
                  <a:ext uri="{FF2B5EF4-FFF2-40B4-BE49-F238E27FC236}">
                    <a16:creationId xmlns:a16="http://schemas.microsoft.com/office/drawing/2014/main" id="{0B140099-77C2-4270-B70E-DDDBC6ABB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9" y="3405"/>
                <a:ext cx="149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3" name="Rectangle 211">
                <a:extLst>
                  <a:ext uri="{FF2B5EF4-FFF2-40B4-BE49-F238E27FC236}">
                    <a16:creationId xmlns:a16="http://schemas.microsoft.com/office/drawing/2014/main" id="{1E4A0366-88C7-4E58-AA33-793D2D79B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3405"/>
                <a:ext cx="13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4" name="Rectangle 212">
                <a:extLst>
                  <a:ext uri="{FF2B5EF4-FFF2-40B4-BE49-F238E27FC236}">
                    <a16:creationId xmlns:a16="http://schemas.microsoft.com/office/drawing/2014/main" id="{571B115A-F713-4D0A-9AC8-59E25AAE1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3405"/>
                <a:ext cx="149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5" name="Rectangle 213">
                <a:extLst>
                  <a:ext uri="{FF2B5EF4-FFF2-40B4-BE49-F238E27FC236}">
                    <a16:creationId xmlns:a16="http://schemas.microsoft.com/office/drawing/2014/main" id="{1F968E4E-9650-42D8-BAA9-92B1119F8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3405"/>
                <a:ext cx="13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6" name="Rectangle 214">
                <a:extLst>
                  <a:ext uri="{FF2B5EF4-FFF2-40B4-BE49-F238E27FC236}">
                    <a16:creationId xmlns:a16="http://schemas.microsoft.com/office/drawing/2014/main" id="{28AFB7A3-BD8B-4F6A-9D96-149025D06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6" y="3405"/>
                <a:ext cx="149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1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7" name="Rectangle 215">
                <a:extLst>
                  <a:ext uri="{FF2B5EF4-FFF2-40B4-BE49-F238E27FC236}">
                    <a16:creationId xmlns:a16="http://schemas.microsoft.com/office/drawing/2014/main" id="{AD6AB663-BADC-4259-AC7F-B2C843FC6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377"/>
                <a:ext cx="123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宋体" panose="02010600030101010101" pitchFamily="2" charset="-122"/>
                    <a:cs typeface="+mn-cs"/>
                  </a:rPr>
                  <a:t>+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8" name="Rectangle 216">
                <a:extLst>
                  <a:ext uri="{FF2B5EF4-FFF2-40B4-BE49-F238E27FC236}">
                    <a16:creationId xmlns:a16="http://schemas.microsoft.com/office/drawing/2014/main" id="{01A0C6AA-3940-446F-B924-C95CBBD91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9" y="3377"/>
                <a:ext cx="123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宋体" panose="02010600030101010101" pitchFamily="2" charset="-122"/>
                    <a:cs typeface="+mn-cs"/>
                  </a:rPr>
                  <a:t>+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79" name="Rectangle 217">
                <a:extLst>
                  <a:ext uri="{FF2B5EF4-FFF2-40B4-BE49-F238E27FC236}">
                    <a16:creationId xmlns:a16="http://schemas.microsoft.com/office/drawing/2014/main" id="{BF564AD7-AC0E-496F-8D95-84CA3AB17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4" y="3377"/>
                <a:ext cx="123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宋体" panose="02010600030101010101" pitchFamily="2" charset="-122"/>
                    <a:cs typeface="+mn-cs"/>
                  </a:rPr>
                  <a:t>+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4680" name="Rectangle 218">
                <a:extLst>
                  <a:ext uri="{FF2B5EF4-FFF2-40B4-BE49-F238E27FC236}">
                    <a16:creationId xmlns:a16="http://schemas.microsoft.com/office/drawing/2014/main" id="{ABFF8C30-000F-4C2F-BAC0-D25AE11D1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" y="3377"/>
                <a:ext cx="123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Symbol" panose="05050102010706020507" pitchFamily="18" charset="2"/>
                    <a:ea typeface="宋体" panose="02010600030101010101" pitchFamily="2" charset="-122"/>
                    <a:cs typeface="+mn-cs"/>
                  </a:rPr>
                  <a:t>+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24651" name="Rectangle 219">
              <a:extLst>
                <a:ext uri="{FF2B5EF4-FFF2-40B4-BE49-F238E27FC236}">
                  <a16:creationId xmlns:a16="http://schemas.microsoft.com/office/drawing/2014/main" id="{F2197F66-12C4-46B3-BC77-0E6331013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" y="300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52" name="Rectangle 220">
              <a:extLst>
                <a:ext uri="{FF2B5EF4-FFF2-40B4-BE49-F238E27FC236}">
                  <a16:creationId xmlns:a16="http://schemas.microsoft.com/office/drawing/2014/main" id="{0ECB8DDA-8E58-4A45-86BC-FE133C880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2" y="300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53" name="Rectangle 221">
              <a:extLst>
                <a:ext uri="{FF2B5EF4-FFF2-40B4-BE49-F238E27FC236}">
                  <a16:creationId xmlns:a16="http://schemas.microsoft.com/office/drawing/2014/main" id="{3D04996D-28DA-46E8-AE17-285096608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300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54" name="Rectangle 222">
              <a:extLst>
                <a:ext uri="{FF2B5EF4-FFF2-40B4-BE49-F238E27FC236}">
                  <a16:creationId xmlns:a16="http://schemas.microsoft.com/office/drawing/2014/main" id="{D8DB27DF-0C3E-4BBB-A693-F3CF1DD1A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300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55" name="Rectangle 223">
              <a:extLst>
                <a:ext uri="{FF2B5EF4-FFF2-40B4-BE49-F238E27FC236}">
                  <a16:creationId xmlns:a16="http://schemas.microsoft.com/office/drawing/2014/main" id="{6320B7ED-4459-44D7-8997-D75EDB46F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300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56" name="Rectangle 224">
              <a:extLst>
                <a:ext uri="{FF2B5EF4-FFF2-40B4-BE49-F238E27FC236}">
                  <a16:creationId xmlns:a16="http://schemas.microsoft.com/office/drawing/2014/main" id="{0847DCD2-8475-407E-A10E-570A92D6D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3002"/>
              <a:ext cx="1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=</a:t>
              </a:r>
              <a:endPara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35745" name="Group 225">
            <a:extLst>
              <a:ext uri="{FF2B5EF4-FFF2-40B4-BE49-F238E27FC236}">
                <a16:creationId xmlns:a16="http://schemas.microsoft.com/office/drawing/2014/main" id="{2DFA1DB2-C6F3-405D-9642-37B7FE55E296}"/>
              </a:ext>
            </a:extLst>
          </p:cNvPr>
          <p:cNvGrpSpPr>
            <a:grpSpLocks/>
          </p:cNvGrpSpPr>
          <p:nvPr/>
        </p:nvGrpSpPr>
        <p:grpSpPr bwMode="auto">
          <a:xfrm>
            <a:off x="5092700" y="1466850"/>
            <a:ext cx="3763963" cy="1062038"/>
            <a:chOff x="3208" y="924"/>
            <a:chExt cx="2371" cy="669"/>
          </a:xfrm>
        </p:grpSpPr>
        <p:sp>
          <p:nvSpPr>
            <p:cNvPr id="24589" name="Text Box 226">
              <a:extLst>
                <a:ext uri="{FF2B5EF4-FFF2-40B4-BE49-F238E27FC236}">
                  <a16:creationId xmlns:a16="http://schemas.microsoft.com/office/drawing/2014/main" id="{34AC4F78-4DA9-4570-929C-B298AB0F2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0" y="924"/>
              <a:ext cx="2359" cy="6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G</a:t>
              </a:r>
              <a:r>
                <a:rPr kumimoji="0" lang="en-US" altLang="zh-CN" sz="2400" b="1" i="1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 X</a:t>
              </a:r>
              <a:r>
                <a:rPr kumimoji="0" lang="en-US" altLang="zh-CN" sz="2400" b="1" i="1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0" lang="en-US" altLang="zh-CN" sz="2400" b="1" i="1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 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叫产生进位函数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P</a:t>
              </a:r>
              <a:r>
                <a:rPr kumimoji="0" lang="en-US" altLang="zh-CN" sz="2400" b="1" i="1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=X</a:t>
              </a:r>
              <a:r>
                <a:rPr kumimoji="0" lang="en-US" altLang="zh-CN" sz="2400" b="1" i="1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+Y</a:t>
              </a:r>
              <a:r>
                <a:rPr kumimoji="0" lang="en-US" altLang="zh-CN" sz="2400" b="1" i="1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叫传递进位函数</a:t>
              </a:r>
            </a:p>
          </p:txBody>
        </p:sp>
        <p:sp>
          <p:nvSpPr>
            <p:cNvPr id="24590" name="Rectangle 227">
              <a:extLst>
                <a:ext uri="{FF2B5EF4-FFF2-40B4-BE49-F238E27FC236}">
                  <a16:creationId xmlns:a16="http://schemas.microsoft.com/office/drawing/2014/main" id="{A1A95A7B-1479-4008-9E73-F5FE369C3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937"/>
              <a:ext cx="2258" cy="656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4586" name="AutoShape 228">
            <a:hlinkClick r:id="rId3" action="ppaction://hlinksldjump" highlightClick="1"/>
            <a:extLst>
              <a:ext uri="{FF2B5EF4-FFF2-40B4-BE49-F238E27FC236}">
                <a16:creationId xmlns:a16="http://schemas.microsoft.com/office/drawing/2014/main" id="{FE0CEA5C-CE66-41DC-8DAF-5BBD91833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000" y="6509575"/>
            <a:ext cx="181822" cy="525401"/>
          </a:xfrm>
          <a:prstGeom prst="actionButtonForwardNext">
            <a:avLst/>
          </a:prstGeom>
          <a:solidFill>
            <a:schemeClr val="bg1"/>
          </a:solidFill>
          <a:ln w="19050">
            <a:solidFill>
              <a:srgbClr val="FF66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587" name="AutoShape 22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96165BF8-8AA3-46E8-B29A-4CFD9F4C58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24850" y="6507988"/>
            <a:ext cx="181822" cy="525401"/>
          </a:xfrm>
          <a:prstGeom prst="actionButtonForwardNext">
            <a:avLst/>
          </a:prstGeom>
          <a:solidFill>
            <a:schemeClr val="bg1"/>
          </a:solidFill>
          <a:ln w="19050">
            <a:solidFill>
              <a:srgbClr val="FF66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5750" name="Text Box 230">
            <a:extLst>
              <a:ext uri="{FF2B5EF4-FFF2-40B4-BE49-F238E27FC236}">
                <a16:creationId xmlns:a16="http://schemas.microsoft.com/office/drawing/2014/main" id="{5A9A72C3-85CB-4B7C-9DD0-7137B3A3B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225" y="6146800"/>
            <a:ext cx="7280275" cy="519113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=G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G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G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G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en-US" altLang="zh-CN" sz="2800" b="1" i="1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C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106977813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5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55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55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355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355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355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355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356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356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57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35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35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22" grpId="0" autoUpdateAnimBg="0"/>
      <p:bldP spid="235523" grpId="0" autoUpdateAnimBg="0"/>
      <p:bldP spid="235750" grpId="0" autoUpdateAnimBg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2">
            <a:extLst>
              <a:ext uri="{FF2B5EF4-FFF2-40B4-BE49-F238E27FC236}">
                <a16:creationId xmlns:a16="http://schemas.microsoft.com/office/drawing/2014/main" id="{2BC7BCC9-595A-4C4D-A399-B67A161B8C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3050" y="268288"/>
            <a:ext cx="5800725" cy="461962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>
                <a:solidFill>
                  <a:schemeClr val="tx1"/>
                </a:solidFill>
              </a:rPr>
              <a:t>集成四位并行进位加法器</a:t>
            </a:r>
            <a:r>
              <a:rPr lang="en-US" altLang="zh-CN" sz="2800" b="1">
                <a:solidFill>
                  <a:schemeClr val="tx1"/>
                </a:solidFill>
              </a:rPr>
              <a:t>74</a:t>
            </a:r>
            <a:r>
              <a:rPr lang="en-US" altLang="zh-CN" sz="2800" b="1">
                <a:solidFill>
                  <a:schemeClr val="tx1"/>
                </a:solidFill>
                <a:sym typeface="Symbol" panose="05050102010706020507" pitchFamily="18" charset="2"/>
              </a:rPr>
              <a:t>283</a:t>
            </a:r>
            <a:endParaRPr lang="en-US" altLang="zh-CN" sz="2800" b="1">
              <a:solidFill>
                <a:schemeClr val="tx1"/>
              </a:solidFill>
            </a:endParaRPr>
          </a:p>
        </p:txBody>
      </p:sp>
      <p:grpSp>
        <p:nvGrpSpPr>
          <p:cNvPr id="164867" name="Group 3">
            <a:extLst>
              <a:ext uri="{FF2B5EF4-FFF2-40B4-BE49-F238E27FC236}">
                <a16:creationId xmlns:a16="http://schemas.microsoft.com/office/drawing/2014/main" id="{68ACBD26-B16E-4E2B-969B-B69543E3946B}"/>
              </a:ext>
            </a:extLst>
          </p:cNvPr>
          <p:cNvGrpSpPr>
            <a:grpSpLocks/>
          </p:cNvGrpSpPr>
          <p:nvPr/>
        </p:nvGrpSpPr>
        <p:grpSpPr bwMode="auto">
          <a:xfrm>
            <a:off x="1190625" y="1300163"/>
            <a:ext cx="3335338" cy="2070100"/>
            <a:chOff x="1090" y="797"/>
            <a:chExt cx="2101" cy="1304"/>
          </a:xfrm>
        </p:grpSpPr>
        <p:sp>
          <p:nvSpPr>
            <p:cNvPr id="25629" name="Rectangle 4">
              <a:extLst>
                <a:ext uri="{FF2B5EF4-FFF2-40B4-BE49-F238E27FC236}">
                  <a16:creationId xmlns:a16="http://schemas.microsoft.com/office/drawing/2014/main" id="{96E19AB4-9151-4E44-8F24-1E4A24242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155"/>
              <a:ext cx="1728" cy="624"/>
            </a:xfrm>
            <a:prstGeom prst="rect">
              <a:avLst/>
            </a:prstGeom>
            <a:solidFill>
              <a:srgbClr val="FFFF99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0" name="Arc 5">
              <a:extLst>
                <a:ext uri="{FF2B5EF4-FFF2-40B4-BE49-F238E27FC236}">
                  <a16:creationId xmlns:a16="http://schemas.microsoft.com/office/drawing/2014/main" id="{78C33667-9F35-4C24-9E9F-61D22496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400"/>
              <a:ext cx="144" cy="9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1" name="Arc 6">
              <a:extLst>
                <a:ext uri="{FF2B5EF4-FFF2-40B4-BE49-F238E27FC236}">
                  <a16:creationId xmlns:a16="http://schemas.microsoft.com/office/drawing/2014/main" id="{22B3B11D-5B05-4F1A-9C95-6C1A3402906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282" y="1491"/>
              <a:ext cx="144" cy="9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2" name="Line 7">
              <a:extLst>
                <a:ext uri="{FF2B5EF4-FFF2-40B4-BE49-F238E27FC236}">
                  <a16:creationId xmlns:a16="http://schemas.microsoft.com/office/drawing/2014/main" id="{08A4D7B9-3BCF-4C14-A0F1-F9105EF053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8" y="1779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3" name="Line 8">
              <a:extLst>
                <a:ext uri="{FF2B5EF4-FFF2-40B4-BE49-F238E27FC236}">
                  <a16:creationId xmlns:a16="http://schemas.microsoft.com/office/drawing/2014/main" id="{C72E7636-58CF-424C-A85E-2C1C8E89D9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8" y="1779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4" name="Line 9">
              <a:extLst>
                <a:ext uri="{FF2B5EF4-FFF2-40B4-BE49-F238E27FC236}">
                  <a16:creationId xmlns:a16="http://schemas.microsoft.com/office/drawing/2014/main" id="{6A07B5DA-42CF-49CC-9C40-77781A851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1779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5" name="Line 10">
              <a:extLst>
                <a:ext uri="{FF2B5EF4-FFF2-40B4-BE49-F238E27FC236}">
                  <a16:creationId xmlns:a16="http://schemas.microsoft.com/office/drawing/2014/main" id="{580D0171-DADC-49A3-83F3-6772821246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2" y="1779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6" name="Line 11">
              <a:extLst>
                <a:ext uri="{FF2B5EF4-FFF2-40B4-BE49-F238E27FC236}">
                  <a16:creationId xmlns:a16="http://schemas.microsoft.com/office/drawing/2014/main" id="{0272572E-C2DB-461F-A27F-317B6E350B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5" y="1779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7" name="Line 12">
              <a:extLst>
                <a:ext uri="{FF2B5EF4-FFF2-40B4-BE49-F238E27FC236}">
                  <a16:creationId xmlns:a16="http://schemas.microsoft.com/office/drawing/2014/main" id="{3F91C797-7559-4AD6-98DF-739663648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8" y="1779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8" name="Line 13">
              <a:extLst>
                <a:ext uri="{FF2B5EF4-FFF2-40B4-BE49-F238E27FC236}">
                  <a16:creationId xmlns:a16="http://schemas.microsoft.com/office/drawing/2014/main" id="{3ED91082-B157-4875-A81F-F18EB53DDE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" y="1779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39" name="Line 14">
              <a:extLst>
                <a:ext uri="{FF2B5EF4-FFF2-40B4-BE49-F238E27FC236}">
                  <a16:creationId xmlns:a16="http://schemas.microsoft.com/office/drawing/2014/main" id="{164BA241-A2A7-4FBE-97A4-66A000B15C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8" y="1048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40" name="Line 15">
              <a:extLst>
                <a:ext uri="{FF2B5EF4-FFF2-40B4-BE49-F238E27FC236}">
                  <a16:creationId xmlns:a16="http://schemas.microsoft.com/office/drawing/2014/main" id="{DF439916-CD9D-41A8-A6BD-C865808BF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5" y="1048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41" name="Line 16">
              <a:extLst>
                <a:ext uri="{FF2B5EF4-FFF2-40B4-BE49-F238E27FC236}">
                  <a16:creationId xmlns:a16="http://schemas.microsoft.com/office/drawing/2014/main" id="{59CC92F4-5D70-4D76-BD0A-037BB9D8D8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0" y="1048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42" name="Line 17">
              <a:extLst>
                <a:ext uri="{FF2B5EF4-FFF2-40B4-BE49-F238E27FC236}">
                  <a16:creationId xmlns:a16="http://schemas.microsoft.com/office/drawing/2014/main" id="{B6D70997-ABC2-4D6D-9833-815FABFC1D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7" y="1048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43" name="Line 18">
              <a:extLst>
                <a:ext uri="{FF2B5EF4-FFF2-40B4-BE49-F238E27FC236}">
                  <a16:creationId xmlns:a16="http://schemas.microsoft.com/office/drawing/2014/main" id="{133A9981-B1EF-4D47-8B9E-DBD1ABA703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2" y="1048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44" name="Line 19">
              <a:extLst>
                <a:ext uri="{FF2B5EF4-FFF2-40B4-BE49-F238E27FC236}">
                  <a16:creationId xmlns:a16="http://schemas.microsoft.com/office/drawing/2014/main" id="{D8CDDBC4-6C62-4F5E-AB30-FCCE8E2C86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22" y="1048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45" name="Line 20">
              <a:extLst>
                <a:ext uri="{FF2B5EF4-FFF2-40B4-BE49-F238E27FC236}">
                  <a16:creationId xmlns:a16="http://schemas.microsoft.com/office/drawing/2014/main" id="{8B44EA45-7F4F-41B0-9D84-C897C1D15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4" y="1048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46" name="Rectangle 21">
              <a:extLst>
                <a:ext uri="{FF2B5EF4-FFF2-40B4-BE49-F238E27FC236}">
                  <a16:creationId xmlns:a16="http://schemas.microsoft.com/office/drawing/2014/main" id="{E81F0A17-8349-4877-9B75-9BCABEF95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849"/>
              <a:ext cx="322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5647" name="Rectangle 22">
              <a:extLst>
                <a:ext uri="{FF2B5EF4-FFF2-40B4-BE49-F238E27FC236}">
                  <a16:creationId xmlns:a16="http://schemas.microsoft.com/office/drawing/2014/main" id="{06FC7FC2-D57E-4776-9737-D00BF7685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849"/>
              <a:ext cx="29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5648" name="Rectangle 23">
              <a:extLst>
                <a:ext uri="{FF2B5EF4-FFF2-40B4-BE49-F238E27FC236}">
                  <a16:creationId xmlns:a16="http://schemas.microsoft.com/office/drawing/2014/main" id="{935EE082-572D-4025-B066-24B824C24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808"/>
              <a:ext cx="34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5649" name="Rectangle 24">
              <a:extLst>
                <a:ext uri="{FF2B5EF4-FFF2-40B4-BE49-F238E27FC236}">
                  <a16:creationId xmlns:a16="http://schemas.microsoft.com/office/drawing/2014/main" id="{3FA2C969-B5AF-4B26-A36B-D284075A6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" y="797"/>
              <a:ext cx="554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+V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CC</a:t>
              </a:r>
            </a:p>
          </p:txBody>
        </p:sp>
        <p:sp>
          <p:nvSpPr>
            <p:cNvPr id="25650" name="Rectangle 25">
              <a:extLst>
                <a:ext uri="{FF2B5EF4-FFF2-40B4-BE49-F238E27FC236}">
                  <a16:creationId xmlns:a16="http://schemas.microsoft.com/office/drawing/2014/main" id="{83E00F74-99C8-465E-A4CE-BFFFCB995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849"/>
              <a:ext cx="27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地</a:t>
              </a:r>
              <a:endParaRPr kumimoji="1" lang="zh-CN" altLang="en-US" sz="2000" b="1" i="1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51" name="Rectangle 26">
              <a:extLst>
                <a:ext uri="{FF2B5EF4-FFF2-40B4-BE49-F238E27FC236}">
                  <a16:creationId xmlns:a16="http://schemas.microsoft.com/office/drawing/2014/main" id="{6DAF7F25-68F9-425E-8CE5-8ADEA8E65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539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1" lang="en-US" altLang="zh-CN" sz="2400" b="1" i="1" u="none" strike="noStrike" kern="1200" cap="none" spc="0" normalizeH="0" baseline="-25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52" name="Rectangle 27">
              <a:extLst>
                <a:ext uri="{FF2B5EF4-FFF2-40B4-BE49-F238E27FC236}">
                  <a16:creationId xmlns:a16="http://schemas.microsoft.com/office/drawing/2014/main" id="{D8E4106B-9D22-4442-85BB-8DDA44D84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539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</a:p>
          </p:txBody>
        </p:sp>
        <p:sp>
          <p:nvSpPr>
            <p:cNvPr id="25653" name="Rectangle 28">
              <a:extLst>
                <a:ext uri="{FF2B5EF4-FFF2-40B4-BE49-F238E27FC236}">
                  <a16:creationId xmlns:a16="http://schemas.microsoft.com/office/drawing/2014/main" id="{D0D7E019-7949-4AC7-94A4-3FBDAC382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107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</a:p>
          </p:txBody>
        </p:sp>
        <p:sp>
          <p:nvSpPr>
            <p:cNvPr id="25654" name="Rectangle 29">
              <a:extLst>
                <a:ext uri="{FF2B5EF4-FFF2-40B4-BE49-F238E27FC236}">
                  <a16:creationId xmlns:a16="http://schemas.microsoft.com/office/drawing/2014/main" id="{1776C174-D87D-4E50-BF50-D92D49031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107"/>
              <a:ext cx="3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25655" name="Rectangle 30">
              <a:extLst>
                <a:ext uri="{FF2B5EF4-FFF2-40B4-BE49-F238E27FC236}">
                  <a16:creationId xmlns:a16="http://schemas.microsoft.com/office/drawing/2014/main" id="{2ACA8D18-F62B-4BC1-8E01-26E3E34A8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2" y="1295"/>
              <a:ext cx="80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283</a:t>
              </a:r>
            </a:p>
          </p:txBody>
        </p:sp>
        <p:sp>
          <p:nvSpPr>
            <p:cNvPr id="25656" name="Rectangle 31">
              <a:extLst>
                <a:ext uri="{FF2B5EF4-FFF2-40B4-BE49-F238E27FC236}">
                  <a16:creationId xmlns:a16="http://schemas.microsoft.com/office/drawing/2014/main" id="{CE9CED9E-DED5-4BD6-A57F-559837C76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" y="1849"/>
              <a:ext cx="302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5657" name="Rectangle 32">
              <a:extLst>
                <a:ext uri="{FF2B5EF4-FFF2-40B4-BE49-F238E27FC236}">
                  <a16:creationId xmlns:a16="http://schemas.microsoft.com/office/drawing/2014/main" id="{4A82890E-34BC-43E7-BF6F-4C9692E71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1849"/>
              <a:ext cx="291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5658" name="Rectangle 33">
              <a:extLst>
                <a:ext uri="{FF2B5EF4-FFF2-40B4-BE49-F238E27FC236}">
                  <a16:creationId xmlns:a16="http://schemas.microsoft.com/office/drawing/2014/main" id="{D02B0EC4-C87D-457E-8543-7C47B264B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849"/>
              <a:ext cx="384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5659" name="Rectangle 34">
              <a:extLst>
                <a:ext uri="{FF2B5EF4-FFF2-40B4-BE49-F238E27FC236}">
                  <a16:creationId xmlns:a16="http://schemas.microsoft.com/office/drawing/2014/main" id="{D771FE59-323A-4E40-80F6-FD9D99F8C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1849"/>
              <a:ext cx="432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5660" name="Rectangle 35">
              <a:extLst>
                <a:ext uri="{FF2B5EF4-FFF2-40B4-BE49-F238E27FC236}">
                  <a16:creationId xmlns:a16="http://schemas.microsoft.com/office/drawing/2014/main" id="{8FD9B8EB-EF42-4D5E-876B-B3A0D66D0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808"/>
              <a:ext cx="30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5661" name="Rectangle 36">
              <a:extLst>
                <a:ext uri="{FF2B5EF4-FFF2-40B4-BE49-F238E27FC236}">
                  <a16:creationId xmlns:a16="http://schemas.microsoft.com/office/drawing/2014/main" id="{A1C32514-C686-4CD6-92E6-0891E3B07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808"/>
              <a:ext cx="287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5662" name="Rectangle 37">
              <a:extLst>
                <a:ext uri="{FF2B5EF4-FFF2-40B4-BE49-F238E27FC236}">
                  <a16:creationId xmlns:a16="http://schemas.microsoft.com/office/drawing/2014/main" id="{6A6E9384-91A4-4F50-919C-6EEE21C3D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808"/>
              <a:ext cx="32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5663" name="Line 38">
              <a:extLst>
                <a:ext uri="{FF2B5EF4-FFF2-40B4-BE49-F238E27FC236}">
                  <a16:creationId xmlns:a16="http://schemas.microsoft.com/office/drawing/2014/main" id="{EC443E0D-8D18-4AB6-A80C-AD659B7E0E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" y="1779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64" name="Line 39">
              <a:extLst>
                <a:ext uri="{FF2B5EF4-FFF2-40B4-BE49-F238E27FC236}">
                  <a16:creationId xmlns:a16="http://schemas.microsoft.com/office/drawing/2014/main" id="{37EEA587-878B-4A61-BFF2-19E1B57A3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0" y="1048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65" name="Rectangle 40">
              <a:extLst>
                <a:ext uri="{FF2B5EF4-FFF2-40B4-BE49-F238E27FC236}">
                  <a16:creationId xmlns:a16="http://schemas.microsoft.com/office/drawing/2014/main" id="{552A814E-F533-420F-AC09-5713C023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808"/>
              <a:ext cx="30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5666" name="Rectangle 41">
              <a:extLst>
                <a:ext uri="{FF2B5EF4-FFF2-40B4-BE49-F238E27FC236}">
                  <a16:creationId xmlns:a16="http://schemas.microsoft.com/office/drawing/2014/main" id="{19CA34F9-C256-4762-8D6F-498C72263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808"/>
              <a:ext cx="287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5667" name="Rectangle 42">
              <a:extLst>
                <a:ext uri="{FF2B5EF4-FFF2-40B4-BE49-F238E27FC236}">
                  <a16:creationId xmlns:a16="http://schemas.microsoft.com/office/drawing/2014/main" id="{66DB5B9B-148E-4E75-8282-24BD98761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808"/>
              <a:ext cx="287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5668" name="Rectangle 43">
              <a:extLst>
                <a:ext uri="{FF2B5EF4-FFF2-40B4-BE49-F238E27FC236}">
                  <a16:creationId xmlns:a16="http://schemas.microsoft.com/office/drawing/2014/main" id="{695B3A3F-3569-455B-A4DE-3DF105DA5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1849"/>
              <a:ext cx="287" cy="2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sp>
        <p:nvSpPr>
          <p:cNvPr id="164908" name="Text Box 44">
            <a:extLst>
              <a:ext uri="{FF2B5EF4-FFF2-40B4-BE49-F238E27FC236}">
                <a16:creationId xmlns:a16="http://schemas.microsoft.com/office/drawing/2014/main" id="{710320E9-88FE-4477-BBB5-40B7BA5EF3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1738" y="3910013"/>
            <a:ext cx="747395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用四位加法电路实现四位二进制数加、减法</a:t>
            </a:r>
          </a:p>
        </p:txBody>
      </p:sp>
      <p:sp>
        <p:nvSpPr>
          <p:cNvPr id="164909" name="Text Box 45">
            <a:extLst>
              <a:ext uri="{FF2B5EF4-FFF2-40B4-BE49-F238E27FC236}">
                <a16:creationId xmlns:a16="http://schemas.microsoft.com/office/drawing/2014/main" id="{4FF9294D-FB02-44BB-BE27-292228185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4645025"/>
            <a:ext cx="7296150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用四位加法电路实现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8421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码到余三码的转换</a:t>
            </a:r>
          </a:p>
        </p:txBody>
      </p:sp>
      <p:sp>
        <p:nvSpPr>
          <p:cNvPr id="164910" name="Text Box 46">
            <a:extLst>
              <a:ext uri="{FF2B5EF4-FFF2-40B4-BE49-F238E27FC236}">
                <a16:creationId xmlns:a16="http://schemas.microsoft.com/office/drawing/2014/main" id="{E6EDAFC2-857C-48A3-A4E0-5BA2B02046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4275" y="5360988"/>
            <a:ext cx="729615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用四位加法电路实现余三码到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8421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码的转换</a:t>
            </a:r>
          </a:p>
        </p:txBody>
      </p:sp>
      <p:grpSp>
        <p:nvGrpSpPr>
          <p:cNvPr id="164911" name="Group 47">
            <a:extLst>
              <a:ext uri="{FF2B5EF4-FFF2-40B4-BE49-F238E27FC236}">
                <a16:creationId xmlns:a16="http://schemas.microsoft.com/office/drawing/2014/main" id="{E4FE56E6-2F31-46A2-A75A-55B33412D7B3}"/>
              </a:ext>
            </a:extLst>
          </p:cNvPr>
          <p:cNvGrpSpPr>
            <a:grpSpLocks/>
          </p:cNvGrpSpPr>
          <p:nvPr/>
        </p:nvGrpSpPr>
        <p:grpSpPr bwMode="auto">
          <a:xfrm>
            <a:off x="5056188" y="1327150"/>
            <a:ext cx="3441700" cy="2008188"/>
            <a:chOff x="3185" y="836"/>
            <a:chExt cx="2168" cy="1265"/>
          </a:xfrm>
        </p:grpSpPr>
        <p:grpSp>
          <p:nvGrpSpPr>
            <p:cNvPr id="25608" name="Group 48">
              <a:extLst>
                <a:ext uri="{FF2B5EF4-FFF2-40B4-BE49-F238E27FC236}">
                  <a16:creationId xmlns:a16="http://schemas.microsoft.com/office/drawing/2014/main" id="{D5A2D3A1-F406-46FA-844C-979F592140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5" y="836"/>
              <a:ext cx="2168" cy="1265"/>
              <a:chOff x="3185" y="836"/>
              <a:chExt cx="2168" cy="1265"/>
            </a:xfrm>
          </p:grpSpPr>
          <p:sp>
            <p:nvSpPr>
              <p:cNvPr id="25610" name="Rectangle 49">
                <a:extLst>
                  <a:ext uri="{FF2B5EF4-FFF2-40B4-BE49-F238E27FC236}">
                    <a16:creationId xmlns:a16="http://schemas.microsoft.com/office/drawing/2014/main" id="{54711783-245E-4362-A5B0-CD975CDE0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1140"/>
                <a:ext cx="1773" cy="72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11" name="Text Box 50">
                <a:extLst>
                  <a:ext uri="{FF2B5EF4-FFF2-40B4-BE49-F238E27FC236}">
                    <a16:creationId xmlns:a16="http://schemas.microsoft.com/office/drawing/2014/main" id="{904D1600-1CA6-4E56-87FD-A7393926B6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76" y="1559"/>
                <a:ext cx="1784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X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25612" name="Text Box 51">
                <a:extLst>
                  <a:ext uri="{FF2B5EF4-FFF2-40B4-BE49-F238E27FC236}">
                    <a16:creationId xmlns:a16="http://schemas.microsoft.com/office/drawing/2014/main" id="{4DF9FE0F-183F-4C99-A972-8FD4B31A6E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03" y="1096"/>
                <a:ext cx="1298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 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  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    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25613" name="Text Box 52">
                <a:extLst>
                  <a:ext uri="{FF2B5EF4-FFF2-40B4-BE49-F238E27FC236}">
                    <a16:creationId xmlns:a16="http://schemas.microsoft.com/office/drawing/2014/main" id="{AD2F734D-DF46-41D3-B0A7-3CC5E5A5E1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34" y="1288"/>
                <a:ext cx="519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25614" name="Text Box 53">
                <a:extLst>
                  <a:ext uri="{FF2B5EF4-FFF2-40B4-BE49-F238E27FC236}">
                    <a16:creationId xmlns:a16="http://schemas.microsoft.com/office/drawing/2014/main" id="{56FBA2B9-943F-4122-BB1C-E459329B2D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0" y="1332"/>
                <a:ext cx="519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25615" name="Line 54">
                <a:extLst>
                  <a:ext uri="{FF2B5EF4-FFF2-40B4-BE49-F238E27FC236}">
                    <a16:creationId xmlns:a16="http://schemas.microsoft.com/office/drawing/2014/main" id="{E0580868-2418-48CD-8BBD-8F2A4564B0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16" y="847"/>
                <a:ext cx="0" cy="2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16" name="Line 55">
                <a:extLst>
                  <a:ext uri="{FF2B5EF4-FFF2-40B4-BE49-F238E27FC236}">
                    <a16:creationId xmlns:a16="http://schemas.microsoft.com/office/drawing/2014/main" id="{30E904B0-4E3D-4A1D-81B2-33E455A4C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0" y="836"/>
                <a:ext cx="0" cy="2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17" name="Line 56">
                <a:extLst>
                  <a:ext uri="{FF2B5EF4-FFF2-40B4-BE49-F238E27FC236}">
                    <a16:creationId xmlns:a16="http://schemas.microsoft.com/office/drawing/2014/main" id="{62AF09BC-FBED-4C37-94EE-43FE902472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26" y="836"/>
                <a:ext cx="0" cy="2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18" name="Line 57">
                <a:extLst>
                  <a:ext uri="{FF2B5EF4-FFF2-40B4-BE49-F238E27FC236}">
                    <a16:creationId xmlns:a16="http://schemas.microsoft.com/office/drawing/2014/main" id="{16457163-B111-4939-9B50-0EFE3354B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8" y="847"/>
                <a:ext cx="0" cy="2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19" name="Line 58">
                <a:extLst>
                  <a:ext uri="{FF2B5EF4-FFF2-40B4-BE49-F238E27FC236}">
                    <a16:creationId xmlns:a16="http://schemas.microsoft.com/office/drawing/2014/main" id="{C4B1FBE5-9FCA-4DDF-835E-D6918B9E4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85" y="1468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20" name="Line 59">
                <a:extLst>
                  <a:ext uri="{FF2B5EF4-FFF2-40B4-BE49-F238E27FC236}">
                    <a16:creationId xmlns:a16="http://schemas.microsoft.com/office/drawing/2014/main" id="{3A15D339-6A8B-43B0-913B-73E41E38D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16" y="1468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21" name="Line 60">
                <a:extLst>
                  <a:ext uri="{FF2B5EF4-FFF2-40B4-BE49-F238E27FC236}">
                    <a16:creationId xmlns:a16="http://schemas.microsoft.com/office/drawing/2014/main" id="{9F49CD5F-DE4D-4399-A72E-64F0576A56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12" y="1864"/>
                <a:ext cx="0" cy="2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22" name="Line 61">
                <a:extLst>
                  <a:ext uri="{FF2B5EF4-FFF2-40B4-BE49-F238E27FC236}">
                    <a16:creationId xmlns:a16="http://schemas.microsoft.com/office/drawing/2014/main" id="{8C3B2C24-0E53-4C9E-B439-497459A87B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04" y="1876"/>
                <a:ext cx="0" cy="2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23" name="Line 62">
                <a:extLst>
                  <a:ext uri="{FF2B5EF4-FFF2-40B4-BE49-F238E27FC236}">
                    <a16:creationId xmlns:a16="http://schemas.microsoft.com/office/drawing/2014/main" id="{99341122-36DB-4692-BC0A-32763F4881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08" y="1864"/>
                <a:ext cx="0" cy="2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24" name="Line 63">
                <a:extLst>
                  <a:ext uri="{FF2B5EF4-FFF2-40B4-BE49-F238E27FC236}">
                    <a16:creationId xmlns:a16="http://schemas.microsoft.com/office/drawing/2014/main" id="{985B2064-896C-40CB-B75A-432313AAEA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2" y="1876"/>
                <a:ext cx="0" cy="2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25" name="Line 64">
                <a:extLst>
                  <a:ext uri="{FF2B5EF4-FFF2-40B4-BE49-F238E27FC236}">
                    <a16:creationId xmlns:a16="http://schemas.microsoft.com/office/drawing/2014/main" id="{B687D93F-6918-448B-9946-A9CB69DB93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26" y="1876"/>
                <a:ext cx="0" cy="2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26" name="Line 65">
                <a:extLst>
                  <a:ext uri="{FF2B5EF4-FFF2-40B4-BE49-F238E27FC236}">
                    <a16:creationId xmlns:a16="http://schemas.microsoft.com/office/drawing/2014/main" id="{CE82CC76-29BE-4C30-90C9-DA3BAE2BC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40" y="1876"/>
                <a:ext cx="0" cy="2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27" name="Line 66">
                <a:extLst>
                  <a:ext uri="{FF2B5EF4-FFF2-40B4-BE49-F238E27FC236}">
                    <a16:creationId xmlns:a16="http://schemas.microsoft.com/office/drawing/2014/main" id="{86504A7F-FDD8-4CE2-B8F9-59E3EFA1B7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4" y="1876"/>
                <a:ext cx="0" cy="2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25628" name="Line 67">
                <a:extLst>
                  <a:ext uri="{FF2B5EF4-FFF2-40B4-BE49-F238E27FC236}">
                    <a16:creationId xmlns:a16="http://schemas.microsoft.com/office/drawing/2014/main" id="{2B51C9A9-1C1E-4F10-BFC4-1F1F26A6D4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36" y="1864"/>
                <a:ext cx="0" cy="2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25609" name="Text Box 68">
              <a:extLst>
                <a:ext uri="{FF2B5EF4-FFF2-40B4-BE49-F238E27FC236}">
                  <a16:creationId xmlns:a16="http://schemas.microsoft.com/office/drawing/2014/main" id="{BED00CCA-13FB-4B6B-AA36-B59196BBA0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" y="1345"/>
              <a:ext cx="90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283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8830267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48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48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3" dur="500"/>
                                        <p:tgtEl>
                                          <p:spTgt spid="164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8" dur="500"/>
                                        <p:tgtEl>
                                          <p:spTgt spid="164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49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49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49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49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49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49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866" grpId="0" autoUpdateAnimBg="0"/>
      <p:bldP spid="164908" grpId="0" animBg="1" autoUpdateAnimBg="0"/>
      <p:bldP spid="164909" grpId="0" animBg="1" autoUpdateAnimBg="0"/>
      <p:bldP spid="164910" grpId="0" animBg="1" autoUpdateAnimBg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9" name="Text Box 5">
            <a:extLst>
              <a:ext uri="{FF2B5EF4-FFF2-40B4-BE49-F238E27FC236}">
                <a16:creationId xmlns:a16="http://schemas.microsoft.com/office/drawing/2014/main" id="{425DDAA6-3AF5-432C-B9D3-9F92DF2C08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463" y="809625"/>
            <a:ext cx="75152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例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1: 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试用一位全加器完成二进制乘法功能</a:t>
            </a:r>
          </a:p>
        </p:txBody>
      </p:sp>
      <p:sp>
        <p:nvSpPr>
          <p:cNvPr id="169990" name="Text Box 6">
            <a:extLst>
              <a:ext uri="{FF2B5EF4-FFF2-40B4-BE49-F238E27FC236}">
                <a16:creationId xmlns:a16="http://schemas.microsoft.com/office/drawing/2014/main" id="{0337F4C7-F8B6-4B40-BFD3-0D1977374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4100" y="1506538"/>
            <a:ext cx="56880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以两个两位二进制数相乘为例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:</a:t>
            </a:r>
          </a:p>
        </p:txBody>
      </p:sp>
      <p:sp>
        <p:nvSpPr>
          <p:cNvPr id="169991" name="Text Box 7">
            <a:extLst>
              <a:ext uri="{FF2B5EF4-FFF2-40B4-BE49-F238E27FC236}">
                <a16:creationId xmlns:a16="http://schemas.microsoft.com/office/drawing/2014/main" id="{3C30FA90-9E53-4DBF-8BED-9B73D23152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263" y="2058988"/>
            <a:ext cx="3816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A = 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    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B = 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</a:t>
            </a:r>
          </a:p>
        </p:txBody>
      </p:sp>
      <p:sp>
        <p:nvSpPr>
          <p:cNvPr id="169992" name="Text Box 8">
            <a:extLst>
              <a:ext uri="{FF2B5EF4-FFF2-40B4-BE49-F238E27FC236}">
                <a16:creationId xmlns:a16="http://schemas.microsoft.com/office/drawing/2014/main" id="{77BE16B8-D099-4C9D-BA9A-6179FBDAB7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2375" y="2581275"/>
            <a:ext cx="37115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P = AB = 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Times New Roman" panose="02020603050405020304" pitchFamily="18" charset="0"/>
              </a:rPr>
              <a:t>×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 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</a:t>
            </a:r>
          </a:p>
        </p:txBody>
      </p:sp>
      <p:sp>
        <p:nvSpPr>
          <p:cNvPr id="169993" name="Text Box 9">
            <a:extLst>
              <a:ext uri="{FF2B5EF4-FFF2-40B4-BE49-F238E27FC236}">
                <a16:creationId xmlns:a16="http://schemas.microsoft.com/office/drawing/2014/main" id="{BE28BD65-3114-4462-A0D6-1598670FE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2375" y="3286125"/>
            <a:ext cx="1873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P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= 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</a:t>
            </a:r>
          </a:p>
        </p:txBody>
      </p:sp>
      <p:sp>
        <p:nvSpPr>
          <p:cNvPr id="169994" name="Text Box 10">
            <a:extLst>
              <a:ext uri="{FF2B5EF4-FFF2-40B4-BE49-F238E27FC236}">
                <a16:creationId xmlns:a16="http://schemas.microsoft.com/office/drawing/2014/main" id="{30B922B4-DB9D-4534-8146-064E502EC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1900" y="3790950"/>
            <a:ext cx="252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P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= 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+ 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0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</a:t>
            </a:r>
          </a:p>
        </p:txBody>
      </p:sp>
      <p:sp>
        <p:nvSpPr>
          <p:cNvPr id="169995" name="Text Box 11">
            <a:extLst>
              <a:ext uri="{FF2B5EF4-FFF2-40B4-BE49-F238E27FC236}">
                <a16:creationId xmlns:a16="http://schemas.microsoft.com/office/drawing/2014/main" id="{383BBAAA-EBE4-470A-B5D5-A5D6BE67E9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2375" y="4759325"/>
            <a:ext cx="3311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P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2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= 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+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FF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C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1</a:t>
            </a:r>
          </a:p>
        </p:txBody>
      </p:sp>
      <p:sp>
        <p:nvSpPr>
          <p:cNvPr id="169996" name="Text Box 12">
            <a:extLst>
              <a:ext uri="{FF2B5EF4-FFF2-40B4-BE49-F238E27FC236}">
                <a16:creationId xmlns:a16="http://schemas.microsoft.com/office/drawing/2014/main" id="{5FDD4DD7-9DD8-4DC5-BB62-F7D3A6552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9363" y="5327650"/>
            <a:ext cx="33131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P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3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=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FF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C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rPr>
              <a:t>2</a:t>
            </a:r>
          </a:p>
        </p:txBody>
      </p:sp>
      <p:sp>
        <p:nvSpPr>
          <p:cNvPr id="169997" name="Text Box 13">
            <a:extLst>
              <a:ext uri="{FF2B5EF4-FFF2-40B4-BE49-F238E27FC236}">
                <a16:creationId xmlns:a16="http://schemas.microsoft.com/office/drawing/2014/main" id="{B6E7EE9B-95AB-4AD5-82E3-20FEA6AE09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5938" y="3800475"/>
            <a:ext cx="4386262" cy="847725"/>
          </a:xfrm>
          <a:prstGeom prst="rect">
            <a:avLst/>
          </a:prstGeom>
          <a:noFill/>
          <a:ln w="25400" algn="ctr">
            <a:solidFill>
              <a:srgbClr val="008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P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不能用与或门实现，与或门不可能产生进位位。</a:t>
            </a:r>
          </a:p>
        </p:txBody>
      </p:sp>
      <p:sp>
        <p:nvSpPr>
          <p:cNvPr id="169998" name="Rectangle 14">
            <a:extLst>
              <a:ext uri="{FF2B5EF4-FFF2-40B4-BE49-F238E27FC236}">
                <a16:creationId xmlns:a16="http://schemas.microsoft.com/office/drawing/2014/main" id="{AB5144B4-B1DB-42E0-9DEA-E4700835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7525" y="4700588"/>
            <a:ext cx="4381500" cy="482600"/>
          </a:xfrm>
          <a:prstGeom prst="rect">
            <a:avLst/>
          </a:prstGeom>
          <a:noFill/>
          <a:ln w="25400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C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为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0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+ 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0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的进位位。</a:t>
            </a:r>
          </a:p>
        </p:txBody>
      </p:sp>
      <p:sp>
        <p:nvSpPr>
          <p:cNvPr id="169999" name="Rectangle 15">
            <a:extLst>
              <a:ext uri="{FF2B5EF4-FFF2-40B4-BE49-F238E27FC236}">
                <a16:creationId xmlns:a16="http://schemas.microsoft.com/office/drawing/2014/main" id="{1402C275-0B6C-4AAB-94CC-385AA7D3C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6575" y="5329238"/>
            <a:ext cx="4381500" cy="482600"/>
          </a:xfrm>
          <a:prstGeom prst="rect">
            <a:avLst/>
          </a:prstGeom>
          <a:noFill/>
          <a:ln w="25400" algn="ctr">
            <a:solidFill>
              <a:srgbClr val="80008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C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2 </a:t>
            </a:r>
            <a:r>
              <a: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为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+ C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的进位位。</a:t>
            </a:r>
          </a:p>
        </p:txBody>
      </p:sp>
      <p:grpSp>
        <p:nvGrpSpPr>
          <p:cNvPr id="2" name="Group 67">
            <a:extLst>
              <a:ext uri="{FF2B5EF4-FFF2-40B4-BE49-F238E27FC236}">
                <a16:creationId xmlns:a16="http://schemas.microsoft.com/office/drawing/2014/main" id="{CF8B081A-7F33-4196-A74C-C9D9563D0EBD}"/>
              </a:ext>
            </a:extLst>
          </p:cNvPr>
          <p:cNvGrpSpPr>
            <a:grpSpLocks/>
          </p:cNvGrpSpPr>
          <p:nvPr/>
        </p:nvGrpSpPr>
        <p:grpSpPr bwMode="auto">
          <a:xfrm>
            <a:off x="5376863" y="1568450"/>
            <a:ext cx="3149600" cy="1935163"/>
            <a:chOff x="3387" y="1132"/>
            <a:chExt cx="1984" cy="1219"/>
          </a:xfrm>
        </p:grpSpPr>
        <p:sp>
          <p:nvSpPr>
            <p:cNvPr id="24590" name="AutoShape 21">
              <a:extLst>
                <a:ext uri="{FF2B5EF4-FFF2-40B4-BE49-F238E27FC236}">
                  <a16:creationId xmlns:a16="http://schemas.microsoft.com/office/drawing/2014/main" id="{09CF614A-B4B6-41FF-AF16-A6BB16C6058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387" y="1132"/>
              <a:ext cx="1984" cy="10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91" name="Rectangle 23">
              <a:extLst>
                <a:ext uri="{FF2B5EF4-FFF2-40B4-BE49-F238E27FC236}">
                  <a16:creationId xmlns:a16="http://schemas.microsoft.com/office/drawing/2014/main" id="{4B670ED0-D1DE-4746-8E58-1ECA4887E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132"/>
              <a:ext cx="1984" cy="1219"/>
            </a:xfrm>
            <a:prstGeom prst="rect">
              <a:avLst/>
            </a:prstGeom>
            <a:solidFill>
              <a:srgbClr val="FFFFE8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92" name="Line 24">
              <a:extLst>
                <a:ext uri="{FF2B5EF4-FFF2-40B4-BE49-F238E27FC236}">
                  <a16:creationId xmlns:a16="http://schemas.microsoft.com/office/drawing/2014/main" id="{7E8908C4-2EAF-4139-938B-89D2AC1AC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0" y="1601"/>
              <a:ext cx="902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93" name="Rectangle 25">
              <a:extLst>
                <a:ext uri="{FF2B5EF4-FFF2-40B4-BE49-F238E27FC236}">
                  <a16:creationId xmlns:a16="http://schemas.microsoft.com/office/drawing/2014/main" id="{86A120F5-5DA9-4D5B-9B9E-912F67AF5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1385"/>
              <a:ext cx="184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×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24594" name="Rectangle 26">
              <a:extLst>
                <a:ext uri="{FF2B5EF4-FFF2-40B4-BE49-F238E27FC236}">
                  <a16:creationId xmlns:a16="http://schemas.microsoft.com/office/drawing/2014/main" id="{7DE38C0D-7C0E-443B-BE89-299498526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204"/>
              <a:ext cx="13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95" name="Rectangle 27">
              <a:extLst>
                <a:ext uri="{FF2B5EF4-FFF2-40B4-BE49-F238E27FC236}">
                  <a16:creationId xmlns:a16="http://schemas.microsoft.com/office/drawing/2014/main" id="{6FFCCE38-831F-49BA-9340-39AC7C3A1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1240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96" name="Rectangle 28">
              <a:extLst>
                <a:ext uri="{FF2B5EF4-FFF2-40B4-BE49-F238E27FC236}">
                  <a16:creationId xmlns:a16="http://schemas.microsoft.com/office/drawing/2014/main" id="{C84D62AE-407F-417A-8913-11FA9094C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1204"/>
              <a:ext cx="13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97" name="Rectangle 29">
              <a:extLst>
                <a:ext uri="{FF2B5EF4-FFF2-40B4-BE49-F238E27FC236}">
                  <a16:creationId xmlns:a16="http://schemas.microsoft.com/office/drawing/2014/main" id="{8E0A4E98-A614-47AE-829B-18DB93CB0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1240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98" name="Rectangle 30">
              <a:extLst>
                <a:ext uri="{FF2B5EF4-FFF2-40B4-BE49-F238E27FC236}">
                  <a16:creationId xmlns:a16="http://schemas.microsoft.com/office/drawing/2014/main" id="{6E77DCBF-4A6D-4FD2-84C8-5C804699A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385"/>
              <a:ext cx="12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599" name="Rectangle 31">
              <a:extLst>
                <a:ext uri="{FF2B5EF4-FFF2-40B4-BE49-F238E27FC236}">
                  <a16:creationId xmlns:a16="http://schemas.microsoft.com/office/drawing/2014/main" id="{180ACEA2-375D-4A71-8786-80B31D2D6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1421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0" name="Rectangle 32">
              <a:extLst>
                <a:ext uri="{FF2B5EF4-FFF2-40B4-BE49-F238E27FC236}">
                  <a16:creationId xmlns:a16="http://schemas.microsoft.com/office/drawing/2014/main" id="{B3D03474-8761-47BD-9949-87B71515E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385"/>
              <a:ext cx="12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1" name="Rectangle 33">
              <a:extLst>
                <a:ext uri="{FF2B5EF4-FFF2-40B4-BE49-F238E27FC236}">
                  <a16:creationId xmlns:a16="http://schemas.microsoft.com/office/drawing/2014/main" id="{8687D3DE-8BAD-4E7F-90F1-668C98B2A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1421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2" name="Rectangle 34">
              <a:extLst>
                <a:ext uri="{FF2B5EF4-FFF2-40B4-BE49-F238E27FC236}">
                  <a16:creationId xmlns:a16="http://schemas.microsoft.com/office/drawing/2014/main" id="{2CA7B1E6-8F5D-4B81-9C60-B749541A7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619"/>
              <a:ext cx="13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3" name="Rectangle 35">
              <a:extLst>
                <a:ext uri="{FF2B5EF4-FFF2-40B4-BE49-F238E27FC236}">
                  <a16:creationId xmlns:a16="http://schemas.microsoft.com/office/drawing/2014/main" id="{A519F458-BF61-4938-B218-95DA6DDAE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1655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4" name="Rectangle 36">
              <a:extLst>
                <a:ext uri="{FF2B5EF4-FFF2-40B4-BE49-F238E27FC236}">
                  <a16:creationId xmlns:a16="http://schemas.microsoft.com/office/drawing/2014/main" id="{7609E78D-5E5A-435E-832A-00B5F106C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1619"/>
              <a:ext cx="12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5" name="Rectangle 37">
              <a:extLst>
                <a:ext uri="{FF2B5EF4-FFF2-40B4-BE49-F238E27FC236}">
                  <a16:creationId xmlns:a16="http://schemas.microsoft.com/office/drawing/2014/main" id="{8D876012-BCEF-4E5F-B4FA-D6CAF17BA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1655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6" name="Rectangle 38">
              <a:extLst>
                <a:ext uri="{FF2B5EF4-FFF2-40B4-BE49-F238E27FC236}">
                  <a16:creationId xmlns:a16="http://schemas.microsoft.com/office/drawing/2014/main" id="{22E54848-1001-4118-B6C3-C09756FF2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4" y="1619"/>
              <a:ext cx="13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7" name="Rectangle 39">
              <a:extLst>
                <a:ext uri="{FF2B5EF4-FFF2-40B4-BE49-F238E27FC236}">
                  <a16:creationId xmlns:a16="http://schemas.microsoft.com/office/drawing/2014/main" id="{2F7B50D2-9056-48C2-A990-BEF8C1F7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2" y="1655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8" name="Rectangle 40">
              <a:extLst>
                <a:ext uri="{FF2B5EF4-FFF2-40B4-BE49-F238E27FC236}">
                  <a16:creationId xmlns:a16="http://schemas.microsoft.com/office/drawing/2014/main" id="{A739F372-B173-44AD-9858-092817F7B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2" y="1619"/>
              <a:ext cx="12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09" name="Rectangle 41">
              <a:extLst>
                <a:ext uri="{FF2B5EF4-FFF2-40B4-BE49-F238E27FC236}">
                  <a16:creationId xmlns:a16="http://schemas.microsoft.com/office/drawing/2014/main" id="{5335F4F7-F060-40B4-B4BD-311FAFE56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1655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0" name="Rectangle 42">
              <a:extLst>
                <a:ext uri="{FF2B5EF4-FFF2-40B4-BE49-F238E27FC236}">
                  <a16:creationId xmlns:a16="http://schemas.microsoft.com/office/drawing/2014/main" id="{EDA63959-82F9-44F5-81CB-AFBE1A2A9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1" y="1800"/>
              <a:ext cx="13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1" name="Rectangle 43">
              <a:extLst>
                <a:ext uri="{FF2B5EF4-FFF2-40B4-BE49-F238E27FC236}">
                  <a16:creationId xmlns:a16="http://schemas.microsoft.com/office/drawing/2014/main" id="{E114A508-BAC9-4FCC-ACB5-AE3434D89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1836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2" name="Rectangle 44">
              <a:extLst>
                <a:ext uri="{FF2B5EF4-FFF2-40B4-BE49-F238E27FC236}">
                  <a16:creationId xmlns:a16="http://schemas.microsoft.com/office/drawing/2014/main" id="{E27AF3C3-0CC5-4FCF-B18D-010EAC8DD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800"/>
              <a:ext cx="12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3" name="Rectangle 45">
              <a:extLst>
                <a:ext uri="{FF2B5EF4-FFF2-40B4-BE49-F238E27FC236}">
                  <a16:creationId xmlns:a16="http://schemas.microsoft.com/office/drawing/2014/main" id="{6026B6F0-A8A6-4FCE-981E-3074316A1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1836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4" name="Rectangle 46">
              <a:extLst>
                <a:ext uri="{FF2B5EF4-FFF2-40B4-BE49-F238E27FC236}">
                  <a16:creationId xmlns:a16="http://schemas.microsoft.com/office/drawing/2014/main" id="{60AE3B4D-ED05-4555-AD93-C7044591D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1800"/>
              <a:ext cx="13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5" name="Rectangle 47">
              <a:extLst>
                <a:ext uri="{FF2B5EF4-FFF2-40B4-BE49-F238E27FC236}">
                  <a16:creationId xmlns:a16="http://schemas.microsoft.com/office/drawing/2014/main" id="{61DA2F79-A750-4B43-8646-20F466B72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836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6" name="Rectangle 48">
              <a:extLst>
                <a:ext uri="{FF2B5EF4-FFF2-40B4-BE49-F238E27FC236}">
                  <a16:creationId xmlns:a16="http://schemas.microsoft.com/office/drawing/2014/main" id="{0797B1E3-0B33-47A6-99C4-C5028EC29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8" y="1800"/>
              <a:ext cx="12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7" name="Rectangle 49">
              <a:extLst>
                <a:ext uri="{FF2B5EF4-FFF2-40B4-BE49-F238E27FC236}">
                  <a16:creationId xmlns:a16="http://schemas.microsoft.com/office/drawing/2014/main" id="{7F8D632B-3A94-4B78-8EC8-888A3C40B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6" y="1836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8" name="Rectangle 50">
              <a:extLst>
                <a:ext uri="{FF2B5EF4-FFF2-40B4-BE49-F238E27FC236}">
                  <a16:creationId xmlns:a16="http://schemas.microsoft.com/office/drawing/2014/main" id="{F0811CCC-6CC4-47CE-92ED-017F7D622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1800"/>
              <a:ext cx="12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19" name="Rectangle 51">
              <a:extLst>
                <a:ext uri="{FF2B5EF4-FFF2-40B4-BE49-F238E27FC236}">
                  <a16:creationId xmlns:a16="http://schemas.microsoft.com/office/drawing/2014/main" id="{A471A530-DFFD-4C50-BE83-A87287C44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1836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0" name="Rectangle 52">
              <a:extLst>
                <a:ext uri="{FF2B5EF4-FFF2-40B4-BE49-F238E27FC236}">
                  <a16:creationId xmlns:a16="http://schemas.microsoft.com/office/drawing/2014/main" id="{B84A01D5-3CD5-40F6-8EE4-F3C0365E6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800"/>
              <a:ext cx="12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1" name="Rectangle 53">
              <a:extLst>
                <a:ext uri="{FF2B5EF4-FFF2-40B4-BE49-F238E27FC236}">
                  <a16:creationId xmlns:a16="http://schemas.microsoft.com/office/drawing/2014/main" id="{28EB4D0D-D28A-4733-BAE9-F7948C76C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1836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2" name="Line 54">
              <a:extLst>
                <a:ext uri="{FF2B5EF4-FFF2-40B4-BE49-F238E27FC236}">
                  <a16:creationId xmlns:a16="http://schemas.microsoft.com/office/drawing/2014/main" id="{E1887A12-3518-4961-9090-6D154C79FB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3" y="1998"/>
              <a:ext cx="1894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3" name="Rectangle 55">
              <a:extLst>
                <a:ext uri="{FF2B5EF4-FFF2-40B4-BE49-F238E27FC236}">
                  <a16:creationId xmlns:a16="http://schemas.microsoft.com/office/drawing/2014/main" id="{37042DA0-9EC3-4091-B7D6-2B9A56A7F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746"/>
              <a:ext cx="144" cy="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3200" b="0" i="0" u="none" strike="noStrike" kern="1200" cap="none" spc="0" normalizeH="0" baseline="0" noProof="0">
                  <a:ln>
                    <a:noFill/>
                  </a:ln>
                  <a:solidFill>
                    <a:srgbClr val="0000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4" name="Line 56">
              <a:extLst>
                <a:ext uri="{FF2B5EF4-FFF2-40B4-BE49-F238E27FC236}">
                  <a16:creationId xmlns:a16="http://schemas.microsoft.com/office/drawing/2014/main" id="{4A12321F-0006-455F-A3EC-BDED84E151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637"/>
              <a:ext cx="0" cy="329"/>
            </a:xfrm>
            <a:prstGeom prst="line">
              <a:avLst/>
            </a:prstGeom>
            <a:noFill/>
            <a:ln w="31750">
              <a:solidFill>
                <a:srgbClr val="660033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5" name="Line 57">
              <a:extLst>
                <a:ext uri="{FF2B5EF4-FFF2-40B4-BE49-F238E27FC236}">
                  <a16:creationId xmlns:a16="http://schemas.microsoft.com/office/drawing/2014/main" id="{8CC34CFD-9E3B-43BE-A408-BFF6457363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5" y="1637"/>
              <a:ext cx="0" cy="307"/>
            </a:xfrm>
            <a:prstGeom prst="line">
              <a:avLst/>
            </a:prstGeom>
            <a:noFill/>
            <a:ln w="28575">
              <a:solidFill>
                <a:srgbClr val="660033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6" name="Rectangle 58">
              <a:extLst>
                <a:ext uri="{FF2B5EF4-FFF2-40B4-BE49-F238E27FC236}">
                  <a16:creationId xmlns:a16="http://schemas.microsoft.com/office/drawing/2014/main" id="{4B482624-A2D4-4A85-87FF-3E9BD855C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034"/>
              <a:ext cx="10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P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7" name="Rectangle 59">
              <a:extLst>
                <a:ext uri="{FF2B5EF4-FFF2-40B4-BE49-F238E27FC236}">
                  <a16:creationId xmlns:a16="http://schemas.microsoft.com/office/drawing/2014/main" id="{54495057-87A3-483D-B4B0-295537131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2070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4628" name="Line 60">
              <a:extLst>
                <a:ext uri="{FF2B5EF4-FFF2-40B4-BE49-F238E27FC236}">
                  <a16:creationId xmlns:a16="http://schemas.microsoft.com/office/drawing/2014/main" id="{E99AC660-939B-4595-B748-07DF3E8B02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2" y="1637"/>
              <a:ext cx="0" cy="307"/>
            </a:xfrm>
            <a:prstGeom prst="line">
              <a:avLst/>
            </a:prstGeom>
            <a:noFill/>
            <a:ln w="28575">
              <a:solidFill>
                <a:srgbClr val="660033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29" name="Rectangle 61">
              <a:extLst>
                <a:ext uri="{FF2B5EF4-FFF2-40B4-BE49-F238E27FC236}">
                  <a16:creationId xmlns:a16="http://schemas.microsoft.com/office/drawing/2014/main" id="{7C1642AF-1094-4C1E-83A1-E78EA3D5D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034"/>
              <a:ext cx="10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P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30" name="Rectangle 62">
              <a:extLst>
                <a:ext uri="{FF2B5EF4-FFF2-40B4-BE49-F238E27FC236}">
                  <a16:creationId xmlns:a16="http://schemas.microsoft.com/office/drawing/2014/main" id="{2B97C94E-3AC2-422D-B6F7-1C23FC5BA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" y="2070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4631" name="Rectangle 63">
              <a:extLst>
                <a:ext uri="{FF2B5EF4-FFF2-40B4-BE49-F238E27FC236}">
                  <a16:creationId xmlns:a16="http://schemas.microsoft.com/office/drawing/2014/main" id="{4FFDC108-7D5A-4A2E-AD51-A372CD765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034"/>
              <a:ext cx="10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P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32" name="Rectangle 64">
              <a:extLst>
                <a:ext uri="{FF2B5EF4-FFF2-40B4-BE49-F238E27FC236}">
                  <a16:creationId xmlns:a16="http://schemas.microsoft.com/office/drawing/2014/main" id="{2F405FD2-DD60-4295-902C-756060EF7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070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4633" name="Rectangle 65">
              <a:extLst>
                <a:ext uri="{FF2B5EF4-FFF2-40B4-BE49-F238E27FC236}">
                  <a16:creationId xmlns:a16="http://schemas.microsoft.com/office/drawing/2014/main" id="{655191AB-8A40-4375-8A18-3317CBE1A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034"/>
              <a:ext cx="10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P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634" name="Rectangle 66">
              <a:extLst>
                <a:ext uri="{FF2B5EF4-FFF2-40B4-BE49-F238E27FC236}">
                  <a16:creationId xmlns:a16="http://schemas.microsoft.com/office/drawing/2014/main" id="{A0369E81-2DA6-43CC-AE5B-DFE64BF9D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2070"/>
              <a:ext cx="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49850486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699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99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99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699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699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699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699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699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699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699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699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699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99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69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69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69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699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99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699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699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699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699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699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699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99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1699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699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699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1699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99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99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89" grpId="0"/>
      <p:bldP spid="169990" grpId="0"/>
      <p:bldP spid="169991" grpId="0"/>
      <p:bldP spid="169992" grpId="0"/>
      <p:bldP spid="169993" grpId="0"/>
      <p:bldP spid="169995" grpId="0"/>
      <p:bldP spid="169996" grpId="0"/>
      <p:bldP spid="169997" grpId="0" animBg="1"/>
      <p:bldP spid="169998" grpId="0" animBg="1"/>
      <p:bldP spid="169999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Text Box 2">
            <a:extLst>
              <a:ext uri="{FF2B5EF4-FFF2-40B4-BE49-F238E27FC236}">
                <a16:creationId xmlns:a16="http://schemas.microsoft.com/office/drawing/2014/main" id="{E76D6ACD-99D5-4E84-BD71-806212ED8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0925" y="5103813"/>
            <a:ext cx="75088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注意：片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1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的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C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i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、片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2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的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要接地？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楷体_GB2312" pitchFamily="49" charset="-122"/>
              <a:ea typeface="楷体_GB2312" pitchFamily="49" charset="-122"/>
              <a:cs typeface="+mn-cs"/>
            </a:endParaRPr>
          </a:p>
        </p:txBody>
      </p:sp>
      <p:grpSp>
        <p:nvGrpSpPr>
          <p:cNvPr id="11275" name="Group 209">
            <a:extLst>
              <a:ext uri="{FF2B5EF4-FFF2-40B4-BE49-F238E27FC236}">
                <a16:creationId xmlns:a16="http://schemas.microsoft.com/office/drawing/2014/main" id="{110297F0-F75C-4A7E-83C8-06DA09FE7116}"/>
              </a:ext>
            </a:extLst>
          </p:cNvPr>
          <p:cNvGrpSpPr>
            <a:grpSpLocks/>
          </p:cNvGrpSpPr>
          <p:nvPr/>
        </p:nvGrpSpPr>
        <p:grpSpPr bwMode="auto">
          <a:xfrm>
            <a:off x="6613525" y="1614488"/>
            <a:ext cx="2530475" cy="2041525"/>
            <a:chOff x="4318" y="587"/>
            <a:chExt cx="1594" cy="1286"/>
          </a:xfrm>
        </p:grpSpPr>
        <p:sp>
          <p:nvSpPr>
            <p:cNvPr id="11340" name="Text Box 136">
              <a:extLst>
                <a:ext uri="{FF2B5EF4-FFF2-40B4-BE49-F238E27FC236}">
                  <a16:creationId xmlns:a16="http://schemas.microsoft.com/office/drawing/2014/main" id="{CDCDFA52-D469-404A-90F0-9AD82924D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8" y="587"/>
              <a:ext cx="11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P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= A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B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</a:t>
              </a:r>
            </a:p>
          </p:txBody>
        </p:sp>
        <p:sp>
          <p:nvSpPr>
            <p:cNvPr id="11341" name="Text Box 137">
              <a:extLst>
                <a:ext uri="{FF2B5EF4-FFF2-40B4-BE49-F238E27FC236}">
                  <a16:creationId xmlns:a16="http://schemas.microsoft.com/office/drawing/2014/main" id="{20478C53-94EF-4BF7-B6E2-E38697857D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4" y="905"/>
              <a:ext cx="15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P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= A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B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 A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0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B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  <p:sp>
          <p:nvSpPr>
            <p:cNvPr id="11342" name="Text Box 138">
              <a:extLst>
                <a:ext uri="{FF2B5EF4-FFF2-40B4-BE49-F238E27FC236}">
                  <a16:creationId xmlns:a16="http://schemas.microsoft.com/office/drawing/2014/main" id="{82BCA05C-D980-4E97-B699-C91D98431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8" y="1250"/>
              <a:ext cx="144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P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= A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B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+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FF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1</a:t>
              </a:r>
            </a:p>
          </p:txBody>
        </p:sp>
        <p:sp>
          <p:nvSpPr>
            <p:cNvPr id="11343" name="Text Box 139">
              <a:extLst>
                <a:ext uri="{FF2B5EF4-FFF2-40B4-BE49-F238E27FC236}">
                  <a16:creationId xmlns:a16="http://schemas.microsoft.com/office/drawing/2014/main" id="{A8A514C8-4EC4-49F5-9E28-7286DCFE34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5" y="1585"/>
              <a:ext cx="121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P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3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=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FF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 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2</a:t>
              </a:r>
            </a:p>
          </p:txBody>
        </p:sp>
      </p:grpSp>
      <p:grpSp>
        <p:nvGrpSpPr>
          <p:cNvPr id="3" name="Group 159">
            <a:extLst>
              <a:ext uri="{FF2B5EF4-FFF2-40B4-BE49-F238E27FC236}">
                <a16:creationId xmlns:a16="http://schemas.microsoft.com/office/drawing/2014/main" id="{2ACC4C08-F102-46E8-93E7-D22764EC17C9}"/>
              </a:ext>
            </a:extLst>
          </p:cNvPr>
          <p:cNvGrpSpPr>
            <a:grpSpLocks/>
          </p:cNvGrpSpPr>
          <p:nvPr/>
        </p:nvGrpSpPr>
        <p:grpSpPr bwMode="auto">
          <a:xfrm>
            <a:off x="185738" y="409575"/>
            <a:ext cx="977900" cy="3875088"/>
            <a:chOff x="3579" y="1547"/>
            <a:chExt cx="616" cy="2441"/>
          </a:xfrm>
        </p:grpSpPr>
        <p:graphicFrame>
          <p:nvGraphicFramePr>
            <p:cNvPr id="11271" name="Object 141">
              <a:extLst>
                <a:ext uri="{FF2B5EF4-FFF2-40B4-BE49-F238E27FC236}">
                  <a16:creationId xmlns:a16="http://schemas.microsoft.com/office/drawing/2014/main" id="{EA09DC68-2B73-4085-83BF-93678F4E6A75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776" y="1547"/>
            <a:ext cx="215" cy="29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22" name="Equation" r:id="rId3" imgW="164880" imgH="228600" progId="Equation.3">
                    <p:embed/>
                  </p:oleObj>
                </mc:Choice>
                <mc:Fallback>
                  <p:oleObj name="Equation" r:id="rId3" imgW="164880" imgH="228600" progId="Equation.3">
                    <p:embed/>
                    <p:pic>
                      <p:nvPicPr>
                        <p:cNvPr id="11271" name="Object 141">
                          <a:extLst>
                            <a:ext uri="{FF2B5EF4-FFF2-40B4-BE49-F238E27FC236}">
                              <a16:creationId xmlns:a16="http://schemas.microsoft.com/office/drawing/2014/main" id="{EA09DC68-2B73-4085-83BF-93678F4E6A75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776" y="1547"/>
                          <a:ext cx="215" cy="29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272" name="Object 142">
              <a:extLst>
                <a:ext uri="{FF2B5EF4-FFF2-40B4-BE49-F238E27FC236}">
                  <a16:creationId xmlns:a16="http://schemas.microsoft.com/office/drawing/2014/main" id="{E4195159-90E9-47E3-BFCE-AA68AD717AC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579" y="3647"/>
            <a:ext cx="293" cy="33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23" name="公式" r:id="rId5" imgW="203040" imgH="228600" progId="Equation.3">
                    <p:embed/>
                  </p:oleObj>
                </mc:Choice>
                <mc:Fallback>
                  <p:oleObj name="公式" r:id="rId5" imgW="203040" imgH="228600" progId="Equation.3">
                    <p:embed/>
                    <p:pic>
                      <p:nvPicPr>
                        <p:cNvPr id="11272" name="Object 142">
                          <a:extLst>
                            <a:ext uri="{FF2B5EF4-FFF2-40B4-BE49-F238E27FC236}">
                              <a16:creationId xmlns:a16="http://schemas.microsoft.com/office/drawing/2014/main" id="{E4195159-90E9-47E3-BFCE-AA68AD717AC6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79" y="3647"/>
                          <a:ext cx="293" cy="33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273" name="Object 143">
              <a:extLst>
                <a:ext uri="{FF2B5EF4-FFF2-40B4-BE49-F238E27FC236}">
                  <a16:creationId xmlns:a16="http://schemas.microsoft.com/office/drawing/2014/main" id="{9C9F107D-B7DA-4480-95CD-25F0FABA453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902" y="3658"/>
            <a:ext cx="293" cy="33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24" name="公式" r:id="rId7" imgW="203040" imgH="228600" progId="Equation.3">
                    <p:embed/>
                  </p:oleObj>
                </mc:Choice>
                <mc:Fallback>
                  <p:oleObj name="公式" r:id="rId7" imgW="203040" imgH="228600" progId="Equation.3">
                    <p:embed/>
                    <p:pic>
                      <p:nvPicPr>
                        <p:cNvPr id="11273" name="Object 143">
                          <a:extLst>
                            <a:ext uri="{FF2B5EF4-FFF2-40B4-BE49-F238E27FC236}">
                              <a16:creationId xmlns:a16="http://schemas.microsoft.com/office/drawing/2014/main" id="{9C9F107D-B7DA-4480-95CD-25F0FABA453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902" y="3658"/>
                          <a:ext cx="293" cy="33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336" name="Line 146">
              <a:extLst>
                <a:ext uri="{FF2B5EF4-FFF2-40B4-BE49-F238E27FC236}">
                  <a16:creationId xmlns:a16="http://schemas.microsoft.com/office/drawing/2014/main" id="{D838F1BE-E1B2-4E1B-B802-E39317DF0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74" y="1783"/>
              <a:ext cx="0" cy="1059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7" name="Line 147">
              <a:extLst>
                <a:ext uri="{FF2B5EF4-FFF2-40B4-BE49-F238E27FC236}">
                  <a16:creationId xmlns:a16="http://schemas.microsoft.com/office/drawing/2014/main" id="{740E379B-B8E0-4679-943D-DF48224310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8" y="3148"/>
              <a:ext cx="1" cy="535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8" name="Line 148">
              <a:extLst>
                <a:ext uri="{FF2B5EF4-FFF2-40B4-BE49-F238E27FC236}">
                  <a16:creationId xmlns:a16="http://schemas.microsoft.com/office/drawing/2014/main" id="{13D885F3-5774-4DEA-A918-23F1400D7C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9" y="3147"/>
              <a:ext cx="1" cy="535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9" name="AutoShape 149">
              <a:extLst>
                <a:ext uri="{FF2B5EF4-FFF2-40B4-BE49-F238E27FC236}">
                  <a16:creationId xmlns:a16="http://schemas.microsoft.com/office/drawing/2014/main" id="{B567F887-E0C3-4763-A28E-054A2D9FC6F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3717" y="2775"/>
              <a:ext cx="302" cy="439"/>
            </a:xfrm>
            <a:prstGeom prst="flowChartDelay">
              <a:avLst/>
            </a:prstGeom>
            <a:solidFill>
              <a:srgbClr val="FF6600"/>
            </a:solidFill>
            <a:ln w="127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" name="Group 211">
            <a:extLst>
              <a:ext uri="{FF2B5EF4-FFF2-40B4-BE49-F238E27FC236}">
                <a16:creationId xmlns:a16="http://schemas.microsoft.com/office/drawing/2014/main" id="{AAF2208E-A54C-4FC4-A683-A26491364C6D}"/>
              </a:ext>
            </a:extLst>
          </p:cNvPr>
          <p:cNvGrpSpPr>
            <a:grpSpLocks/>
          </p:cNvGrpSpPr>
          <p:nvPr/>
        </p:nvGrpSpPr>
        <p:grpSpPr bwMode="auto">
          <a:xfrm>
            <a:off x="2370138" y="428625"/>
            <a:ext cx="315912" cy="812800"/>
            <a:chOff x="1621" y="627"/>
            <a:chExt cx="199" cy="512"/>
          </a:xfrm>
        </p:grpSpPr>
        <p:graphicFrame>
          <p:nvGraphicFramePr>
            <p:cNvPr id="11270" name="Object 151">
              <a:extLst>
                <a:ext uri="{FF2B5EF4-FFF2-40B4-BE49-F238E27FC236}">
                  <a16:creationId xmlns:a16="http://schemas.microsoft.com/office/drawing/2014/main" id="{11AE4AC7-2FF9-4EF0-96A3-2902BC9EB05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621" y="627"/>
            <a:ext cx="199" cy="28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25" name="Equation" r:id="rId9" imgW="152280" imgH="215640" progId="Equation.3">
                    <p:embed/>
                  </p:oleObj>
                </mc:Choice>
                <mc:Fallback>
                  <p:oleObj name="Equation" r:id="rId9" imgW="152280" imgH="215640" progId="Equation.3">
                    <p:embed/>
                    <p:pic>
                      <p:nvPicPr>
                        <p:cNvPr id="11270" name="Object 151">
                          <a:extLst>
                            <a:ext uri="{FF2B5EF4-FFF2-40B4-BE49-F238E27FC236}">
                              <a16:creationId xmlns:a16="http://schemas.microsoft.com/office/drawing/2014/main" id="{11AE4AC7-2FF9-4EF0-96A3-2902BC9EB05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21" y="627"/>
                          <a:ext cx="199" cy="28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335" name="Line 152">
              <a:extLst>
                <a:ext uri="{FF2B5EF4-FFF2-40B4-BE49-F238E27FC236}">
                  <a16:creationId xmlns:a16="http://schemas.microsoft.com/office/drawing/2014/main" id="{DAF29E82-C6EA-4750-9A04-278A4AAC8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0" y="912"/>
              <a:ext cx="0" cy="227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" name="Group 210">
            <a:extLst>
              <a:ext uri="{FF2B5EF4-FFF2-40B4-BE49-F238E27FC236}">
                <a16:creationId xmlns:a16="http://schemas.microsoft.com/office/drawing/2014/main" id="{9FFE7497-65B1-401C-9EAF-F7405E1B69B1}"/>
              </a:ext>
            </a:extLst>
          </p:cNvPr>
          <p:cNvGrpSpPr>
            <a:grpSpLocks/>
          </p:cNvGrpSpPr>
          <p:nvPr/>
        </p:nvGrpSpPr>
        <p:grpSpPr bwMode="auto">
          <a:xfrm>
            <a:off x="1477963" y="1230313"/>
            <a:ext cx="2265362" cy="954087"/>
            <a:chOff x="1059" y="1132"/>
            <a:chExt cx="1427" cy="601"/>
          </a:xfrm>
        </p:grpSpPr>
        <p:sp>
          <p:nvSpPr>
            <p:cNvPr id="11330" name="Rectangle 150">
              <a:extLst>
                <a:ext uri="{FF2B5EF4-FFF2-40B4-BE49-F238E27FC236}">
                  <a16:creationId xmlns:a16="http://schemas.microsoft.com/office/drawing/2014/main" id="{E00E394B-83AF-4E2D-9D59-8954AA97F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1132"/>
              <a:ext cx="1316" cy="58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 w="317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1" name="Rectangle 155">
              <a:extLst>
                <a:ext uri="{FF2B5EF4-FFF2-40B4-BE49-F238E27FC236}">
                  <a16:creationId xmlns:a16="http://schemas.microsoft.com/office/drawing/2014/main" id="{C6FE45FE-2034-422A-9B80-A8845E7B0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" y="1169"/>
              <a:ext cx="262" cy="327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l-GR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Σ</a:t>
              </a: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32" name="Text Box 156">
              <a:extLst>
                <a:ext uri="{FF2B5EF4-FFF2-40B4-BE49-F238E27FC236}">
                  <a16:creationId xmlns:a16="http://schemas.microsoft.com/office/drawing/2014/main" id="{B6A2D391-D17B-43B5-B572-21DC376D9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8" y="1445"/>
              <a:ext cx="99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           B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1333" name="Text Box 157">
              <a:extLst>
                <a:ext uri="{FF2B5EF4-FFF2-40B4-BE49-F238E27FC236}">
                  <a16:creationId xmlns:a16="http://schemas.microsoft.com/office/drawing/2014/main" id="{4BCFE98E-37D8-4E05-A1A9-5499EF1EA8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9" y="1243"/>
              <a:ext cx="33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r>
                <a:rPr kumimoji="0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I</a:t>
              </a:r>
            </a:p>
          </p:txBody>
        </p:sp>
        <p:sp>
          <p:nvSpPr>
            <p:cNvPr id="11334" name="Text Box 158">
              <a:extLst>
                <a:ext uri="{FF2B5EF4-FFF2-40B4-BE49-F238E27FC236}">
                  <a16:creationId xmlns:a16="http://schemas.microsoft.com/office/drawing/2014/main" id="{E3A9C04B-E5A4-45BD-8D2B-A31C82241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3" y="1242"/>
              <a:ext cx="42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r>
                <a:rPr kumimoji="0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O</a:t>
              </a:r>
            </a:p>
          </p:txBody>
        </p:sp>
      </p:grpSp>
      <p:grpSp>
        <p:nvGrpSpPr>
          <p:cNvPr id="6" name="Group 213">
            <a:extLst>
              <a:ext uri="{FF2B5EF4-FFF2-40B4-BE49-F238E27FC236}">
                <a16:creationId xmlns:a16="http://schemas.microsoft.com/office/drawing/2014/main" id="{0A75FBA1-392D-4BBA-B5B7-A474C5F32469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2970213"/>
            <a:ext cx="420688" cy="1287462"/>
            <a:chOff x="1444" y="2228"/>
            <a:chExt cx="265" cy="811"/>
          </a:xfrm>
        </p:grpSpPr>
        <p:graphicFrame>
          <p:nvGraphicFramePr>
            <p:cNvPr id="11269" name="Object 160">
              <a:extLst>
                <a:ext uri="{FF2B5EF4-FFF2-40B4-BE49-F238E27FC236}">
                  <a16:creationId xmlns:a16="http://schemas.microsoft.com/office/drawing/2014/main" id="{10131E0D-10E4-44C5-86FA-BAEDA9C1355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444" y="2758"/>
            <a:ext cx="265" cy="28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26" name="Equation" r:id="rId11" imgW="203040" imgH="215640" progId="Equation.3">
                    <p:embed/>
                  </p:oleObj>
                </mc:Choice>
                <mc:Fallback>
                  <p:oleObj name="Equation" r:id="rId11" imgW="203040" imgH="215640" progId="Equation.3">
                    <p:embed/>
                    <p:pic>
                      <p:nvPicPr>
                        <p:cNvPr id="11269" name="Object 160">
                          <a:extLst>
                            <a:ext uri="{FF2B5EF4-FFF2-40B4-BE49-F238E27FC236}">
                              <a16:creationId xmlns:a16="http://schemas.microsoft.com/office/drawing/2014/main" id="{10131E0D-10E4-44C5-86FA-BAEDA9C1355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44" y="2758"/>
                          <a:ext cx="265" cy="28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329" name="Line 161">
              <a:extLst>
                <a:ext uri="{FF2B5EF4-FFF2-40B4-BE49-F238E27FC236}">
                  <a16:creationId xmlns:a16="http://schemas.microsoft.com/office/drawing/2014/main" id="{FA7A2568-1550-494C-8A54-673A13EB73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5" y="2228"/>
              <a:ext cx="0" cy="521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" name="Group 214">
            <a:extLst>
              <a:ext uri="{FF2B5EF4-FFF2-40B4-BE49-F238E27FC236}">
                <a16:creationId xmlns:a16="http://schemas.microsoft.com/office/drawing/2014/main" id="{06B0AC28-34DB-4B02-BC2D-2212934B3ED7}"/>
              </a:ext>
            </a:extLst>
          </p:cNvPr>
          <p:cNvGrpSpPr>
            <a:grpSpLocks/>
          </p:cNvGrpSpPr>
          <p:nvPr/>
        </p:nvGrpSpPr>
        <p:grpSpPr bwMode="auto">
          <a:xfrm>
            <a:off x="798513" y="2968625"/>
            <a:ext cx="1116012" cy="360363"/>
            <a:chOff x="631" y="2227"/>
            <a:chExt cx="703" cy="227"/>
          </a:xfrm>
        </p:grpSpPr>
        <p:grpSp>
          <p:nvGrpSpPr>
            <p:cNvPr id="11325" name="Group 166">
              <a:extLst>
                <a:ext uri="{FF2B5EF4-FFF2-40B4-BE49-F238E27FC236}">
                  <a16:creationId xmlns:a16="http://schemas.microsoft.com/office/drawing/2014/main" id="{E9E6EB3A-A75F-4583-A251-51851FDCB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" y="2227"/>
              <a:ext cx="666" cy="204"/>
              <a:chOff x="3831" y="3159"/>
              <a:chExt cx="666" cy="204"/>
            </a:xfrm>
          </p:grpSpPr>
          <p:sp>
            <p:nvSpPr>
              <p:cNvPr id="11327" name="Line 164">
                <a:extLst>
                  <a:ext uri="{FF2B5EF4-FFF2-40B4-BE49-F238E27FC236}">
                    <a16:creationId xmlns:a16="http://schemas.microsoft.com/office/drawing/2014/main" id="{179A2394-A1FD-4952-8A57-E124EA2196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1" y="3355"/>
                <a:ext cx="657" cy="0"/>
              </a:xfrm>
              <a:prstGeom prst="line">
                <a:avLst/>
              </a:prstGeom>
              <a:noFill/>
              <a:ln w="349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328" name="Line 165">
                <a:extLst>
                  <a:ext uri="{FF2B5EF4-FFF2-40B4-BE49-F238E27FC236}">
                    <a16:creationId xmlns:a16="http://schemas.microsoft.com/office/drawing/2014/main" id="{7392B465-D221-44E1-95B9-1473CA295C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97" y="3159"/>
                <a:ext cx="0" cy="204"/>
              </a:xfrm>
              <a:prstGeom prst="line">
                <a:avLst/>
              </a:prstGeom>
              <a:noFill/>
              <a:ln w="31750">
                <a:solidFill>
                  <a:srgbClr val="000000"/>
                </a:solidFill>
                <a:round/>
                <a:headEnd/>
                <a:tailEnd type="none" w="med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1326" name="Oval 167">
              <a:extLst>
                <a:ext uri="{FF2B5EF4-FFF2-40B4-BE49-F238E27FC236}">
                  <a16:creationId xmlns:a16="http://schemas.microsoft.com/office/drawing/2014/main" id="{AAF8B3A4-987E-48F6-B56C-0FE49E9F3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2386"/>
              <a:ext cx="68" cy="68"/>
            </a:xfrm>
            <a:prstGeom prst="ellipse">
              <a:avLst/>
            </a:prstGeom>
            <a:solidFill>
              <a:srgbClr val="FF0000"/>
            </a:solidFill>
            <a:ln w="12700" algn="ctr">
              <a:solidFill>
                <a:srgbClr val="FF0000"/>
              </a:solidFill>
              <a:round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9" name="Group 212">
            <a:extLst>
              <a:ext uri="{FF2B5EF4-FFF2-40B4-BE49-F238E27FC236}">
                <a16:creationId xmlns:a16="http://schemas.microsoft.com/office/drawing/2014/main" id="{49A30925-1966-40B9-8A90-892075DC562C}"/>
              </a:ext>
            </a:extLst>
          </p:cNvPr>
          <p:cNvGrpSpPr>
            <a:grpSpLocks/>
          </p:cNvGrpSpPr>
          <p:nvPr/>
        </p:nvGrpSpPr>
        <p:grpSpPr bwMode="auto">
          <a:xfrm>
            <a:off x="1738313" y="2141538"/>
            <a:ext cx="696912" cy="819150"/>
            <a:chOff x="1223" y="1706"/>
            <a:chExt cx="439" cy="516"/>
          </a:xfrm>
        </p:grpSpPr>
        <p:sp>
          <p:nvSpPr>
            <p:cNvPr id="11323" name="Line 168">
              <a:extLst>
                <a:ext uri="{FF2B5EF4-FFF2-40B4-BE49-F238E27FC236}">
                  <a16:creationId xmlns:a16="http://schemas.microsoft.com/office/drawing/2014/main" id="{5108602B-25CD-4C1E-8DA1-E43BB6A831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3" y="1706"/>
              <a:ext cx="0" cy="227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24" name="AutoShape 169">
              <a:extLst>
                <a:ext uri="{FF2B5EF4-FFF2-40B4-BE49-F238E27FC236}">
                  <a16:creationId xmlns:a16="http://schemas.microsoft.com/office/drawing/2014/main" id="{B68D0B67-B7E2-4AF0-83C1-4E53502AC7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1292" y="1851"/>
              <a:ext cx="302" cy="439"/>
            </a:xfrm>
            <a:prstGeom prst="flowChartDelay">
              <a:avLst/>
            </a:prstGeom>
            <a:solidFill>
              <a:srgbClr val="FF6600"/>
            </a:solidFill>
            <a:ln w="127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0" name="Group 217">
            <a:extLst>
              <a:ext uri="{FF2B5EF4-FFF2-40B4-BE49-F238E27FC236}">
                <a16:creationId xmlns:a16="http://schemas.microsoft.com/office/drawing/2014/main" id="{A82CEE0C-8A12-4239-A230-99C33E13446D}"/>
              </a:ext>
            </a:extLst>
          </p:cNvPr>
          <p:cNvGrpSpPr>
            <a:grpSpLocks/>
          </p:cNvGrpSpPr>
          <p:nvPr/>
        </p:nvGrpSpPr>
        <p:grpSpPr bwMode="auto">
          <a:xfrm>
            <a:off x="3116263" y="2943225"/>
            <a:ext cx="368300" cy="1301750"/>
            <a:chOff x="2091" y="2211"/>
            <a:chExt cx="232" cy="820"/>
          </a:xfrm>
        </p:grpSpPr>
        <p:graphicFrame>
          <p:nvGraphicFramePr>
            <p:cNvPr id="11268" name="Object 175">
              <a:extLst>
                <a:ext uri="{FF2B5EF4-FFF2-40B4-BE49-F238E27FC236}">
                  <a16:creationId xmlns:a16="http://schemas.microsoft.com/office/drawing/2014/main" id="{37B33999-FF02-4396-8756-B71895376C2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091" y="2750"/>
            <a:ext cx="232" cy="28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27" name="Equation" r:id="rId13" imgW="177480" imgH="215640" progId="Equation.3">
                    <p:embed/>
                  </p:oleObj>
                </mc:Choice>
                <mc:Fallback>
                  <p:oleObj name="Equation" r:id="rId13" imgW="177480" imgH="215640" progId="Equation.3">
                    <p:embed/>
                    <p:pic>
                      <p:nvPicPr>
                        <p:cNvPr id="11268" name="Object 175">
                          <a:extLst>
                            <a:ext uri="{FF2B5EF4-FFF2-40B4-BE49-F238E27FC236}">
                              <a16:creationId xmlns:a16="http://schemas.microsoft.com/office/drawing/2014/main" id="{37B33999-FF02-4396-8756-B71895376C2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091" y="2750"/>
                          <a:ext cx="232" cy="28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322" name="Line 176">
              <a:extLst>
                <a:ext uri="{FF2B5EF4-FFF2-40B4-BE49-F238E27FC236}">
                  <a16:creationId xmlns:a16="http://schemas.microsoft.com/office/drawing/2014/main" id="{590F6E85-F5D0-409E-8F87-FEE1BDDBFE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6" y="2211"/>
              <a:ext cx="0" cy="567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1" name="Group 219">
            <a:extLst>
              <a:ext uri="{FF2B5EF4-FFF2-40B4-BE49-F238E27FC236}">
                <a16:creationId xmlns:a16="http://schemas.microsoft.com/office/drawing/2014/main" id="{0D208E21-F52A-4D5F-94D6-D620EB0BCEB2}"/>
              </a:ext>
            </a:extLst>
          </p:cNvPr>
          <p:cNvGrpSpPr>
            <a:grpSpLocks/>
          </p:cNvGrpSpPr>
          <p:nvPr/>
        </p:nvGrpSpPr>
        <p:grpSpPr bwMode="auto">
          <a:xfrm>
            <a:off x="4899025" y="428625"/>
            <a:ext cx="342900" cy="812800"/>
            <a:chOff x="3214" y="627"/>
            <a:chExt cx="216" cy="512"/>
          </a:xfrm>
        </p:grpSpPr>
        <p:graphicFrame>
          <p:nvGraphicFramePr>
            <p:cNvPr id="11267" name="Object 178">
              <a:extLst>
                <a:ext uri="{FF2B5EF4-FFF2-40B4-BE49-F238E27FC236}">
                  <a16:creationId xmlns:a16="http://schemas.microsoft.com/office/drawing/2014/main" id="{6851AE5E-65AF-4201-9BA5-C4A412DAAE7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214" y="627"/>
            <a:ext cx="216" cy="28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28" name="Equation" r:id="rId15" imgW="164880" imgH="215640" progId="Equation.3">
                    <p:embed/>
                  </p:oleObj>
                </mc:Choice>
                <mc:Fallback>
                  <p:oleObj name="Equation" r:id="rId15" imgW="164880" imgH="215640" progId="Equation.3">
                    <p:embed/>
                    <p:pic>
                      <p:nvPicPr>
                        <p:cNvPr id="11267" name="Object 178">
                          <a:extLst>
                            <a:ext uri="{FF2B5EF4-FFF2-40B4-BE49-F238E27FC236}">
                              <a16:creationId xmlns:a16="http://schemas.microsoft.com/office/drawing/2014/main" id="{6851AE5E-65AF-4201-9BA5-C4A412DAAE7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214" y="627"/>
                          <a:ext cx="216" cy="28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321" name="Line 179">
              <a:extLst>
                <a:ext uri="{FF2B5EF4-FFF2-40B4-BE49-F238E27FC236}">
                  <a16:creationId xmlns:a16="http://schemas.microsoft.com/office/drawing/2014/main" id="{796D2EAD-7F10-4190-93E7-44B4CE6F0F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1" y="912"/>
              <a:ext cx="0" cy="227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2" name="Group 225">
            <a:extLst>
              <a:ext uri="{FF2B5EF4-FFF2-40B4-BE49-F238E27FC236}">
                <a16:creationId xmlns:a16="http://schemas.microsoft.com/office/drawing/2014/main" id="{E39F6143-0DB0-4357-A16C-C98DD8368DF6}"/>
              </a:ext>
            </a:extLst>
          </p:cNvPr>
          <p:cNvGrpSpPr>
            <a:grpSpLocks/>
          </p:cNvGrpSpPr>
          <p:nvPr/>
        </p:nvGrpSpPr>
        <p:grpSpPr bwMode="auto">
          <a:xfrm>
            <a:off x="4019550" y="1230313"/>
            <a:ext cx="2265363" cy="954087"/>
            <a:chOff x="2660" y="1132"/>
            <a:chExt cx="1427" cy="601"/>
          </a:xfrm>
        </p:grpSpPr>
        <p:sp>
          <p:nvSpPr>
            <p:cNvPr id="11316" name="Rectangle 177">
              <a:extLst>
                <a:ext uri="{FF2B5EF4-FFF2-40B4-BE49-F238E27FC236}">
                  <a16:creationId xmlns:a16="http://schemas.microsoft.com/office/drawing/2014/main" id="{DDAAA6D5-8BF3-4BC6-8FEF-50ED636CF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1132"/>
              <a:ext cx="1316" cy="58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 w="317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7" name="Rectangle 180">
              <a:extLst>
                <a:ext uri="{FF2B5EF4-FFF2-40B4-BE49-F238E27FC236}">
                  <a16:creationId xmlns:a16="http://schemas.microsoft.com/office/drawing/2014/main" id="{E8A84D1B-02D9-4CFE-9910-A0E5AEC0F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169"/>
              <a:ext cx="262" cy="327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l-GR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Σ</a:t>
              </a:r>
              <a:endPara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8" name="Text Box 181">
              <a:extLst>
                <a:ext uri="{FF2B5EF4-FFF2-40B4-BE49-F238E27FC236}">
                  <a16:creationId xmlns:a16="http://schemas.microsoft.com/office/drawing/2014/main" id="{CBCA3B8B-8B20-4B46-A0F6-917CE994D8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9" y="1445"/>
              <a:ext cx="99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A           B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幼圆" panose="02010509060101010101" pitchFamily="49" charset="-122"/>
                <a:cs typeface="+mn-cs"/>
              </a:endParaRPr>
            </a:p>
          </p:txBody>
        </p:sp>
        <p:sp>
          <p:nvSpPr>
            <p:cNvPr id="11319" name="Text Box 182">
              <a:extLst>
                <a:ext uri="{FF2B5EF4-FFF2-40B4-BE49-F238E27FC236}">
                  <a16:creationId xmlns:a16="http://schemas.microsoft.com/office/drawing/2014/main" id="{2D2B5D26-006D-4D12-8E88-1D590E1381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0" y="1243"/>
              <a:ext cx="33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r>
                <a:rPr kumimoji="0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I</a:t>
              </a:r>
            </a:p>
          </p:txBody>
        </p:sp>
        <p:sp>
          <p:nvSpPr>
            <p:cNvPr id="11320" name="Text Box 183">
              <a:extLst>
                <a:ext uri="{FF2B5EF4-FFF2-40B4-BE49-F238E27FC236}">
                  <a16:creationId xmlns:a16="http://schemas.microsoft.com/office/drawing/2014/main" id="{5CE0EC06-9619-4DBE-92CD-F308FD9EA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4" y="1242"/>
              <a:ext cx="42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C</a:t>
              </a:r>
              <a:r>
                <a:rPr kumimoji="0" lang="en-US" altLang="zh-CN" sz="2400" b="1" i="0" u="none" strike="noStrike" kern="1200" cap="none" spc="0" normalizeH="0" baseline="-2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幼圆" panose="02010509060101010101" pitchFamily="49" charset="-122"/>
                  <a:cs typeface="+mn-cs"/>
                </a:rPr>
                <a:t>O</a:t>
              </a:r>
            </a:p>
          </p:txBody>
        </p:sp>
      </p:grpSp>
      <p:grpSp>
        <p:nvGrpSpPr>
          <p:cNvPr id="13" name="Group 218">
            <a:extLst>
              <a:ext uri="{FF2B5EF4-FFF2-40B4-BE49-F238E27FC236}">
                <a16:creationId xmlns:a16="http://schemas.microsoft.com/office/drawing/2014/main" id="{E4E71519-CD99-423E-A460-20E1491A29C8}"/>
              </a:ext>
            </a:extLst>
          </p:cNvPr>
          <p:cNvGrpSpPr>
            <a:grpSpLocks/>
          </p:cNvGrpSpPr>
          <p:nvPr/>
        </p:nvGrpSpPr>
        <p:grpSpPr bwMode="auto">
          <a:xfrm>
            <a:off x="376238" y="2952750"/>
            <a:ext cx="2536825" cy="679450"/>
            <a:chOff x="365" y="2217"/>
            <a:chExt cx="1598" cy="428"/>
          </a:xfrm>
        </p:grpSpPr>
        <p:sp>
          <p:nvSpPr>
            <p:cNvPr id="11313" name="Line 173">
              <a:extLst>
                <a:ext uri="{FF2B5EF4-FFF2-40B4-BE49-F238E27FC236}">
                  <a16:creationId xmlns:a16="http://schemas.microsoft.com/office/drawing/2014/main" id="{5EFDAF75-8036-4BCF-9A0B-19D7A28871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" y="2606"/>
              <a:ext cx="1559" cy="0"/>
            </a:xfrm>
            <a:prstGeom prst="line">
              <a:avLst/>
            </a:prstGeom>
            <a:noFill/>
            <a:ln w="349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4" name="Line 174">
              <a:extLst>
                <a:ext uri="{FF2B5EF4-FFF2-40B4-BE49-F238E27FC236}">
                  <a16:creationId xmlns:a16="http://schemas.microsoft.com/office/drawing/2014/main" id="{6CAC97BF-D58C-467E-AB04-8F79F995A1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3" y="2217"/>
              <a:ext cx="0" cy="396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5" name="Oval 191">
              <a:extLst>
                <a:ext uri="{FF2B5EF4-FFF2-40B4-BE49-F238E27FC236}">
                  <a16:creationId xmlns:a16="http://schemas.microsoft.com/office/drawing/2014/main" id="{DE9D7A58-5EA5-4298-BDEB-7BA3B7946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" y="2577"/>
              <a:ext cx="68" cy="68"/>
            </a:xfrm>
            <a:prstGeom prst="ellipse">
              <a:avLst/>
            </a:prstGeom>
            <a:solidFill>
              <a:srgbClr val="FF0000"/>
            </a:solidFill>
            <a:ln w="12700" algn="ctr">
              <a:solidFill>
                <a:srgbClr val="FF0000"/>
              </a:solidFill>
              <a:round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4" name="Group 221">
            <a:extLst>
              <a:ext uri="{FF2B5EF4-FFF2-40B4-BE49-F238E27FC236}">
                <a16:creationId xmlns:a16="http://schemas.microsoft.com/office/drawing/2014/main" id="{84AE4EC5-323A-4E7E-9A3E-2A9114DD9CE5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2981325"/>
            <a:ext cx="2276475" cy="360363"/>
            <a:chOff x="1508" y="2235"/>
            <a:chExt cx="1434" cy="227"/>
          </a:xfrm>
        </p:grpSpPr>
        <p:sp>
          <p:nvSpPr>
            <p:cNvPr id="11310" name="Line 188">
              <a:extLst>
                <a:ext uri="{FF2B5EF4-FFF2-40B4-BE49-F238E27FC236}">
                  <a16:creationId xmlns:a16="http://schemas.microsoft.com/office/drawing/2014/main" id="{0B8A77BC-7215-4BE8-9F27-92BC117B20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4" y="2431"/>
              <a:ext cx="1378" cy="0"/>
            </a:xfrm>
            <a:prstGeom prst="line">
              <a:avLst/>
            </a:prstGeom>
            <a:noFill/>
            <a:ln w="349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1" name="Line 189">
              <a:extLst>
                <a:ext uri="{FF2B5EF4-FFF2-40B4-BE49-F238E27FC236}">
                  <a16:creationId xmlns:a16="http://schemas.microsoft.com/office/drawing/2014/main" id="{CE222188-5D54-472F-8A66-654CF50117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2" y="2235"/>
              <a:ext cx="0" cy="204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12" name="Oval 192">
              <a:extLst>
                <a:ext uri="{FF2B5EF4-FFF2-40B4-BE49-F238E27FC236}">
                  <a16:creationId xmlns:a16="http://schemas.microsoft.com/office/drawing/2014/main" id="{E405F445-3098-4B77-A140-66FC9C0D2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" y="2394"/>
              <a:ext cx="68" cy="68"/>
            </a:xfrm>
            <a:prstGeom prst="ellipse">
              <a:avLst/>
            </a:prstGeom>
            <a:solidFill>
              <a:srgbClr val="FF0000"/>
            </a:solidFill>
            <a:ln w="12700" algn="ctr">
              <a:solidFill>
                <a:srgbClr val="FF0000"/>
              </a:solidFill>
              <a:round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5" name="Group 222">
            <a:extLst>
              <a:ext uri="{FF2B5EF4-FFF2-40B4-BE49-F238E27FC236}">
                <a16:creationId xmlns:a16="http://schemas.microsoft.com/office/drawing/2014/main" id="{3520BB8B-4BDF-4FE2-B744-62C965CD749C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2971800"/>
            <a:ext cx="1577975" cy="660400"/>
            <a:chOff x="2139" y="2229"/>
            <a:chExt cx="994" cy="416"/>
          </a:xfrm>
        </p:grpSpPr>
        <p:sp>
          <p:nvSpPr>
            <p:cNvPr id="11307" name="Line 195">
              <a:extLst>
                <a:ext uri="{FF2B5EF4-FFF2-40B4-BE49-F238E27FC236}">
                  <a16:creationId xmlns:a16="http://schemas.microsoft.com/office/drawing/2014/main" id="{92A27CB5-7385-4980-A462-34B563EB1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3" y="2605"/>
              <a:ext cx="946" cy="0"/>
            </a:xfrm>
            <a:prstGeom prst="line">
              <a:avLst/>
            </a:prstGeom>
            <a:noFill/>
            <a:ln w="349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8" name="Line 196">
              <a:extLst>
                <a:ext uri="{FF2B5EF4-FFF2-40B4-BE49-F238E27FC236}">
                  <a16:creationId xmlns:a16="http://schemas.microsoft.com/office/drawing/2014/main" id="{BBA065DA-02F6-4076-8F73-70F24A1C2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3" y="2229"/>
              <a:ext cx="0" cy="385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9" name="Oval 197">
              <a:extLst>
                <a:ext uri="{FF2B5EF4-FFF2-40B4-BE49-F238E27FC236}">
                  <a16:creationId xmlns:a16="http://schemas.microsoft.com/office/drawing/2014/main" id="{E4FD752C-6CA1-4FCF-822C-AD4DEE92D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2577"/>
              <a:ext cx="68" cy="68"/>
            </a:xfrm>
            <a:prstGeom prst="ellipse">
              <a:avLst/>
            </a:prstGeom>
            <a:solidFill>
              <a:srgbClr val="FF0000"/>
            </a:solidFill>
            <a:ln w="12700" algn="ctr">
              <a:solidFill>
                <a:srgbClr val="FF0000"/>
              </a:solidFill>
              <a:round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6" name="Group 220">
            <a:extLst>
              <a:ext uri="{FF2B5EF4-FFF2-40B4-BE49-F238E27FC236}">
                <a16:creationId xmlns:a16="http://schemas.microsoft.com/office/drawing/2014/main" id="{02258193-0364-4E01-A02B-7F3AB787E67A}"/>
              </a:ext>
            </a:extLst>
          </p:cNvPr>
          <p:cNvGrpSpPr>
            <a:grpSpLocks/>
          </p:cNvGrpSpPr>
          <p:nvPr/>
        </p:nvGrpSpPr>
        <p:grpSpPr bwMode="auto">
          <a:xfrm>
            <a:off x="4278313" y="2141538"/>
            <a:ext cx="696912" cy="846137"/>
            <a:chOff x="2823" y="1706"/>
            <a:chExt cx="439" cy="533"/>
          </a:xfrm>
        </p:grpSpPr>
        <p:sp>
          <p:nvSpPr>
            <p:cNvPr id="11305" name="Line 184">
              <a:extLst>
                <a:ext uri="{FF2B5EF4-FFF2-40B4-BE49-F238E27FC236}">
                  <a16:creationId xmlns:a16="http://schemas.microsoft.com/office/drawing/2014/main" id="{E31EC8E8-22D6-42BD-A568-37B9988DAA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44" y="1706"/>
              <a:ext cx="0" cy="227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6" name="AutoShape 198">
              <a:extLst>
                <a:ext uri="{FF2B5EF4-FFF2-40B4-BE49-F238E27FC236}">
                  <a16:creationId xmlns:a16="http://schemas.microsoft.com/office/drawing/2014/main" id="{5C7A6395-3710-4B18-B970-91F1605404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2892" y="1868"/>
              <a:ext cx="302" cy="439"/>
            </a:xfrm>
            <a:prstGeom prst="flowChartDelay">
              <a:avLst/>
            </a:prstGeom>
            <a:solidFill>
              <a:srgbClr val="FF6600"/>
            </a:solidFill>
            <a:ln w="127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" name="Group 224">
            <a:extLst>
              <a:ext uri="{FF2B5EF4-FFF2-40B4-BE49-F238E27FC236}">
                <a16:creationId xmlns:a16="http://schemas.microsoft.com/office/drawing/2014/main" id="{5537788E-85E0-4EEB-9DFC-A9D4128BD055}"/>
              </a:ext>
            </a:extLst>
          </p:cNvPr>
          <p:cNvGrpSpPr>
            <a:grpSpLocks/>
          </p:cNvGrpSpPr>
          <p:nvPr/>
        </p:nvGrpSpPr>
        <p:grpSpPr bwMode="auto">
          <a:xfrm>
            <a:off x="5508625" y="2154238"/>
            <a:ext cx="255588" cy="379412"/>
            <a:chOff x="3598" y="1714"/>
            <a:chExt cx="161" cy="239"/>
          </a:xfrm>
        </p:grpSpPr>
        <p:sp>
          <p:nvSpPr>
            <p:cNvPr id="11303" name="Line 185">
              <a:extLst>
                <a:ext uri="{FF2B5EF4-FFF2-40B4-BE49-F238E27FC236}">
                  <a16:creationId xmlns:a16="http://schemas.microsoft.com/office/drawing/2014/main" id="{E69153FE-8359-439F-9334-859F851A6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4" y="1714"/>
              <a:ext cx="0" cy="227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4" name="Line 199">
              <a:extLst>
                <a:ext uri="{FF2B5EF4-FFF2-40B4-BE49-F238E27FC236}">
                  <a16:creationId xmlns:a16="http://schemas.microsoft.com/office/drawing/2014/main" id="{54203963-03B1-4D65-A7FB-95A05B5677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8" y="1953"/>
              <a:ext cx="161" cy="0"/>
            </a:xfrm>
            <a:prstGeom prst="line">
              <a:avLst/>
            </a:prstGeom>
            <a:noFill/>
            <a:ln w="47625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8" name="Group 203">
            <a:extLst>
              <a:ext uri="{FF2B5EF4-FFF2-40B4-BE49-F238E27FC236}">
                <a16:creationId xmlns:a16="http://schemas.microsoft.com/office/drawing/2014/main" id="{5A9DA632-BFFD-494C-8C3D-E164EAE960E0}"/>
              </a:ext>
            </a:extLst>
          </p:cNvPr>
          <p:cNvGrpSpPr>
            <a:grpSpLocks/>
          </p:cNvGrpSpPr>
          <p:nvPr/>
        </p:nvGrpSpPr>
        <p:grpSpPr bwMode="auto">
          <a:xfrm>
            <a:off x="1166813" y="1587500"/>
            <a:ext cx="371475" cy="379413"/>
            <a:chOff x="4026" y="2289"/>
            <a:chExt cx="234" cy="239"/>
          </a:xfrm>
        </p:grpSpPr>
        <p:sp>
          <p:nvSpPr>
            <p:cNvPr id="11300" name="Line 200">
              <a:extLst>
                <a:ext uri="{FF2B5EF4-FFF2-40B4-BE49-F238E27FC236}">
                  <a16:creationId xmlns:a16="http://schemas.microsoft.com/office/drawing/2014/main" id="{3D9C0611-6736-463F-A42D-6D21510E3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2" y="2289"/>
              <a:ext cx="0" cy="227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1" name="Line 201">
              <a:extLst>
                <a:ext uri="{FF2B5EF4-FFF2-40B4-BE49-F238E27FC236}">
                  <a16:creationId xmlns:a16="http://schemas.microsoft.com/office/drawing/2014/main" id="{4189BC43-730C-41A7-BFE9-C4B4CEC389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26" y="2528"/>
              <a:ext cx="161" cy="0"/>
            </a:xfrm>
            <a:prstGeom prst="line">
              <a:avLst/>
            </a:prstGeom>
            <a:noFill/>
            <a:ln w="47625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302" name="Line 202">
              <a:extLst>
                <a:ext uri="{FF2B5EF4-FFF2-40B4-BE49-F238E27FC236}">
                  <a16:creationId xmlns:a16="http://schemas.microsoft.com/office/drawing/2014/main" id="{342DCDF3-6C6D-496E-B925-B1ABCAF670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99" y="2298"/>
              <a:ext cx="161" cy="0"/>
            </a:xfrm>
            <a:prstGeom prst="line">
              <a:avLst/>
            </a:prstGeom>
            <a:noFill/>
            <a:ln w="47625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9" name="Group 223">
            <a:extLst>
              <a:ext uri="{FF2B5EF4-FFF2-40B4-BE49-F238E27FC236}">
                <a16:creationId xmlns:a16="http://schemas.microsoft.com/office/drawing/2014/main" id="{23CBECC9-8F1F-47E0-B430-2405F931E79C}"/>
              </a:ext>
            </a:extLst>
          </p:cNvPr>
          <p:cNvGrpSpPr>
            <a:grpSpLocks/>
          </p:cNvGrpSpPr>
          <p:nvPr/>
        </p:nvGrpSpPr>
        <p:grpSpPr bwMode="auto">
          <a:xfrm>
            <a:off x="6145213" y="430213"/>
            <a:ext cx="425450" cy="1217612"/>
            <a:chOff x="3999" y="628"/>
            <a:chExt cx="268" cy="767"/>
          </a:xfrm>
        </p:grpSpPr>
        <p:sp>
          <p:nvSpPr>
            <p:cNvPr id="11298" name="Line 204">
              <a:extLst>
                <a:ext uri="{FF2B5EF4-FFF2-40B4-BE49-F238E27FC236}">
                  <a16:creationId xmlns:a16="http://schemas.microsoft.com/office/drawing/2014/main" id="{15AB9CB0-FD5A-4386-8B6F-92C553CBA1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9" y="1395"/>
              <a:ext cx="161" cy="0"/>
            </a:xfrm>
            <a:prstGeom prst="line">
              <a:avLst/>
            </a:prstGeom>
            <a:noFill/>
            <a:ln w="47625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99" name="Line 205">
              <a:extLst>
                <a:ext uri="{FF2B5EF4-FFF2-40B4-BE49-F238E27FC236}">
                  <a16:creationId xmlns:a16="http://schemas.microsoft.com/office/drawing/2014/main" id="{EFBF40B2-2200-4B0B-811A-E67E367949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2" y="933"/>
              <a:ext cx="0" cy="453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aphicFrame>
          <p:nvGraphicFramePr>
            <p:cNvPr id="11266" name="Object 206">
              <a:extLst>
                <a:ext uri="{FF2B5EF4-FFF2-40B4-BE49-F238E27FC236}">
                  <a16:creationId xmlns:a16="http://schemas.microsoft.com/office/drawing/2014/main" id="{B831DD3E-48CD-49F9-82DE-B536C3A5B46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4041" y="628"/>
            <a:ext cx="226" cy="3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329" name="Equation" r:id="rId17" imgW="164880" imgH="228600" progId="Equation.3">
                    <p:embed/>
                  </p:oleObj>
                </mc:Choice>
                <mc:Fallback>
                  <p:oleObj name="Equation" r:id="rId17" imgW="164880" imgH="228600" progId="Equation.3">
                    <p:embed/>
                    <p:pic>
                      <p:nvPicPr>
                        <p:cNvPr id="11266" name="Object 206">
                          <a:extLst>
                            <a:ext uri="{FF2B5EF4-FFF2-40B4-BE49-F238E27FC236}">
                              <a16:creationId xmlns:a16="http://schemas.microsoft.com/office/drawing/2014/main" id="{B831DD3E-48CD-49F9-82DE-B536C3A5B463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041" y="628"/>
                          <a:ext cx="226" cy="31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71216" name="Line 208">
            <a:extLst>
              <a:ext uri="{FF2B5EF4-FFF2-40B4-BE49-F238E27FC236}">
                <a16:creationId xmlns:a16="http://schemas.microsoft.com/office/drawing/2014/main" id="{8004D8B5-9727-428D-9991-9A5DCC1491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6800" y="1676400"/>
            <a:ext cx="471488" cy="0"/>
          </a:xfrm>
          <a:prstGeom prst="line">
            <a:avLst/>
          </a:prstGeom>
          <a:noFill/>
          <a:ln w="47625">
            <a:solidFill>
              <a:srgbClr val="000000"/>
            </a:solidFill>
            <a:round/>
            <a:headEnd/>
            <a:tailEnd type="non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0" name="Group 216">
            <a:extLst>
              <a:ext uri="{FF2B5EF4-FFF2-40B4-BE49-F238E27FC236}">
                <a16:creationId xmlns:a16="http://schemas.microsoft.com/office/drawing/2014/main" id="{B3877BE1-2704-425E-9083-88D2E34B3E61}"/>
              </a:ext>
            </a:extLst>
          </p:cNvPr>
          <p:cNvGrpSpPr>
            <a:grpSpLocks/>
          </p:cNvGrpSpPr>
          <p:nvPr/>
        </p:nvGrpSpPr>
        <p:grpSpPr bwMode="auto">
          <a:xfrm>
            <a:off x="2741613" y="2154238"/>
            <a:ext cx="696912" cy="792162"/>
            <a:chOff x="1855" y="1714"/>
            <a:chExt cx="439" cy="499"/>
          </a:xfrm>
        </p:grpSpPr>
        <p:sp>
          <p:nvSpPr>
            <p:cNvPr id="11296" name="Line 170">
              <a:extLst>
                <a:ext uri="{FF2B5EF4-FFF2-40B4-BE49-F238E27FC236}">
                  <a16:creationId xmlns:a16="http://schemas.microsoft.com/office/drawing/2014/main" id="{404F319F-4634-4369-89EA-7269A89EFC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3" y="1714"/>
              <a:ext cx="0" cy="227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 type="non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297" name="AutoShape 215">
              <a:extLst>
                <a:ext uri="{FF2B5EF4-FFF2-40B4-BE49-F238E27FC236}">
                  <a16:creationId xmlns:a16="http://schemas.microsoft.com/office/drawing/2014/main" id="{91E7AFBA-D82F-4ABB-8301-F878929339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1924" y="1842"/>
              <a:ext cx="302" cy="439"/>
            </a:xfrm>
            <a:prstGeom prst="flowChartDelay">
              <a:avLst/>
            </a:prstGeom>
            <a:solidFill>
              <a:srgbClr val="FF6600"/>
            </a:solidFill>
            <a:ln w="127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1294" name="Rectangle 226">
            <a:extLst>
              <a:ext uri="{FF2B5EF4-FFF2-40B4-BE49-F238E27FC236}">
                <a16:creationId xmlns:a16="http://schemas.microsoft.com/office/drawing/2014/main" id="{B0C67B02-010B-4ACA-BB60-81F6BDDE3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9150" y="3800475"/>
            <a:ext cx="4381500" cy="482600"/>
          </a:xfrm>
          <a:prstGeom prst="rect">
            <a:avLst/>
          </a:prstGeom>
          <a:noFill/>
          <a:ln w="25400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C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为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0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+ 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0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的进位位。</a:t>
            </a:r>
          </a:p>
        </p:txBody>
      </p:sp>
      <p:sp>
        <p:nvSpPr>
          <p:cNvPr id="11295" name="Rectangle 227">
            <a:extLst>
              <a:ext uri="{FF2B5EF4-FFF2-40B4-BE49-F238E27FC236}">
                <a16:creationId xmlns:a16="http://schemas.microsoft.com/office/drawing/2014/main" id="{81267C40-FC28-4DBE-81B0-BFFE4A122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4429125"/>
            <a:ext cx="4381500" cy="482600"/>
          </a:xfrm>
          <a:prstGeom prst="rect">
            <a:avLst/>
          </a:prstGeom>
          <a:noFill/>
          <a:ln w="25400" algn="ctr">
            <a:solidFill>
              <a:srgbClr val="80008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C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2 </a:t>
            </a:r>
            <a:r>
              <a:rPr kumimoji="0" lang="zh-CN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为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A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+ C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的进位位。</a:t>
            </a:r>
          </a:p>
        </p:txBody>
      </p:sp>
    </p:spTree>
    <p:extLst>
      <p:ext uri="{BB962C8B-B14F-4D97-AF65-F5344CB8AC3E}">
        <p14:creationId xmlns:p14="http://schemas.microsoft.com/office/powerpoint/2010/main" val="64150983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6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8" dur="500"/>
                                        <p:tgtEl>
                                          <p:spTgt spid="171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9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0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1710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10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1710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010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>
            <a:extLst>
              <a:ext uri="{FF2B5EF4-FFF2-40B4-BE49-F238E27FC236}">
                <a16:creationId xmlns:a16="http://schemas.microsoft.com/office/drawing/2014/main" id="{3A4F4F55-B727-4866-B9BF-950E56AEF843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>
          <a:xfrm>
            <a:off x="179388" y="476250"/>
            <a:ext cx="6778625" cy="504825"/>
          </a:xfrm>
        </p:spPr>
        <p:txBody>
          <a:bodyPr/>
          <a:lstStyle/>
          <a:p>
            <a:pPr algn="l"/>
            <a:r>
              <a:rPr lang="zh-CN" altLang="en-US" sz="2800" b="1">
                <a:solidFill>
                  <a:srgbClr val="660033"/>
                </a:solidFill>
                <a:ea typeface="楷体_GB2312" pitchFamily="49" charset="-122"/>
              </a:rPr>
              <a:t>例</a:t>
            </a:r>
            <a:r>
              <a:rPr lang="en-US" altLang="zh-CN" sz="2800" b="1">
                <a:solidFill>
                  <a:srgbClr val="660033"/>
                </a:solidFill>
                <a:ea typeface="楷体_GB2312" pitchFamily="49" charset="-122"/>
              </a:rPr>
              <a:t>2.</a:t>
            </a:r>
            <a:r>
              <a:rPr lang="zh-CN" altLang="en-US" sz="2800" b="1">
                <a:solidFill>
                  <a:srgbClr val="660033"/>
                </a:solidFill>
                <a:ea typeface="楷体_GB2312" pitchFamily="49" charset="-122"/>
              </a:rPr>
              <a:t>  将</a:t>
            </a:r>
            <a:r>
              <a:rPr lang="en-US" altLang="zh-CN" sz="2800" b="1">
                <a:solidFill>
                  <a:srgbClr val="660033"/>
                </a:solidFill>
                <a:ea typeface="楷体_GB2312" pitchFamily="49" charset="-122"/>
              </a:rPr>
              <a:t>BCD</a:t>
            </a:r>
            <a:r>
              <a:rPr lang="zh-CN" altLang="en-US" sz="2800" b="1">
                <a:solidFill>
                  <a:srgbClr val="660033"/>
                </a:solidFill>
                <a:ea typeface="楷体_GB2312" pitchFamily="49" charset="-122"/>
              </a:rPr>
              <a:t>的</a:t>
            </a:r>
            <a:r>
              <a:rPr lang="en-US" altLang="zh-CN" sz="2800" b="1">
                <a:solidFill>
                  <a:srgbClr val="660033"/>
                </a:solidFill>
                <a:ea typeface="楷体_GB2312" pitchFamily="49" charset="-122"/>
              </a:rPr>
              <a:t>8421</a:t>
            </a:r>
            <a:r>
              <a:rPr lang="zh-CN" altLang="en-US" sz="2800" b="1">
                <a:solidFill>
                  <a:srgbClr val="660033"/>
                </a:solidFill>
                <a:ea typeface="楷体_GB2312" pitchFamily="49" charset="-122"/>
              </a:rPr>
              <a:t>码转换为余</a:t>
            </a:r>
            <a:r>
              <a:rPr lang="en-US" altLang="zh-CN" sz="2800" b="1">
                <a:solidFill>
                  <a:srgbClr val="660033"/>
                </a:solidFill>
                <a:ea typeface="楷体_GB2312" pitchFamily="49" charset="-122"/>
              </a:rPr>
              <a:t>3</a:t>
            </a:r>
            <a:r>
              <a:rPr lang="zh-CN" altLang="en-US" sz="2800" b="1">
                <a:solidFill>
                  <a:srgbClr val="660033"/>
                </a:solidFill>
                <a:ea typeface="楷体_GB2312" pitchFamily="49" charset="-122"/>
              </a:rPr>
              <a:t>码</a:t>
            </a:r>
          </a:p>
        </p:txBody>
      </p:sp>
      <p:graphicFrame>
        <p:nvGraphicFramePr>
          <p:cNvPr id="196611" name="Group 3">
            <a:extLst>
              <a:ext uri="{FF2B5EF4-FFF2-40B4-BE49-F238E27FC236}">
                <a16:creationId xmlns:a16="http://schemas.microsoft.com/office/drawing/2014/main" id="{2069A213-C17A-488E-A7ED-E420244AF6AF}"/>
              </a:ext>
            </a:extLst>
          </p:cNvPr>
          <p:cNvGraphicFramePr>
            <a:graphicFrameLocks noGrp="1"/>
          </p:cNvGraphicFramePr>
          <p:nvPr/>
        </p:nvGraphicFramePr>
        <p:xfrm>
          <a:off x="4484688" y="1654175"/>
          <a:ext cx="4464050" cy="4754880"/>
        </p:xfrm>
        <a:graphic>
          <a:graphicData uri="http://schemas.openxmlformats.org/drawingml/2006/table">
            <a:tbl>
              <a:tblPr/>
              <a:tblGrid>
                <a:gridCol w="558800">
                  <a:extLst>
                    <a:ext uri="{9D8B030D-6E8A-4147-A177-3AD203B41FA5}">
                      <a16:colId xmlns:a16="http://schemas.microsoft.com/office/drawing/2014/main" val="14391054"/>
                    </a:ext>
                  </a:extLst>
                </a:gridCol>
                <a:gridCol w="555625">
                  <a:extLst>
                    <a:ext uri="{9D8B030D-6E8A-4147-A177-3AD203B41FA5}">
                      <a16:colId xmlns:a16="http://schemas.microsoft.com/office/drawing/2014/main" val="119778262"/>
                    </a:ext>
                  </a:extLst>
                </a:gridCol>
                <a:gridCol w="557212">
                  <a:extLst>
                    <a:ext uri="{9D8B030D-6E8A-4147-A177-3AD203B41FA5}">
                      <a16:colId xmlns:a16="http://schemas.microsoft.com/office/drawing/2014/main" val="3796913599"/>
                    </a:ext>
                  </a:extLst>
                </a:gridCol>
                <a:gridCol w="561975">
                  <a:extLst>
                    <a:ext uri="{9D8B030D-6E8A-4147-A177-3AD203B41FA5}">
                      <a16:colId xmlns:a16="http://schemas.microsoft.com/office/drawing/2014/main" val="3083474863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2201655542"/>
                    </a:ext>
                  </a:extLst>
                </a:gridCol>
                <a:gridCol w="557213">
                  <a:extLst>
                    <a:ext uri="{9D8B030D-6E8A-4147-A177-3AD203B41FA5}">
                      <a16:colId xmlns:a16="http://schemas.microsoft.com/office/drawing/2014/main" val="561964946"/>
                    </a:ext>
                  </a:extLst>
                </a:gridCol>
                <a:gridCol w="555625">
                  <a:extLst>
                    <a:ext uri="{9D8B030D-6E8A-4147-A177-3AD203B41FA5}">
                      <a16:colId xmlns:a16="http://schemas.microsoft.com/office/drawing/2014/main" val="3788288687"/>
                    </a:ext>
                  </a:extLst>
                </a:gridCol>
                <a:gridCol w="558800">
                  <a:extLst>
                    <a:ext uri="{9D8B030D-6E8A-4147-A177-3AD203B41FA5}">
                      <a16:colId xmlns:a16="http://schemas.microsoft.com/office/drawing/2014/main" val="363574170"/>
                    </a:ext>
                  </a:extLst>
                </a:gridCol>
              </a:tblGrid>
              <a:tr h="368300"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zh-CN" alt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输     入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zh-CN" alt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输    出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29256404"/>
                  </a:ext>
                </a:extLst>
              </a:tr>
              <a:tr h="3143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D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C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B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A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Y3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Y2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Y1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Y0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565682"/>
                  </a:ext>
                </a:extLst>
              </a:tr>
              <a:tr h="30956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1557076"/>
                  </a:ext>
                </a:extLst>
              </a:tr>
              <a:tr h="3127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3188614"/>
                  </a:ext>
                </a:extLst>
              </a:tr>
              <a:tr h="3143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2348381"/>
                  </a:ext>
                </a:extLst>
              </a:tr>
              <a:tr h="3127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2209095"/>
                  </a:ext>
                </a:extLst>
              </a:tr>
              <a:tr h="3127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083316"/>
                  </a:ext>
                </a:extLst>
              </a:tr>
              <a:tr h="3143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4232269"/>
                  </a:ext>
                </a:extLst>
              </a:tr>
              <a:tr h="31115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3622967"/>
                  </a:ext>
                </a:extLst>
              </a:tr>
              <a:tr h="31115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1813567"/>
                  </a:ext>
                </a:extLst>
              </a:tr>
              <a:tr h="3143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2072923"/>
                  </a:ext>
                </a:extLst>
              </a:tr>
              <a:tr h="3127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9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5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宋体" panose="02010600030101010101" pitchFamily="2" charset="-122"/>
                        </a:rPr>
                        <a:t>0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3213868"/>
                  </a:ext>
                </a:extLst>
              </a:tr>
            </a:tbl>
          </a:graphicData>
        </a:graphic>
      </p:graphicFrame>
      <p:sp>
        <p:nvSpPr>
          <p:cNvPr id="196731" name="Text Box 123">
            <a:extLst>
              <a:ext uri="{FF2B5EF4-FFF2-40B4-BE49-F238E27FC236}">
                <a16:creationId xmlns:a16="http://schemas.microsoft.com/office/drawing/2014/main" id="{055F4FA1-5B3A-4E29-A333-136D597119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8" y="908050"/>
            <a:ext cx="5861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解：其真值表如右表所示，则</a:t>
            </a:r>
          </a:p>
        </p:txBody>
      </p:sp>
      <p:graphicFrame>
        <p:nvGraphicFramePr>
          <p:cNvPr id="196732" name="Object 124">
            <a:extLst>
              <a:ext uri="{FF2B5EF4-FFF2-40B4-BE49-F238E27FC236}">
                <a16:creationId xmlns:a16="http://schemas.microsoft.com/office/drawing/2014/main" id="{05655A9F-FDDB-4A1F-AB79-C02865BEF3F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44538" y="1668463"/>
          <a:ext cx="3455987" cy="504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547" name="公式" r:id="rId3" imgW="1562040" imgH="228600" progId="Equation.3">
                  <p:embed/>
                </p:oleObj>
              </mc:Choice>
              <mc:Fallback>
                <p:oleObj name="公式" r:id="rId3" imgW="1562040" imgH="228600" progId="Equation.3">
                  <p:embed/>
                  <p:pic>
                    <p:nvPicPr>
                      <p:cNvPr id="196732" name="Object 124">
                        <a:extLst>
                          <a:ext uri="{FF2B5EF4-FFF2-40B4-BE49-F238E27FC236}">
                            <a16:creationId xmlns:a16="http://schemas.microsoft.com/office/drawing/2014/main" id="{05655A9F-FDDB-4A1F-AB79-C02865BEF3F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4538" y="1668463"/>
                        <a:ext cx="3455987" cy="504825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 w="57150" cmpd="thickThin">
                        <a:solidFill>
                          <a:srgbClr val="FF33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6733" name="Text Box 125">
            <a:extLst>
              <a:ext uri="{FF2B5EF4-FFF2-40B4-BE49-F238E27FC236}">
                <a16:creationId xmlns:a16="http://schemas.microsoft.com/office/drawing/2014/main" id="{F34EF71A-E6CD-454C-9DC7-1E4167851E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313" y="2362200"/>
            <a:ext cx="41227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故实现的电路如图所示</a:t>
            </a:r>
          </a:p>
        </p:txBody>
      </p:sp>
      <p:grpSp>
        <p:nvGrpSpPr>
          <p:cNvPr id="2" name="Group 126">
            <a:extLst>
              <a:ext uri="{FF2B5EF4-FFF2-40B4-BE49-F238E27FC236}">
                <a16:creationId xmlns:a16="http://schemas.microsoft.com/office/drawing/2014/main" id="{68B8C329-50AE-4FB2-AD0C-0DFB95F92619}"/>
              </a:ext>
            </a:extLst>
          </p:cNvPr>
          <p:cNvGrpSpPr>
            <a:grpSpLocks/>
          </p:cNvGrpSpPr>
          <p:nvPr/>
        </p:nvGrpSpPr>
        <p:grpSpPr bwMode="auto">
          <a:xfrm>
            <a:off x="755650" y="2997200"/>
            <a:ext cx="3354388" cy="3403600"/>
            <a:chOff x="476" y="1888"/>
            <a:chExt cx="2113" cy="2144"/>
          </a:xfrm>
        </p:grpSpPr>
        <p:pic>
          <p:nvPicPr>
            <p:cNvPr id="12391" name="Picture 127">
              <a:extLst>
                <a:ext uri="{FF2B5EF4-FFF2-40B4-BE49-F238E27FC236}">
                  <a16:creationId xmlns:a16="http://schemas.microsoft.com/office/drawing/2014/main" id="{2CFFAA75-0191-4CF6-9143-40AAF3B3E1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635" r="8235"/>
            <a:stretch>
              <a:fillRect/>
            </a:stretch>
          </p:blipFill>
          <p:spPr bwMode="auto">
            <a:xfrm>
              <a:off x="521" y="1888"/>
              <a:ext cx="2068" cy="2115"/>
            </a:xfrm>
            <a:prstGeom prst="rect">
              <a:avLst/>
            </a:prstGeom>
            <a:noFill/>
            <a:ln w="57150" cmpd="thickThin">
              <a:solidFill>
                <a:srgbClr val="FF33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92" name="Rectangle 128">
              <a:extLst>
                <a:ext uri="{FF2B5EF4-FFF2-40B4-BE49-F238E27FC236}">
                  <a16:creationId xmlns:a16="http://schemas.microsoft.com/office/drawing/2014/main" id="{A97F2B38-9CF2-4CC6-A9B8-631AFB438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" y="3782"/>
              <a:ext cx="11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73588444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1000"/>
                                        <p:tgtEl>
                                          <p:spTgt spid="196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96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96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96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7" dur="1000"/>
                                        <p:tgtEl>
                                          <p:spTgt spid="196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610" grpId="0"/>
      <p:bldP spid="196731" grpId="0"/>
      <p:bldP spid="1967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>
            <a:extLst>
              <a:ext uri="{FF2B5EF4-FFF2-40B4-BE49-F238E27FC236}">
                <a16:creationId xmlns:a16="http://schemas.microsoft.com/office/drawing/2014/main" id="{C918478A-89AA-48D3-8A45-B90671735DDF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>
          <a:xfrm>
            <a:off x="215900" y="223838"/>
            <a:ext cx="8540750" cy="809625"/>
          </a:xfrm>
          <a:noFill/>
        </p:spPr>
        <p:txBody>
          <a:bodyPr/>
          <a:lstStyle/>
          <a:p>
            <a:pPr algn="l"/>
            <a:r>
              <a:rPr lang="zh-CN" altLang="en-US" sz="2800" b="1">
                <a:solidFill>
                  <a:srgbClr val="660033"/>
                </a:solidFill>
                <a:ea typeface="楷体_GB2312" pitchFamily="49" charset="-122"/>
              </a:rPr>
              <a:t>例</a:t>
            </a:r>
            <a:r>
              <a:rPr lang="en-US" altLang="zh-CN" sz="2800" b="1">
                <a:solidFill>
                  <a:srgbClr val="660033"/>
                </a:solidFill>
                <a:ea typeface="楷体_GB2312" pitchFamily="49" charset="-122"/>
              </a:rPr>
              <a:t>3</a:t>
            </a:r>
            <a:r>
              <a:rPr lang="zh-CN" altLang="en-US" sz="2800" b="1">
                <a:solidFill>
                  <a:srgbClr val="660033"/>
                </a:solidFill>
                <a:ea typeface="楷体_GB2312" pitchFamily="49" charset="-122"/>
              </a:rPr>
              <a:t>：采用四位全加器将</a:t>
            </a:r>
            <a:r>
              <a:rPr lang="en-US" altLang="zh-CN" sz="2800" b="1">
                <a:solidFill>
                  <a:srgbClr val="660033"/>
                </a:solidFill>
                <a:ea typeface="楷体_GB2312" pitchFamily="49" charset="-122"/>
              </a:rPr>
              <a:t>5421BCD</a:t>
            </a:r>
            <a:r>
              <a:rPr lang="zh-CN" altLang="en-US" sz="2800" b="1">
                <a:solidFill>
                  <a:srgbClr val="660033"/>
                </a:solidFill>
                <a:ea typeface="楷体_GB2312" pitchFamily="49" charset="-122"/>
              </a:rPr>
              <a:t>码转换为</a:t>
            </a:r>
            <a:r>
              <a:rPr lang="en-US" altLang="zh-CN" sz="2800" b="1">
                <a:solidFill>
                  <a:srgbClr val="660033"/>
                </a:solidFill>
                <a:ea typeface="楷体_GB2312" pitchFamily="49" charset="-122"/>
              </a:rPr>
              <a:t>2421</a:t>
            </a:r>
            <a:r>
              <a:rPr lang="zh-CN" altLang="en-US" sz="2800" b="1">
                <a:solidFill>
                  <a:srgbClr val="660033"/>
                </a:solidFill>
                <a:ea typeface="楷体_GB2312" pitchFamily="49" charset="-122"/>
              </a:rPr>
              <a:t>码</a:t>
            </a:r>
          </a:p>
        </p:txBody>
      </p:sp>
      <p:sp>
        <p:nvSpPr>
          <p:cNvPr id="197635" name="Text Box 3">
            <a:extLst>
              <a:ext uri="{FF2B5EF4-FFF2-40B4-BE49-F238E27FC236}">
                <a16:creationId xmlns:a16="http://schemas.microsoft.com/office/drawing/2014/main" id="{0327C0B2-4BE2-4B08-98C5-B183AC2862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8" y="908050"/>
            <a:ext cx="5861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解：其真值表如右表所示，则</a:t>
            </a:r>
          </a:p>
        </p:txBody>
      </p:sp>
      <p:sp>
        <p:nvSpPr>
          <p:cNvPr id="197636" name="Text Box 4">
            <a:extLst>
              <a:ext uri="{FF2B5EF4-FFF2-40B4-BE49-F238E27FC236}">
                <a16:creationId xmlns:a16="http://schemas.microsoft.com/office/drawing/2014/main" id="{A343C739-E25C-4135-9E91-1E5076B3CC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313" y="2362200"/>
            <a:ext cx="41227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故实现的电路如图所示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F65F26B3-9873-4AF1-8B54-ED544A366B0A}"/>
              </a:ext>
            </a:extLst>
          </p:cNvPr>
          <p:cNvGrpSpPr>
            <a:grpSpLocks/>
          </p:cNvGrpSpPr>
          <p:nvPr/>
        </p:nvGrpSpPr>
        <p:grpSpPr bwMode="auto">
          <a:xfrm>
            <a:off x="458788" y="1666875"/>
            <a:ext cx="3689350" cy="506413"/>
            <a:chOff x="289" y="1050"/>
            <a:chExt cx="2324" cy="319"/>
          </a:xfrm>
        </p:grpSpPr>
        <p:sp>
          <p:nvSpPr>
            <p:cNvPr id="25760" name="AutoShape 6">
              <a:extLst>
                <a:ext uri="{FF2B5EF4-FFF2-40B4-BE49-F238E27FC236}">
                  <a16:creationId xmlns:a16="http://schemas.microsoft.com/office/drawing/2014/main" id="{95AC0843-C772-4B55-9192-19901CE4D15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89" y="1051"/>
              <a:ext cx="2324" cy="318"/>
            </a:xfrm>
            <a:prstGeom prst="rect">
              <a:avLst/>
            </a:prstGeom>
            <a:solidFill>
              <a:srgbClr val="FFFFFF"/>
            </a:solidFill>
            <a:ln w="57150" cmpd="thickThin" algn="ctr">
              <a:solidFill>
                <a:srgbClr val="FF3399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61" name="Rectangle 7">
              <a:extLst>
                <a:ext uri="{FF2B5EF4-FFF2-40B4-BE49-F238E27FC236}">
                  <a16:creationId xmlns:a16="http://schemas.microsoft.com/office/drawing/2014/main" id="{97D5A47D-A30A-42E3-B809-23AD212F1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1074"/>
              <a:ext cx="528" cy="2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7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00DD</a:t>
              </a:r>
              <a:endParaRPr kumimoji="0" lang="en-US" altLang="zh-CN" sz="1800" b="1" i="1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62" name="Rectangle 8">
              <a:extLst>
                <a:ext uri="{FF2B5EF4-FFF2-40B4-BE49-F238E27FC236}">
                  <a16:creationId xmlns:a16="http://schemas.microsoft.com/office/drawing/2014/main" id="{7E4734D8-F02A-408F-AA27-2B5CDE542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" y="1205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63" name="Rectangle 9">
              <a:extLst>
                <a:ext uri="{FF2B5EF4-FFF2-40B4-BE49-F238E27FC236}">
                  <a16:creationId xmlns:a16="http://schemas.microsoft.com/office/drawing/2014/main" id="{64EA4904-727A-4F8F-9B16-F7A18FCF9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205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64" name="Rectangle 10">
              <a:extLst>
                <a:ext uri="{FF2B5EF4-FFF2-40B4-BE49-F238E27FC236}">
                  <a16:creationId xmlns:a16="http://schemas.microsoft.com/office/drawing/2014/main" id="{FC4FE586-DD2B-4ED6-8431-521198BD1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1205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65" name="Rectangle 11">
              <a:extLst>
                <a:ext uri="{FF2B5EF4-FFF2-40B4-BE49-F238E27FC236}">
                  <a16:creationId xmlns:a16="http://schemas.microsoft.com/office/drawing/2014/main" id="{DC0A91DC-7185-4E9F-A501-DBED6D1B2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" y="1205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66" name="Rectangle 12">
              <a:extLst>
                <a:ext uri="{FF2B5EF4-FFF2-40B4-BE49-F238E27FC236}">
                  <a16:creationId xmlns:a16="http://schemas.microsoft.com/office/drawing/2014/main" id="{3DFF0F9E-C2AA-4EA6-947C-7F6F22525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1050"/>
              <a:ext cx="119" cy="2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+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67" name="Rectangle 13">
              <a:extLst>
                <a:ext uri="{FF2B5EF4-FFF2-40B4-BE49-F238E27FC236}">
                  <a16:creationId xmlns:a16="http://schemas.microsoft.com/office/drawing/2014/main" id="{DFCF9E3C-97EA-4186-B1B1-41D9BE62D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1050"/>
              <a:ext cx="119" cy="2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宋体" panose="02010600030101010101" pitchFamily="2" charset="-122"/>
                  <a:cs typeface="+mn-cs"/>
                </a:rPr>
                <a:t>=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68" name="Rectangle 14">
              <a:extLst>
                <a:ext uri="{FF2B5EF4-FFF2-40B4-BE49-F238E27FC236}">
                  <a16:creationId xmlns:a16="http://schemas.microsoft.com/office/drawing/2014/main" id="{553AD5A4-A2F3-46FF-B293-342B4C668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074"/>
              <a:ext cx="588" cy="2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7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DCBA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69" name="Rectangle 15">
              <a:extLst>
                <a:ext uri="{FF2B5EF4-FFF2-40B4-BE49-F238E27FC236}">
                  <a16:creationId xmlns:a16="http://schemas.microsoft.com/office/drawing/2014/main" id="{A0AE2D9A-E900-40E0-8E60-BCB365DC0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" y="1074"/>
              <a:ext cx="132" cy="2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7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70" name="Rectangle 16">
              <a:extLst>
                <a:ext uri="{FF2B5EF4-FFF2-40B4-BE49-F238E27FC236}">
                  <a16:creationId xmlns:a16="http://schemas.microsoft.com/office/drawing/2014/main" id="{572CED05-CCCB-4C91-A49B-A3CFD827E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" y="1074"/>
              <a:ext cx="132" cy="2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7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71" name="Rectangle 17">
              <a:extLst>
                <a:ext uri="{FF2B5EF4-FFF2-40B4-BE49-F238E27FC236}">
                  <a16:creationId xmlns:a16="http://schemas.microsoft.com/office/drawing/2014/main" id="{3468E983-2ABC-4C72-A9AF-BB25B9064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1074"/>
              <a:ext cx="132" cy="2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7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772" name="Rectangle 18">
              <a:extLst>
                <a:ext uri="{FF2B5EF4-FFF2-40B4-BE49-F238E27FC236}">
                  <a16:creationId xmlns:a16="http://schemas.microsoft.com/office/drawing/2014/main" id="{73982F34-A7E9-43EB-8A4A-1DBF94A03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" y="1074"/>
              <a:ext cx="132" cy="2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7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endPara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" name="Group 19">
            <a:extLst>
              <a:ext uri="{FF2B5EF4-FFF2-40B4-BE49-F238E27FC236}">
                <a16:creationId xmlns:a16="http://schemas.microsoft.com/office/drawing/2014/main" id="{BC12E8FA-DB24-4CDF-9E36-BF105630D241}"/>
              </a:ext>
            </a:extLst>
          </p:cNvPr>
          <p:cNvGrpSpPr>
            <a:grpSpLocks/>
          </p:cNvGrpSpPr>
          <p:nvPr/>
        </p:nvGrpSpPr>
        <p:grpSpPr bwMode="auto">
          <a:xfrm>
            <a:off x="639763" y="2981325"/>
            <a:ext cx="3286125" cy="3357563"/>
            <a:chOff x="403" y="1878"/>
            <a:chExt cx="2070" cy="2115"/>
          </a:xfrm>
        </p:grpSpPr>
        <p:pic>
          <p:nvPicPr>
            <p:cNvPr id="25758" name="Picture 20">
              <a:extLst>
                <a:ext uri="{FF2B5EF4-FFF2-40B4-BE49-F238E27FC236}">
                  <a16:creationId xmlns:a16="http://schemas.microsoft.com/office/drawing/2014/main" id="{809EEB89-6DE4-4D1D-A54C-3C2493F3C8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635" r="8235"/>
            <a:stretch>
              <a:fillRect/>
            </a:stretch>
          </p:blipFill>
          <p:spPr bwMode="auto">
            <a:xfrm>
              <a:off x="405" y="1878"/>
              <a:ext cx="2068" cy="2115"/>
            </a:xfrm>
            <a:prstGeom prst="rect">
              <a:avLst/>
            </a:prstGeom>
            <a:noFill/>
            <a:ln w="57150" cmpd="thickThin">
              <a:solidFill>
                <a:srgbClr val="FF33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5759" name="Text Box 21">
              <a:extLst>
                <a:ext uri="{FF2B5EF4-FFF2-40B4-BE49-F238E27FC236}">
                  <a16:creationId xmlns:a16="http://schemas.microsoft.com/office/drawing/2014/main" id="{5A7F01D7-3240-4B8C-89C7-D7CB6BDD3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" y="3240"/>
              <a:ext cx="236" cy="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D</a:t>
              </a:r>
            </a:p>
          </p:txBody>
        </p:sp>
      </p:grpSp>
      <p:grpSp>
        <p:nvGrpSpPr>
          <p:cNvPr id="4" name="Group 22">
            <a:extLst>
              <a:ext uri="{FF2B5EF4-FFF2-40B4-BE49-F238E27FC236}">
                <a16:creationId xmlns:a16="http://schemas.microsoft.com/office/drawing/2014/main" id="{B48256A6-8D1A-4607-9359-70B4EE48227B}"/>
              </a:ext>
            </a:extLst>
          </p:cNvPr>
          <p:cNvGrpSpPr>
            <a:grpSpLocks/>
          </p:cNvGrpSpPr>
          <p:nvPr/>
        </p:nvGrpSpPr>
        <p:grpSpPr bwMode="auto">
          <a:xfrm>
            <a:off x="6145213" y="2316163"/>
            <a:ext cx="585787" cy="4254500"/>
            <a:chOff x="3871" y="1459"/>
            <a:chExt cx="369" cy="2680"/>
          </a:xfrm>
        </p:grpSpPr>
        <p:sp>
          <p:nvSpPr>
            <p:cNvPr id="25748" name="Rectangle 23">
              <a:extLst>
                <a:ext uri="{FF2B5EF4-FFF2-40B4-BE49-F238E27FC236}">
                  <a16:creationId xmlns:a16="http://schemas.microsoft.com/office/drawing/2014/main" id="{BD31FF72-0E9E-419C-8D68-E3B500335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226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5749" name="Rectangle 24">
              <a:extLst>
                <a:ext uri="{FF2B5EF4-FFF2-40B4-BE49-F238E27FC236}">
                  <a16:creationId xmlns:a16="http://schemas.microsoft.com/office/drawing/2014/main" id="{1A7BD04B-1819-4246-954F-73AC4E2C1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60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25750" name="Rectangle 25">
              <a:extLst>
                <a:ext uri="{FF2B5EF4-FFF2-40B4-BE49-F238E27FC236}">
                  <a16:creationId xmlns:a16="http://schemas.microsoft.com/office/drawing/2014/main" id="{FDE3C457-B255-4786-995F-5E30CA2AA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87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12</a:t>
              </a:r>
            </a:p>
          </p:txBody>
        </p:sp>
        <p:sp>
          <p:nvSpPr>
            <p:cNvPr id="25751" name="Rectangle 26">
              <a:extLst>
                <a:ext uri="{FF2B5EF4-FFF2-40B4-BE49-F238E27FC236}">
                  <a16:creationId xmlns:a16="http://schemas.microsoft.com/office/drawing/2014/main" id="{D0EC7F42-1859-4E57-8A43-2180F8162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33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25752" name="Rectangle 27">
              <a:extLst>
                <a:ext uri="{FF2B5EF4-FFF2-40B4-BE49-F238E27FC236}">
                  <a16:creationId xmlns:a16="http://schemas.microsoft.com/office/drawing/2014/main" id="{719BF377-77D3-46AD-A771-CF3E529D0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06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</a:p>
          </p:txBody>
        </p:sp>
        <p:sp>
          <p:nvSpPr>
            <p:cNvPr id="25753" name="Rectangle 28">
              <a:extLst>
                <a:ext uri="{FF2B5EF4-FFF2-40B4-BE49-F238E27FC236}">
                  <a16:creationId xmlns:a16="http://schemas.microsoft.com/office/drawing/2014/main" id="{DF914A84-CF26-4B8D-8B1C-169E2FC77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279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</a:p>
          </p:txBody>
        </p:sp>
        <p:sp>
          <p:nvSpPr>
            <p:cNvPr id="25754" name="Rectangle 29">
              <a:extLst>
                <a:ext uri="{FF2B5EF4-FFF2-40B4-BE49-F238E27FC236}">
                  <a16:creationId xmlns:a16="http://schemas.microsoft.com/office/drawing/2014/main" id="{82FCC971-F31A-4126-9F0C-8A579DE95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253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5755" name="Rectangle 30">
              <a:extLst>
                <a:ext uri="{FF2B5EF4-FFF2-40B4-BE49-F238E27FC236}">
                  <a16:creationId xmlns:a16="http://schemas.microsoft.com/office/drawing/2014/main" id="{0D3FBF52-A57E-468C-A782-73D60EB4B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199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5756" name="Rectangle 31">
              <a:extLst>
                <a:ext uri="{FF2B5EF4-FFF2-40B4-BE49-F238E27FC236}">
                  <a16:creationId xmlns:a16="http://schemas.microsoft.com/office/drawing/2014/main" id="{A18D49E8-DCBB-4A54-8156-4A2CD87AD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172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5757" name="Rectangle 32">
              <a:extLst>
                <a:ext uri="{FF2B5EF4-FFF2-40B4-BE49-F238E27FC236}">
                  <a16:creationId xmlns:a16="http://schemas.microsoft.com/office/drawing/2014/main" id="{70C95A76-8A34-4BA4-A6CE-224410D42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145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5" name="Group 33">
            <a:extLst>
              <a:ext uri="{FF2B5EF4-FFF2-40B4-BE49-F238E27FC236}">
                <a16:creationId xmlns:a16="http://schemas.microsoft.com/office/drawing/2014/main" id="{B98E90C1-88D1-4E69-A04F-E388E544145D}"/>
              </a:ext>
            </a:extLst>
          </p:cNvPr>
          <p:cNvGrpSpPr>
            <a:grpSpLocks/>
          </p:cNvGrpSpPr>
          <p:nvPr/>
        </p:nvGrpSpPr>
        <p:grpSpPr bwMode="auto">
          <a:xfrm>
            <a:off x="4321175" y="1538288"/>
            <a:ext cx="4559300" cy="5045075"/>
            <a:chOff x="2722" y="969"/>
            <a:chExt cx="2872" cy="3178"/>
          </a:xfrm>
        </p:grpSpPr>
        <p:sp>
          <p:nvSpPr>
            <p:cNvPr id="25630" name="Line 34">
              <a:extLst>
                <a:ext uri="{FF2B5EF4-FFF2-40B4-BE49-F238E27FC236}">
                  <a16:creationId xmlns:a16="http://schemas.microsoft.com/office/drawing/2014/main" id="{0FBF4818-9F34-4D95-9E1A-58E42A22CD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4" y="1231"/>
              <a:ext cx="0" cy="290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5631" name="Group 35">
              <a:extLst>
                <a:ext uri="{FF2B5EF4-FFF2-40B4-BE49-F238E27FC236}">
                  <a16:creationId xmlns:a16="http://schemas.microsoft.com/office/drawing/2014/main" id="{56483E46-54A7-4B4B-82C3-4EDAAAC5EC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969"/>
              <a:ext cx="2872" cy="3178"/>
              <a:chOff x="2722" y="969"/>
              <a:chExt cx="2872" cy="3178"/>
            </a:xfrm>
          </p:grpSpPr>
          <p:sp>
            <p:nvSpPr>
              <p:cNvPr id="25632" name="Line 36">
                <a:extLst>
                  <a:ext uri="{FF2B5EF4-FFF2-40B4-BE49-F238E27FC236}">
                    <a16:creationId xmlns:a16="http://schemas.microsoft.com/office/drawing/2014/main" id="{3C86E225-3633-4161-817F-BCDB69207E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22" y="4147"/>
                <a:ext cx="2872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25633" name="Group 37">
                <a:extLst>
                  <a:ext uri="{FF2B5EF4-FFF2-40B4-BE49-F238E27FC236}">
                    <a16:creationId xmlns:a16="http://schemas.microsoft.com/office/drawing/2014/main" id="{A330FF91-C9CE-4E0E-96F6-38AFB4EC90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22" y="969"/>
                <a:ext cx="2872" cy="3178"/>
                <a:chOff x="2722" y="969"/>
                <a:chExt cx="2872" cy="3178"/>
              </a:xfrm>
            </p:grpSpPr>
            <p:grpSp>
              <p:nvGrpSpPr>
                <p:cNvPr id="25634" name="Group 38">
                  <a:extLst>
                    <a:ext uri="{FF2B5EF4-FFF2-40B4-BE49-F238E27FC236}">
                      <a16:creationId xmlns:a16="http://schemas.microsoft.com/office/drawing/2014/main" id="{53D24187-9B77-40CD-86AD-97045B62A5F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722" y="1467"/>
                  <a:ext cx="1211" cy="2680"/>
                  <a:chOff x="2722" y="1467"/>
                  <a:chExt cx="1211" cy="2680"/>
                </a:xfrm>
              </p:grpSpPr>
              <p:sp>
                <p:nvSpPr>
                  <p:cNvPr id="25697" name="Rectangle 39">
                    <a:extLst>
                      <a:ext uri="{FF2B5EF4-FFF2-40B4-BE49-F238E27FC236}">
                        <a16:creationId xmlns:a16="http://schemas.microsoft.com/office/drawing/2014/main" id="{D644B0F1-A090-4AB1-985C-A67B2D2BB2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2271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660033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98" name="Rectangle 40">
                    <a:extLst>
                      <a:ext uri="{FF2B5EF4-FFF2-40B4-BE49-F238E27FC236}">
                        <a16:creationId xmlns:a16="http://schemas.microsoft.com/office/drawing/2014/main" id="{8D02E564-BCB9-4B54-A80A-E228047DCD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3611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99" name="Rectangle 41">
                    <a:extLst>
                      <a:ext uri="{FF2B5EF4-FFF2-40B4-BE49-F238E27FC236}">
                        <a16:creationId xmlns:a16="http://schemas.microsoft.com/office/drawing/2014/main" id="{84B06EAB-175F-45E0-9847-10DCFFD2FC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3879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700" name="Rectangle 42">
                    <a:extLst>
                      <a:ext uri="{FF2B5EF4-FFF2-40B4-BE49-F238E27FC236}">
                        <a16:creationId xmlns:a16="http://schemas.microsoft.com/office/drawing/2014/main" id="{D63FCC53-5CC0-41BE-A69B-125AC896D1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3343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701" name="Rectangle 43">
                    <a:extLst>
                      <a:ext uri="{FF2B5EF4-FFF2-40B4-BE49-F238E27FC236}">
                        <a16:creationId xmlns:a16="http://schemas.microsoft.com/office/drawing/2014/main" id="{F265B055-BC97-4F2F-B849-3DE33486E7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3075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702" name="Rectangle 44">
                    <a:extLst>
                      <a:ext uri="{FF2B5EF4-FFF2-40B4-BE49-F238E27FC236}">
                        <a16:creationId xmlns:a16="http://schemas.microsoft.com/office/drawing/2014/main" id="{3B8465B7-075B-445B-BF3C-3BF6596630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2807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703" name="Rectangle 45">
                    <a:extLst>
                      <a:ext uri="{FF2B5EF4-FFF2-40B4-BE49-F238E27FC236}">
                        <a16:creationId xmlns:a16="http://schemas.microsoft.com/office/drawing/2014/main" id="{F923400A-87A9-4A99-9334-0946C5D129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2539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660033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704" name="Rectangle 46">
                    <a:extLst>
                      <a:ext uri="{FF2B5EF4-FFF2-40B4-BE49-F238E27FC236}">
                        <a16:creationId xmlns:a16="http://schemas.microsoft.com/office/drawing/2014/main" id="{113CEA33-F9A1-42C0-B3B1-CFBFEF5BC1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2003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660033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705" name="Rectangle 47">
                    <a:extLst>
                      <a:ext uri="{FF2B5EF4-FFF2-40B4-BE49-F238E27FC236}">
                        <a16:creationId xmlns:a16="http://schemas.microsoft.com/office/drawing/2014/main" id="{172BF77C-4C57-48EC-A6E0-17C8698C7C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1735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660033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706" name="Rectangle 48">
                    <a:extLst>
                      <a:ext uri="{FF2B5EF4-FFF2-40B4-BE49-F238E27FC236}">
                        <a16:creationId xmlns:a16="http://schemas.microsoft.com/office/drawing/2014/main" id="{20A72DEF-095A-4C65-9A8F-451EC86CDD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1467"/>
                    <a:ext cx="369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660033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grpSp>
                <p:nvGrpSpPr>
                  <p:cNvPr id="25707" name="Group 49">
                    <a:extLst>
                      <a:ext uri="{FF2B5EF4-FFF2-40B4-BE49-F238E27FC236}">
                        <a16:creationId xmlns:a16="http://schemas.microsoft.com/office/drawing/2014/main" id="{B354C1F5-CCC3-4899-B8B0-AA3364B5A3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722" y="1467"/>
                    <a:ext cx="914" cy="2680"/>
                    <a:chOff x="2722" y="1467"/>
                    <a:chExt cx="914" cy="2680"/>
                  </a:xfrm>
                </p:grpSpPr>
                <p:sp>
                  <p:nvSpPr>
                    <p:cNvPr id="25708" name="Rectangle 50">
                      <a:extLst>
                        <a:ext uri="{FF2B5EF4-FFF2-40B4-BE49-F238E27FC236}">
                          <a16:creationId xmlns:a16="http://schemas.microsoft.com/office/drawing/2014/main" id="{007061C0-DCC5-4B51-9268-4FB378E1B5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2271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09" name="Rectangle 51">
                      <a:extLst>
                        <a:ext uri="{FF2B5EF4-FFF2-40B4-BE49-F238E27FC236}">
                          <a16:creationId xmlns:a16="http://schemas.microsoft.com/office/drawing/2014/main" id="{1D65B793-D2F4-4798-824C-1114E658833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2271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10" name="Rectangle 52">
                      <a:extLst>
                        <a:ext uri="{FF2B5EF4-FFF2-40B4-BE49-F238E27FC236}">
                          <a16:creationId xmlns:a16="http://schemas.microsoft.com/office/drawing/2014/main" id="{B14700F1-DBC0-40D2-A8C7-642A53BF422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2271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11" name="Rectangle 53">
                      <a:extLst>
                        <a:ext uri="{FF2B5EF4-FFF2-40B4-BE49-F238E27FC236}">
                          <a16:creationId xmlns:a16="http://schemas.microsoft.com/office/drawing/2014/main" id="{7B86B704-7D92-4395-9993-93B0F88CFC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3611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12" name="Rectangle 54">
                      <a:extLst>
                        <a:ext uri="{FF2B5EF4-FFF2-40B4-BE49-F238E27FC236}">
                          <a16:creationId xmlns:a16="http://schemas.microsoft.com/office/drawing/2014/main" id="{3F2198EF-28C9-446F-BD34-3C3919F4795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3611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13" name="Rectangle 55">
                      <a:extLst>
                        <a:ext uri="{FF2B5EF4-FFF2-40B4-BE49-F238E27FC236}">
                          <a16:creationId xmlns:a16="http://schemas.microsoft.com/office/drawing/2014/main" id="{EA3D9A36-15C8-4350-A291-2CDF5FB3F8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3611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14" name="Rectangle 56">
                      <a:extLst>
                        <a:ext uri="{FF2B5EF4-FFF2-40B4-BE49-F238E27FC236}">
                          <a16:creationId xmlns:a16="http://schemas.microsoft.com/office/drawing/2014/main" id="{1B3675E9-141C-4A69-83B0-DB8ACDF8335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3879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15" name="Rectangle 57">
                      <a:extLst>
                        <a:ext uri="{FF2B5EF4-FFF2-40B4-BE49-F238E27FC236}">
                          <a16:creationId xmlns:a16="http://schemas.microsoft.com/office/drawing/2014/main" id="{04B20105-56D7-44E0-8DC8-FE21FFF695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3879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16" name="Rectangle 58">
                      <a:extLst>
                        <a:ext uri="{FF2B5EF4-FFF2-40B4-BE49-F238E27FC236}">
                          <a16:creationId xmlns:a16="http://schemas.microsoft.com/office/drawing/2014/main" id="{B7AE8055-C31F-406F-999B-8DEE18BE373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3879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17" name="Rectangle 59">
                      <a:extLst>
                        <a:ext uri="{FF2B5EF4-FFF2-40B4-BE49-F238E27FC236}">
                          <a16:creationId xmlns:a16="http://schemas.microsoft.com/office/drawing/2014/main" id="{126E70DA-9C14-43A5-AF89-9C28C9C2676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3343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18" name="Rectangle 60">
                      <a:extLst>
                        <a:ext uri="{FF2B5EF4-FFF2-40B4-BE49-F238E27FC236}">
                          <a16:creationId xmlns:a16="http://schemas.microsoft.com/office/drawing/2014/main" id="{C9190E3B-35F7-4278-8103-41F6CBC8972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3343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19" name="Rectangle 61">
                      <a:extLst>
                        <a:ext uri="{FF2B5EF4-FFF2-40B4-BE49-F238E27FC236}">
                          <a16:creationId xmlns:a16="http://schemas.microsoft.com/office/drawing/2014/main" id="{73D03E4E-DDCF-48FB-B8AC-CEC281375C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3343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20" name="Rectangle 62">
                      <a:extLst>
                        <a:ext uri="{FF2B5EF4-FFF2-40B4-BE49-F238E27FC236}">
                          <a16:creationId xmlns:a16="http://schemas.microsoft.com/office/drawing/2014/main" id="{DD2AAD1A-198F-4A83-8372-A02DDD7D790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3075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21" name="Rectangle 63">
                      <a:extLst>
                        <a:ext uri="{FF2B5EF4-FFF2-40B4-BE49-F238E27FC236}">
                          <a16:creationId xmlns:a16="http://schemas.microsoft.com/office/drawing/2014/main" id="{6BBBF75A-0861-4E8A-9F13-D83FF36BAF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3075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22" name="Rectangle 64">
                      <a:extLst>
                        <a:ext uri="{FF2B5EF4-FFF2-40B4-BE49-F238E27FC236}">
                          <a16:creationId xmlns:a16="http://schemas.microsoft.com/office/drawing/2014/main" id="{A3692ADA-B323-4A16-A565-A346E64FC7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3075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23" name="Rectangle 65">
                      <a:extLst>
                        <a:ext uri="{FF2B5EF4-FFF2-40B4-BE49-F238E27FC236}">
                          <a16:creationId xmlns:a16="http://schemas.microsoft.com/office/drawing/2014/main" id="{5C6E4391-F9F4-4705-B3E0-595952EA272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2807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24" name="Rectangle 66">
                      <a:extLst>
                        <a:ext uri="{FF2B5EF4-FFF2-40B4-BE49-F238E27FC236}">
                          <a16:creationId xmlns:a16="http://schemas.microsoft.com/office/drawing/2014/main" id="{0A546782-D9A1-424D-8BB5-0F6021983A7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2807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25" name="Rectangle 67">
                      <a:extLst>
                        <a:ext uri="{FF2B5EF4-FFF2-40B4-BE49-F238E27FC236}">
                          <a16:creationId xmlns:a16="http://schemas.microsoft.com/office/drawing/2014/main" id="{A6317085-47F9-47FA-9A0E-78D6EE29556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2807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26" name="Rectangle 68">
                      <a:extLst>
                        <a:ext uri="{FF2B5EF4-FFF2-40B4-BE49-F238E27FC236}">
                          <a16:creationId xmlns:a16="http://schemas.microsoft.com/office/drawing/2014/main" id="{51E0D345-3896-4750-89A8-DB59EE9255A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2539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27" name="Rectangle 69">
                      <a:extLst>
                        <a:ext uri="{FF2B5EF4-FFF2-40B4-BE49-F238E27FC236}">
                          <a16:creationId xmlns:a16="http://schemas.microsoft.com/office/drawing/2014/main" id="{AEB2047A-A831-46F9-82AF-304E24D66DE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2539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28" name="Rectangle 70">
                      <a:extLst>
                        <a:ext uri="{FF2B5EF4-FFF2-40B4-BE49-F238E27FC236}">
                          <a16:creationId xmlns:a16="http://schemas.microsoft.com/office/drawing/2014/main" id="{28A7D3CA-9D84-4854-842C-F4160C4472C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2539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29" name="Rectangle 71">
                      <a:extLst>
                        <a:ext uri="{FF2B5EF4-FFF2-40B4-BE49-F238E27FC236}">
                          <a16:creationId xmlns:a16="http://schemas.microsoft.com/office/drawing/2014/main" id="{BB900591-0477-4C84-8BE8-11124BD461A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2003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1</a:t>
                      </a:r>
                    </a:p>
                  </p:txBody>
                </p:sp>
                <p:sp>
                  <p:nvSpPr>
                    <p:cNvPr id="25730" name="Rectangle 72">
                      <a:extLst>
                        <a:ext uri="{FF2B5EF4-FFF2-40B4-BE49-F238E27FC236}">
                          <a16:creationId xmlns:a16="http://schemas.microsoft.com/office/drawing/2014/main" id="{D6EA5ACA-86DE-49E8-A236-82DDC36D76A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2003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31" name="Rectangle 73">
                      <a:extLst>
                        <a:ext uri="{FF2B5EF4-FFF2-40B4-BE49-F238E27FC236}">
                          <a16:creationId xmlns:a16="http://schemas.microsoft.com/office/drawing/2014/main" id="{06541D9E-4BED-4415-BF78-9E0788065FD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2003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32" name="Rectangle 74">
                      <a:extLst>
                        <a:ext uri="{FF2B5EF4-FFF2-40B4-BE49-F238E27FC236}">
                          <a16:creationId xmlns:a16="http://schemas.microsoft.com/office/drawing/2014/main" id="{4AADC38F-5F98-448A-AF2F-84379C69EC7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1735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33" name="Rectangle 75">
                      <a:extLst>
                        <a:ext uri="{FF2B5EF4-FFF2-40B4-BE49-F238E27FC236}">
                          <a16:creationId xmlns:a16="http://schemas.microsoft.com/office/drawing/2014/main" id="{3207B03F-547D-4853-88F9-15E0A7CC8F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1735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34" name="Rectangle 76">
                      <a:extLst>
                        <a:ext uri="{FF2B5EF4-FFF2-40B4-BE49-F238E27FC236}">
                          <a16:creationId xmlns:a16="http://schemas.microsoft.com/office/drawing/2014/main" id="{EE7CB34A-BF76-4C24-B534-E052920056B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1735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35" name="Rectangle 77">
                      <a:extLst>
                        <a:ext uri="{FF2B5EF4-FFF2-40B4-BE49-F238E27FC236}">
                          <a16:creationId xmlns:a16="http://schemas.microsoft.com/office/drawing/2014/main" id="{06B25F1E-484C-4DFE-86A9-CAA002EB8C5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71" y="1467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36" name="Rectangle 78">
                      <a:extLst>
                        <a:ext uri="{FF2B5EF4-FFF2-40B4-BE49-F238E27FC236}">
                          <a16:creationId xmlns:a16="http://schemas.microsoft.com/office/drawing/2014/main" id="{1073CB01-359B-40C9-B800-FE15FCEC507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97" y="1467"/>
                      <a:ext cx="364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37" name="Rectangle 79">
                      <a:extLst>
                        <a:ext uri="{FF2B5EF4-FFF2-40B4-BE49-F238E27FC236}">
                          <a16:creationId xmlns:a16="http://schemas.microsoft.com/office/drawing/2014/main" id="{E219A798-D4B3-4437-B264-10FCC262EF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22" y="1467"/>
                      <a:ext cx="365" cy="268"/>
                    </a:xfrm>
                    <a:prstGeom prst="rect">
                      <a:avLst/>
                    </a:prstGeom>
                    <a:solidFill>
                      <a:srgbClr val="FFFFFF">
                        <a:alpha val="0"/>
                      </a:srgbClr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"/>
                        </a:spcBef>
                        <a:spcAft>
                          <a:spcPct val="0"/>
                        </a:spcAft>
                        <a:buClr>
                          <a:srgbClr val="DC5900"/>
                        </a:buClr>
                        <a:buSzPct val="750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zh-CN" sz="2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宋体" panose="02010600030101010101" pitchFamily="2" charset="-122"/>
                          <a:cs typeface="+mn-cs"/>
                        </a:rPr>
                        <a:t>0</a:t>
                      </a:r>
                    </a:p>
                  </p:txBody>
                </p:sp>
                <p:sp>
                  <p:nvSpPr>
                    <p:cNvPr id="25738" name="Line 80">
                      <a:extLst>
                        <a:ext uri="{FF2B5EF4-FFF2-40B4-BE49-F238E27FC236}">
                          <a16:creationId xmlns:a16="http://schemas.microsoft.com/office/drawing/2014/main" id="{1E9D7317-6CA5-45CD-B2F7-4C6258D8DCE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1467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sq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25739" name="Line 81">
                      <a:extLst>
                        <a:ext uri="{FF2B5EF4-FFF2-40B4-BE49-F238E27FC236}">
                          <a16:creationId xmlns:a16="http://schemas.microsoft.com/office/drawing/2014/main" id="{43B15210-15BF-49E9-89D2-D6EE87FE3DC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1735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sq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25740" name="Line 82">
                      <a:extLst>
                        <a:ext uri="{FF2B5EF4-FFF2-40B4-BE49-F238E27FC236}">
                          <a16:creationId xmlns:a16="http://schemas.microsoft.com/office/drawing/2014/main" id="{A32BF2A4-62A7-430B-A507-F947F80A0CA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2003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sq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25741" name="Line 83">
                      <a:extLst>
                        <a:ext uri="{FF2B5EF4-FFF2-40B4-BE49-F238E27FC236}">
                          <a16:creationId xmlns:a16="http://schemas.microsoft.com/office/drawing/2014/main" id="{33A73EBF-F77A-4806-8FD5-D019F2B4B18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2271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sq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25742" name="Line 84">
                      <a:extLst>
                        <a:ext uri="{FF2B5EF4-FFF2-40B4-BE49-F238E27FC236}">
                          <a16:creationId xmlns:a16="http://schemas.microsoft.com/office/drawing/2014/main" id="{84A42AF6-D3C9-4845-86E4-23352FD131F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2807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sq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25743" name="Line 85">
                      <a:extLst>
                        <a:ext uri="{FF2B5EF4-FFF2-40B4-BE49-F238E27FC236}">
                          <a16:creationId xmlns:a16="http://schemas.microsoft.com/office/drawing/2014/main" id="{CA65BBFF-041F-4EF2-AA1E-6AF47FDAB0A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3075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sq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25744" name="Line 86">
                      <a:extLst>
                        <a:ext uri="{FF2B5EF4-FFF2-40B4-BE49-F238E27FC236}">
                          <a16:creationId xmlns:a16="http://schemas.microsoft.com/office/drawing/2014/main" id="{2EDE68BD-F940-4887-AEEF-63EDD8BA312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3611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rnd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25745" name="Line 87">
                      <a:extLst>
                        <a:ext uri="{FF2B5EF4-FFF2-40B4-BE49-F238E27FC236}">
                          <a16:creationId xmlns:a16="http://schemas.microsoft.com/office/drawing/2014/main" id="{56847EA2-3B9F-4CA9-811C-FEF2232A080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3343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sq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25746" name="Line 88">
                      <a:extLst>
                        <a:ext uri="{FF2B5EF4-FFF2-40B4-BE49-F238E27FC236}">
                          <a16:creationId xmlns:a16="http://schemas.microsoft.com/office/drawing/2014/main" id="{932DF17D-ED96-4697-9C65-D869165CEE5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3879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sq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  <p:sp>
                  <p:nvSpPr>
                    <p:cNvPr id="25747" name="Line 89">
                      <a:extLst>
                        <a:ext uri="{FF2B5EF4-FFF2-40B4-BE49-F238E27FC236}">
                          <a16:creationId xmlns:a16="http://schemas.microsoft.com/office/drawing/2014/main" id="{E7F1FE20-7279-4B81-B46C-1FCB5108295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22" y="2539"/>
                      <a:ext cx="0" cy="268"/>
                    </a:xfrm>
                    <a:prstGeom prst="line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91240B29-F687-4F45-9708-019B960494DF}">
                        <a14:hiddenLine xmlns:a14="http://schemas.microsoft.com/office/drawing/2010/main" w="28575" cap="sq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7A77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宋体" panose="02010600030101010101" pitchFamily="2" charset="-122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25635" name="Group 90">
                  <a:extLst>
                    <a:ext uri="{FF2B5EF4-FFF2-40B4-BE49-F238E27FC236}">
                      <a16:creationId xmlns:a16="http://schemas.microsoft.com/office/drawing/2014/main" id="{10EC1D7F-02EB-4F25-91AF-8D373C4294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722" y="969"/>
                  <a:ext cx="2872" cy="498"/>
                  <a:chOff x="2722" y="969"/>
                  <a:chExt cx="2872" cy="498"/>
                </a:xfrm>
              </p:grpSpPr>
              <p:sp>
                <p:nvSpPr>
                  <p:cNvPr id="25684" name="Rectangle 91">
                    <a:extLst>
                      <a:ext uri="{FF2B5EF4-FFF2-40B4-BE49-F238E27FC236}">
                        <a16:creationId xmlns:a16="http://schemas.microsoft.com/office/drawing/2014/main" id="{74FF298E-C2B6-45BD-B3B5-632625B465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64" y="1218"/>
                    <a:ext cx="369" cy="249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A</a:t>
                    </a:r>
                  </a:p>
                </p:txBody>
              </p:sp>
              <p:sp>
                <p:nvSpPr>
                  <p:cNvPr id="25685" name="Rectangle 92">
                    <a:extLst>
                      <a:ext uri="{FF2B5EF4-FFF2-40B4-BE49-F238E27FC236}">
                        <a16:creationId xmlns:a16="http://schemas.microsoft.com/office/drawing/2014/main" id="{2F4DC7E0-C807-4CB7-B53C-9DE8DFE8B9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71" y="1218"/>
                    <a:ext cx="365" cy="249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B</a:t>
                    </a:r>
                  </a:p>
                </p:txBody>
              </p:sp>
              <p:sp>
                <p:nvSpPr>
                  <p:cNvPr id="25686" name="Rectangle 93">
                    <a:extLst>
                      <a:ext uri="{FF2B5EF4-FFF2-40B4-BE49-F238E27FC236}">
                        <a16:creationId xmlns:a16="http://schemas.microsoft.com/office/drawing/2014/main" id="{5190C171-7CEB-44CD-84AD-BE355EEE1C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97" y="1218"/>
                    <a:ext cx="364" cy="249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C</a:t>
                    </a:r>
                  </a:p>
                </p:txBody>
              </p:sp>
              <p:sp>
                <p:nvSpPr>
                  <p:cNvPr id="25687" name="Rectangle 94">
                    <a:extLst>
                      <a:ext uri="{FF2B5EF4-FFF2-40B4-BE49-F238E27FC236}">
                        <a16:creationId xmlns:a16="http://schemas.microsoft.com/office/drawing/2014/main" id="{43B8C346-A7B8-4894-BD96-66565BB7FC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22" y="1218"/>
                    <a:ext cx="301" cy="249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D</a:t>
                    </a:r>
                  </a:p>
                </p:txBody>
              </p:sp>
              <p:sp>
                <p:nvSpPr>
                  <p:cNvPr id="25688" name="Rectangle 95">
                    <a:extLst>
                      <a:ext uri="{FF2B5EF4-FFF2-40B4-BE49-F238E27FC236}">
                        <a16:creationId xmlns:a16="http://schemas.microsoft.com/office/drawing/2014/main" id="{7651DB62-CF61-46B4-A66E-B88606B62E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969"/>
                    <a:ext cx="1409" cy="249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楷体_GB2312" pitchFamily="49" charset="-122"/>
                        <a:ea typeface="楷体_GB2312" pitchFamily="49" charset="-122"/>
                        <a:cs typeface="+mn-cs"/>
                      </a:rPr>
                      <a:t>输  出</a:t>
                    </a: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（</a:t>
                    </a: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2421</a:t>
                    </a: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）</a:t>
                    </a:r>
                  </a:p>
                </p:txBody>
              </p:sp>
              <p:sp>
                <p:nvSpPr>
                  <p:cNvPr id="25689" name="Rectangle 96">
                    <a:extLst>
                      <a:ext uri="{FF2B5EF4-FFF2-40B4-BE49-F238E27FC236}">
                        <a16:creationId xmlns:a16="http://schemas.microsoft.com/office/drawing/2014/main" id="{CD1CA00D-6CB8-4791-86DF-396E155F02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22" y="969"/>
                    <a:ext cx="1289" cy="249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楷体_GB2312" pitchFamily="49" charset="-122"/>
                        <a:ea typeface="楷体_GB2312" pitchFamily="49" charset="-122"/>
                        <a:cs typeface="+mn-cs"/>
                      </a:rPr>
                      <a:t>输 入</a:t>
                    </a: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（</a:t>
                    </a: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5421</a:t>
                    </a:r>
                    <a:r>
                      <a:rPr kumimoji="0" lang="zh-CN" altLang="en-US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）</a:t>
                    </a:r>
                  </a:p>
                </p:txBody>
              </p:sp>
              <p:sp>
                <p:nvSpPr>
                  <p:cNvPr id="25690" name="Line 97">
                    <a:extLst>
                      <a:ext uri="{FF2B5EF4-FFF2-40B4-BE49-F238E27FC236}">
                        <a16:creationId xmlns:a16="http://schemas.microsoft.com/office/drawing/2014/main" id="{6A5AB9DA-823F-4AFF-A785-75E2EA323E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22" y="969"/>
                    <a:ext cx="2872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91" name="Line 98">
                    <a:extLst>
                      <a:ext uri="{FF2B5EF4-FFF2-40B4-BE49-F238E27FC236}">
                        <a16:creationId xmlns:a16="http://schemas.microsoft.com/office/drawing/2014/main" id="{1C0D8F74-6E57-485A-AD73-D9A45854C8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22" y="1218"/>
                    <a:ext cx="2872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92" name="Line 99">
                    <a:extLst>
                      <a:ext uri="{FF2B5EF4-FFF2-40B4-BE49-F238E27FC236}">
                        <a16:creationId xmlns:a16="http://schemas.microsoft.com/office/drawing/2014/main" id="{820C5A1E-8AFF-4876-A558-E8EB54A480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22" y="1467"/>
                    <a:ext cx="2872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93" name="Line 100">
                    <a:extLst>
                      <a:ext uri="{FF2B5EF4-FFF2-40B4-BE49-F238E27FC236}">
                        <a16:creationId xmlns:a16="http://schemas.microsoft.com/office/drawing/2014/main" id="{16AA04FD-AE7F-4409-868F-859CC0CA80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22" y="969"/>
                    <a:ext cx="0" cy="249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28575" cap="sq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94" name="Line 101">
                    <a:extLst>
                      <a:ext uri="{FF2B5EF4-FFF2-40B4-BE49-F238E27FC236}">
                        <a16:creationId xmlns:a16="http://schemas.microsoft.com/office/drawing/2014/main" id="{940F6F06-350F-4C76-8D2B-50578661C3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594" y="969"/>
                    <a:ext cx="0" cy="249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28575" cap="sq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95" name="Line 102">
                    <a:extLst>
                      <a:ext uri="{FF2B5EF4-FFF2-40B4-BE49-F238E27FC236}">
                        <a16:creationId xmlns:a16="http://schemas.microsoft.com/office/drawing/2014/main" id="{70F5F06C-4009-4908-BC5A-764C24ECCA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722" y="1218"/>
                    <a:ext cx="0" cy="249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28575" cap="sq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96" name="Rectangle 103">
                    <a:extLst>
                      <a:ext uri="{FF2B5EF4-FFF2-40B4-BE49-F238E27FC236}">
                        <a16:creationId xmlns:a16="http://schemas.microsoft.com/office/drawing/2014/main" id="{1C2115D8-36EE-40D9-9147-576E821761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71" y="1210"/>
                    <a:ext cx="369" cy="249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endParaRPr kumimoji="0" lang="en-US" altLang="zh-CN" sz="20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grpSp>
              <p:nvGrpSpPr>
                <p:cNvPr id="25636" name="Group 104">
                  <a:extLst>
                    <a:ext uri="{FF2B5EF4-FFF2-40B4-BE49-F238E27FC236}">
                      <a16:creationId xmlns:a16="http://schemas.microsoft.com/office/drawing/2014/main" id="{41F1CA8E-9B62-4F99-BD61-92CAFE5E3E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185" y="969"/>
                  <a:ext cx="1184" cy="3178"/>
                  <a:chOff x="4185" y="969"/>
                  <a:chExt cx="1184" cy="3178"/>
                </a:xfrm>
              </p:grpSpPr>
              <p:sp>
                <p:nvSpPr>
                  <p:cNvPr id="25637" name="Rectangle 105">
                    <a:extLst>
                      <a:ext uri="{FF2B5EF4-FFF2-40B4-BE49-F238E27FC236}">
                        <a16:creationId xmlns:a16="http://schemas.microsoft.com/office/drawing/2014/main" id="{EF6F90A1-6F76-4228-A622-C5EEB5D5B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2271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38" name="Rectangle 106">
                    <a:extLst>
                      <a:ext uri="{FF2B5EF4-FFF2-40B4-BE49-F238E27FC236}">
                        <a16:creationId xmlns:a16="http://schemas.microsoft.com/office/drawing/2014/main" id="{1C87A0E8-068E-4154-BECD-B3086057AD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2271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39" name="Rectangle 107">
                    <a:extLst>
                      <a:ext uri="{FF2B5EF4-FFF2-40B4-BE49-F238E27FC236}">
                        <a16:creationId xmlns:a16="http://schemas.microsoft.com/office/drawing/2014/main" id="{54B97E29-7088-469C-92CA-A6E524B8BD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2271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40" name="Rectangle 108">
                    <a:extLst>
                      <a:ext uri="{FF2B5EF4-FFF2-40B4-BE49-F238E27FC236}">
                        <a16:creationId xmlns:a16="http://schemas.microsoft.com/office/drawing/2014/main" id="{C568170C-A94D-4A4F-8408-4C468B4F94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2271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41" name="Rectangle 109">
                    <a:extLst>
                      <a:ext uri="{FF2B5EF4-FFF2-40B4-BE49-F238E27FC236}">
                        <a16:creationId xmlns:a16="http://schemas.microsoft.com/office/drawing/2014/main" id="{64A42EBE-E184-4D16-98C2-1D609B94E7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3611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42" name="Rectangle 110">
                    <a:extLst>
                      <a:ext uri="{FF2B5EF4-FFF2-40B4-BE49-F238E27FC236}">
                        <a16:creationId xmlns:a16="http://schemas.microsoft.com/office/drawing/2014/main" id="{561EADBD-2E18-430E-84DA-F0C74FD47C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3611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43" name="Rectangle 111">
                    <a:extLst>
                      <a:ext uri="{FF2B5EF4-FFF2-40B4-BE49-F238E27FC236}">
                        <a16:creationId xmlns:a16="http://schemas.microsoft.com/office/drawing/2014/main" id="{F7F1BCCF-ED87-4E3C-8FC5-4B5CBF6837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3611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44" name="Rectangle 112">
                    <a:extLst>
                      <a:ext uri="{FF2B5EF4-FFF2-40B4-BE49-F238E27FC236}">
                        <a16:creationId xmlns:a16="http://schemas.microsoft.com/office/drawing/2014/main" id="{F1084808-9E9A-4417-8F7A-8D8C42482A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3611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45" name="Rectangle 113">
                    <a:extLst>
                      <a:ext uri="{FF2B5EF4-FFF2-40B4-BE49-F238E27FC236}">
                        <a16:creationId xmlns:a16="http://schemas.microsoft.com/office/drawing/2014/main" id="{A7F58196-083E-497D-A877-4755E54125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3879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46" name="Rectangle 114">
                    <a:extLst>
                      <a:ext uri="{FF2B5EF4-FFF2-40B4-BE49-F238E27FC236}">
                        <a16:creationId xmlns:a16="http://schemas.microsoft.com/office/drawing/2014/main" id="{C2840C80-8B7A-406F-9DA1-27FC4CC1AA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3879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47" name="Rectangle 115">
                    <a:extLst>
                      <a:ext uri="{FF2B5EF4-FFF2-40B4-BE49-F238E27FC236}">
                        <a16:creationId xmlns:a16="http://schemas.microsoft.com/office/drawing/2014/main" id="{F08C946F-91DC-4AF6-A138-BC950861C2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3879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48" name="Rectangle 116">
                    <a:extLst>
                      <a:ext uri="{FF2B5EF4-FFF2-40B4-BE49-F238E27FC236}">
                        <a16:creationId xmlns:a16="http://schemas.microsoft.com/office/drawing/2014/main" id="{7773320F-00DE-4A72-9FBD-A5E0B9DD99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3879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49" name="Rectangle 117">
                    <a:extLst>
                      <a:ext uri="{FF2B5EF4-FFF2-40B4-BE49-F238E27FC236}">
                        <a16:creationId xmlns:a16="http://schemas.microsoft.com/office/drawing/2014/main" id="{24A1B4FE-B168-472A-A054-CFA0C8F33E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3343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50" name="Rectangle 118">
                    <a:extLst>
                      <a:ext uri="{FF2B5EF4-FFF2-40B4-BE49-F238E27FC236}">
                        <a16:creationId xmlns:a16="http://schemas.microsoft.com/office/drawing/2014/main" id="{EB979130-BD06-4FC8-8E49-78D73BBA82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3343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51" name="Rectangle 119">
                    <a:extLst>
                      <a:ext uri="{FF2B5EF4-FFF2-40B4-BE49-F238E27FC236}">
                        <a16:creationId xmlns:a16="http://schemas.microsoft.com/office/drawing/2014/main" id="{2F36AFA4-F790-4EEC-93C9-1A642EEBCD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3343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52" name="Rectangle 120">
                    <a:extLst>
                      <a:ext uri="{FF2B5EF4-FFF2-40B4-BE49-F238E27FC236}">
                        <a16:creationId xmlns:a16="http://schemas.microsoft.com/office/drawing/2014/main" id="{298DC210-2D07-45F9-B5D0-7CEF41B83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3343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53" name="Rectangle 121">
                    <a:extLst>
                      <a:ext uri="{FF2B5EF4-FFF2-40B4-BE49-F238E27FC236}">
                        <a16:creationId xmlns:a16="http://schemas.microsoft.com/office/drawing/2014/main" id="{78578EB8-44BF-4F49-BD30-27026A46BB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3075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54" name="Rectangle 122">
                    <a:extLst>
                      <a:ext uri="{FF2B5EF4-FFF2-40B4-BE49-F238E27FC236}">
                        <a16:creationId xmlns:a16="http://schemas.microsoft.com/office/drawing/2014/main" id="{BC2A9A03-6DE2-483E-9754-1DD9909FC6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3075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55" name="Rectangle 123">
                    <a:extLst>
                      <a:ext uri="{FF2B5EF4-FFF2-40B4-BE49-F238E27FC236}">
                        <a16:creationId xmlns:a16="http://schemas.microsoft.com/office/drawing/2014/main" id="{93B6EE0F-5494-4D62-8F59-4D9937E20C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3075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56" name="Rectangle 124">
                    <a:extLst>
                      <a:ext uri="{FF2B5EF4-FFF2-40B4-BE49-F238E27FC236}">
                        <a16:creationId xmlns:a16="http://schemas.microsoft.com/office/drawing/2014/main" id="{46521D45-F293-4480-9B7D-80BBE04D00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3075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57" name="Rectangle 125">
                    <a:extLst>
                      <a:ext uri="{FF2B5EF4-FFF2-40B4-BE49-F238E27FC236}">
                        <a16:creationId xmlns:a16="http://schemas.microsoft.com/office/drawing/2014/main" id="{0CCD3FAC-3AF8-45C9-8408-7437E9CDA1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2807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58" name="Rectangle 126">
                    <a:extLst>
                      <a:ext uri="{FF2B5EF4-FFF2-40B4-BE49-F238E27FC236}">
                        <a16:creationId xmlns:a16="http://schemas.microsoft.com/office/drawing/2014/main" id="{FC8349F7-D8F6-4FE8-A0FC-C9F0D41DB6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2807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59" name="Rectangle 127">
                    <a:extLst>
                      <a:ext uri="{FF2B5EF4-FFF2-40B4-BE49-F238E27FC236}">
                        <a16:creationId xmlns:a16="http://schemas.microsoft.com/office/drawing/2014/main" id="{70F171AF-B8B7-4C3B-8CD3-7B48112FE0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2807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60" name="Rectangle 128">
                    <a:extLst>
                      <a:ext uri="{FF2B5EF4-FFF2-40B4-BE49-F238E27FC236}">
                        <a16:creationId xmlns:a16="http://schemas.microsoft.com/office/drawing/2014/main" id="{9D754C8B-E734-4EDE-A03F-8B6F16C405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2807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99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61" name="Rectangle 129">
                    <a:extLst>
                      <a:ext uri="{FF2B5EF4-FFF2-40B4-BE49-F238E27FC236}">
                        <a16:creationId xmlns:a16="http://schemas.microsoft.com/office/drawing/2014/main" id="{8CFB647D-B617-45B1-9264-70DA0EBE8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2539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62" name="Rectangle 130">
                    <a:extLst>
                      <a:ext uri="{FF2B5EF4-FFF2-40B4-BE49-F238E27FC236}">
                        <a16:creationId xmlns:a16="http://schemas.microsoft.com/office/drawing/2014/main" id="{252E919E-BEEE-4DC6-8A11-B9E9F17774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2539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63" name="Rectangle 131">
                    <a:extLst>
                      <a:ext uri="{FF2B5EF4-FFF2-40B4-BE49-F238E27FC236}">
                        <a16:creationId xmlns:a16="http://schemas.microsoft.com/office/drawing/2014/main" id="{BA12FA10-C89C-46CA-9B64-BECB693EFB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2539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64" name="Rectangle 132">
                    <a:extLst>
                      <a:ext uri="{FF2B5EF4-FFF2-40B4-BE49-F238E27FC236}">
                        <a16:creationId xmlns:a16="http://schemas.microsoft.com/office/drawing/2014/main" id="{0C350BEA-2128-40B7-B87F-231D63C456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2539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65" name="Rectangle 133">
                    <a:extLst>
                      <a:ext uri="{FF2B5EF4-FFF2-40B4-BE49-F238E27FC236}">
                        <a16:creationId xmlns:a16="http://schemas.microsoft.com/office/drawing/2014/main" id="{4DAF5CFD-2572-4342-AC50-FF4A967973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2003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66" name="Rectangle 134">
                    <a:extLst>
                      <a:ext uri="{FF2B5EF4-FFF2-40B4-BE49-F238E27FC236}">
                        <a16:creationId xmlns:a16="http://schemas.microsoft.com/office/drawing/2014/main" id="{46EDD948-DAFC-4A74-BCC3-0FA8AE960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2003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67" name="Rectangle 135">
                    <a:extLst>
                      <a:ext uri="{FF2B5EF4-FFF2-40B4-BE49-F238E27FC236}">
                        <a16:creationId xmlns:a16="http://schemas.microsoft.com/office/drawing/2014/main" id="{277A4D59-FC24-44E3-9C69-0CE4E9FD13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2003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68" name="Rectangle 136">
                    <a:extLst>
                      <a:ext uri="{FF2B5EF4-FFF2-40B4-BE49-F238E27FC236}">
                        <a16:creationId xmlns:a16="http://schemas.microsoft.com/office/drawing/2014/main" id="{1C923ACD-7EB8-4B54-BF98-85BF88A94A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2003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69" name="Rectangle 137">
                    <a:extLst>
                      <a:ext uri="{FF2B5EF4-FFF2-40B4-BE49-F238E27FC236}">
                        <a16:creationId xmlns:a16="http://schemas.microsoft.com/office/drawing/2014/main" id="{5F7921DA-0253-4110-B447-767E90CD24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1735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5670" name="Rectangle 138">
                    <a:extLst>
                      <a:ext uri="{FF2B5EF4-FFF2-40B4-BE49-F238E27FC236}">
                        <a16:creationId xmlns:a16="http://schemas.microsoft.com/office/drawing/2014/main" id="{4C1BF93D-9E1D-4581-8C2D-05FBAC0828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1735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71" name="Rectangle 139">
                    <a:extLst>
                      <a:ext uri="{FF2B5EF4-FFF2-40B4-BE49-F238E27FC236}">
                        <a16:creationId xmlns:a16="http://schemas.microsoft.com/office/drawing/2014/main" id="{EAC1F02E-567C-42CF-9675-736063C014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1735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72" name="Rectangle 140">
                    <a:extLst>
                      <a:ext uri="{FF2B5EF4-FFF2-40B4-BE49-F238E27FC236}">
                        <a16:creationId xmlns:a16="http://schemas.microsoft.com/office/drawing/2014/main" id="{0CAF170B-6C9D-4620-B7F3-B677A68ACD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1735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73" name="Rectangle 141">
                    <a:extLst>
                      <a:ext uri="{FF2B5EF4-FFF2-40B4-BE49-F238E27FC236}">
                        <a16:creationId xmlns:a16="http://schemas.microsoft.com/office/drawing/2014/main" id="{182BA2C4-508E-4A38-80AA-3A89FE5FF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1467"/>
                    <a:ext cx="31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74" name="Rectangle 142">
                    <a:extLst>
                      <a:ext uri="{FF2B5EF4-FFF2-40B4-BE49-F238E27FC236}">
                        <a16:creationId xmlns:a16="http://schemas.microsoft.com/office/drawing/2014/main" id="{B377A52C-B07E-4C89-997B-C0A47FC922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1467"/>
                    <a:ext cx="364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75" name="Rectangle 143">
                    <a:extLst>
                      <a:ext uri="{FF2B5EF4-FFF2-40B4-BE49-F238E27FC236}">
                        <a16:creationId xmlns:a16="http://schemas.microsoft.com/office/drawing/2014/main" id="{A670C292-25F1-42DA-A62B-5358959B74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1467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76" name="Rectangle 144">
                    <a:extLst>
                      <a:ext uri="{FF2B5EF4-FFF2-40B4-BE49-F238E27FC236}">
                        <a16:creationId xmlns:a16="http://schemas.microsoft.com/office/drawing/2014/main" id="{68411143-2BDE-4166-9793-F889932627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1467"/>
                    <a:ext cx="365" cy="268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2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0</a:t>
                    </a:r>
                  </a:p>
                </p:txBody>
              </p:sp>
              <p:sp>
                <p:nvSpPr>
                  <p:cNvPr id="25677" name="Rectangle 145">
                    <a:extLst>
                      <a:ext uri="{FF2B5EF4-FFF2-40B4-BE49-F238E27FC236}">
                        <a16:creationId xmlns:a16="http://schemas.microsoft.com/office/drawing/2014/main" id="{9933BFEF-08F3-43C2-BADA-FAFED77EE0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54" y="1218"/>
                    <a:ext cx="315" cy="249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Y0</a:t>
                    </a:r>
                  </a:p>
                </p:txBody>
              </p:sp>
              <p:sp>
                <p:nvSpPr>
                  <p:cNvPr id="25678" name="Rectangle 146">
                    <a:extLst>
                      <a:ext uri="{FF2B5EF4-FFF2-40B4-BE49-F238E27FC236}">
                        <a16:creationId xmlns:a16="http://schemas.microsoft.com/office/drawing/2014/main" id="{AA1B7281-B4B4-4FBB-9347-6B6DB87D95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44" y="1218"/>
                    <a:ext cx="364" cy="249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Y1</a:t>
                    </a:r>
                  </a:p>
                </p:txBody>
              </p:sp>
              <p:sp>
                <p:nvSpPr>
                  <p:cNvPr id="25679" name="Rectangle 147">
                    <a:extLst>
                      <a:ext uri="{FF2B5EF4-FFF2-40B4-BE49-F238E27FC236}">
                        <a16:creationId xmlns:a16="http://schemas.microsoft.com/office/drawing/2014/main" id="{D0827E9D-8304-472D-B532-5CC0B93066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69" y="1218"/>
                    <a:ext cx="365" cy="249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Y2</a:t>
                    </a:r>
                  </a:p>
                </p:txBody>
              </p:sp>
              <p:sp>
                <p:nvSpPr>
                  <p:cNvPr id="25680" name="Rectangle 148">
                    <a:extLst>
                      <a:ext uri="{FF2B5EF4-FFF2-40B4-BE49-F238E27FC236}">
                        <a16:creationId xmlns:a16="http://schemas.microsoft.com/office/drawing/2014/main" id="{AA1A17DB-5E51-49BC-AEBC-762FFCC3BC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85" y="1218"/>
                    <a:ext cx="365" cy="249"/>
                  </a:xfrm>
                  <a:prstGeom prst="rect">
                    <a:avLst/>
                  </a:prstGeom>
                  <a:solidFill>
                    <a:srgbClr val="FFFFFF">
                      <a:alpha val="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DC5900"/>
                      </a:buClr>
                      <a:buSzPct val="75000"/>
                      <a:buFont typeface="Wingdings" panose="05000000000000000000" pitchFamily="2" charset="2"/>
                      <a:buNone/>
                      <a:tabLst/>
                      <a:defRPr/>
                    </a:pPr>
                    <a:r>
                      <a:rPr kumimoji="0" lang="en-US" altLang="zh-CN" sz="2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anose="02020603050405020304" pitchFamily="18" charset="0"/>
                        <a:ea typeface="宋体" panose="02010600030101010101" pitchFamily="2" charset="-122"/>
                        <a:cs typeface="+mn-cs"/>
                      </a:rPr>
                      <a:t>Y3</a:t>
                    </a:r>
                  </a:p>
                </p:txBody>
              </p:sp>
              <p:sp>
                <p:nvSpPr>
                  <p:cNvPr id="25681" name="Line 149">
                    <a:extLst>
                      <a:ext uri="{FF2B5EF4-FFF2-40B4-BE49-F238E27FC236}">
                        <a16:creationId xmlns:a16="http://schemas.microsoft.com/office/drawing/2014/main" id="{0433B27B-A9D3-4AEC-9DCC-C2961C3F08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185" y="969"/>
                    <a:ext cx="0" cy="3178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82" name="Line 150">
                    <a:extLst>
                      <a:ext uri="{FF2B5EF4-FFF2-40B4-BE49-F238E27FC236}">
                        <a16:creationId xmlns:a16="http://schemas.microsoft.com/office/drawing/2014/main" id="{B1061BC5-959E-4556-873F-5261A6043B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69" y="1218"/>
                    <a:ext cx="0" cy="249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28575" cap="sq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25683" name="Line 151">
                    <a:extLst>
                      <a:ext uri="{FF2B5EF4-FFF2-40B4-BE49-F238E27FC236}">
                        <a16:creationId xmlns:a16="http://schemas.microsoft.com/office/drawing/2014/main" id="{D5EEBD75-44D8-4479-A0CB-C116D71D56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360" y="1239"/>
                    <a:ext cx="0" cy="2906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12" name="Group 152">
            <a:extLst>
              <a:ext uri="{FF2B5EF4-FFF2-40B4-BE49-F238E27FC236}">
                <a16:creationId xmlns:a16="http://schemas.microsoft.com/office/drawing/2014/main" id="{B7999D20-BA7E-47B6-BE56-3237856EED8F}"/>
              </a:ext>
            </a:extLst>
          </p:cNvPr>
          <p:cNvGrpSpPr>
            <a:grpSpLocks/>
          </p:cNvGrpSpPr>
          <p:nvPr/>
        </p:nvGrpSpPr>
        <p:grpSpPr bwMode="auto">
          <a:xfrm>
            <a:off x="8523288" y="2327275"/>
            <a:ext cx="620712" cy="4256088"/>
            <a:chOff x="5369" y="1466"/>
            <a:chExt cx="391" cy="2681"/>
          </a:xfrm>
        </p:grpSpPr>
        <p:sp>
          <p:nvSpPr>
            <p:cNvPr id="25610" name="Line 153">
              <a:extLst>
                <a:ext uri="{FF2B5EF4-FFF2-40B4-BE49-F238E27FC236}">
                  <a16:creationId xmlns:a16="http://schemas.microsoft.com/office/drawing/2014/main" id="{FB404693-3115-4F14-A4B9-BCD85102DD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1467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1" name="Line 154">
              <a:extLst>
                <a:ext uri="{FF2B5EF4-FFF2-40B4-BE49-F238E27FC236}">
                  <a16:creationId xmlns:a16="http://schemas.microsoft.com/office/drawing/2014/main" id="{E7F1D4D5-2A7F-49B8-BB1D-0C957A94EB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1735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2" name="Line 155">
              <a:extLst>
                <a:ext uri="{FF2B5EF4-FFF2-40B4-BE49-F238E27FC236}">
                  <a16:creationId xmlns:a16="http://schemas.microsoft.com/office/drawing/2014/main" id="{7BE7A392-B46C-47E7-B0C5-A2F0E6094D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2003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3" name="Line 156">
              <a:extLst>
                <a:ext uri="{FF2B5EF4-FFF2-40B4-BE49-F238E27FC236}">
                  <a16:creationId xmlns:a16="http://schemas.microsoft.com/office/drawing/2014/main" id="{923EA10D-6719-4188-8E41-F3D935FD84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2271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4" name="Line 157">
              <a:extLst>
                <a:ext uri="{FF2B5EF4-FFF2-40B4-BE49-F238E27FC236}">
                  <a16:creationId xmlns:a16="http://schemas.microsoft.com/office/drawing/2014/main" id="{91976EE2-B322-455E-829C-1E1868396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2807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5" name="Line 158">
              <a:extLst>
                <a:ext uri="{FF2B5EF4-FFF2-40B4-BE49-F238E27FC236}">
                  <a16:creationId xmlns:a16="http://schemas.microsoft.com/office/drawing/2014/main" id="{223BB38C-0147-4CC3-8779-72BE508816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3075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6" name="Line 159">
              <a:extLst>
                <a:ext uri="{FF2B5EF4-FFF2-40B4-BE49-F238E27FC236}">
                  <a16:creationId xmlns:a16="http://schemas.microsoft.com/office/drawing/2014/main" id="{93B1B939-4723-4688-B662-93D9F2078F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3343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7" name="Line 160">
              <a:extLst>
                <a:ext uri="{FF2B5EF4-FFF2-40B4-BE49-F238E27FC236}">
                  <a16:creationId xmlns:a16="http://schemas.microsoft.com/office/drawing/2014/main" id="{FB963DDB-A37A-4C89-AC0D-5F2F718101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3611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8" name="Line 161">
              <a:extLst>
                <a:ext uri="{FF2B5EF4-FFF2-40B4-BE49-F238E27FC236}">
                  <a16:creationId xmlns:a16="http://schemas.microsoft.com/office/drawing/2014/main" id="{4B022AA4-65E1-469E-BED4-1F95C6A024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3879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19" name="Line 162">
              <a:extLst>
                <a:ext uri="{FF2B5EF4-FFF2-40B4-BE49-F238E27FC236}">
                  <a16:creationId xmlns:a16="http://schemas.microsoft.com/office/drawing/2014/main" id="{F17A9436-D517-4385-AA91-492C747CBF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9" y="2539"/>
              <a:ext cx="0" cy="26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28575" cap="sq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620" name="Rectangle 163">
              <a:extLst>
                <a:ext uri="{FF2B5EF4-FFF2-40B4-BE49-F238E27FC236}">
                  <a16:creationId xmlns:a16="http://schemas.microsoft.com/office/drawing/2014/main" id="{A738C4E4-276C-4248-8795-004FA4D13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2270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5621" name="Rectangle 164">
              <a:extLst>
                <a:ext uri="{FF2B5EF4-FFF2-40B4-BE49-F238E27FC236}">
                  <a16:creationId xmlns:a16="http://schemas.microsoft.com/office/drawing/2014/main" id="{D63829ED-2667-4CA5-9723-A767159B5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3610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14</a:t>
              </a:r>
            </a:p>
          </p:txBody>
        </p:sp>
        <p:sp>
          <p:nvSpPr>
            <p:cNvPr id="25622" name="Rectangle 165">
              <a:extLst>
                <a:ext uri="{FF2B5EF4-FFF2-40B4-BE49-F238E27FC236}">
                  <a16:creationId xmlns:a16="http://schemas.microsoft.com/office/drawing/2014/main" id="{DCE40BD3-45BF-4C0B-BC60-19E9A6E62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3878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25623" name="Rectangle 166">
              <a:extLst>
                <a:ext uri="{FF2B5EF4-FFF2-40B4-BE49-F238E27FC236}">
                  <a16:creationId xmlns:a16="http://schemas.microsoft.com/office/drawing/2014/main" id="{59DDD03F-4452-466F-9573-55051F4C9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3342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13</a:t>
              </a:r>
            </a:p>
          </p:txBody>
        </p:sp>
        <p:sp>
          <p:nvSpPr>
            <p:cNvPr id="25624" name="Rectangle 167">
              <a:extLst>
                <a:ext uri="{FF2B5EF4-FFF2-40B4-BE49-F238E27FC236}">
                  <a16:creationId xmlns:a16="http://schemas.microsoft.com/office/drawing/2014/main" id="{B88D104D-1577-4177-9A23-AC6BAF5D2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3074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12</a:t>
              </a:r>
            </a:p>
          </p:txBody>
        </p:sp>
        <p:sp>
          <p:nvSpPr>
            <p:cNvPr id="25625" name="Rectangle 168">
              <a:extLst>
                <a:ext uri="{FF2B5EF4-FFF2-40B4-BE49-F238E27FC236}">
                  <a16:creationId xmlns:a16="http://schemas.microsoft.com/office/drawing/2014/main" id="{2AAC3B5D-93A5-4D91-87F3-1FFE17D9D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2806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25626" name="Rectangle 169">
              <a:extLst>
                <a:ext uri="{FF2B5EF4-FFF2-40B4-BE49-F238E27FC236}">
                  <a16:creationId xmlns:a16="http://schemas.microsoft.com/office/drawing/2014/main" id="{5EFAEC6D-F97C-45AF-9670-1ED94957C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2538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5627" name="Rectangle 170">
              <a:extLst>
                <a:ext uri="{FF2B5EF4-FFF2-40B4-BE49-F238E27FC236}">
                  <a16:creationId xmlns:a16="http://schemas.microsoft.com/office/drawing/2014/main" id="{4AAFF8B7-5F4F-491C-813F-B0F8F2993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2002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5628" name="Rectangle 171">
              <a:extLst>
                <a:ext uri="{FF2B5EF4-FFF2-40B4-BE49-F238E27FC236}">
                  <a16:creationId xmlns:a16="http://schemas.microsoft.com/office/drawing/2014/main" id="{87D08358-DC1D-45D5-B11A-E9812F90B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1734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5629" name="Rectangle 172">
              <a:extLst>
                <a:ext uri="{FF2B5EF4-FFF2-40B4-BE49-F238E27FC236}">
                  <a16:creationId xmlns:a16="http://schemas.microsoft.com/office/drawing/2014/main" id="{7382B0E6-CEC2-4BF1-A3CC-30ABC0E95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2" y="1466"/>
              <a:ext cx="378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3094111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1000"/>
                                        <p:tgtEl>
                                          <p:spTgt spid="197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97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3" dur="1000"/>
                                        <p:tgtEl>
                                          <p:spTgt spid="197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34" grpId="0"/>
      <p:bldP spid="197635" grpId="0"/>
      <p:bldP spid="197636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Text Box 2">
            <a:extLst>
              <a:ext uri="{FF2B5EF4-FFF2-40B4-BE49-F238E27FC236}">
                <a16:creationId xmlns:a16="http://schemas.microsoft.com/office/drawing/2014/main" id="{75BADD65-201A-428A-BF00-33627F5731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463" y="581025"/>
            <a:ext cx="8356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例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4: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用四位全加器实现两个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8421BCD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码加法运算</a:t>
            </a:r>
          </a:p>
        </p:txBody>
      </p:sp>
      <p:sp>
        <p:nvSpPr>
          <p:cNvPr id="179203" name="Text Box 3">
            <a:extLst>
              <a:ext uri="{FF2B5EF4-FFF2-40B4-BE49-F238E27FC236}">
                <a16:creationId xmlns:a16="http://schemas.microsoft.com/office/drawing/2014/main" id="{F0A378C2-F01C-494E-B8E1-BBFA17C73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388" y="1219200"/>
            <a:ext cx="8185150" cy="4144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解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:</a:t>
            </a:r>
          </a:p>
          <a:p>
            <a:pPr marL="0" marR="0" lvl="0" indent="0" algn="l" defTabSz="914400" rtl="0" eaLnBrk="1" fontAlgn="base" latinLnBrk="0" hangingPunct="1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① 8421BCD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码是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4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位二进制代码组成，两个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8421BCD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码相加所表示的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1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位十进制相加之和只可能在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0-19(=9+9+1)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之间</a:t>
            </a:r>
            <a:r>
              <a:rPr kumimoji="0" lang="zh-CN" alt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。</a:t>
            </a:r>
          </a:p>
          <a:p>
            <a:pPr marL="0" marR="0" lvl="0" indent="0" algn="l" defTabSz="914400" rtl="0" eaLnBrk="1" fontAlgn="base" latinLnBrk="0" hangingPunct="1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② 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两位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码和的本位最高输出只能是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1001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，超过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1001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必须向高位进位。因此，不能直接用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4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位全加器实现两个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码相加。</a:t>
            </a:r>
          </a:p>
          <a:p>
            <a:pPr marL="0" marR="0" lvl="0" indent="0" algn="l" defTabSz="914400" rtl="0" eaLnBrk="1" fontAlgn="base" latinLnBrk="0" hangingPunct="1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③ 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需要分析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“</a:t>
            </a:r>
            <a:r>
              <a:rPr kumimoji="0" lang="en-US" altLang="zh-CN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码相加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”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和 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“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二进制相加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”</a:t>
            </a: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的特点。</a:t>
            </a:r>
          </a:p>
        </p:txBody>
      </p:sp>
    </p:spTree>
    <p:extLst>
      <p:ext uri="{BB962C8B-B14F-4D97-AF65-F5344CB8AC3E}">
        <p14:creationId xmlns:p14="http://schemas.microsoft.com/office/powerpoint/2010/main" val="2750791559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92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9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9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792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79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79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202" grpId="0"/>
      <p:bldP spid="179203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Line 170">
            <a:extLst>
              <a:ext uri="{FF2B5EF4-FFF2-40B4-BE49-F238E27FC236}">
                <a16:creationId xmlns:a16="http://schemas.microsoft.com/office/drawing/2014/main" id="{6B4B8ADF-8594-46C0-8FA6-2B13C9D6DB4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7921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51" name="Line 171">
            <a:extLst>
              <a:ext uri="{FF2B5EF4-FFF2-40B4-BE49-F238E27FC236}">
                <a16:creationId xmlns:a16="http://schemas.microsoft.com/office/drawing/2014/main" id="{FC93EB68-4888-4930-8988-7E08C8F901D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10747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52" name="Line 172">
            <a:extLst>
              <a:ext uri="{FF2B5EF4-FFF2-40B4-BE49-F238E27FC236}">
                <a16:creationId xmlns:a16="http://schemas.microsoft.com/office/drawing/2014/main" id="{55A82F04-CFA0-4400-86C3-53F263B69C6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14001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53" name="Line 173">
            <a:extLst>
              <a:ext uri="{FF2B5EF4-FFF2-40B4-BE49-F238E27FC236}">
                <a16:creationId xmlns:a16="http://schemas.microsoft.com/office/drawing/2014/main" id="{A725BD85-BFC1-43C4-A644-127F6CC9DF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16541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54" name="Line 174">
            <a:extLst>
              <a:ext uri="{FF2B5EF4-FFF2-40B4-BE49-F238E27FC236}">
                <a16:creationId xmlns:a16="http://schemas.microsoft.com/office/drawing/2014/main" id="{BCD75A92-0633-483F-9513-16C08537585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22050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55" name="Line 175">
            <a:extLst>
              <a:ext uri="{FF2B5EF4-FFF2-40B4-BE49-F238E27FC236}">
                <a16:creationId xmlns:a16="http://schemas.microsoft.com/office/drawing/2014/main" id="{4E9AF1FC-DF60-4A09-82CD-F2AA6FDBF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24876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56" name="Line 176">
            <a:extLst>
              <a:ext uri="{FF2B5EF4-FFF2-40B4-BE49-F238E27FC236}">
                <a16:creationId xmlns:a16="http://schemas.microsoft.com/office/drawing/2014/main" id="{48062BC5-78E6-4C7A-A288-9948CD539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30099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57" name="Line 177">
            <a:extLst>
              <a:ext uri="{FF2B5EF4-FFF2-40B4-BE49-F238E27FC236}">
                <a16:creationId xmlns:a16="http://schemas.microsoft.com/office/drawing/2014/main" id="{C0AABEED-A979-4980-9DBF-F0239E7125B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27416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58" name="Line 178">
            <a:extLst>
              <a:ext uri="{FF2B5EF4-FFF2-40B4-BE49-F238E27FC236}">
                <a16:creationId xmlns:a16="http://schemas.microsoft.com/office/drawing/2014/main" id="{FCD57119-5929-481A-8B6D-B8F0420296B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33067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59" name="Line 179">
            <a:extLst>
              <a:ext uri="{FF2B5EF4-FFF2-40B4-BE49-F238E27FC236}">
                <a16:creationId xmlns:a16="http://schemas.microsoft.com/office/drawing/2014/main" id="{A280E51C-4560-4A8A-B544-1236A1701F7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19224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0" name="Line 188">
            <a:extLst>
              <a:ext uri="{FF2B5EF4-FFF2-40B4-BE49-F238E27FC236}">
                <a16:creationId xmlns:a16="http://schemas.microsoft.com/office/drawing/2014/main" id="{C0C97072-D721-464E-A359-71AB1BCCFB44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2725" y="73025"/>
            <a:ext cx="0" cy="3952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1" name="Line 189">
            <a:extLst>
              <a:ext uri="{FF2B5EF4-FFF2-40B4-BE49-F238E27FC236}">
                <a16:creationId xmlns:a16="http://schemas.microsoft.com/office/drawing/2014/main" id="{57383927-CA04-4388-BF15-12E3ADADE62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2025" y="73025"/>
            <a:ext cx="0" cy="3952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2" name="Line 190">
            <a:extLst>
              <a:ext uri="{FF2B5EF4-FFF2-40B4-BE49-F238E27FC236}">
                <a16:creationId xmlns:a16="http://schemas.microsoft.com/office/drawing/2014/main" id="{05A876C3-18BE-4F28-9954-05892AF22B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468313"/>
            <a:ext cx="0" cy="3952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3" name="Line 237">
            <a:extLst>
              <a:ext uri="{FF2B5EF4-FFF2-40B4-BE49-F238E27FC236}">
                <a16:creationId xmlns:a16="http://schemas.microsoft.com/office/drawing/2014/main" id="{BF9E9FF9-3826-4589-9ED5-ADE36F24541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12100" y="468313"/>
            <a:ext cx="0" cy="3952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4" name="Rectangle 239">
            <a:extLst>
              <a:ext uri="{FF2B5EF4-FFF2-40B4-BE49-F238E27FC236}">
                <a16:creationId xmlns:a16="http://schemas.microsoft.com/office/drawing/2014/main" id="{F0E505B5-82A9-4EAF-B153-6169042FF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875" y="58738"/>
            <a:ext cx="1481138" cy="3952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C5900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十进制数</a:t>
            </a:r>
            <a:endParaRPr kumimoji="0" lang="zh-CN" alt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5" name="Line 266">
            <a:extLst>
              <a:ext uri="{FF2B5EF4-FFF2-40B4-BE49-F238E27FC236}">
                <a16:creationId xmlns:a16="http://schemas.microsoft.com/office/drawing/2014/main" id="{E78AF5F0-A8EE-4925-959C-ED7DB0F43E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8650" y="36893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6" name="Line 267">
            <a:extLst>
              <a:ext uri="{FF2B5EF4-FFF2-40B4-BE49-F238E27FC236}">
                <a16:creationId xmlns:a16="http://schemas.microsoft.com/office/drawing/2014/main" id="{3EA993AD-FAF0-46D4-A68C-39F63083688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8650" y="42687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7" name="Line 268">
            <a:extLst>
              <a:ext uri="{FF2B5EF4-FFF2-40B4-BE49-F238E27FC236}">
                <a16:creationId xmlns:a16="http://schemas.microsoft.com/office/drawing/2014/main" id="{78EAB60B-FEA0-41A2-AD89-BAA87E8333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8650" y="39576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8" name="Line 269">
            <a:extLst>
              <a:ext uri="{FF2B5EF4-FFF2-40B4-BE49-F238E27FC236}">
                <a16:creationId xmlns:a16="http://schemas.microsoft.com/office/drawing/2014/main" id="{6FEAAA25-F42B-4D57-B6A6-D4DC081852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8650" y="45799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69" name="Line 290">
            <a:extLst>
              <a:ext uri="{FF2B5EF4-FFF2-40B4-BE49-F238E27FC236}">
                <a16:creationId xmlns:a16="http://schemas.microsoft.com/office/drawing/2014/main" id="{A6E55DBE-56D2-4DCB-820A-60B2312047C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0238" y="48768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0" name="Line 291">
            <a:extLst>
              <a:ext uri="{FF2B5EF4-FFF2-40B4-BE49-F238E27FC236}">
                <a16:creationId xmlns:a16="http://schemas.microsoft.com/office/drawing/2014/main" id="{0BA4A71A-CC95-4FD4-BA6F-98B936DE4C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0238" y="54848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1" name="Line 292">
            <a:extLst>
              <a:ext uri="{FF2B5EF4-FFF2-40B4-BE49-F238E27FC236}">
                <a16:creationId xmlns:a16="http://schemas.microsoft.com/office/drawing/2014/main" id="{03983AB4-1E31-4F04-85B5-F3FDF44C535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0238" y="51308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2" name="Line 307">
            <a:extLst>
              <a:ext uri="{FF2B5EF4-FFF2-40B4-BE49-F238E27FC236}">
                <a16:creationId xmlns:a16="http://schemas.microsoft.com/office/drawing/2014/main" id="{FE9AB95C-C8A7-4513-AE48-CED98BA260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1825" y="57292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3" name="Line 312">
            <a:extLst>
              <a:ext uri="{FF2B5EF4-FFF2-40B4-BE49-F238E27FC236}">
                <a16:creationId xmlns:a16="http://schemas.microsoft.com/office/drawing/2014/main" id="{D67B5406-92F8-4804-8C89-50BED80FBB0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1825" y="602932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4" name="Line 317">
            <a:extLst>
              <a:ext uri="{FF2B5EF4-FFF2-40B4-BE49-F238E27FC236}">
                <a16:creationId xmlns:a16="http://schemas.microsoft.com/office/drawing/2014/main" id="{98EB82B1-D9C5-4FA9-909B-A127E1EEC0F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1825" y="63436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5" name="Line 360">
            <a:extLst>
              <a:ext uri="{FF2B5EF4-FFF2-40B4-BE49-F238E27FC236}">
                <a16:creationId xmlns:a16="http://schemas.microsoft.com/office/drawing/2014/main" id="{AD394E5C-1F77-4D60-9F7D-9364646C00A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6651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6" name="Line 361">
            <a:extLst>
              <a:ext uri="{FF2B5EF4-FFF2-40B4-BE49-F238E27FC236}">
                <a16:creationId xmlns:a16="http://schemas.microsoft.com/office/drawing/2014/main" id="{5FB9060B-8CFF-40DB-A482-894CFAD9A3D7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9477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7" name="Line 362">
            <a:extLst>
              <a:ext uri="{FF2B5EF4-FFF2-40B4-BE49-F238E27FC236}">
                <a16:creationId xmlns:a16="http://schemas.microsoft.com/office/drawing/2014/main" id="{A3A8535D-8B3A-4685-B5D4-2EE06E3F406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12731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8" name="Line 363">
            <a:extLst>
              <a:ext uri="{FF2B5EF4-FFF2-40B4-BE49-F238E27FC236}">
                <a16:creationId xmlns:a16="http://schemas.microsoft.com/office/drawing/2014/main" id="{7231FD50-18E6-4E05-9BD8-0FA86C8BCAF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15271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79" name="Line 364">
            <a:extLst>
              <a:ext uri="{FF2B5EF4-FFF2-40B4-BE49-F238E27FC236}">
                <a16:creationId xmlns:a16="http://schemas.microsoft.com/office/drawing/2014/main" id="{D723EBA6-007C-43EA-8246-46D2A9A2207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20780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0" name="Line 365">
            <a:extLst>
              <a:ext uri="{FF2B5EF4-FFF2-40B4-BE49-F238E27FC236}">
                <a16:creationId xmlns:a16="http://schemas.microsoft.com/office/drawing/2014/main" id="{5B1FB2B5-21D2-49B2-BE93-E6B1396EF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23606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1" name="Line 366">
            <a:extLst>
              <a:ext uri="{FF2B5EF4-FFF2-40B4-BE49-F238E27FC236}">
                <a16:creationId xmlns:a16="http://schemas.microsoft.com/office/drawing/2014/main" id="{54718D3A-C871-4F2A-99F8-83135A2D450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28829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2" name="Line 367">
            <a:extLst>
              <a:ext uri="{FF2B5EF4-FFF2-40B4-BE49-F238E27FC236}">
                <a16:creationId xmlns:a16="http://schemas.microsoft.com/office/drawing/2014/main" id="{659AC5BA-6724-42B0-B793-84D6B6CED42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26146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3" name="Line 368">
            <a:extLst>
              <a:ext uri="{FF2B5EF4-FFF2-40B4-BE49-F238E27FC236}">
                <a16:creationId xmlns:a16="http://schemas.microsoft.com/office/drawing/2014/main" id="{122E2E39-AAAC-4427-8E2F-9B212D2CAE5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31797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4" name="Line 369">
            <a:extLst>
              <a:ext uri="{FF2B5EF4-FFF2-40B4-BE49-F238E27FC236}">
                <a16:creationId xmlns:a16="http://schemas.microsoft.com/office/drawing/2014/main" id="{9FC5995A-C253-4134-9D53-B2BB382A752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17954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5" name="Line 370">
            <a:extLst>
              <a:ext uri="{FF2B5EF4-FFF2-40B4-BE49-F238E27FC236}">
                <a16:creationId xmlns:a16="http://schemas.microsoft.com/office/drawing/2014/main" id="{1F41130B-CA37-42E2-93D4-A47BADEE1F8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0" y="35623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6" name="Line 371">
            <a:extLst>
              <a:ext uri="{FF2B5EF4-FFF2-40B4-BE49-F238E27FC236}">
                <a16:creationId xmlns:a16="http://schemas.microsoft.com/office/drawing/2014/main" id="{1CF48682-875A-4337-B8A7-BFAD737904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0" y="41417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7" name="Line 372">
            <a:extLst>
              <a:ext uri="{FF2B5EF4-FFF2-40B4-BE49-F238E27FC236}">
                <a16:creationId xmlns:a16="http://schemas.microsoft.com/office/drawing/2014/main" id="{313E156E-18C6-42C2-98AF-491157AB45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0" y="38306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8" name="Line 373">
            <a:extLst>
              <a:ext uri="{FF2B5EF4-FFF2-40B4-BE49-F238E27FC236}">
                <a16:creationId xmlns:a16="http://schemas.microsoft.com/office/drawing/2014/main" id="{AA06F59B-1FC0-4812-A7FD-16DD04E1E60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0" y="44529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89" name="Line 374">
            <a:extLst>
              <a:ext uri="{FF2B5EF4-FFF2-40B4-BE49-F238E27FC236}">
                <a16:creationId xmlns:a16="http://schemas.microsoft.com/office/drawing/2014/main" id="{56FB932C-99D1-492A-A211-539A4E435F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9338" y="47498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0" name="Line 375">
            <a:extLst>
              <a:ext uri="{FF2B5EF4-FFF2-40B4-BE49-F238E27FC236}">
                <a16:creationId xmlns:a16="http://schemas.microsoft.com/office/drawing/2014/main" id="{35219AFD-45E3-4489-A9D3-64BDFB5920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9338" y="53863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1" name="Line 376">
            <a:extLst>
              <a:ext uri="{FF2B5EF4-FFF2-40B4-BE49-F238E27FC236}">
                <a16:creationId xmlns:a16="http://schemas.microsoft.com/office/drawing/2014/main" id="{BB1C73C0-01B5-4CE4-98D2-8B6BA54D193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9338" y="50038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2" name="Line 437">
            <a:extLst>
              <a:ext uri="{FF2B5EF4-FFF2-40B4-BE49-F238E27FC236}">
                <a16:creationId xmlns:a16="http://schemas.microsoft.com/office/drawing/2014/main" id="{9B42860E-0471-45ED-B1BF-33B3E4A2447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38925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3" name="Line 438">
            <a:extLst>
              <a:ext uri="{FF2B5EF4-FFF2-40B4-BE49-F238E27FC236}">
                <a16:creationId xmlns:a16="http://schemas.microsoft.com/office/drawing/2014/main" id="{2A30582F-83D8-4ED3-B7EC-FCFA7B31BE67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42179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4" name="Line 439">
            <a:extLst>
              <a:ext uri="{FF2B5EF4-FFF2-40B4-BE49-F238E27FC236}">
                <a16:creationId xmlns:a16="http://schemas.microsoft.com/office/drawing/2014/main" id="{EE5F0F5A-5917-4F69-A7AB-6DC564C97C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44719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5" name="Line 440">
            <a:extLst>
              <a:ext uri="{FF2B5EF4-FFF2-40B4-BE49-F238E27FC236}">
                <a16:creationId xmlns:a16="http://schemas.microsoft.com/office/drawing/2014/main" id="{2F042368-CC5A-41BF-B035-E75E858E64C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50228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6" name="Line 441">
            <a:extLst>
              <a:ext uri="{FF2B5EF4-FFF2-40B4-BE49-F238E27FC236}">
                <a16:creationId xmlns:a16="http://schemas.microsoft.com/office/drawing/2014/main" id="{4C2FF8AC-AD7A-4744-8985-759314A35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53340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7" name="Line 442">
            <a:extLst>
              <a:ext uri="{FF2B5EF4-FFF2-40B4-BE49-F238E27FC236}">
                <a16:creationId xmlns:a16="http://schemas.microsoft.com/office/drawing/2014/main" id="{CD1947AB-29B7-4C10-A5BF-12883E1123E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58848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8" name="Line 443">
            <a:extLst>
              <a:ext uri="{FF2B5EF4-FFF2-40B4-BE49-F238E27FC236}">
                <a16:creationId xmlns:a16="http://schemas.microsoft.com/office/drawing/2014/main" id="{3FFC334C-F242-49D6-82B4-8E12257687F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56165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699" name="Line 444">
            <a:extLst>
              <a:ext uri="{FF2B5EF4-FFF2-40B4-BE49-F238E27FC236}">
                <a16:creationId xmlns:a16="http://schemas.microsoft.com/office/drawing/2014/main" id="{6AD6DEAA-7832-495A-94C5-F5A772AD2A7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618172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700" name="Line 445">
            <a:extLst>
              <a:ext uri="{FF2B5EF4-FFF2-40B4-BE49-F238E27FC236}">
                <a16:creationId xmlns:a16="http://schemas.microsoft.com/office/drawing/2014/main" id="{6E798808-FE9A-41B7-A81D-AB9BF7A2AD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47402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701" name="Line 446">
            <a:extLst>
              <a:ext uri="{FF2B5EF4-FFF2-40B4-BE49-F238E27FC236}">
                <a16:creationId xmlns:a16="http://schemas.microsoft.com/office/drawing/2014/main" id="{226E04FC-6743-48B1-94AB-80B7CC7BFA0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5050" y="64928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702" name="Rectangle 184">
            <a:extLst>
              <a:ext uri="{FF2B5EF4-FFF2-40B4-BE49-F238E27FC236}">
                <a16:creationId xmlns:a16="http://schemas.microsoft.com/office/drawing/2014/main" id="{9F0BB6F5-A89B-47E3-8307-BC9E90382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5237" y="44450"/>
            <a:ext cx="3787773" cy="3952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C5900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码十进制数相加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“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和数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”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660033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703" name="Line 187">
            <a:extLst>
              <a:ext uri="{FF2B5EF4-FFF2-40B4-BE49-F238E27FC236}">
                <a16:creationId xmlns:a16="http://schemas.microsoft.com/office/drawing/2014/main" id="{032CD561-C658-437C-AF7E-658F240687FA}"/>
              </a:ext>
            </a:extLst>
          </p:cNvPr>
          <p:cNvSpPr>
            <a:spLocks noChangeShapeType="1"/>
          </p:cNvSpPr>
          <p:nvPr/>
        </p:nvSpPr>
        <p:spPr bwMode="auto">
          <a:xfrm>
            <a:off x="966788" y="863600"/>
            <a:ext cx="72231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7704" name="Group 497">
            <a:extLst>
              <a:ext uri="{FF2B5EF4-FFF2-40B4-BE49-F238E27FC236}">
                <a16:creationId xmlns:a16="http://schemas.microsoft.com/office/drawing/2014/main" id="{C362CD1C-739F-45D2-A520-79060CEC0FD3}"/>
              </a:ext>
            </a:extLst>
          </p:cNvPr>
          <p:cNvGrpSpPr>
            <a:grpSpLocks/>
          </p:cNvGrpSpPr>
          <p:nvPr/>
        </p:nvGrpSpPr>
        <p:grpSpPr bwMode="auto">
          <a:xfrm>
            <a:off x="923925" y="1588"/>
            <a:ext cx="7253288" cy="6710362"/>
            <a:chOff x="582" y="46"/>
            <a:chExt cx="4569" cy="4227"/>
          </a:xfrm>
        </p:grpSpPr>
        <p:sp>
          <p:nvSpPr>
            <p:cNvPr id="27728" name="Line 127">
              <a:extLst>
                <a:ext uri="{FF2B5EF4-FFF2-40B4-BE49-F238E27FC236}">
                  <a16:creationId xmlns:a16="http://schemas.microsoft.com/office/drawing/2014/main" id="{8A338E4E-C822-41E0-B4C4-FB5F8613C4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9" y="308"/>
              <a:ext cx="0" cy="392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9" name="Line 128">
              <a:extLst>
                <a:ext uri="{FF2B5EF4-FFF2-40B4-BE49-F238E27FC236}">
                  <a16:creationId xmlns:a16="http://schemas.microsoft.com/office/drawing/2014/main" id="{1DF2E12B-02F0-4953-AB5A-C291B5691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2" y="4250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30" name="Rectangle 129">
              <a:extLst>
                <a:ext uri="{FF2B5EF4-FFF2-40B4-BE49-F238E27FC236}">
                  <a16:creationId xmlns:a16="http://schemas.microsoft.com/office/drawing/2014/main" id="{3503D342-5B27-48D1-BA0F-FCEE1A738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05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31" name="Rectangle 130">
              <a:extLst>
                <a:ext uri="{FF2B5EF4-FFF2-40B4-BE49-F238E27FC236}">
                  <a16:creationId xmlns:a16="http://schemas.microsoft.com/office/drawing/2014/main" id="{F38FC7F3-4396-4650-9670-3AA82F264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89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32" name="Rectangle 131">
              <a:extLst>
                <a:ext uri="{FF2B5EF4-FFF2-40B4-BE49-F238E27FC236}">
                  <a16:creationId xmlns:a16="http://schemas.microsoft.com/office/drawing/2014/main" id="{9963384D-39A3-41EE-9CA0-8D0F8B458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208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33" name="Rectangle 132">
              <a:extLst>
                <a:ext uri="{FF2B5EF4-FFF2-40B4-BE49-F238E27FC236}">
                  <a16:creationId xmlns:a16="http://schemas.microsoft.com/office/drawing/2014/main" id="{1B84F43B-195E-4DA6-B105-7F62B0F23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72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34" name="Rectangle 133">
              <a:extLst>
                <a:ext uri="{FF2B5EF4-FFF2-40B4-BE49-F238E27FC236}">
                  <a16:creationId xmlns:a16="http://schemas.microsoft.com/office/drawing/2014/main" id="{4E4BE6E1-E260-4504-B4C9-BC2F90BF7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56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35" name="Rectangle 134">
              <a:extLst>
                <a:ext uri="{FF2B5EF4-FFF2-40B4-BE49-F238E27FC236}">
                  <a16:creationId xmlns:a16="http://schemas.microsoft.com/office/drawing/2014/main" id="{1C5854EA-F1EF-4A27-8C3B-B776432FC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38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36" name="Rectangle 135">
              <a:extLst>
                <a:ext uri="{FF2B5EF4-FFF2-40B4-BE49-F238E27FC236}">
                  <a16:creationId xmlns:a16="http://schemas.microsoft.com/office/drawing/2014/main" id="{9DBBFB1B-CEA3-46C3-A7D5-B9F463477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21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37" name="Rectangle 136">
              <a:extLst>
                <a:ext uri="{FF2B5EF4-FFF2-40B4-BE49-F238E27FC236}">
                  <a16:creationId xmlns:a16="http://schemas.microsoft.com/office/drawing/2014/main" id="{40381480-C006-45F6-9B49-E61FB5C00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85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38" name="Rectangle 137">
              <a:extLst>
                <a:ext uri="{FF2B5EF4-FFF2-40B4-BE49-F238E27FC236}">
                  <a16:creationId xmlns:a16="http://schemas.microsoft.com/office/drawing/2014/main" id="{06E6DAE3-2362-4212-A3CF-5E0CC6D04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67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39" name="Rectangle 138">
              <a:extLst>
                <a:ext uri="{FF2B5EF4-FFF2-40B4-BE49-F238E27FC236}">
                  <a16:creationId xmlns:a16="http://schemas.microsoft.com/office/drawing/2014/main" id="{A66AFB7E-51BF-459B-8D51-2BAA491DB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9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40" name="Rectangle 140">
              <a:extLst>
                <a:ext uri="{FF2B5EF4-FFF2-40B4-BE49-F238E27FC236}">
                  <a16:creationId xmlns:a16="http://schemas.microsoft.com/office/drawing/2014/main" id="{230E57E4-3553-4C76-BECF-94354D1D4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05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41" name="Rectangle 141">
              <a:extLst>
                <a:ext uri="{FF2B5EF4-FFF2-40B4-BE49-F238E27FC236}">
                  <a16:creationId xmlns:a16="http://schemas.microsoft.com/office/drawing/2014/main" id="{275083AA-B221-47AF-9BD9-279094C25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05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42" name="Rectangle 142">
              <a:extLst>
                <a:ext uri="{FF2B5EF4-FFF2-40B4-BE49-F238E27FC236}">
                  <a16:creationId xmlns:a16="http://schemas.microsoft.com/office/drawing/2014/main" id="{057ACBB1-056A-4E7B-AD3E-E71C10C1B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5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43" name="Rectangle 143">
              <a:extLst>
                <a:ext uri="{FF2B5EF4-FFF2-40B4-BE49-F238E27FC236}">
                  <a16:creationId xmlns:a16="http://schemas.microsoft.com/office/drawing/2014/main" id="{0C35483C-8CCF-45ED-843D-F0199031C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89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44" name="Rectangle 144">
              <a:extLst>
                <a:ext uri="{FF2B5EF4-FFF2-40B4-BE49-F238E27FC236}">
                  <a16:creationId xmlns:a16="http://schemas.microsoft.com/office/drawing/2014/main" id="{D72E56B8-B63D-4CB1-86F3-15B1D56FD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896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45" name="Rectangle 145">
              <a:extLst>
                <a:ext uri="{FF2B5EF4-FFF2-40B4-BE49-F238E27FC236}">
                  <a16:creationId xmlns:a16="http://schemas.microsoft.com/office/drawing/2014/main" id="{00AEDEB6-81FF-4BE6-8276-C8A41E107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89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46" name="Rectangle 146">
              <a:extLst>
                <a:ext uri="{FF2B5EF4-FFF2-40B4-BE49-F238E27FC236}">
                  <a16:creationId xmlns:a16="http://schemas.microsoft.com/office/drawing/2014/main" id="{B875731C-B1DA-434C-84F8-9F513F59A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208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47" name="Rectangle 147">
              <a:extLst>
                <a:ext uri="{FF2B5EF4-FFF2-40B4-BE49-F238E27FC236}">
                  <a16:creationId xmlns:a16="http://schemas.microsoft.com/office/drawing/2014/main" id="{2B7F232E-7C5B-4D8C-98EA-8EEE08002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083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48" name="Rectangle 148">
              <a:extLst>
                <a:ext uri="{FF2B5EF4-FFF2-40B4-BE49-F238E27FC236}">
                  <a16:creationId xmlns:a16="http://schemas.microsoft.com/office/drawing/2014/main" id="{05E84C8B-3DD6-4987-8465-6A653444C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8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49" name="Rectangle 149">
              <a:extLst>
                <a:ext uri="{FF2B5EF4-FFF2-40B4-BE49-F238E27FC236}">
                  <a16:creationId xmlns:a16="http://schemas.microsoft.com/office/drawing/2014/main" id="{3DA0F05C-5CF9-4578-87A8-FEC60DA4D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72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50" name="Rectangle 150">
              <a:extLst>
                <a:ext uri="{FF2B5EF4-FFF2-40B4-BE49-F238E27FC236}">
                  <a16:creationId xmlns:a16="http://schemas.microsoft.com/office/drawing/2014/main" id="{94387E9A-C9E3-4DF5-B95F-0F26AE174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72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51" name="Rectangle 151">
              <a:extLst>
                <a:ext uri="{FF2B5EF4-FFF2-40B4-BE49-F238E27FC236}">
                  <a16:creationId xmlns:a16="http://schemas.microsoft.com/office/drawing/2014/main" id="{908CD6CC-F75E-4243-BE82-C10A498DE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72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52" name="Rectangle 152">
              <a:extLst>
                <a:ext uri="{FF2B5EF4-FFF2-40B4-BE49-F238E27FC236}">
                  <a16:creationId xmlns:a16="http://schemas.microsoft.com/office/drawing/2014/main" id="{FF121E5F-CE6E-438B-B8BD-5BAA2832C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55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53" name="Rectangle 153">
              <a:extLst>
                <a:ext uri="{FF2B5EF4-FFF2-40B4-BE49-F238E27FC236}">
                  <a16:creationId xmlns:a16="http://schemas.microsoft.com/office/drawing/2014/main" id="{637DBCD8-D423-4BF0-9A5E-4FD181611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56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54" name="Rectangle 154">
              <a:extLst>
                <a:ext uri="{FF2B5EF4-FFF2-40B4-BE49-F238E27FC236}">
                  <a16:creationId xmlns:a16="http://schemas.microsoft.com/office/drawing/2014/main" id="{61F30FF4-79A6-4C07-88EC-41D3DC738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56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55" name="Rectangle 155">
              <a:extLst>
                <a:ext uri="{FF2B5EF4-FFF2-40B4-BE49-F238E27FC236}">
                  <a16:creationId xmlns:a16="http://schemas.microsoft.com/office/drawing/2014/main" id="{5A4F17A2-7D16-4900-B450-BFA662A6C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8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56" name="Rectangle 156">
              <a:extLst>
                <a:ext uri="{FF2B5EF4-FFF2-40B4-BE49-F238E27FC236}">
                  <a16:creationId xmlns:a16="http://schemas.microsoft.com/office/drawing/2014/main" id="{8C7099F7-B3AC-45BF-B31D-7A0BFC8DC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38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57" name="Rectangle 157">
              <a:extLst>
                <a:ext uri="{FF2B5EF4-FFF2-40B4-BE49-F238E27FC236}">
                  <a16:creationId xmlns:a16="http://schemas.microsoft.com/office/drawing/2014/main" id="{8AFB5D82-3DB3-4CF1-A860-E0101405D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38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58" name="Rectangle 158">
              <a:extLst>
                <a:ext uri="{FF2B5EF4-FFF2-40B4-BE49-F238E27FC236}">
                  <a16:creationId xmlns:a16="http://schemas.microsoft.com/office/drawing/2014/main" id="{91AF990C-B8CC-4922-9ED6-144810017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21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59" name="Rectangle 159">
              <a:extLst>
                <a:ext uri="{FF2B5EF4-FFF2-40B4-BE49-F238E27FC236}">
                  <a16:creationId xmlns:a16="http://schemas.microsoft.com/office/drawing/2014/main" id="{D79C0109-B41F-4934-9D0D-38E07AA13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21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60" name="Rectangle 160">
              <a:extLst>
                <a:ext uri="{FF2B5EF4-FFF2-40B4-BE49-F238E27FC236}">
                  <a16:creationId xmlns:a16="http://schemas.microsoft.com/office/drawing/2014/main" id="{9B6299DC-927B-43C1-931C-431B8CD03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21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61" name="Rectangle 161">
              <a:extLst>
                <a:ext uri="{FF2B5EF4-FFF2-40B4-BE49-F238E27FC236}">
                  <a16:creationId xmlns:a16="http://schemas.microsoft.com/office/drawing/2014/main" id="{0AD97B1D-C100-48D8-A6FD-DF483696E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85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62" name="Rectangle 162">
              <a:extLst>
                <a:ext uri="{FF2B5EF4-FFF2-40B4-BE49-F238E27FC236}">
                  <a16:creationId xmlns:a16="http://schemas.microsoft.com/office/drawing/2014/main" id="{C6B91061-9594-43FE-9673-14AE735BE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855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63" name="Rectangle 163">
              <a:extLst>
                <a:ext uri="{FF2B5EF4-FFF2-40B4-BE49-F238E27FC236}">
                  <a16:creationId xmlns:a16="http://schemas.microsoft.com/office/drawing/2014/main" id="{191650C2-AA16-4791-8014-A9D636B61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85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64" name="Rectangle 164">
              <a:extLst>
                <a:ext uri="{FF2B5EF4-FFF2-40B4-BE49-F238E27FC236}">
                  <a16:creationId xmlns:a16="http://schemas.microsoft.com/office/drawing/2014/main" id="{33C73225-28F9-4973-8905-D66149C2A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67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65" name="Rectangle 165">
              <a:extLst>
                <a:ext uri="{FF2B5EF4-FFF2-40B4-BE49-F238E27FC236}">
                  <a16:creationId xmlns:a16="http://schemas.microsoft.com/office/drawing/2014/main" id="{1A917A26-5728-4C59-8FD8-CEF1D1320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67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66" name="Rectangle 166">
              <a:extLst>
                <a:ext uri="{FF2B5EF4-FFF2-40B4-BE49-F238E27FC236}">
                  <a16:creationId xmlns:a16="http://schemas.microsoft.com/office/drawing/2014/main" id="{1F73E03F-9858-4592-8BBC-C5EEF9F96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67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67" name="Rectangle 167">
              <a:extLst>
                <a:ext uri="{FF2B5EF4-FFF2-40B4-BE49-F238E27FC236}">
                  <a16:creationId xmlns:a16="http://schemas.microsoft.com/office/drawing/2014/main" id="{C7D54223-4C5E-458D-8138-5C74E7D1A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49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68" name="Rectangle 168">
              <a:extLst>
                <a:ext uri="{FF2B5EF4-FFF2-40B4-BE49-F238E27FC236}">
                  <a16:creationId xmlns:a16="http://schemas.microsoft.com/office/drawing/2014/main" id="{9891F2C1-243D-4BCC-87A8-781B167EC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49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69" name="Rectangle 169">
              <a:extLst>
                <a:ext uri="{FF2B5EF4-FFF2-40B4-BE49-F238E27FC236}">
                  <a16:creationId xmlns:a16="http://schemas.microsoft.com/office/drawing/2014/main" id="{EB2C2740-0366-4548-BAA0-318246D5F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49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70" name="Rectangle 181">
              <a:extLst>
                <a:ext uri="{FF2B5EF4-FFF2-40B4-BE49-F238E27FC236}">
                  <a16:creationId xmlns:a16="http://schemas.microsoft.com/office/drawing/2014/main" id="{97D96247-9D5D-4F86-9FF1-4B428D74C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295"/>
              <a:ext cx="3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71" name="Rectangle 182">
              <a:extLst>
                <a:ext uri="{FF2B5EF4-FFF2-40B4-BE49-F238E27FC236}">
                  <a16:creationId xmlns:a16="http://schemas.microsoft.com/office/drawing/2014/main" id="{FDDE9DBA-6FB5-4431-BB82-D47055F93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95"/>
              <a:ext cx="364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7772" name="Rectangle 183">
              <a:extLst>
                <a:ext uri="{FF2B5EF4-FFF2-40B4-BE49-F238E27FC236}">
                  <a16:creationId xmlns:a16="http://schemas.microsoft.com/office/drawing/2014/main" id="{B4351CC3-1AC8-481D-AA10-4D6A76BB9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304"/>
              <a:ext cx="301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7773" name="Rectangle 185">
              <a:extLst>
                <a:ext uri="{FF2B5EF4-FFF2-40B4-BE49-F238E27FC236}">
                  <a16:creationId xmlns:a16="http://schemas.microsoft.com/office/drawing/2014/main" id="{8BBA0DDD-ACD6-4B75-8CB4-2FB26D970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46"/>
              <a:ext cx="1929" cy="24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二进制数相加的</a:t>
              </a: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“</a:t>
              </a: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和数</a:t>
              </a: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”</a:t>
              </a:r>
              <a:endPara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4" name="Line 186">
              <a:extLst>
                <a:ext uri="{FF2B5EF4-FFF2-40B4-BE49-F238E27FC236}">
                  <a16:creationId xmlns:a16="http://schemas.microsoft.com/office/drawing/2014/main" id="{D405925A-E5E7-4840-88A7-96471E5B6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0" y="295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75" name="Rectangle 191">
              <a:extLst>
                <a:ext uri="{FF2B5EF4-FFF2-40B4-BE49-F238E27FC236}">
                  <a16:creationId xmlns:a16="http://schemas.microsoft.com/office/drawing/2014/main" id="{E4D708A9-7B03-468B-A782-F2FC71477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94"/>
              <a:ext cx="369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76" name="Rectangle 192">
              <a:extLst>
                <a:ext uri="{FF2B5EF4-FFF2-40B4-BE49-F238E27FC236}">
                  <a16:creationId xmlns:a16="http://schemas.microsoft.com/office/drawing/2014/main" id="{705AA055-8C4F-4E66-A53A-DC27A82C4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033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77" name="Rectangle 193">
              <a:extLst>
                <a:ext uri="{FF2B5EF4-FFF2-40B4-BE49-F238E27FC236}">
                  <a16:creationId xmlns:a16="http://schemas.microsoft.com/office/drawing/2014/main" id="{3D133625-5C4F-4956-9B7B-D483D5655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033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78" name="Rectangle 194">
              <a:extLst>
                <a:ext uri="{FF2B5EF4-FFF2-40B4-BE49-F238E27FC236}">
                  <a16:creationId xmlns:a16="http://schemas.microsoft.com/office/drawing/2014/main" id="{10F108CB-9924-4956-828B-5ABAD4FB5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03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79" name="Rectangle 195">
              <a:extLst>
                <a:ext uri="{FF2B5EF4-FFF2-40B4-BE49-F238E27FC236}">
                  <a16:creationId xmlns:a16="http://schemas.microsoft.com/office/drawing/2014/main" id="{7F849CC1-1F90-4B5C-ACAA-F11B5C320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03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80" name="Rectangle 196">
              <a:extLst>
                <a:ext uri="{FF2B5EF4-FFF2-40B4-BE49-F238E27FC236}">
                  <a16:creationId xmlns:a16="http://schemas.microsoft.com/office/drawing/2014/main" id="{E476B0E9-297D-4367-BF2F-5A220CF09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887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81" name="Rectangle 197">
              <a:extLst>
                <a:ext uri="{FF2B5EF4-FFF2-40B4-BE49-F238E27FC236}">
                  <a16:creationId xmlns:a16="http://schemas.microsoft.com/office/drawing/2014/main" id="{4B5926D4-41B1-4AFC-A5C0-D4FE4BF39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88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82" name="Rectangle 198">
              <a:extLst>
                <a:ext uri="{FF2B5EF4-FFF2-40B4-BE49-F238E27FC236}">
                  <a16:creationId xmlns:a16="http://schemas.microsoft.com/office/drawing/2014/main" id="{F8513F6A-9B21-434E-AAE0-BE813301F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88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83" name="Rectangle 199">
              <a:extLst>
                <a:ext uri="{FF2B5EF4-FFF2-40B4-BE49-F238E27FC236}">
                  <a16:creationId xmlns:a16="http://schemas.microsoft.com/office/drawing/2014/main" id="{D4D5F125-96EB-4CFF-80BD-F318E12A2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88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84" name="Rectangle 200">
              <a:extLst>
                <a:ext uri="{FF2B5EF4-FFF2-40B4-BE49-F238E27FC236}">
                  <a16:creationId xmlns:a16="http://schemas.microsoft.com/office/drawing/2014/main" id="{C7983C42-44AD-447C-BF39-93A873828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2101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85" name="Rectangle 201">
              <a:extLst>
                <a:ext uri="{FF2B5EF4-FFF2-40B4-BE49-F238E27FC236}">
                  <a16:creationId xmlns:a16="http://schemas.microsoft.com/office/drawing/2014/main" id="{03A948EB-1480-4690-94F3-BC33C16C2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10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86" name="Rectangle 202">
              <a:extLst>
                <a:ext uri="{FF2B5EF4-FFF2-40B4-BE49-F238E27FC236}">
                  <a16:creationId xmlns:a16="http://schemas.microsoft.com/office/drawing/2014/main" id="{E141A4CB-039E-4111-B728-A7EEB7D74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10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87" name="Rectangle 203">
              <a:extLst>
                <a:ext uri="{FF2B5EF4-FFF2-40B4-BE49-F238E27FC236}">
                  <a16:creationId xmlns:a16="http://schemas.microsoft.com/office/drawing/2014/main" id="{E5DE5631-49FA-4A9E-98B6-DC4D63EB0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10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88" name="Rectangle 204">
              <a:extLst>
                <a:ext uri="{FF2B5EF4-FFF2-40B4-BE49-F238E27FC236}">
                  <a16:creationId xmlns:a16="http://schemas.microsoft.com/office/drawing/2014/main" id="{C2D8779F-DE77-4A70-9BEA-AE2B600EE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709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89" name="Rectangle 205">
              <a:extLst>
                <a:ext uri="{FF2B5EF4-FFF2-40B4-BE49-F238E27FC236}">
                  <a16:creationId xmlns:a16="http://schemas.microsoft.com/office/drawing/2014/main" id="{AD9B3918-3D30-47D1-9A94-8528C88C3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70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90" name="Rectangle 206">
              <a:extLst>
                <a:ext uri="{FF2B5EF4-FFF2-40B4-BE49-F238E27FC236}">
                  <a16:creationId xmlns:a16="http://schemas.microsoft.com/office/drawing/2014/main" id="{83A535D8-DF03-437B-A087-0B0E13712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70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91" name="Rectangle 207">
              <a:extLst>
                <a:ext uri="{FF2B5EF4-FFF2-40B4-BE49-F238E27FC236}">
                  <a16:creationId xmlns:a16="http://schemas.microsoft.com/office/drawing/2014/main" id="{6FD22F40-583D-454F-BCE6-994822E19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70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92" name="Rectangle 208">
              <a:extLst>
                <a:ext uri="{FF2B5EF4-FFF2-40B4-BE49-F238E27FC236}">
                  <a16:creationId xmlns:a16="http://schemas.microsoft.com/office/drawing/2014/main" id="{85A70482-0C22-475B-8F3C-ECFEEBEEB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540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93" name="Rectangle 209">
              <a:extLst>
                <a:ext uri="{FF2B5EF4-FFF2-40B4-BE49-F238E27FC236}">
                  <a16:creationId xmlns:a16="http://schemas.microsoft.com/office/drawing/2014/main" id="{CB06BA85-3702-4828-A737-AF94BA85A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540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94" name="Rectangle 210">
              <a:extLst>
                <a:ext uri="{FF2B5EF4-FFF2-40B4-BE49-F238E27FC236}">
                  <a16:creationId xmlns:a16="http://schemas.microsoft.com/office/drawing/2014/main" id="{264F06B4-B1F1-47E2-B640-ED5930A5C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540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95" name="Rectangle 211">
              <a:extLst>
                <a:ext uri="{FF2B5EF4-FFF2-40B4-BE49-F238E27FC236}">
                  <a16:creationId xmlns:a16="http://schemas.microsoft.com/office/drawing/2014/main" id="{2CE40017-6861-47BC-A16B-F5A2CD60A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540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96" name="Rectangle 212">
              <a:extLst>
                <a:ext uri="{FF2B5EF4-FFF2-40B4-BE49-F238E27FC236}">
                  <a16:creationId xmlns:a16="http://schemas.microsoft.com/office/drawing/2014/main" id="{7689E630-6E68-4C5C-A421-D0733B950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371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97" name="Rectangle 213">
              <a:extLst>
                <a:ext uri="{FF2B5EF4-FFF2-40B4-BE49-F238E27FC236}">
                  <a16:creationId xmlns:a16="http://schemas.microsoft.com/office/drawing/2014/main" id="{3E70788A-B8EA-4AD4-A87D-5113EC4BA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37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798" name="Rectangle 214">
              <a:extLst>
                <a:ext uri="{FF2B5EF4-FFF2-40B4-BE49-F238E27FC236}">
                  <a16:creationId xmlns:a16="http://schemas.microsoft.com/office/drawing/2014/main" id="{1A0D07D5-CC9E-46DF-A2B7-5B65E9090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37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799" name="Rectangle 215">
              <a:extLst>
                <a:ext uri="{FF2B5EF4-FFF2-40B4-BE49-F238E27FC236}">
                  <a16:creationId xmlns:a16="http://schemas.microsoft.com/office/drawing/2014/main" id="{98605992-5B2B-4903-8030-0ECE5BC19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37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00" name="Rectangle 216">
              <a:extLst>
                <a:ext uri="{FF2B5EF4-FFF2-40B4-BE49-F238E27FC236}">
                  <a16:creationId xmlns:a16="http://schemas.microsoft.com/office/drawing/2014/main" id="{234EDC12-DCD6-472A-B809-0ABCB6721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193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01" name="Rectangle 217">
              <a:extLst>
                <a:ext uri="{FF2B5EF4-FFF2-40B4-BE49-F238E27FC236}">
                  <a16:creationId xmlns:a16="http://schemas.microsoft.com/office/drawing/2014/main" id="{BDC5F9BB-11D9-4CFD-81AD-AE9B727E1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193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02" name="Rectangle 218">
              <a:extLst>
                <a:ext uri="{FF2B5EF4-FFF2-40B4-BE49-F238E27FC236}">
                  <a16:creationId xmlns:a16="http://schemas.microsoft.com/office/drawing/2014/main" id="{3CCA473C-4FD1-43E6-8D37-2BB9040CC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19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03" name="Rectangle 219">
              <a:extLst>
                <a:ext uri="{FF2B5EF4-FFF2-40B4-BE49-F238E27FC236}">
                  <a16:creationId xmlns:a16="http://schemas.microsoft.com/office/drawing/2014/main" id="{4F57ADD3-7B24-4969-B7C0-491064FF9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19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04" name="Rectangle 220">
              <a:extLst>
                <a:ext uri="{FF2B5EF4-FFF2-40B4-BE49-F238E27FC236}">
                  <a16:creationId xmlns:a16="http://schemas.microsoft.com/office/drawing/2014/main" id="{3FD4CED8-4ED4-4816-9890-A5FD8C9D1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846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05" name="Rectangle 221">
              <a:extLst>
                <a:ext uri="{FF2B5EF4-FFF2-40B4-BE49-F238E27FC236}">
                  <a16:creationId xmlns:a16="http://schemas.microsoft.com/office/drawing/2014/main" id="{B708E9E8-A98B-41CB-8157-870809973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846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06" name="Rectangle 222">
              <a:extLst>
                <a:ext uri="{FF2B5EF4-FFF2-40B4-BE49-F238E27FC236}">
                  <a16:creationId xmlns:a16="http://schemas.microsoft.com/office/drawing/2014/main" id="{764CBB7A-18DE-4F91-8792-2673D0A2D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84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07" name="Rectangle 223">
              <a:extLst>
                <a:ext uri="{FF2B5EF4-FFF2-40B4-BE49-F238E27FC236}">
                  <a16:creationId xmlns:a16="http://schemas.microsoft.com/office/drawing/2014/main" id="{690E014A-BD81-4152-9DCE-BFAAE723D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84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08" name="Rectangle 224">
              <a:extLst>
                <a:ext uri="{FF2B5EF4-FFF2-40B4-BE49-F238E27FC236}">
                  <a16:creationId xmlns:a16="http://schemas.microsoft.com/office/drawing/2014/main" id="{B75470AF-2EBA-4148-8784-FD2FAB87E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677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09" name="Rectangle 225">
              <a:extLst>
                <a:ext uri="{FF2B5EF4-FFF2-40B4-BE49-F238E27FC236}">
                  <a16:creationId xmlns:a16="http://schemas.microsoft.com/office/drawing/2014/main" id="{48C7DC04-5CF5-446A-9884-4976BF472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67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10" name="Rectangle 226">
              <a:extLst>
                <a:ext uri="{FF2B5EF4-FFF2-40B4-BE49-F238E27FC236}">
                  <a16:creationId xmlns:a16="http://schemas.microsoft.com/office/drawing/2014/main" id="{60C89BBF-44A3-4515-9BE8-C55535202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67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11" name="Rectangle 227">
              <a:extLst>
                <a:ext uri="{FF2B5EF4-FFF2-40B4-BE49-F238E27FC236}">
                  <a16:creationId xmlns:a16="http://schemas.microsoft.com/office/drawing/2014/main" id="{51025221-2D54-46E3-AAD5-9453F4FD9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67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12" name="Rectangle 228">
              <a:extLst>
                <a:ext uri="{FF2B5EF4-FFF2-40B4-BE49-F238E27FC236}">
                  <a16:creationId xmlns:a16="http://schemas.microsoft.com/office/drawing/2014/main" id="{4DF86F58-817E-4436-9530-FC0D5F997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499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13" name="Rectangle 229">
              <a:extLst>
                <a:ext uri="{FF2B5EF4-FFF2-40B4-BE49-F238E27FC236}">
                  <a16:creationId xmlns:a16="http://schemas.microsoft.com/office/drawing/2014/main" id="{7367F033-B101-4392-AEED-8611A48B8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49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14" name="Rectangle 230">
              <a:extLst>
                <a:ext uri="{FF2B5EF4-FFF2-40B4-BE49-F238E27FC236}">
                  <a16:creationId xmlns:a16="http://schemas.microsoft.com/office/drawing/2014/main" id="{812A0A1F-AF97-4066-A6FB-6D22BE37A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49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15" name="Rectangle 231">
              <a:extLst>
                <a:ext uri="{FF2B5EF4-FFF2-40B4-BE49-F238E27FC236}">
                  <a16:creationId xmlns:a16="http://schemas.microsoft.com/office/drawing/2014/main" id="{7C3F3AB4-6A89-4528-AB07-27A14404C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49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16" name="Rectangle 232">
              <a:extLst>
                <a:ext uri="{FF2B5EF4-FFF2-40B4-BE49-F238E27FC236}">
                  <a16:creationId xmlns:a16="http://schemas.microsoft.com/office/drawing/2014/main" id="{639A7071-ED63-4CC8-A3CE-AF7206EDA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295"/>
              <a:ext cx="31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17" name="Rectangle 233">
              <a:extLst>
                <a:ext uri="{FF2B5EF4-FFF2-40B4-BE49-F238E27FC236}">
                  <a16:creationId xmlns:a16="http://schemas.microsoft.com/office/drawing/2014/main" id="{89C2EA3B-969E-4863-BC92-F15E8317B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95"/>
              <a:ext cx="364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18" name="Rectangle 234">
              <a:extLst>
                <a:ext uri="{FF2B5EF4-FFF2-40B4-BE49-F238E27FC236}">
                  <a16:creationId xmlns:a16="http://schemas.microsoft.com/office/drawing/2014/main" id="{C8265E96-4F25-4BAB-8913-9C5FF60D9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95"/>
              <a:ext cx="3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7819" name="Rectangle 235">
              <a:extLst>
                <a:ext uri="{FF2B5EF4-FFF2-40B4-BE49-F238E27FC236}">
                  <a16:creationId xmlns:a16="http://schemas.microsoft.com/office/drawing/2014/main" id="{167EB177-04E4-4FEE-A8E2-0E71F7F3E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95"/>
              <a:ext cx="3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7820" name="Line 236">
              <a:extLst>
                <a:ext uri="{FF2B5EF4-FFF2-40B4-BE49-F238E27FC236}">
                  <a16:creationId xmlns:a16="http://schemas.microsoft.com/office/drawing/2014/main" id="{FD4DBD49-77D7-4F99-AEBB-9139657E7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7" y="46"/>
              <a:ext cx="0" cy="419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1" name="Line 238">
              <a:extLst>
                <a:ext uri="{FF2B5EF4-FFF2-40B4-BE49-F238E27FC236}">
                  <a16:creationId xmlns:a16="http://schemas.microsoft.com/office/drawing/2014/main" id="{FC2B7F46-795F-4456-B4BD-D4E77C168B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9" y="343"/>
              <a:ext cx="0" cy="392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2" name="Line 240">
              <a:extLst>
                <a:ext uri="{FF2B5EF4-FFF2-40B4-BE49-F238E27FC236}">
                  <a16:creationId xmlns:a16="http://schemas.microsoft.com/office/drawing/2014/main" id="{53A4E221-4731-47BD-95FE-46118EC33E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0" y="46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3" name="Line 241">
              <a:extLst>
                <a:ext uri="{FF2B5EF4-FFF2-40B4-BE49-F238E27FC236}">
                  <a16:creationId xmlns:a16="http://schemas.microsoft.com/office/drawing/2014/main" id="{15AFB8E6-A5FE-4A8B-B0EB-8A01F9C7AD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59"/>
              <a:ext cx="0" cy="41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4" name="Rectangle 242">
              <a:extLst>
                <a:ext uri="{FF2B5EF4-FFF2-40B4-BE49-F238E27FC236}">
                  <a16:creationId xmlns:a16="http://schemas.microsoft.com/office/drawing/2014/main" id="{9A1EADA9-C55F-4BF1-BB6C-4780E59CC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284"/>
              <a:ext cx="301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25" name="Rectangle 244">
              <a:extLst>
                <a:ext uri="{FF2B5EF4-FFF2-40B4-BE49-F238E27FC236}">
                  <a16:creationId xmlns:a16="http://schemas.microsoft.com/office/drawing/2014/main" id="{0A6F68F2-81A3-47C2-AAA3-3DAEAEE2B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06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7826" name="Rectangle 245">
              <a:extLst>
                <a:ext uri="{FF2B5EF4-FFF2-40B4-BE49-F238E27FC236}">
                  <a16:creationId xmlns:a16="http://schemas.microsoft.com/office/drawing/2014/main" id="{BC1C2E75-264B-45DA-BEAB-91167E98F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95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</a:p>
          </p:txBody>
        </p:sp>
        <p:sp>
          <p:nvSpPr>
            <p:cNvPr id="27827" name="Rectangle 246">
              <a:extLst>
                <a:ext uri="{FF2B5EF4-FFF2-40B4-BE49-F238E27FC236}">
                  <a16:creationId xmlns:a16="http://schemas.microsoft.com/office/drawing/2014/main" id="{B5F0F50E-A157-4D85-93BA-3CDCD8CAE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212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</a:p>
          </p:txBody>
        </p:sp>
        <p:sp>
          <p:nvSpPr>
            <p:cNvPr id="27828" name="Rectangle 247">
              <a:extLst>
                <a:ext uri="{FF2B5EF4-FFF2-40B4-BE49-F238E27FC236}">
                  <a16:creationId xmlns:a16="http://schemas.microsoft.com/office/drawing/2014/main" id="{26E02FDE-1C58-4FE4-A77F-37736EB8B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78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27829" name="Rectangle 248">
              <a:extLst>
                <a:ext uri="{FF2B5EF4-FFF2-40B4-BE49-F238E27FC236}">
                  <a16:creationId xmlns:a16="http://schemas.microsoft.com/office/drawing/2014/main" id="{64B4FFE8-6DE5-44CD-8408-5BFF1583D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60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</a:p>
          </p:txBody>
        </p:sp>
        <p:sp>
          <p:nvSpPr>
            <p:cNvPr id="27830" name="Rectangle 249">
              <a:extLst>
                <a:ext uri="{FF2B5EF4-FFF2-40B4-BE49-F238E27FC236}">
                  <a16:creationId xmlns:a16="http://schemas.microsoft.com/office/drawing/2014/main" id="{7A878F35-517B-4F68-9144-1D22DE40E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42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</a:p>
          </p:txBody>
        </p:sp>
        <p:sp>
          <p:nvSpPr>
            <p:cNvPr id="27831" name="Rectangle 250">
              <a:extLst>
                <a:ext uri="{FF2B5EF4-FFF2-40B4-BE49-F238E27FC236}">
                  <a16:creationId xmlns:a16="http://schemas.microsoft.com/office/drawing/2014/main" id="{260D241F-DDAF-486F-B978-600DDEABF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124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7832" name="Rectangle 251">
              <a:extLst>
                <a:ext uri="{FF2B5EF4-FFF2-40B4-BE49-F238E27FC236}">
                  <a16:creationId xmlns:a16="http://schemas.microsoft.com/office/drawing/2014/main" id="{CEC9C4D2-423B-4DAD-BB1F-3F1AFA821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88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7833" name="Rectangle 252">
              <a:extLst>
                <a:ext uri="{FF2B5EF4-FFF2-40B4-BE49-F238E27FC236}">
                  <a16:creationId xmlns:a16="http://schemas.microsoft.com/office/drawing/2014/main" id="{CAB1C192-58CF-482D-9B07-025820359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69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34" name="Rectangle 253">
              <a:extLst>
                <a:ext uri="{FF2B5EF4-FFF2-40B4-BE49-F238E27FC236}">
                  <a16:creationId xmlns:a16="http://schemas.microsoft.com/office/drawing/2014/main" id="{ABF9673D-309F-4FE8-BAFA-E3221B950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52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35" name="Rectangle 254">
              <a:extLst>
                <a:ext uri="{FF2B5EF4-FFF2-40B4-BE49-F238E27FC236}">
                  <a16:creationId xmlns:a16="http://schemas.microsoft.com/office/drawing/2014/main" id="{17A0878D-7A91-4411-A8B2-8322BCCB6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70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36" name="Rectangle 255">
              <a:extLst>
                <a:ext uri="{FF2B5EF4-FFF2-40B4-BE49-F238E27FC236}">
                  <a16:creationId xmlns:a16="http://schemas.microsoft.com/office/drawing/2014/main" id="{79E912A7-8EEE-454C-8961-B0BB37238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70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37" name="Rectangle 256">
              <a:extLst>
                <a:ext uri="{FF2B5EF4-FFF2-40B4-BE49-F238E27FC236}">
                  <a16:creationId xmlns:a16="http://schemas.microsoft.com/office/drawing/2014/main" id="{ED0B9BC2-D590-4B74-9607-B0CB943D0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70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38" name="Rectangle 257">
              <a:extLst>
                <a:ext uri="{FF2B5EF4-FFF2-40B4-BE49-F238E27FC236}">
                  <a16:creationId xmlns:a16="http://schemas.microsoft.com/office/drawing/2014/main" id="{71834792-B49A-424D-8C67-1849F1983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88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39" name="Rectangle 258">
              <a:extLst>
                <a:ext uri="{FF2B5EF4-FFF2-40B4-BE49-F238E27FC236}">
                  <a16:creationId xmlns:a16="http://schemas.microsoft.com/office/drawing/2014/main" id="{C037FF1B-EDAF-47ED-A661-633696670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885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40" name="Rectangle 259">
              <a:extLst>
                <a:ext uri="{FF2B5EF4-FFF2-40B4-BE49-F238E27FC236}">
                  <a16:creationId xmlns:a16="http://schemas.microsoft.com/office/drawing/2014/main" id="{5024EF12-0625-4DF1-ACBF-6E2637854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88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41" name="Rectangle 260">
              <a:extLst>
                <a:ext uri="{FF2B5EF4-FFF2-40B4-BE49-F238E27FC236}">
                  <a16:creationId xmlns:a16="http://schemas.microsoft.com/office/drawing/2014/main" id="{117B1F5B-90AC-4C6D-8B5D-3D95701A9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49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42" name="Rectangle 261">
              <a:extLst>
                <a:ext uri="{FF2B5EF4-FFF2-40B4-BE49-F238E27FC236}">
                  <a16:creationId xmlns:a16="http://schemas.microsoft.com/office/drawing/2014/main" id="{01647A75-03A4-46B6-A8BD-937A1EDBB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502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43" name="Rectangle 262">
              <a:extLst>
                <a:ext uri="{FF2B5EF4-FFF2-40B4-BE49-F238E27FC236}">
                  <a16:creationId xmlns:a16="http://schemas.microsoft.com/office/drawing/2014/main" id="{0154E843-0D39-40FB-B23D-7EAF5CEBF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49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44" name="Rectangle 263">
              <a:extLst>
                <a:ext uri="{FF2B5EF4-FFF2-40B4-BE49-F238E27FC236}">
                  <a16:creationId xmlns:a16="http://schemas.microsoft.com/office/drawing/2014/main" id="{D248DA6B-457B-4799-B230-6503FA5EC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324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45" name="Rectangle 264">
              <a:extLst>
                <a:ext uri="{FF2B5EF4-FFF2-40B4-BE49-F238E27FC236}">
                  <a16:creationId xmlns:a16="http://schemas.microsoft.com/office/drawing/2014/main" id="{2B7B521A-2F41-4643-9D57-4B5F40899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324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46" name="Rectangle 265">
              <a:extLst>
                <a:ext uri="{FF2B5EF4-FFF2-40B4-BE49-F238E27FC236}">
                  <a16:creationId xmlns:a16="http://schemas.microsoft.com/office/drawing/2014/main" id="{E874867D-1F09-4935-B4EF-587EC0B54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324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47" name="Rectangle 270">
              <a:extLst>
                <a:ext uri="{FF2B5EF4-FFF2-40B4-BE49-F238E27FC236}">
                  <a16:creationId xmlns:a16="http://schemas.microsoft.com/office/drawing/2014/main" id="{5491B4E0-3972-4273-8814-1DDCB14AB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49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48" name="Rectangle 271">
              <a:extLst>
                <a:ext uri="{FF2B5EF4-FFF2-40B4-BE49-F238E27FC236}">
                  <a16:creationId xmlns:a16="http://schemas.microsoft.com/office/drawing/2014/main" id="{3852D64F-737B-4D35-A187-B91A56426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71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49" name="Rectangle 272">
              <a:extLst>
                <a:ext uri="{FF2B5EF4-FFF2-40B4-BE49-F238E27FC236}">
                  <a16:creationId xmlns:a16="http://schemas.microsoft.com/office/drawing/2014/main" id="{250A7D0D-72B3-4C07-BF5D-F5D48349D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32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50" name="Rectangle 273">
              <a:extLst>
                <a:ext uri="{FF2B5EF4-FFF2-40B4-BE49-F238E27FC236}">
                  <a16:creationId xmlns:a16="http://schemas.microsoft.com/office/drawing/2014/main" id="{ED13DA90-00CC-4BF3-8ECF-2240D1AE2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84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13</a:t>
              </a:r>
            </a:p>
          </p:txBody>
        </p:sp>
        <p:sp>
          <p:nvSpPr>
            <p:cNvPr id="27851" name="Rectangle 274">
              <a:extLst>
                <a:ext uri="{FF2B5EF4-FFF2-40B4-BE49-F238E27FC236}">
                  <a16:creationId xmlns:a16="http://schemas.microsoft.com/office/drawing/2014/main" id="{90F4E8B5-E96F-4DBA-A42B-8AF11DB42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303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14</a:t>
              </a:r>
            </a:p>
          </p:txBody>
        </p:sp>
        <p:sp>
          <p:nvSpPr>
            <p:cNvPr id="27852" name="Rectangle 275">
              <a:extLst>
                <a:ext uri="{FF2B5EF4-FFF2-40B4-BE49-F238E27FC236}">
                  <a16:creationId xmlns:a16="http://schemas.microsoft.com/office/drawing/2014/main" id="{F68F06A7-97F9-498C-B5A8-DAEB8DEA0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67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12</a:t>
              </a:r>
            </a:p>
          </p:txBody>
        </p:sp>
        <p:sp>
          <p:nvSpPr>
            <p:cNvPr id="27853" name="Rectangle 276">
              <a:extLst>
                <a:ext uri="{FF2B5EF4-FFF2-40B4-BE49-F238E27FC236}">
                  <a16:creationId xmlns:a16="http://schemas.microsoft.com/office/drawing/2014/main" id="{79B33092-473B-4FE9-B0FB-1BC8C3020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48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27854" name="Rectangle 277">
              <a:extLst>
                <a:ext uri="{FF2B5EF4-FFF2-40B4-BE49-F238E27FC236}">
                  <a16:creationId xmlns:a16="http://schemas.microsoft.com/office/drawing/2014/main" id="{26AC6BE8-B2E3-4B60-A942-44B04BBB5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32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27855" name="Rectangle 278">
              <a:extLst>
                <a:ext uri="{FF2B5EF4-FFF2-40B4-BE49-F238E27FC236}">
                  <a16:creationId xmlns:a16="http://schemas.microsoft.com/office/drawing/2014/main" id="{9EA41207-3721-47E1-90AE-D77204209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45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56" name="Rectangle 279">
              <a:extLst>
                <a:ext uri="{FF2B5EF4-FFF2-40B4-BE49-F238E27FC236}">
                  <a16:creationId xmlns:a16="http://schemas.microsoft.com/office/drawing/2014/main" id="{3D89F212-44FE-4169-AC0C-BEC504345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3455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57" name="Rectangle 280">
              <a:extLst>
                <a:ext uri="{FF2B5EF4-FFF2-40B4-BE49-F238E27FC236}">
                  <a16:creationId xmlns:a16="http://schemas.microsoft.com/office/drawing/2014/main" id="{1A87E4E8-2A23-4098-9F2C-1C92F2FE6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345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58" name="Rectangle 281">
              <a:extLst>
                <a:ext uri="{FF2B5EF4-FFF2-40B4-BE49-F238E27FC236}">
                  <a16:creationId xmlns:a16="http://schemas.microsoft.com/office/drawing/2014/main" id="{AF369886-3254-4F9C-AD3E-CACAE9568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87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59" name="Rectangle 284">
              <a:extLst>
                <a:ext uri="{FF2B5EF4-FFF2-40B4-BE49-F238E27FC236}">
                  <a16:creationId xmlns:a16="http://schemas.microsoft.com/office/drawing/2014/main" id="{337A9773-0DA6-4F9D-96CB-D1FA01EC1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23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60" name="Rectangle 285">
              <a:extLst>
                <a:ext uri="{FF2B5EF4-FFF2-40B4-BE49-F238E27FC236}">
                  <a16:creationId xmlns:a16="http://schemas.microsoft.com/office/drawing/2014/main" id="{5B80F3FE-AE68-4E04-AA1C-CEF0838CA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324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61" name="Rectangle 286">
              <a:extLst>
                <a:ext uri="{FF2B5EF4-FFF2-40B4-BE49-F238E27FC236}">
                  <a16:creationId xmlns:a16="http://schemas.microsoft.com/office/drawing/2014/main" id="{1B1EDB02-5F38-4AA5-B76A-2F9A51E44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323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62" name="Rectangle 287">
              <a:extLst>
                <a:ext uri="{FF2B5EF4-FFF2-40B4-BE49-F238E27FC236}">
                  <a16:creationId xmlns:a16="http://schemas.microsoft.com/office/drawing/2014/main" id="{676220B6-E5E4-439C-8FE2-D9F5AF023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07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63" name="Rectangle 288">
              <a:extLst>
                <a:ext uri="{FF2B5EF4-FFF2-40B4-BE49-F238E27FC236}">
                  <a16:creationId xmlns:a16="http://schemas.microsoft.com/office/drawing/2014/main" id="{B4793BBE-5CDE-41B4-9CD1-6907DFAF9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3072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64" name="Rectangle 289">
              <a:extLst>
                <a:ext uri="{FF2B5EF4-FFF2-40B4-BE49-F238E27FC236}">
                  <a16:creationId xmlns:a16="http://schemas.microsoft.com/office/drawing/2014/main" id="{133F3B61-3918-4AD4-BBA1-20AC9E08F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307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65" name="Rectangle 294">
              <a:extLst>
                <a:ext uri="{FF2B5EF4-FFF2-40B4-BE49-F238E27FC236}">
                  <a16:creationId xmlns:a16="http://schemas.microsoft.com/office/drawing/2014/main" id="{4E2AA7F0-55E4-43B7-B4C6-31F8E8EA9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323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66" name="Rectangle 295">
              <a:extLst>
                <a:ext uri="{FF2B5EF4-FFF2-40B4-BE49-F238E27FC236}">
                  <a16:creationId xmlns:a16="http://schemas.microsoft.com/office/drawing/2014/main" id="{235F1A54-8F63-476B-A4A8-CF1FD123D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346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67" name="Rectangle 296">
              <a:extLst>
                <a:ext uri="{FF2B5EF4-FFF2-40B4-BE49-F238E27FC236}">
                  <a16:creationId xmlns:a16="http://schemas.microsoft.com/office/drawing/2014/main" id="{A0136441-317C-481E-8F33-0323189DB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307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68" name="Line 297">
              <a:extLst>
                <a:ext uri="{FF2B5EF4-FFF2-40B4-BE49-F238E27FC236}">
                  <a16:creationId xmlns:a16="http://schemas.microsoft.com/office/drawing/2014/main" id="{022E9C57-95C8-4C46-BB21-CA01827B73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1" y="2381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69" name="Line 298">
              <a:extLst>
                <a:ext uri="{FF2B5EF4-FFF2-40B4-BE49-F238E27FC236}">
                  <a16:creationId xmlns:a16="http://schemas.microsoft.com/office/drawing/2014/main" id="{FDAC55AD-B1A7-4AF4-BC0F-DF8B19B53D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" y="3480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870" name="Rectangle 299">
              <a:extLst>
                <a:ext uri="{FF2B5EF4-FFF2-40B4-BE49-F238E27FC236}">
                  <a16:creationId xmlns:a16="http://schemas.microsoft.com/office/drawing/2014/main" id="{EF7F3BD1-7EF1-4AC6-8052-515D90CCA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79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18</a:t>
              </a:r>
            </a:p>
          </p:txBody>
        </p:sp>
        <p:sp>
          <p:nvSpPr>
            <p:cNvPr id="27871" name="Rectangle 300">
              <a:extLst>
                <a:ext uri="{FF2B5EF4-FFF2-40B4-BE49-F238E27FC236}">
                  <a16:creationId xmlns:a16="http://schemas.microsoft.com/office/drawing/2014/main" id="{2C6807AB-5B1B-4398-9514-9BAA2BD49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96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19</a:t>
              </a:r>
            </a:p>
          </p:txBody>
        </p:sp>
        <p:sp>
          <p:nvSpPr>
            <p:cNvPr id="27872" name="Rectangle 301">
              <a:extLst>
                <a:ext uri="{FF2B5EF4-FFF2-40B4-BE49-F238E27FC236}">
                  <a16:creationId xmlns:a16="http://schemas.microsoft.com/office/drawing/2014/main" id="{1252BCBA-9102-49AE-BC34-68C043B89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60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17</a:t>
              </a:r>
            </a:p>
          </p:txBody>
        </p:sp>
        <p:sp>
          <p:nvSpPr>
            <p:cNvPr id="27873" name="Rectangle 302">
              <a:extLst>
                <a:ext uri="{FF2B5EF4-FFF2-40B4-BE49-F238E27FC236}">
                  <a16:creationId xmlns:a16="http://schemas.microsoft.com/office/drawing/2014/main" id="{18AF5CD3-86D1-4559-A164-CB16BB710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42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27874" name="Rectangle 303">
              <a:extLst>
                <a:ext uri="{FF2B5EF4-FFF2-40B4-BE49-F238E27FC236}">
                  <a16:creationId xmlns:a16="http://schemas.microsoft.com/office/drawing/2014/main" id="{4A0F9791-2C2A-4E48-A9E0-ADE4C6018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22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27875" name="Rectangle 304">
              <a:extLst>
                <a:ext uri="{FF2B5EF4-FFF2-40B4-BE49-F238E27FC236}">
                  <a16:creationId xmlns:a16="http://schemas.microsoft.com/office/drawing/2014/main" id="{A66B0565-875B-4439-9737-3D6945F89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360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76" name="Rectangle 305">
              <a:extLst>
                <a:ext uri="{FF2B5EF4-FFF2-40B4-BE49-F238E27FC236}">
                  <a16:creationId xmlns:a16="http://schemas.microsoft.com/office/drawing/2014/main" id="{EBACEB77-72FC-417E-8B85-E24A6A6BB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360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77" name="Rectangle 306">
              <a:extLst>
                <a:ext uri="{FF2B5EF4-FFF2-40B4-BE49-F238E27FC236}">
                  <a16:creationId xmlns:a16="http://schemas.microsoft.com/office/drawing/2014/main" id="{C275060D-F0FC-4954-8A34-195B5DB8B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360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78" name="Rectangle 308">
              <a:extLst>
                <a:ext uri="{FF2B5EF4-FFF2-40B4-BE49-F238E27FC236}">
                  <a16:creationId xmlns:a16="http://schemas.microsoft.com/office/drawing/2014/main" id="{C8B2474A-EA51-4EFD-A86E-566E8C2C8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361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79" name="Rectangle 309">
              <a:extLst>
                <a:ext uri="{FF2B5EF4-FFF2-40B4-BE49-F238E27FC236}">
                  <a16:creationId xmlns:a16="http://schemas.microsoft.com/office/drawing/2014/main" id="{94CC54D4-8BD8-4E4F-BE70-9C54500E9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379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80" name="Rectangle 310">
              <a:extLst>
                <a:ext uri="{FF2B5EF4-FFF2-40B4-BE49-F238E27FC236}">
                  <a16:creationId xmlns:a16="http://schemas.microsoft.com/office/drawing/2014/main" id="{0689036A-9F96-42DD-AC98-05CEA14F4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379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81" name="Rectangle 311">
              <a:extLst>
                <a:ext uri="{FF2B5EF4-FFF2-40B4-BE49-F238E27FC236}">
                  <a16:creationId xmlns:a16="http://schemas.microsoft.com/office/drawing/2014/main" id="{C511BE06-0D13-4949-BC52-8535BC509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379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82" name="Rectangle 313">
              <a:extLst>
                <a:ext uri="{FF2B5EF4-FFF2-40B4-BE49-F238E27FC236}">
                  <a16:creationId xmlns:a16="http://schemas.microsoft.com/office/drawing/2014/main" id="{62530DB3-1CC5-4B1B-B94E-BFA41A22B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380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83" name="Rectangle 314">
              <a:extLst>
                <a:ext uri="{FF2B5EF4-FFF2-40B4-BE49-F238E27FC236}">
                  <a16:creationId xmlns:a16="http://schemas.microsoft.com/office/drawing/2014/main" id="{F7F5AF4F-094B-4B73-9925-1AD85E533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399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84" name="Rectangle 315">
              <a:extLst>
                <a:ext uri="{FF2B5EF4-FFF2-40B4-BE49-F238E27FC236}">
                  <a16:creationId xmlns:a16="http://schemas.microsoft.com/office/drawing/2014/main" id="{96AA1B37-11F1-4A5A-96F3-1E693704C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399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85" name="Rectangle 316">
              <a:extLst>
                <a:ext uri="{FF2B5EF4-FFF2-40B4-BE49-F238E27FC236}">
                  <a16:creationId xmlns:a16="http://schemas.microsoft.com/office/drawing/2014/main" id="{069253AA-A813-489B-86F9-F06CAC608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400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86" name="Rectangle 318">
              <a:extLst>
                <a:ext uri="{FF2B5EF4-FFF2-40B4-BE49-F238E27FC236}">
                  <a16:creationId xmlns:a16="http://schemas.microsoft.com/office/drawing/2014/main" id="{27E4917E-C363-464B-98A1-C4DA54256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400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887" name="Rectangle 319">
              <a:extLst>
                <a:ext uri="{FF2B5EF4-FFF2-40B4-BE49-F238E27FC236}">
                  <a16:creationId xmlns:a16="http://schemas.microsoft.com/office/drawing/2014/main" id="{4CB3EE7F-C3E4-4226-B86D-F8A9C85ED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05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88" name="Rectangle 320">
              <a:extLst>
                <a:ext uri="{FF2B5EF4-FFF2-40B4-BE49-F238E27FC236}">
                  <a16:creationId xmlns:a16="http://schemas.microsoft.com/office/drawing/2014/main" id="{232E9837-287F-44A2-8A01-0C8ED0D08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93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89" name="Rectangle 321">
              <a:extLst>
                <a:ext uri="{FF2B5EF4-FFF2-40B4-BE49-F238E27FC236}">
                  <a16:creationId xmlns:a16="http://schemas.microsoft.com/office/drawing/2014/main" id="{11DE7B44-65A3-471F-BDF5-EFCBC5B9B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10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0" name="Rectangle 322">
              <a:extLst>
                <a:ext uri="{FF2B5EF4-FFF2-40B4-BE49-F238E27FC236}">
                  <a16:creationId xmlns:a16="http://schemas.microsoft.com/office/drawing/2014/main" id="{97A47E0D-CCD1-40F1-BCC3-E0EFE360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76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1" name="Rectangle 323">
              <a:extLst>
                <a:ext uri="{FF2B5EF4-FFF2-40B4-BE49-F238E27FC236}">
                  <a16:creationId xmlns:a16="http://schemas.microsoft.com/office/drawing/2014/main" id="{E9629014-63A6-4B35-A983-30519CE5A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59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2" name="Rectangle 324">
              <a:extLst>
                <a:ext uri="{FF2B5EF4-FFF2-40B4-BE49-F238E27FC236}">
                  <a16:creationId xmlns:a16="http://schemas.microsoft.com/office/drawing/2014/main" id="{6672AB24-DBB1-46F6-B134-646E48D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41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3" name="Rectangle 325">
              <a:extLst>
                <a:ext uri="{FF2B5EF4-FFF2-40B4-BE49-F238E27FC236}">
                  <a16:creationId xmlns:a16="http://schemas.microsoft.com/office/drawing/2014/main" id="{9018F8A6-FB3F-4843-8A41-40AB20ADD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23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4" name="Rectangle 326">
              <a:extLst>
                <a:ext uri="{FF2B5EF4-FFF2-40B4-BE49-F238E27FC236}">
                  <a16:creationId xmlns:a16="http://schemas.microsoft.com/office/drawing/2014/main" id="{813FF06D-3CED-45E5-93E3-F2CE965D4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88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5" name="Rectangle 327">
              <a:extLst>
                <a:ext uri="{FF2B5EF4-FFF2-40B4-BE49-F238E27FC236}">
                  <a16:creationId xmlns:a16="http://schemas.microsoft.com/office/drawing/2014/main" id="{C501FEEE-D9A2-4AF0-979A-A6A0620C0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70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6" name="Rectangle 328">
              <a:extLst>
                <a:ext uri="{FF2B5EF4-FFF2-40B4-BE49-F238E27FC236}">
                  <a16:creationId xmlns:a16="http://schemas.microsoft.com/office/drawing/2014/main" id="{E2953AA9-3859-48CA-B51A-35BCC3970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50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7" name="Rectangle 329">
              <a:extLst>
                <a:ext uri="{FF2B5EF4-FFF2-40B4-BE49-F238E27FC236}">
                  <a16:creationId xmlns:a16="http://schemas.microsoft.com/office/drawing/2014/main" id="{7BD1338B-0215-485E-8B1B-10DA6490E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85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8" name="Rectangle 330">
              <a:extLst>
                <a:ext uri="{FF2B5EF4-FFF2-40B4-BE49-F238E27FC236}">
                  <a16:creationId xmlns:a16="http://schemas.microsoft.com/office/drawing/2014/main" id="{6C36D00A-D7AC-4424-BE36-4592127A5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304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899" name="Rectangle 331">
              <a:extLst>
                <a:ext uri="{FF2B5EF4-FFF2-40B4-BE49-F238E27FC236}">
                  <a16:creationId xmlns:a16="http://schemas.microsoft.com/office/drawing/2014/main" id="{AA329721-0DBA-434E-9307-6A321EF8C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68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00" name="Rectangle 332">
              <a:extLst>
                <a:ext uri="{FF2B5EF4-FFF2-40B4-BE49-F238E27FC236}">
                  <a16:creationId xmlns:a16="http://schemas.microsoft.com/office/drawing/2014/main" id="{E760E744-AA32-4406-AE71-4FF1E0345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49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01" name="Rectangle 333">
              <a:extLst>
                <a:ext uri="{FF2B5EF4-FFF2-40B4-BE49-F238E27FC236}">
                  <a16:creationId xmlns:a16="http://schemas.microsoft.com/office/drawing/2014/main" id="{DF081D81-9651-4CDF-8C60-0693D010C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33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02" name="Rectangle 334">
              <a:extLst>
                <a:ext uri="{FF2B5EF4-FFF2-40B4-BE49-F238E27FC236}">
                  <a16:creationId xmlns:a16="http://schemas.microsoft.com/office/drawing/2014/main" id="{A9E90113-F4EB-419D-9EE3-BF514D2DF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80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03" name="Rectangle 335">
              <a:extLst>
                <a:ext uri="{FF2B5EF4-FFF2-40B4-BE49-F238E27FC236}">
                  <a16:creationId xmlns:a16="http://schemas.microsoft.com/office/drawing/2014/main" id="{A298968A-00DF-4405-8D41-34CE35420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97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04" name="Rectangle 336">
              <a:extLst>
                <a:ext uri="{FF2B5EF4-FFF2-40B4-BE49-F238E27FC236}">
                  <a16:creationId xmlns:a16="http://schemas.microsoft.com/office/drawing/2014/main" id="{351C5135-FF14-4865-8DBC-944445AF7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61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05" name="Rectangle 337">
              <a:extLst>
                <a:ext uri="{FF2B5EF4-FFF2-40B4-BE49-F238E27FC236}">
                  <a16:creationId xmlns:a16="http://schemas.microsoft.com/office/drawing/2014/main" id="{EE053808-6EEF-4208-8F4B-F98B991FA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43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06" name="Rectangle 338">
              <a:extLst>
                <a:ext uri="{FF2B5EF4-FFF2-40B4-BE49-F238E27FC236}">
                  <a16:creationId xmlns:a16="http://schemas.microsoft.com/office/drawing/2014/main" id="{66BF0BFD-6355-4167-A589-DAEAC59ED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23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07" name="Rectangle 377">
              <a:extLst>
                <a:ext uri="{FF2B5EF4-FFF2-40B4-BE49-F238E27FC236}">
                  <a16:creationId xmlns:a16="http://schemas.microsoft.com/office/drawing/2014/main" id="{5ADF10B9-E246-47B7-A70D-3DEF2F038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02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08" name="Rectangle 378">
              <a:extLst>
                <a:ext uri="{FF2B5EF4-FFF2-40B4-BE49-F238E27FC236}">
                  <a16:creationId xmlns:a16="http://schemas.microsoft.com/office/drawing/2014/main" id="{AF9844FF-AB78-4609-B68B-B052B1DDF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91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09" name="Rectangle 379">
              <a:extLst>
                <a:ext uri="{FF2B5EF4-FFF2-40B4-BE49-F238E27FC236}">
                  <a16:creationId xmlns:a16="http://schemas.microsoft.com/office/drawing/2014/main" id="{53F67A3D-1DD0-4AB1-AF34-93FF6815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210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10" name="Rectangle 380">
              <a:extLst>
                <a:ext uri="{FF2B5EF4-FFF2-40B4-BE49-F238E27FC236}">
                  <a16:creationId xmlns:a16="http://schemas.microsoft.com/office/drawing/2014/main" id="{2C15F41A-6DFB-41E5-B863-F764FE6B9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74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11" name="Rectangle 381">
              <a:extLst>
                <a:ext uri="{FF2B5EF4-FFF2-40B4-BE49-F238E27FC236}">
                  <a16:creationId xmlns:a16="http://schemas.microsoft.com/office/drawing/2014/main" id="{D3E472AC-108E-402F-9CF1-7ABD8E118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55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12" name="Rectangle 382">
              <a:extLst>
                <a:ext uri="{FF2B5EF4-FFF2-40B4-BE49-F238E27FC236}">
                  <a16:creationId xmlns:a16="http://schemas.microsoft.com/office/drawing/2014/main" id="{BA7E39AB-3825-402E-87D1-0757AEE2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37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13" name="Rectangle 383">
              <a:extLst>
                <a:ext uri="{FF2B5EF4-FFF2-40B4-BE49-F238E27FC236}">
                  <a16:creationId xmlns:a16="http://schemas.microsoft.com/office/drawing/2014/main" id="{05049DDB-28F1-4B95-B627-814819A9D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20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14" name="Rectangle 384">
              <a:extLst>
                <a:ext uri="{FF2B5EF4-FFF2-40B4-BE49-F238E27FC236}">
                  <a16:creationId xmlns:a16="http://schemas.microsoft.com/office/drawing/2014/main" id="{7231E8A2-201B-400F-90B1-266121F47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84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15" name="Rectangle 385">
              <a:extLst>
                <a:ext uri="{FF2B5EF4-FFF2-40B4-BE49-F238E27FC236}">
                  <a16:creationId xmlns:a16="http://schemas.microsoft.com/office/drawing/2014/main" id="{C52D72D1-B56C-4D20-A81C-F212481BA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68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16" name="Rectangle 386">
              <a:extLst>
                <a:ext uri="{FF2B5EF4-FFF2-40B4-BE49-F238E27FC236}">
                  <a16:creationId xmlns:a16="http://schemas.microsoft.com/office/drawing/2014/main" id="{735818A4-E203-403F-8562-1755F98A6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49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17" name="Rectangle 387">
              <a:extLst>
                <a:ext uri="{FF2B5EF4-FFF2-40B4-BE49-F238E27FC236}">
                  <a16:creationId xmlns:a16="http://schemas.microsoft.com/office/drawing/2014/main" id="{A4E35D42-3EB2-43B2-BFC6-CAC951DBF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85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18" name="Rectangle 388">
              <a:extLst>
                <a:ext uri="{FF2B5EF4-FFF2-40B4-BE49-F238E27FC236}">
                  <a16:creationId xmlns:a16="http://schemas.microsoft.com/office/drawing/2014/main" id="{2984D4A7-15A9-495C-A85F-9405B19D8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304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19" name="Rectangle 389">
              <a:extLst>
                <a:ext uri="{FF2B5EF4-FFF2-40B4-BE49-F238E27FC236}">
                  <a16:creationId xmlns:a16="http://schemas.microsoft.com/office/drawing/2014/main" id="{25A3CF8D-82E0-40D5-B158-9980E2B4D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68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0" name="Rectangle 390">
              <a:extLst>
                <a:ext uri="{FF2B5EF4-FFF2-40B4-BE49-F238E27FC236}">
                  <a16:creationId xmlns:a16="http://schemas.microsoft.com/office/drawing/2014/main" id="{E437C633-60C3-48FC-99BF-2438B71BA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49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1" name="Rectangle 391">
              <a:extLst>
                <a:ext uri="{FF2B5EF4-FFF2-40B4-BE49-F238E27FC236}">
                  <a16:creationId xmlns:a16="http://schemas.microsoft.com/office/drawing/2014/main" id="{2CA058D2-2EAD-4BF7-ACED-DE1F440D7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33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2" name="Rectangle 392">
              <a:extLst>
                <a:ext uri="{FF2B5EF4-FFF2-40B4-BE49-F238E27FC236}">
                  <a16:creationId xmlns:a16="http://schemas.microsoft.com/office/drawing/2014/main" id="{920779B0-0BC8-44A0-BEF1-0BF34A3ED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80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3" name="Rectangle 393">
              <a:extLst>
                <a:ext uri="{FF2B5EF4-FFF2-40B4-BE49-F238E27FC236}">
                  <a16:creationId xmlns:a16="http://schemas.microsoft.com/office/drawing/2014/main" id="{A10D6348-282F-4ED7-A0A3-1BD81B84E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97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4" name="Rectangle 394">
              <a:extLst>
                <a:ext uri="{FF2B5EF4-FFF2-40B4-BE49-F238E27FC236}">
                  <a16:creationId xmlns:a16="http://schemas.microsoft.com/office/drawing/2014/main" id="{62DBFE9C-448A-454C-8DAA-D98812498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61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5" name="Rectangle 395">
              <a:extLst>
                <a:ext uri="{FF2B5EF4-FFF2-40B4-BE49-F238E27FC236}">
                  <a16:creationId xmlns:a16="http://schemas.microsoft.com/office/drawing/2014/main" id="{6F97335A-44DB-482A-B05F-A4B47E485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43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6" name="Rectangle 396">
              <a:extLst>
                <a:ext uri="{FF2B5EF4-FFF2-40B4-BE49-F238E27FC236}">
                  <a16:creationId xmlns:a16="http://schemas.microsoft.com/office/drawing/2014/main" id="{C92E519B-D6F7-44F5-8572-41BB50203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23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7" name="Rectangle 397">
              <a:extLst>
                <a:ext uri="{FF2B5EF4-FFF2-40B4-BE49-F238E27FC236}">
                  <a16:creationId xmlns:a16="http://schemas.microsoft.com/office/drawing/2014/main" id="{54E7D60C-A0A1-43DA-9236-97C46F995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888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8" name="Rectangle 398">
              <a:extLst>
                <a:ext uri="{FF2B5EF4-FFF2-40B4-BE49-F238E27FC236}">
                  <a16:creationId xmlns:a16="http://schemas.microsoft.com/office/drawing/2014/main" id="{A8D06D97-6E75-4031-9A63-13ADE4FF8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88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29" name="Rectangle 399">
              <a:extLst>
                <a:ext uri="{FF2B5EF4-FFF2-40B4-BE49-F238E27FC236}">
                  <a16:creationId xmlns:a16="http://schemas.microsoft.com/office/drawing/2014/main" id="{10C7B831-8C08-41A8-87D1-2D23B37D2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88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30" name="Rectangle 400">
              <a:extLst>
                <a:ext uri="{FF2B5EF4-FFF2-40B4-BE49-F238E27FC236}">
                  <a16:creationId xmlns:a16="http://schemas.microsoft.com/office/drawing/2014/main" id="{86666406-38CD-4269-9F30-1A62811DB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88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31" name="Rectangle 401">
              <a:extLst>
                <a:ext uri="{FF2B5EF4-FFF2-40B4-BE49-F238E27FC236}">
                  <a16:creationId xmlns:a16="http://schemas.microsoft.com/office/drawing/2014/main" id="{C56053E7-943D-47FB-A7F8-5027E8982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778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32" name="Rectangle 402">
              <a:extLst>
                <a:ext uri="{FF2B5EF4-FFF2-40B4-BE49-F238E27FC236}">
                  <a16:creationId xmlns:a16="http://schemas.microsoft.com/office/drawing/2014/main" id="{8F3429BB-CB35-41EA-9D3E-C9AEB44C0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77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33" name="Rectangle 403">
              <a:extLst>
                <a:ext uri="{FF2B5EF4-FFF2-40B4-BE49-F238E27FC236}">
                  <a16:creationId xmlns:a16="http://schemas.microsoft.com/office/drawing/2014/main" id="{8A79C466-1C36-4D72-B646-455E7BDE4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77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34" name="Rectangle 404">
              <a:extLst>
                <a:ext uri="{FF2B5EF4-FFF2-40B4-BE49-F238E27FC236}">
                  <a16:creationId xmlns:a16="http://schemas.microsoft.com/office/drawing/2014/main" id="{F118FBFA-FDF1-4C27-A656-7B5C2DDE9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77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35" name="Rectangle 405">
              <a:extLst>
                <a:ext uri="{FF2B5EF4-FFF2-40B4-BE49-F238E27FC236}">
                  <a16:creationId xmlns:a16="http://schemas.microsoft.com/office/drawing/2014/main" id="{1616EAB5-82F4-4032-B8E5-6E5AA79DD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992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36" name="Rectangle 406">
              <a:extLst>
                <a:ext uri="{FF2B5EF4-FFF2-40B4-BE49-F238E27FC236}">
                  <a16:creationId xmlns:a16="http://schemas.microsoft.com/office/drawing/2014/main" id="{BAF606AA-CA0A-445C-94B8-CCF66E01A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992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37" name="Rectangle 407">
              <a:extLst>
                <a:ext uri="{FF2B5EF4-FFF2-40B4-BE49-F238E27FC236}">
                  <a16:creationId xmlns:a16="http://schemas.microsoft.com/office/drawing/2014/main" id="{1653370D-FBC5-4C7A-92D0-193C78BD9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99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38" name="Rectangle 408">
              <a:extLst>
                <a:ext uri="{FF2B5EF4-FFF2-40B4-BE49-F238E27FC236}">
                  <a16:creationId xmlns:a16="http://schemas.microsoft.com/office/drawing/2014/main" id="{1A31D705-7224-430A-965E-8A0D7E472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99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39" name="Rectangle 409">
              <a:extLst>
                <a:ext uri="{FF2B5EF4-FFF2-40B4-BE49-F238E27FC236}">
                  <a16:creationId xmlns:a16="http://schemas.microsoft.com/office/drawing/2014/main" id="{28D9BBD9-6357-45ED-82CD-AA474CFAC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600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40" name="Rectangle 410">
              <a:extLst>
                <a:ext uri="{FF2B5EF4-FFF2-40B4-BE49-F238E27FC236}">
                  <a16:creationId xmlns:a16="http://schemas.microsoft.com/office/drawing/2014/main" id="{82E6A664-A27F-42CF-8A46-1376A8B28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600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41" name="Rectangle 411">
              <a:extLst>
                <a:ext uri="{FF2B5EF4-FFF2-40B4-BE49-F238E27FC236}">
                  <a16:creationId xmlns:a16="http://schemas.microsoft.com/office/drawing/2014/main" id="{C4A30CAA-D744-472E-9F95-5A37A8577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600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42" name="Rectangle 412">
              <a:extLst>
                <a:ext uri="{FF2B5EF4-FFF2-40B4-BE49-F238E27FC236}">
                  <a16:creationId xmlns:a16="http://schemas.microsoft.com/office/drawing/2014/main" id="{E0EE6A01-FB65-4272-AAFD-81E350BD5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600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43" name="Rectangle 413">
              <a:extLst>
                <a:ext uri="{FF2B5EF4-FFF2-40B4-BE49-F238E27FC236}">
                  <a16:creationId xmlns:a16="http://schemas.microsoft.com/office/drawing/2014/main" id="{FB0DCE1D-429E-49D4-953D-7C53B8482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413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44" name="Rectangle 414">
              <a:extLst>
                <a:ext uri="{FF2B5EF4-FFF2-40B4-BE49-F238E27FC236}">
                  <a16:creationId xmlns:a16="http://schemas.microsoft.com/office/drawing/2014/main" id="{220CBCAD-3D6C-4D2D-835A-CC336B363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413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45" name="Rectangle 415">
              <a:extLst>
                <a:ext uri="{FF2B5EF4-FFF2-40B4-BE49-F238E27FC236}">
                  <a16:creationId xmlns:a16="http://schemas.microsoft.com/office/drawing/2014/main" id="{421AE080-0491-4450-8773-62A88EC91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41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46" name="Rectangle 416">
              <a:extLst>
                <a:ext uri="{FF2B5EF4-FFF2-40B4-BE49-F238E27FC236}">
                  <a16:creationId xmlns:a16="http://schemas.microsoft.com/office/drawing/2014/main" id="{6CE467ED-0556-413A-BCE9-D642396CB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41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47" name="Rectangle 417">
              <a:extLst>
                <a:ext uri="{FF2B5EF4-FFF2-40B4-BE49-F238E27FC236}">
                  <a16:creationId xmlns:a16="http://schemas.microsoft.com/office/drawing/2014/main" id="{5E5BED7C-9912-4049-90F2-3E1A7B859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226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48" name="Rectangle 418">
              <a:extLst>
                <a:ext uri="{FF2B5EF4-FFF2-40B4-BE49-F238E27FC236}">
                  <a16:creationId xmlns:a16="http://schemas.microsoft.com/office/drawing/2014/main" id="{D65D123A-97FA-4FCB-8A3F-5EE79E565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226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49" name="Rectangle 419">
              <a:extLst>
                <a:ext uri="{FF2B5EF4-FFF2-40B4-BE49-F238E27FC236}">
                  <a16:creationId xmlns:a16="http://schemas.microsoft.com/office/drawing/2014/main" id="{402614E8-F61F-4F7B-AECB-3AA2DFA29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22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50" name="Rectangle 420">
              <a:extLst>
                <a:ext uri="{FF2B5EF4-FFF2-40B4-BE49-F238E27FC236}">
                  <a16:creationId xmlns:a16="http://schemas.microsoft.com/office/drawing/2014/main" id="{935C4ECC-6073-440E-8C5A-42CF6915D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22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51" name="Rectangle 421">
              <a:extLst>
                <a:ext uri="{FF2B5EF4-FFF2-40B4-BE49-F238E27FC236}">
                  <a16:creationId xmlns:a16="http://schemas.microsoft.com/office/drawing/2014/main" id="{5D2B3E8A-03CC-4C4D-A8EA-4F1F40E68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048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52" name="Rectangle 422">
              <a:extLst>
                <a:ext uri="{FF2B5EF4-FFF2-40B4-BE49-F238E27FC236}">
                  <a16:creationId xmlns:a16="http://schemas.microsoft.com/office/drawing/2014/main" id="{978D86C7-6466-49F0-A05E-B80DF1D3F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04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53" name="Rectangle 423">
              <a:extLst>
                <a:ext uri="{FF2B5EF4-FFF2-40B4-BE49-F238E27FC236}">
                  <a16:creationId xmlns:a16="http://schemas.microsoft.com/office/drawing/2014/main" id="{16E98798-A67E-4255-9C3A-AB82D731A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04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54" name="Rectangle 424">
              <a:extLst>
                <a:ext uri="{FF2B5EF4-FFF2-40B4-BE49-F238E27FC236}">
                  <a16:creationId xmlns:a16="http://schemas.microsoft.com/office/drawing/2014/main" id="{BB221FAA-5918-47AE-96FF-83253A705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04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55" name="Rectangle 425">
              <a:extLst>
                <a:ext uri="{FF2B5EF4-FFF2-40B4-BE49-F238E27FC236}">
                  <a16:creationId xmlns:a16="http://schemas.microsoft.com/office/drawing/2014/main" id="{4A038781-B626-4584-9BFE-ECEF89137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701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56" name="Rectangle 426">
              <a:extLst>
                <a:ext uri="{FF2B5EF4-FFF2-40B4-BE49-F238E27FC236}">
                  <a16:creationId xmlns:a16="http://schemas.microsoft.com/office/drawing/2014/main" id="{7CE2B900-9050-459E-8DB3-A6FF2FC7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70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57" name="Rectangle 427">
              <a:extLst>
                <a:ext uri="{FF2B5EF4-FFF2-40B4-BE49-F238E27FC236}">
                  <a16:creationId xmlns:a16="http://schemas.microsoft.com/office/drawing/2014/main" id="{93A3505E-431A-4BBC-BE11-9699D353E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70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58" name="Rectangle 428">
              <a:extLst>
                <a:ext uri="{FF2B5EF4-FFF2-40B4-BE49-F238E27FC236}">
                  <a16:creationId xmlns:a16="http://schemas.microsoft.com/office/drawing/2014/main" id="{9A030A11-11BF-40EF-93C3-6D7C3931B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70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59" name="Rectangle 429">
              <a:extLst>
                <a:ext uri="{FF2B5EF4-FFF2-40B4-BE49-F238E27FC236}">
                  <a16:creationId xmlns:a16="http://schemas.microsoft.com/office/drawing/2014/main" id="{8BD89447-3E2C-4E55-98B7-04884EBCA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532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7960" name="Rectangle 430">
              <a:extLst>
                <a:ext uri="{FF2B5EF4-FFF2-40B4-BE49-F238E27FC236}">
                  <a16:creationId xmlns:a16="http://schemas.microsoft.com/office/drawing/2014/main" id="{D396F907-F335-44A7-96CC-DDACF4F88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532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61" name="Rectangle 431">
              <a:extLst>
                <a:ext uri="{FF2B5EF4-FFF2-40B4-BE49-F238E27FC236}">
                  <a16:creationId xmlns:a16="http://schemas.microsoft.com/office/drawing/2014/main" id="{0E4C0381-4BD6-4D18-94AF-56AC57BBD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53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62" name="Rectangle 432">
              <a:extLst>
                <a:ext uri="{FF2B5EF4-FFF2-40B4-BE49-F238E27FC236}">
                  <a16:creationId xmlns:a16="http://schemas.microsoft.com/office/drawing/2014/main" id="{9D3E9486-6830-4796-BDBB-AD14F05C6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53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63" name="Rectangle 433">
              <a:extLst>
                <a:ext uri="{FF2B5EF4-FFF2-40B4-BE49-F238E27FC236}">
                  <a16:creationId xmlns:a16="http://schemas.microsoft.com/office/drawing/2014/main" id="{7EBCDB6D-A778-4805-A8E8-43CECC71A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54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64" name="Rectangle 434">
              <a:extLst>
                <a:ext uri="{FF2B5EF4-FFF2-40B4-BE49-F238E27FC236}">
                  <a16:creationId xmlns:a16="http://schemas.microsoft.com/office/drawing/2014/main" id="{0F7EEBF4-1437-4DF6-A7AA-508E5FBF9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354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65" name="Rectangle 435">
              <a:extLst>
                <a:ext uri="{FF2B5EF4-FFF2-40B4-BE49-F238E27FC236}">
                  <a16:creationId xmlns:a16="http://schemas.microsoft.com/office/drawing/2014/main" id="{CAEFAB9D-8E17-4E9D-845F-41144579C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354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66" name="Rectangle 436">
              <a:extLst>
                <a:ext uri="{FF2B5EF4-FFF2-40B4-BE49-F238E27FC236}">
                  <a16:creationId xmlns:a16="http://schemas.microsoft.com/office/drawing/2014/main" id="{5C14CDBC-627C-426A-B8F1-58B523FCC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354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7967" name="Rectangle 471">
              <a:extLst>
                <a:ext uri="{FF2B5EF4-FFF2-40B4-BE49-F238E27FC236}">
                  <a16:creationId xmlns:a16="http://schemas.microsoft.com/office/drawing/2014/main" id="{15C11528-08D9-4600-A394-E38139270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90"/>
              <a:ext cx="6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进位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Co</a:t>
              </a:r>
              <a:endPara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968" name="Rectangle 472">
              <a:extLst>
                <a:ext uri="{FF2B5EF4-FFF2-40B4-BE49-F238E27FC236}">
                  <a16:creationId xmlns:a16="http://schemas.microsoft.com/office/drawing/2014/main" id="{CBC6A142-B895-479F-9AD7-59E1C2797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75"/>
              <a:ext cx="6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进位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F</a:t>
              </a:r>
              <a:endPara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" name="Group 474">
            <a:extLst>
              <a:ext uri="{FF2B5EF4-FFF2-40B4-BE49-F238E27FC236}">
                <a16:creationId xmlns:a16="http://schemas.microsoft.com/office/drawing/2014/main" id="{442E70B3-2C1E-4D6D-B539-F6E0E2B5AA94}"/>
              </a:ext>
            </a:extLst>
          </p:cNvPr>
          <p:cNvGrpSpPr>
            <a:grpSpLocks/>
          </p:cNvGrpSpPr>
          <p:nvPr/>
        </p:nvGrpSpPr>
        <p:grpSpPr bwMode="auto">
          <a:xfrm>
            <a:off x="722313" y="825500"/>
            <a:ext cx="7786687" cy="1444625"/>
            <a:chOff x="360" y="1285"/>
            <a:chExt cx="4905" cy="969"/>
          </a:xfrm>
        </p:grpSpPr>
        <p:sp>
          <p:nvSpPr>
            <p:cNvPr id="27723" name="Rectangle 475">
              <a:extLst>
                <a:ext uri="{FF2B5EF4-FFF2-40B4-BE49-F238E27FC236}">
                  <a16:creationId xmlns:a16="http://schemas.microsoft.com/office/drawing/2014/main" id="{2D02636C-704B-4FE8-8631-F2219021A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" y="1285"/>
              <a:ext cx="4892" cy="969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724" name="Text Box 476">
              <a:extLst>
                <a:ext uri="{FF2B5EF4-FFF2-40B4-BE49-F238E27FC236}">
                  <a16:creationId xmlns:a16="http://schemas.microsoft.com/office/drawing/2014/main" id="{C1810905-D192-4B7C-9AA7-43F51079A0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" y="1312"/>
              <a:ext cx="4627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☆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当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panose="020B0604020202020204" pitchFamily="34" charset="0"/>
                  <a:ea typeface="楷体_GB2312" pitchFamily="49" charset="-122"/>
                  <a:cs typeface="+mn-cs"/>
                </a:rPr>
                <a:t>“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和数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panose="020B0604020202020204" pitchFamily="34" charset="0"/>
                  <a:ea typeface="楷体_GB2312" pitchFamily="49" charset="-122"/>
                  <a:cs typeface="+mn-cs"/>
                </a:rPr>
                <a:t>”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位于</a:t>
              </a: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(0-9)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时，与两个</a:t>
              </a: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4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位二进制相加结果相同</a:t>
              </a: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 </a:t>
              </a:r>
            </a:p>
          </p:txBody>
        </p:sp>
        <p:pic>
          <p:nvPicPr>
            <p:cNvPr id="27725" name="Picture 477">
              <a:extLst>
                <a:ext uri="{FF2B5EF4-FFF2-40B4-BE49-F238E27FC236}">
                  <a16:creationId xmlns:a16="http://schemas.microsoft.com/office/drawing/2014/main" id="{0BF785E6-8B4B-40C3-80F7-D8EF75DCD9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" y="1662"/>
              <a:ext cx="36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26" name="Picture 478">
              <a:extLst>
                <a:ext uri="{FF2B5EF4-FFF2-40B4-BE49-F238E27FC236}">
                  <a16:creationId xmlns:a16="http://schemas.microsoft.com/office/drawing/2014/main" id="{BDE3CF01-9952-4AA8-957E-D4BC78F789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2" y="1661"/>
              <a:ext cx="90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7" name="Text Box 479">
              <a:extLst>
                <a:ext uri="{FF2B5EF4-FFF2-40B4-BE49-F238E27FC236}">
                  <a16:creationId xmlns:a16="http://schemas.microsoft.com/office/drawing/2014/main" id="{9EFBF075-C105-44DB-B63C-5D0141204E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1" y="1796"/>
              <a:ext cx="3084" cy="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0111</a:t>
              </a: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是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8421BCD </a:t>
              </a: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码的</a:t>
              </a: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7,</a:t>
              </a: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结果正确。</a:t>
              </a:r>
            </a:p>
          </p:txBody>
        </p:sp>
      </p:grpSp>
      <p:grpSp>
        <p:nvGrpSpPr>
          <p:cNvPr id="4" name="Group 480">
            <a:extLst>
              <a:ext uri="{FF2B5EF4-FFF2-40B4-BE49-F238E27FC236}">
                <a16:creationId xmlns:a16="http://schemas.microsoft.com/office/drawing/2014/main" id="{341CB4F0-A3A7-4175-A36F-6AF68709DC97}"/>
              </a:ext>
            </a:extLst>
          </p:cNvPr>
          <p:cNvGrpSpPr>
            <a:grpSpLocks/>
          </p:cNvGrpSpPr>
          <p:nvPr/>
        </p:nvGrpSpPr>
        <p:grpSpPr bwMode="auto">
          <a:xfrm>
            <a:off x="719138" y="2290763"/>
            <a:ext cx="7766050" cy="1474787"/>
            <a:chOff x="360" y="1285"/>
            <a:chExt cx="4892" cy="973"/>
          </a:xfrm>
        </p:grpSpPr>
        <p:sp>
          <p:nvSpPr>
            <p:cNvPr id="27716" name="Rectangle 481">
              <a:extLst>
                <a:ext uri="{FF2B5EF4-FFF2-40B4-BE49-F238E27FC236}">
                  <a16:creationId xmlns:a16="http://schemas.microsoft.com/office/drawing/2014/main" id="{0CB0DB8F-D23E-4B00-98FC-6B46DF86E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" y="1285"/>
              <a:ext cx="4892" cy="969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pic>
          <p:nvPicPr>
            <p:cNvPr id="27717" name="Picture 482">
              <a:extLst>
                <a:ext uri="{FF2B5EF4-FFF2-40B4-BE49-F238E27FC236}">
                  <a16:creationId xmlns:a16="http://schemas.microsoft.com/office/drawing/2014/main" id="{FA0D9187-6FCE-416B-9AF6-1C48B0B6BA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0" y="1688"/>
              <a:ext cx="90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8" name="Picture 483">
              <a:extLst>
                <a:ext uri="{FF2B5EF4-FFF2-40B4-BE49-F238E27FC236}">
                  <a16:creationId xmlns:a16="http://schemas.microsoft.com/office/drawing/2014/main" id="{9E5E5CC5-1279-4A25-93E0-CC075FC0AF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1" y="1688"/>
              <a:ext cx="90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9" name="Picture 484">
              <a:extLst>
                <a:ext uri="{FF2B5EF4-FFF2-40B4-BE49-F238E27FC236}">
                  <a16:creationId xmlns:a16="http://schemas.microsoft.com/office/drawing/2014/main" id="{EFFA17FD-A8FB-4D53-BFC8-4B9E9F574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6" y="1688"/>
              <a:ext cx="36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0" name="Rectangle 485">
              <a:extLst>
                <a:ext uri="{FF2B5EF4-FFF2-40B4-BE49-F238E27FC236}">
                  <a16:creationId xmlns:a16="http://schemas.microsoft.com/office/drawing/2014/main" id="{52863254-33AC-4A79-8D96-CC3D5456C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" y="1319"/>
              <a:ext cx="4020" cy="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☆当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相加之和</a:t>
              </a: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(10-15)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相加结果错误，需加</a:t>
              </a: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6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修正</a:t>
              </a:r>
              <a:r>
                <a:rPr kumimoji="0" lang="zh-CN" altLang="en-US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panose="020B0604020202020204" pitchFamily="34" charset="0"/>
                  <a:ea typeface="幼圆" panose="02010509060101010101" pitchFamily="49" charset="-122"/>
                  <a:cs typeface="+mn-cs"/>
                </a:rPr>
                <a:t>。</a:t>
              </a:r>
            </a:p>
          </p:txBody>
        </p:sp>
        <p:sp>
          <p:nvSpPr>
            <p:cNvPr id="27721" name="Rectangle 486">
              <a:extLst>
                <a:ext uri="{FF2B5EF4-FFF2-40B4-BE49-F238E27FC236}">
                  <a16:creationId xmlns:a16="http://schemas.microsoft.com/office/drawing/2014/main" id="{2007C758-B563-41AA-9649-B6F2101C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1582"/>
              <a:ext cx="1270" cy="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1101</a:t>
              </a: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在</a:t>
              </a:r>
              <a:r>
                <a:rPr kumimoji="0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8421BCD</a:t>
              </a: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码中是非法码。</a:t>
              </a:r>
            </a:p>
          </p:txBody>
        </p:sp>
        <p:sp>
          <p:nvSpPr>
            <p:cNvPr id="27722" name="Text Box 487">
              <a:extLst>
                <a:ext uri="{FF2B5EF4-FFF2-40B4-BE49-F238E27FC236}">
                  <a16:creationId xmlns:a16="http://schemas.microsoft.com/office/drawing/2014/main" id="{2B73E733-5C69-409C-9C46-7AD7757FE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0" y="1594"/>
              <a:ext cx="926" cy="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Arial" panose="020B0604020202020204" pitchFamily="34" charset="0"/>
                  <a:ea typeface="楷体_GB2312" pitchFamily="49" charset="-122"/>
                  <a:cs typeface="+mn-cs"/>
                </a:rPr>
                <a:t>产生进位，本位和正确。</a:t>
              </a:r>
            </a:p>
          </p:txBody>
        </p:sp>
      </p:grpSp>
      <p:grpSp>
        <p:nvGrpSpPr>
          <p:cNvPr id="5" name="Group 488">
            <a:extLst>
              <a:ext uri="{FF2B5EF4-FFF2-40B4-BE49-F238E27FC236}">
                <a16:creationId xmlns:a16="http://schemas.microsoft.com/office/drawing/2014/main" id="{7C4BB369-E10D-490C-A72C-73D4FCAEABDD}"/>
              </a:ext>
            </a:extLst>
          </p:cNvPr>
          <p:cNvGrpSpPr>
            <a:grpSpLocks/>
          </p:cNvGrpSpPr>
          <p:nvPr/>
        </p:nvGrpSpPr>
        <p:grpSpPr bwMode="auto">
          <a:xfrm>
            <a:off x="658813" y="3843338"/>
            <a:ext cx="8039100" cy="1611312"/>
            <a:chOff x="357" y="3247"/>
            <a:chExt cx="5064" cy="986"/>
          </a:xfrm>
        </p:grpSpPr>
        <p:sp>
          <p:nvSpPr>
            <p:cNvPr id="27708" name="Rectangle 489">
              <a:extLst>
                <a:ext uri="{FF2B5EF4-FFF2-40B4-BE49-F238E27FC236}">
                  <a16:creationId xmlns:a16="http://schemas.microsoft.com/office/drawing/2014/main" id="{0FA7C4E9-BD58-4B1C-93D6-DCCBD0457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" y="3247"/>
              <a:ext cx="4892" cy="969"/>
            </a:xfrm>
            <a:prstGeom prst="rect">
              <a:avLst/>
            </a:prstGeom>
            <a:solidFill>
              <a:schemeClr val="bg1"/>
            </a:solidFill>
            <a:ln w="127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27709" name="Group 490">
              <a:extLst>
                <a:ext uri="{FF2B5EF4-FFF2-40B4-BE49-F238E27FC236}">
                  <a16:creationId xmlns:a16="http://schemas.microsoft.com/office/drawing/2014/main" id="{0EE757C1-CC91-428C-BD71-C7EB515CC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" y="3277"/>
              <a:ext cx="5064" cy="956"/>
              <a:chOff x="357" y="3277"/>
              <a:chExt cx="5064" cy="956"/>
            </a:xfrm>
          </p:grpSpPr>
          <p:pic>
            <p:nvPicPr>
              <p:cNvPr id="27710" name="Picture 491">
                <a:extLst>
                  <a:ext uri="{FF2B5EF4-FFF2-40B4-BE49-F238E27FC236}">
                    <a16:creationId xmlns:a16="http://schemas.microsoft.com/office/drawing/2014/main" id="{9D1E0E18-92D1-4DED-BD71-9E09F62C25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6" y="3684"/>
                <a:ext cx="900" cy="5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7711" name="Picture 492">
                <a:extLst>
                  <a:ext uri="{FF2B5EF4-FFF2-40B4-BE49-F238E27FC236}">
                    <a16:creationId xmlns:a16="http://schemas.microsoft.com/office/drawing/2014/main" id="{30699A37-0563-41E4-B559-56B796A06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54" y="3649"/>
                <a:ext cx="1079" cy="5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7712" name="Picture 493">
                <a:extLst>
                  <a:ext uri="{FF2B5EF4-FFF2-40B4-BE49-F238E27FC236}">
                    <a16:creationId xmlns:a16="http://schemas.microsoft.com/office/drawing/2014/main" id="{2F3A9326-B426-414E-A4F7-6C064DAD1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" y="3676"/>
                <a:ext cx="360" cy="5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713" name="Rectangle 494">
                <a:extLst>
                  <a:ext uri="{FF2B5EF4-FFF2-40B4-BE49-F238E27FC236}">
                    <a16:creationId xmlns:a16="http://schemas.microsoft.com/office/drawing/2014/main" id="{6F31AD56-E16A-4AD0-AEF1-FCD682752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" y="3277"/>
                <a:ext cx="4628" cy="2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660033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 ☆</a:t>
                </a:r>
                <a:r>
                  <a:rPr kumimoji="0" lang="zh-CN" altLang="en-US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660033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相加之和（</a:t>
                </a:r>
                <a:r>
                  <a:rPr kumimoji="0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660033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16-19</a:t>
                </a:r>
                <a:r>
                  <a:rPr kumimoji="0" lang="zh-CN" altLang="en-US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660033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）产生进位，且结果错误，需加</a:t>
                </a:r>
                <a:r>
                  <a:rPr kumimoji="0" lang="en-US" altLang="zh-CN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660033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6</a:t>
                </a:r>
                <a:r>
                  <a:rPr kumimoji="0" lang="zh-CN" altLang="en-US" sz="2200" b="1" i="0" u="none" strike="noStrike" kern="1200" cap="none" spc="0" normalizeH="0" baseline="0" noProof="0">
                    <a:ln>
                      <a:noFill/>
                    </a:ln>
                    <a:solidFill>
                      <a:srgbClr val="660033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修正</a:t>
                </a:r>
              </a:p>
            </p:txBody>
          </p:sp>
          <p:sp>
            <p:nvSpPr>
              <p:cNvPr id="27714" name="Text Box 495">
                <a:extLst>
                  <a:ext uri="{FF2B5EF4-FFF2-40B4-BE49-F238E27FC236}">
                    <a16:creationId xmlns:a16="http://schemas.microsoft.com/office/drawing/2014/main" id="{4AA9B047-9334-4669-9D9C-DF344CDF4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3" y="3616"/>
                <a:ext cx="1149" cy="6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本位和不是</a:t>
                </a: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7</a:t>
                </a: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而是</a:t>
                </a: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1,</a:t>
                </a:r>
                <a:r>
                  <a:rPr kumimoji="0" lang="zh-CN" altLang="en-US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楷体_GB2312" pitchFamily="49" charset="-122"/>
                    <a:ea typeface="楷体_GB2312" pitchFamily="49" charset="-122"/>
                    <a:cs typeface="+mn-cs"/>
                  </a:rPr>
                  <a:t>结果错误。</a:t>
                </a:r>
              </a:p>
            </p:txBody>
          </p:sp>
          <p:sp>
            <p:nvSpPr>
              <p:cNvPr id="27715" name="Text Box 496">
                <a:extLst>
                  <a:ext uri="{FF2B5EF4-FFF2-40B4-BE49-F238E27FC236}">
                    <a16:creationId xmlns:a16="http://schemas.microsoft.com/office/drawing/2014/main" id="{AFBC7D17-4EC2-487C-8F4C-0397A16500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19" y="3695"/>
                <a:ext cx="1002" cy="2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CC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楷体_GB2312" pitchFamily="49" charset="-122"/>
                    <a:cs typeface="+mn-cs"/>
                  </a:rPr>
                  <a:t>结果正确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00887269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Text Box 2">
            <a:extLst>
              <a:ext uri="{FF2B5EF4-FFF2-40B4-BE49-F238E27FC236}">
                <a16:creationId xmlns:a16="http://schemas.microsoft.com/office/drawing/2014/main" id="{1E160FC5-24CF-4DB4-80C8-8BE22C360E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" y="503238"/>
            <a:ext cx="8089900" cy="1373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分析产生错误的原因：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8421BCD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码是逢十进一，四位二进制是逢十六进一，两者进位关系不同，其中恰好相差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6,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因此需加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6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修正。</a:t>
            </a:r>
          </a:p>
        </p:txBody>
      </p:sp>
      <p:sp>
        <p:nvSpPr>
          <p:cNvPr id="181251" name="Text Box 3">
            <a:extLst>
              <a:ext uri="{FF2B5EF4-FFF2-40B4-BE49-F238E27FC236}">
                <a16:creationId xmlns:a16="http://schemas.microsoft.com/office/drawing/2014/main" id="{E3E4A33F-7B32-4D48-8D76-A16478043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8" y="1885950"/>
            <a:ext cx="22494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★  电路设计</a:t>
            </a:r>
          </a:p>
        </p:txBody>
      </p:sp>
      <p:sp>
        <p:nvSpPr>
          <p:cNvPr id="181252" name="Text Box 4">
            <a:extLst>
              <a:ext uri="{FF2B5EF4-FFF2-40B4-BE49-F238E27FC236}">
                <a16:creationId xmlns:a16="http://schemas.microsoft.com/office/drawing/2014/main" id="{9BE0CBF3-799A-413A-BE05-ACB740CC7B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1413" y="2305050"/>
            <a:ext cx="76787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设计两个一位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8421BCD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码加法电路应由三部分组成。</a:t>
            </a:r>
          </a:p>
        </p:txBody>
      </p:sp>
      <p:sp>
        <p:nvSpPr>
          <p:cNvPr id="181253" name="Text Box 5">
            <a:extLst>
              <a:ext uri="{FF2B5EF4-FFF2-40B4-BE49-F238E27FC236}">
                <a16:creationId xmlns:a16="http://schemas.microsoft.com/office/drawing/2014/main" id="{4A7F704D-C78C-48B0-BF24-EEBC7E8D4F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6975" y="2779713"/>
            <a:ext cx="64801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1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、实现两个一位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8421BCD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加法电路</a:t>
            </a:r>
          </a:p>
        </p:txBody>
      </p:sp>
      <p:sp>
        <p:nvSpPr>
          <p:cNvPr id="181254" name="Text Box 6">
            <a:extLst>
              <a:ext uri="{FF2B5EF4-FFF2-40B4-BE49-F238E27FC236}">
                <a16:creationId xmlns:a16="http://schemas.microsoft.com/office/drawing/2014/main" id="{BF893FBA-30CB-4E6E-ADB4-20C1AA3D54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6975" y="3233738"/>
            <a:ext cx="54006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2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、产生修正控制信号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F</a:t>
            </a:r>
          </a:p>
        </p:txBody>
      </p:sp>
      <p:sp>
        <p:nvSpPr>
          <p:cNvPr id="181255" name="Text Box 7">
            <a:extLst>
              <a:ext uri="{FF2B5EF4-FFF2-40B4-BE49-F238E27FC236}">
                <a16:creationId xmlns:a16="http://schemas.microsoft.com/office/drawing/2014/main" id="{DF7CFCA9-D8ED-4817-B27B-4A8B076E6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6975" y="3694113"/>
            <a:ext cx="424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3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、完成加 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6 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修正</a:t>
            </a:r>
          </a:p>
        </p:txBody>
      </p:sp>
      <p:sp>
        <p:nvSpPr>
          <p:cNvPr id="181257" name="Rectangle 9">
            <a:extLst>
              <a:ext uri="{FF2B5EF4-FFF2-40B4-BE49-F238E27FC236}">
                <a16:creationId xmlns:a16="http://schemas.microsoft.com/office/drawing/2014/main" id="{98DB5218-02FB-4594-91A5-8AEE247DE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4425" y="4370388"/>
            <a:ext cx="1257300" cy="457200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  <a:effectLst>
            <a:outerShdw dist="107763" dir="18900000" algn="ctr" rotWithShape="0">
              <a:schemeClr val="bg1">
                <a:alpha val="50000"/>
              </a:schemeClr>
            </a:outerShdw>
          </a:effectLst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加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6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修正</a:t>
            </a:r>
          </a:p>
        </p:txBody>
      </p:sp>
      <p:sp>
        <p:nvSpPr>
          <p:cNvPr id="181258" name="Text Box 10">
            <a:extLst>
              <a:ext uri="{FF2B5EF4-FFF2-40B4-BE49-F238E27FC236}">
                <a16:creationId xmlns:a16="http://schemas.microsoft.com/office/drawing/2014/main" id="{EC179FA5-67B6-48E3-A1D2-1FCC9DBD2E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1875" y="5514975"/>
            <a:ext cx="1511300" cy="457200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  <a:effectLst>
            <a:outerShdw dist="107763" dir="18900000" algn="ctr" rotWithShape="0">
              <a:schemeClr val="bg1">
                <a:alpha val="50000"/>
              </a:schemeClr>
            </a:outerShdw>
          </a:effec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楷体_GB2312" pitchFamily="49" charset="-122"/>
                <a:cs typeface="+mn-cs"/>
              </a:rPr>
              <a:t>结果正确</a:t>
            </a:r>
          </a:p>
        </p:txBody>
      </p:sp>
      <p:sp>
        <p:nvSpPr>
          <p:cNvPr id="181259" name="Rectangle 11">
            <a:extLst>
              <a:ext uri="{FF2B5EF4-FFF2-40B4-BE49-F238E27FC236}">
                <a16:creationId xmlns:a16="http://schemas.microsoft.com/office/drawing/2014/main" id="{EC4F4F43-A3DE-4BDA-9E4A-08F8FFD0F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1888" y="4446588"/>
            <a:ext cx="125730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加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0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修正</a:t>
            </a:r>
          </a:p>
        </p:txBody>
      </p:sp>
      <p:sp>
        <p:nvSpPr>
          <p:cNvPr id="181260" name="Rectangle 12">
            <a:extLst>
              <a:ext uri="{FF2B5EF4-FFF2-40B4-BE49-F238E27FC236}">
                <a16:creationId xmlns:a16="http://schemas.microsoft.com/office/drawing/2014/main" id="{8BE0ACD2-E9EF-4349-B857-654D4E3381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5499100"/>
            <a:ext cx="140970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Arial" panose="020B0604020202020204" pitchFamily="34" charset="0"/>
                <a:ea typeface="楷体_GB2312" pitchFamily="49" charset="-122"/>
                <a:cs typeface="+mn-cs"/>
              </a:rPr>
              <a:t>结果错误</a:t>
            </a:r>
          </a:p>
        </p:txBody>
      </p:sp>
      <p:grpSp>
        <p:nvGrpSpPr>
          <p:cNvPr id="2" name="Group 17">
            <a:extLst>
              <a:ext uri="{FF2B5EF4-FFF2-40B4-BE49-F238E27FC236}">
                <a16:creationId xmlns:a16="http://schemas.microsoft.com/office/drawing/2014/main" id="{6D89F721-3AEB-4652-9528-EBA6F54EB037}"/>
              </a:ext>
            </a:extLst>
          </p:cNvPr>
          <p:cNvGrpSpPr>
            <a:grpSpLocks/>
          </p:cNvGrpSpPr>
          <p:nvPr/>
        </p:nvGrpSpPr>
        <p:grpSpPr bwMode="auto">
          <a:xfrm>
            <a:off x="827088" y="4300538"/>
            <a:ext cx="2606675" cy="2041525"/>
            <a:chOff x="521" y="2529"/>
            <a:chExt cx="1642" cy="1286"/>
          </a:xfrm>
        </p:grpSpPr>
        <p:sp>
          <p:nvSpPr>
            <p:cNvPr id="181266" name="Text Box 18">
              <a:extLst>
                <a:ext uri="{FF2B5EF4-FFF2-40B4-BE49-F238E27FC236}">
                  <a16:creationId xmlns:a16="http://schemas.microsoft.com/office/drawing/2014/main" id="{DFBC0973-9E2F-469B-8B01-19DD65D7B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" y="2529"/>
              <a:ext cx="1407" cy="288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  <a:effectLst>
              <a:outerShdw dist="107763" dir="18900000" algn="ctr" rotWithShape="0">
                <a:schemeClr val="bg1">
                  <a:alpha val="50000"/>
                </a:schemeClr>
              </a:outerShdw>
            </a:effec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8421</a:t>
              </a: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输入</a:t>
              </a:r>
            </a:p>
          </p:txBody>
        </p:sp>
        <p:sp>
          <p:nvSpPr>
            <p:cNvPr id="181267" name="Rectangle 19">
              <a:extLst>
                <a:ext uri="{FF2B5EF4-FFF2-40B4-BE49-F238E27FC236}">
                  <a16:creationId xmlns:a16="http://schemas.microsoft.com/office/drawing/2014/main" id="{D6F87E99-E5D8-4542-A9F5-32DBEB919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" y="3306"/>
              <a:ext cx="890" cy="288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  <a:effectLst>
              <a:outerShdw dist="107763" dir="18900000" algn="ctr" rotWithShape="0">
                <a:schemeClr val="bg1">
                  <a:alpha val="50000"/>
                </a:schemeClr>
              </a:outerShdw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8421</a:t>
              </a: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输入</a:t>
              </a:r>
            </a:p>
          </p:txBody>
        </p:sp>
        <p:sp>
          <p:nvSpPr>
            <p:cNvPr id="181268" name="Rectangle 20">
              <a:extLst>
                <a:ext uri="{FF2B5EF4-FFF2-40B4-BE49-F238E27FC236}">
                  <a16:creationId xmlns:a16="http://schemas.microsoft.com/office/drawing/2014/main" id="{D1DE8557-F319-49E4-B1C9-AF03C0BA6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2627"/>
              <a:ext cx="708" cy="1188"/>
            </a:xfrm>
            <a:prstGeom prst="rect">
              <a:avLst/>
            </a:prstGeom>
            <a:gradFill rotWithShape="1">
              <a:gsLst>
                <a:gs pos="0">
                  <a:srgbClr val="FFEFD1"/>
                </a:gs>
                <a:gs pos="64999">
                  <a:srgbClr val="F0EBD5">
                    <a:alpha val="35001"/>
                  </a:srgbClr>
                </a:gs>
                <a:gs pos="100000">
                  <a:srgbClr val="D1C39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41275">
              <a:solidFill>
                <a:srgbClr val="80008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四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位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全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加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器</a:t>
              </a:r>
            </a:p>
          </p:txBody>
        </p:sp>
        <p:sp>
          <p:nvSpPr>
            <p:cNvPr id="28702" name="Line 21">
              <a:extLst>
                <a:ext uri="{FF2B5EF4-FFF2-40B4-BE49-F238E27FC236}">
                  <a16:creationId xmlns:a16="http://schemas.microsoft.com/office/drawing/2014/main" id="{994DBCF3-55DE-4972-B3A0-0DF3CFDBA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9" y="2843"/>
              <a:ext cx="6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703" name="Line 22">
              <a:extLst>
                <a:ext uri="{FF2B5EF4-FFF2-40B4-BE49-F238E27FC236}">
                  <a16:creationId xmlns:a16="http://schemas.microsoft.com/office/drawing/2014/main" id="{478FB30F-051E-4515-8931-7026F8C1A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9" y="3587"/>
              <a:ext cx="6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" name="Group 23">
            <a:extLst>
              <a:ext uri="{FF2B5EF4-FFF2-40B4-BE49-F238E27FC236}">
                <a16:creationId xmlns:a16="http://schemas.microsoft.com/office/drawing/2014/main" id="{F8CAF8BD-136C-457B-B390-5EDD1E58FCF2}"/>
              </a:ext>
            </a:extLst>
          </p:cNvPr>
          <p:cNvGrpSpPr>
            <a:grpSpLocks/>
          </p:cNvGrpSpPr>
          <p:nvPr/>
        </p:nvGrpSpPr>
        <p:grpSpPr bwMode="auto">
          <a:xfrm>
            <a:off x="3457575" y="4456113"/>
            <a:ext cx="5302250" cy="1885950"/>
            <a:chOff x="2178" y="2627"/>
            <a:chExt cx="3340" cy="1188"/>
          </a:xfrm>
        </p:grpSpPr>
        <p:sp>
          <p:nvSpPr>
            <p:cNvPr id="181272" name="Rectangle 24">
              <a:extLst>
                <a:ext uri="{FF2B5EF4-FFF2-40B4-BE49-F238E27FC236}">
                  <a16:creationId xmlns:a16="http://schemas.microsoft.com/office/drawing/2014/main" id="{721CA9E2-131E-4AFD-8686-6F2A0DE38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2913"/>
              <a:ext cx="890" cy="288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  <a:effectLst>
              <a:outerShdw dist="107763" dir="18900000" algn="ctr" rotWithShape="0">
                <a:schemeClr val="bg1">
                  <a:alpha val="50000"/>
                </a:schemeClr>
              </a:outerShdw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8421</a:t>
              </a: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输出</a:t>
              </a:r>
            </a:p>
          </p:txBody>
        </p:sp>
        <p:sp>
          <p:nvSpPr>
            <p:cNvPr id="181273" name="Rectangle 25">
              <a:extLst>
                <a:ext uri="{FF2B5EF4-FFF2-40B4-BE49-F238E27FC236}">
                  <a16:creationId xmlns:a16="http://schemas.microsoft.com/office/drawing/2014/main" id="{BB4E6BEA-3685-4EA4-A133-D3B92C03A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" y="2627"/>
              <a:ext cx="708" cy="1188"/>
            </a:xfrm>
            <a:prstGeom prst="rect">
              <a:avLst/>
            </a:prstGeom>
            <a:gradFill rotWithShape="1">
              <a:gsLst>
                <a:gs pos="0">
                  <a:srgbClr val="FFEFD1"/>
                </a:gs>
                <a:gs pos="64999">
                  <a:srgbClr val="F0EBD5">
                    <a:alpha val="35001"/>
                  </a:srgbClr>
                </a:gs>
                <a:gs pos="100000">
                  <a:srgbClr val="D1C39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34925">
              <a:solidFill>
                <a:srgbClr val="80008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四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位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全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加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Arial" charset="0"/>
                  <a:ea typeface="楷体_GB2312" pitchFamily="49" charset="-122"/>
                  <a:cs typeface="+mn-cs"/>
                </a:rPr>
                <a:t>器</a:t>
              </a:r>
            </a:p>
          </p:txBody>
        </p:sp>
        <p:sp>
          <p:nvSpPr>
            <p:cNvPr id="28695" name="Line 26">
              <a:extLst>
                <a:ext uri="{FF2B5EF4-FFF2-40B4-BE49-F238E27FC236}">
                  <a16:creationId xmlns:a16="http://schemas.microsoft.com/office/drawing/2014/main" id="{71E78348-F4C2-400C-9E26-3370922A0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8" y="3590"/>
              <a:ext cx="1749" cy="0"/>
            </a:xfrm>
            <a:prstGeom prst="line">
              <a:avLst/>
            </a:prstGeom>
            <a:noFill/>
            <a:ln w="34925">
              <a:solidFill>
                <a:srgbClr val="FF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96" name="Line 27">
              <a:extLst>
                <a:ext uri="{FF2B5EF4-FFF2-40B4-BE49-F238E27FC236}">
                  <a16:creationId xmlns:a16="http://schemas.microsoft.com/office/drawing/2014/main" id="{7CA21920-8DC7-4437-BCFD-3F992EDE23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3203"/>
              <a:ext cx="616" cy="0"/>
            </a:xfrm>
            <a:prstGeom prst="line">
              <a:avLst/>
            </a:prstGeom>
            <a:noFill/>
            <a:ln w="34925">
              <a:solidFill>
                <a:srgbClr val="FF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" name="Group 28">
            <a:extLst>
              <a:ext uri="{FF2B5EF4-FFF2-40B4-BE49-F238E27FC236}">
                <a16:creationId xmlns:a16="http://schemas.microsoft.com/office/drawing/2014/main" id="{AC194C57-897C-4BEB-901C-ACEA3EE01C95}"/>
              </a:ext>
            </a:extLst>
          </p:cNvPr>
          <p:cNvGrpSpPr>
            <a:grpSpLocks/>
          </p:cNvGrpSpPr>
          <p:nvPr/>
        </p:nvGrpSpPr>
        <p:grpSpPr bwMode="auto">
          <a:xfrm>
            <a:off x="3433763" y="4456113"/>
            <a:ext cx="2800350" cy="923925"/>
            <a:chOff x="2163" y="2627"/>
            <a:chExt cx="1764" cy="582"/>
          </a:xfrm>
        </p:grpSpPr>
        <p:sp>
          <p:nvSpPr>
            <p:cNvPr id="28688" name="Rectangle 29">
              <a:extLst>
                <a:ext uri="{FF2B5EF4-FFF2-40B4-BE49-F238E27FC236}">
                  <a16:creationId xmlns:a16="http://schemas.microsoft.com/office/drawing/2014/main" id="{DAC5B931-FA54-463F-BDA9-1A3C760BE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627"/>
              <a:ext cx="722" cy="582"/>
            </a:xfrm>
            <a:prstGeom prst="rect">
              <a:avLst/>
            </a:prstGeom>
            <a:solidFill>
              <a:srgbClr val="99CC00">
                <a:alpha val="45097"/>
              </a:srgbClr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楷体_GB2312" pitchFamily="49" charset="-122"/>
                  <a:cs typeface="+mn-cs"/>
                </a:rPr>
                <a:t>修正控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Arial" panose="020B0604020202020204" pitchFamily="34" charset="0"/>
                  <a:ea typeface="楷体_GB2312" pitchFamily="49" charset="-122"/>
                  <a:cs typeface="+mn-cs"/>
                </a:rPr>
                <a:t>制信号</a:t>
              </a:r>
            </a:p>
          </p:txBody>
        </p:sp>
        <p:sp>
          <p:nvSpPr>
            <p:cNvPr id="28689" name="Line 30">
              <a:extLst>
                <a:ext uri="{FF2B5EF4-FFF2-40B4-BE49-F238E27FC236}">
                  <a16:creationId xmlns:a16="http://schemas.microsoft.com/office/drawing/2014/main" id="{7EA62A8A-A47F-4F46-B999-E50F44F48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5" y="2920"/>
              <a:ext cx="782" cy="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690" name="Line 31">
              <a:extLst>
                <a:ext uri="{FF2B5EF4-FFF2-40B4-BE49-F238E27FC236}">
                  <a16:creationId xmlns:a16="http://schemas.microsoft.com/office/drawing/2014/main" id="{A47AB324-6324-40A8-99A0-1FAC86B868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3" y="2923"/>
              <a:ext cx="260" cy="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81282" name="Text Box 34">
            <a:extLst>
              <a:ext uri="{FF2B5EF4-FFF2-40B4-BE49-F238E27FC236}">
                <a16:creationId xmlns:a16="http://schemas.microsoft.com/office/drawing/2014/main" id="{D9AE93F2-DA76-4171-9DB3-DD5FA29394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5025" y="2236788"/>
            <a:ext cx="7620000" cy="1298575"/>
          </a:xfrm>
          <a:prstGeom prst="rect">
            <a:avLst/>
          </a:prstGeom>
          <a:solidFill>
            <a:srgbClr val="99CC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just" defTabSz="914400" rtl="0" eaLnBrk="1" fontAlgn="base" latinLnBrk="0" hangingPunct="1">
              <a:lnSpc>
                <a:spcPct val="14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故修正电路应含一个判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9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电路，当和数大于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9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时对结果加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0110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，小于等于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9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时加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0000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。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         </a:t>
            </a:r>
          </a:p>
        </p:txBody>
      </p:sp>
    </p:spTree>
    <p:extLst>
      <p:ext uri="{BB962C8B-B14F-4D97-AF65-F5344CB8AC3E}">
        <p14:creationId xmlns:p14="http://schemas.microsoft.com/office/powerpoint/2010/main" val="4027446040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12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1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1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812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1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81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812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81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81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812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81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81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812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81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81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812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81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81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4" dur="3000"/>
                                        <p:tgtEl>
                                          <p:spTgt spid="181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812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81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81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1812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812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1812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84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1812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81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181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250" grpId="0"/>
      <p:bldP spid="181251" grpId="0"/>
      <p:bldP spid="181252" grpId="0"/>
      <p:bldP spid="181253" grpId="0"/>
      <p:bldP spid="181254" grpId="0"/>
      <p:bldP spid="181255" grpId="0"/>
      <p:bldP spid="181257" grpId="0"/>
      <p:bldP spid="181259" grpId="0" animBg="1"/>
      <p:bldP spid="181260" grpId="0" animBg="1"/>
      <p:bldP spid="181260" grpId="1" animBg="1"/>
      <p:bldP spid="181282" grpId="0" animBg="1" autoUpdateAnimBg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Line 2">
            <a:extLst>
              <a:ext uri="{FF2B5EF4-FFF2-40B4-BE49-F238E27FC236}">
                <a16:creationId xmlns:a16="http://schemas.microsoft.com/office/drawing/2014/main" id="{C45A0D5C-155E-4960-98EE-562E372B9A9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7921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699" name="Line 3">
            <a:extLst>
              <a:ext uri="{FF2B5EF4-FFF2-40B4-BE49-F238E27FC236}">
                <a16:creationId xmlns:a16="http://schemas.microsoft.com/office/drawing/2014/main" id="{399112FE-E3B9-412F-9845-DF9B49264D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10747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0" name="Line 4">
            <a:extLst>
              <a:ext uri="{FF2B5EF4-FFF2-40B4-BE49-F238E27FC236}">
                <a16:creationId xmlns:a16="http://schemas.microsoft.com/office/drawing/2014/main" id="{CFD396CF-329A-4895-86F8-1396AE35D4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14001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1" name="Line 5">
            <a:extLst>
              <a:ext uri="{FF2B5EF4-FFF2-40B4-BE49-F238E27FC236}">
                <a16:creationId xmlns:a16="http://schemas.microsoft.com/office/drawing/2014/main" id="{21705CD9-F2F5-43C2-B68B-510FA493F48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16541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2" name="Line 6">
            <a:extLst>
              <a:ext uri="{FF2B5EF4-FFF2-40B4-BE49-F238E27FC236}">
                <a16:creationId xmlns:a16="http://schemas.microsoft.com/office/drawing/2014/main" id="{D4723527-7CFB-499C-84EA-CA839B3F339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22050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3" name="Line 7">
            <a:extLst>
              <a:ext uri="{FF2B5EF4-FFF2-40B4-BE49-F238E27FC236}">
                <a16:creationId xmlns:a16="http://schemas.microsoft.com/office/drawing/2014/main" id="{4A702B97-A3C2-4B6F-A0F7-99E864A9B8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24876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4" name="Line 8">
            <a:extLst>
              <a:ext uri="{FF2B5EF4-FFF2-40B4-BE49-F238E27FC236}">
                <a16:creationId xmlns:a16="http://schemas.microsoft.com/office/drawing/2014/main" id="{C2819D34-7D1D-4712-B9F4-2662D16A9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30099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5" name="Line 9">
            <a:extLst>
              <a:ext uri="{FF2B5EF4-FFF2-40B4-BE49-F238E27FC236}">
                <a16:creationId xmlns:a16="http://schemas.microsoft.com/office/drawing/2014/main" id="{077B5272-B7BC-46C0-BACD-CD5E1678E1D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27416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6" name="Line 10">
            <a:extLst>
              <a:ext uri="{FF2B5EF4-FFF2-40B4-BE49-F238E27FC236}">
                <a16:creationId xmlns:a16="http://schemas.microsoft.com/office/drawing/2014/main" id="{ADABBDC2-4A94-4D74-B701-F899807828E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33067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7" name="Line 11">
            <a:extLst>
              <a:ext uri="{FF2B5EF4-FFF2-40B4-BE49-F238E27FC236}">
                <a16:creationId xmlns:a16="http://schemas.microsoft.com/office/drawing/2014/main" id="{F12E474C-FB44-4973-A24F-2E9F8ECF38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19224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8" name="Line 12">
            <a:extLst>
              <a:ext uri="{FF2B5EF4-FFF2-40B4-BE49-F238E27FC236}">
                <a16:creationId xmlns:a16="http://schemas.microsoft.com/office/drawing/2014/main" id="{24E9DE35-6092-47C2-ABE7-D9210338E27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2725" y="73025"/>
            <a:ext cx="0" cy="3952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09" name="Line 13">
            <a:extLst>
              <a:ext uri="{FF2B5EF4-FFF2-40B4-BE49-F238E27FC236}">
                <a16:creationId xmlns:a16="http://schemas.microsoft.com/office/drawing/2014/main" id="{3D834D5C-1943-42A4-AB53-9507AC9F74F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2025" y="73025"/>
            <a:ext cx="0" cy="3952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0" name="Line 14">
            <a:extLst>
              <a:ext uri="{FF2B5EF4-FFF2-40B4-BE49-F238E27FC236}">
                <a16:creationId xmlns:a16="http://schemas.microsoft.com/office/drawing/2014/main" id="{462703F5-8298-45CB-ABD2-92D95F94F8E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7063" y="468313"/>
            <a:ext cx="0" cy="3952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1" name="Line 15">
            <a:extLst>
              <a:ext uri="{FF2B5EF4-FFF2-40B4-BE49-F238E27FC236}">
                <a16:creationId xmlns:a16="http://schemas.microsoft.com/office/drawing/2014/main" id="{1F16DE30-2F6B-4323-AC30-61108B5A948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12100" y="468313"/>
            <a:ext cx="0" cy="3952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2" name="Rectangle 16">
            <a:extLst>
              <a:ext uri="{FF2B5EF4-FFF2-40B4-BE49-F238E27FC236}">
                <a16:creationId xmlns:a16="http://schemas.microsoft.com/office/drawing/2014/main" id="{B85EDBEE-2678-437B-A98E-8FC3EFCE4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875" y="58738"/>
            <a:ext cx="1481138" cy="3952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C5900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十进制数</a:t>
            </a:r>
            <a:endParaRPr kumimoji="0" lang="zh-CN" alt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3" name="Line 17">
            <a:extLst>
              <a:ext uri="{FF2B5EF4-FFF2-40B4-BE49-F238E27FC236}">
                <a16:creationId xmlns:a16="http://schemas.microsoft.com/office/drawing/2014/main" id="{E9DA240B-E233-41D9-B495-00E0922B81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8650" y="36893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4" name="Line 18">
            <a:extLst>
              <a:ext uri="{FF2B5EF4-FFF2-40B4-BE49-F238E27FC236}">
                <a16:creationId xmlns:a16="http://schemas.microsoft.com/office/drawing/2014/main" id="{B0DDDFB7-77D9-4905-9952-51BF2895D9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8650" y="42687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5" name="Line 19">
            <a:extLst>
              <a:ext uri="{FF2B5EF4-FFF2-40B4-BE49-F238E27FC236}">
                <a16:creationId xmlns:a16="http://schemas.microsoft.com/office/drawing/2014/main" id="{EFD687E0-FB8B-4E21-94AE-C9F35DA513B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8650" y="39576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6" name="Line 20">
            <a:extLst>
              <a:ext uri="{FF2B5EF4-FFF2-40B4-BE49-F238E27FC236}">
                <a16:creationId xmlns:a16="http://schemas.microsoft.com/office/drawing/2014/main" id="{4649959F-B3DD-4E8B-B1E4-B63C693EE1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8650" y="45799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7" name="Line 21">
            <a:extLst>
              <a:ext uri="{FF2B5EF4-FFF2-40B4-BE49-F238E27FC236}">
                <a16:creationId xmlns:a16="http://schemas.microsoft.com/office/drawing/2014/main" id="{4B5ECDF4-F730-48E2-947D-B010585DE02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0238" y="48768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8" name="Line 22">
            <a:extLst>
              <a:ext uri="{FF2B5EF4-FFF2-40B4-BE49-F238E27FC236}">
                <a16:creationId xmlns:a16="http://schemas.microsoft.com/office/drawing/2014/main" id="{D84686C5-EEA1-4702-AC8A-665EA851CC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0238" y="54848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19" name="Line 23">
            <a:extLst>
              <a:ext uri="{FF2B5EF4-FFF2-40B4-BE49-F238E27FC236}">
                <a16:creationId xmlns:a16="http://schemas.microsoft.com/office/drawing/2014/main" id="{D4D2D809-106A-42F2-8EF2-8C3731F37D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0238" y="51308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0" name="Line 24">
            <a:extLst>
              <a:ext uri="{FF2B5EF4-FFF2-40B4-BE49-F238E27FC236}">
                <a16:creationId xmlns:a16="http://schemas.microsoft.com/office/drawing/2014/main" id="{09A34F04-0728-4D18-8738-905FBEC76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1825" y="57292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1" name="Line 25">
            <a:extLst>
              <a:ext uri="{FF2B5EF4-FFF2-40B4-BE49-F238E27FC236}">
                <a16:creationId xmlns:a16="http://schemas.microsoft.com/office/drawing/2014/main" id="{D4A00F76-F3D0-459E-8649-A7DC56E755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1825" y="602932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2" name="Line 26">
            <a:extLst>
              <a:ext uri="{FF2B5EF4-FFF2-40B4-BE49-F238E27FC236}">
                <a16:creationId xmlns:a16="http://schemas.microsoft.com/office/drawing/2014/main" id="{72566FFC-4EE3-48DA-871C-74CC05F66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1825" y="63436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3" name="Line 27">
            <a:extLst>
              <a:ext uri="{FF2B5EF4-FFF2-40B4-BE49-F238E27FC236}">
                <a16:creationId xmlns:a16="http://schemas.microsoft.com/office/drawing/2014/main" id="{4081D666-3257-4680-A56B-ED7CE5AE57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6651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4" name="Line 28">
            <a:extLst>
              <a:ext uri="{FF2B5EF4-FFF2-40B4-BE49-F238E27FC236}">
                <a16:creationId xmlns:a16="http://schemas.microsoft.com/office/drawing/2014/main" id="{94DDBBD5-4240-41AE-AAAE-00C5C18D3C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9477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5" name="Line 29">
            <a:extLst>
              <a:ext uri="{FF2B5EF4-FFF2-40B4-BE49-F238E27FC236}">
                <a16:creationId xmlns:a16="http://schemas.microsoft.com/office/drawing/2014/main" id="{4B14E80F-77E7-45DB-A0E7-794E39437B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12731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6" name="Line 30">
            <a:extLst>
              <a:ext uri="{FF2B5EF4-FFF2-40B4-BE49-F238E27FC236}">
                <a16:creationId xmlns:a16="http://schemas.microsoft.com/office/drawing/2014/main" id="{BD22C9FE-830F-46A0-AE52-403123BBEC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15271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7" name="Line 31">
            <a:extLst>
              <a:ext uri="{FF2B5EF4-FFF2-40B4-BE49-F238E27FC236}">
                <a16:creationId xmlns:a16="http://schemas.microsoft.com/office/drawing/2014/main" id="{B493D4D2-C732-4D04-82FC-C5A94336C827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20780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8" name="Line 32">
            <a:extLst>
              <a:ext uri="{FF2B5EF4-FFF2-40B4-BE49-F238E27FC236}">
                <a16:creationId xmlns:a16="http://schemas.microsoft.com/office/drawing/2014/main" id="{B78F12E5-6A56-4212-947A-F1E1CAD4EED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23606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29" name="Line 33">
            <a:extLst>
              <a:ext uri="{FF2B5EF4-FFF2-40B4-BE49-F238E27FC236}">
                <a16:creationId xmlns:a16="http://schemas.microsoft.com/office/drawing/2014/main" id="{64364D64-9C23-4EB5-BBA8-6059E896034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28829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0" name="Line 34">
            <a:extLst>
              <a:ext uri="{FF2B5EF4-FFF2-40B4-BE49-F238E27FC236}">
                <a16:creationId xmlns:a16="http://schemas.microsoft.com/office/drawing/2014/main" id="{71B38D21-AD1A-48AF-AEF5-43DCB1EE5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261461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1" name="Line 35">
            <a:extLst>
              <a:ext uri="{FF2B5EF4-FFF2-40B4-BE49-F238E27FC236}">
                <a16:creationId xmlns:a16="http://schemas.microsoft.com/office/drawing/2014/main" id="{419D62E5-BB02-4424-8740-F4929CC1AA00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31797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2" name="Line 36">
            <a:extLst>
              <a:ext uri="{FF2B5EF4-FFF2-40B4-BE49-F238E27FC236}">
                <a16:creationId xmlns:a16="http://schemas.microsoft.com/office/drawing/2014/main" id="{AB9385BA-0C0D-4F9C-AD8B-3669D2989CB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6163" y="17954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3" name="Line 37">
            <a:extLst>
              <a:ext uri="{FF2B5EF4-FFF2-40B4-BE49-F238E27FC236}">
                <a16:creationId xmlns:a16="http://schemas.microsoft.com/office/drawing/2014/main" id="{AFAF863C-9421-4147-9341-0E1FC0A5967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0" y="35623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4" name="Line 38">
            <a:extLst>
              <a:ext uri="{FF2B5EF4-FFF2-40B4-BE49-F238E27FC236}">
                <a16:creationId xmlns:a16="http://schemas.microsoft.com/office/drawing/2014/main" id="{A2B52BE3-6BCF-4460-9EA4-9D0CE61BDB3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0" y="41417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5" name="Line 39">
            <a:extLst>
              <a:ext uri="{FF2B5EF4-FFF2-40B4-BE49-F238E27FC236}">
                <a16:creationId xmlns:a16="http://schemas.microsoft.com/office/drawing/2014/main" id="{053325E1-021B-41B0-8CF1-BBAE718A4A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0" y="38306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6" name="Line 40">
            <a:extLst>
              <a:ext uri="{FF2B5EF4-FFF2-40B4-BE49-F238E27FC236}">
                <a16:creationId xmlns:a16="http://schemas.microsoft.com/office/drawing/2014/main" id="{CB01C860-4C12-4C82-A0BC-4682EF538D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7750" y="445293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7" name="Line 41">
            <a:extLst>
              <a:ext uri="{FF2B5EF4-FFF2-40B4-BE49-F238E27FC236}">
                <a16:creationId xmlns:a16="http://schemas.microsoft.com/office/drawing/2014/main" id="{53D3EBBF-C269-472C-B106-0FF6B91228A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9338" y="47498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8" name="Line 42">
            <a:extLst>
              <a:ext uri="{FF2B5EF4-FFF2-40B4-BE49-F238E27FC236}">
                <a16:creationId xmlns:a16="http://schemas.microsoft.com/office/drawing/2014/main" id="{E9B298EC-030F-4FA2-9A43-0FF0C3E2C2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9338" y="53863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39" name="Line 43">
            <a:extLst>
              <a:ext uri="{FF2B5EF4-FFF2-40B4-BE49-F238E27FC236}">
                <a16:creationId xmlns:a16="http://schemas.microsoft.com/office/drawing/2014/main" id="{CEDE21A5-A253-46C8-A658-3E48200791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9338" y="50038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0" name="Line 44">
            <a:extLst>
              <a:ext uri="{FF2B5EF4-FFF2-40B4-BE49-F238E27FC236}">
                <a16:creationId xmlns:a16="http://schemas.microsoft.com/office/drawing/2014/main" id="{75DE2BA9-4DB8-4812-8B1E-C2388229F3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38925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1" name="Line 45">
            <a:extLst>
              <a:ext uri="{FF2B5EF4-FFF2-40B4-BE49-F238E27FC236}">
                <a16:creationId xmlns:a16="http://schemas.microsoft.com/office/drawing/2014/main" id="{FC4DA852-42B8-4C88-A8BC-EDF2C0E637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42179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2" name="Line 46">
            <a:extLst>
              <a:ext uri="{FF2B5EF4-FFF2-40B4-BE49-F238E27FC236}">
                <a16:creationId xmlns:a16="http://schemas.microsoft.com/office/drawing/2014/main" id="{4626E28C-6C70-4001-A0ED-11721B77CA80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4471988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3" name="Line 47">
            <a:extLst>
              <a:ext uri="{FF2B5EF4-FFF2-40B4-BE49-F238E27FC236}">
                <a16:creationId xmlns:a16="http://schemas.microsoft.com/office/drawing/2014/main" id="{9F93ED0F-9C28-463C-9618-B9A351B63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502285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4" name="Line 48">
            <a:extLst>
              <a:ext uri="{FF2B5EF4-FFF2-40B4-BE49-F238E27FC236}">
                <a16:creationId xmlns:a16="http://schemas.microsoft.com/office/drawing/2014/main" id="{E5C4436D-D92B-4E7D-876C-D0D6DA48038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5334000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5" name="Line 49">
            <a:extLst>
              <a:ext uri="{FF2B5EF4-FFF2-40B4-BE49-F238E27FC236}">
                <a16:creationId xmlns:a16="http://schemas.microsoft.com/office/drawing/2014/main" id="{3D0A2E2A-A887-4216-B085-63F16A35BD10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5884863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rnd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6" name="Line 50">
            <a:extLst>
              <a:ext uri="{FF2B5EF4-FFF2-40B4-BE49-F238E27FC236}">
                <a16:creationId xmlns:a16="http://schemas.microsoft.com/office/drawing/2014/main" id="{151E1E36-CF6C-48DB-A517-1350A55960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56165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7" name="Line 51">
            <a:extLst>
              <a:ext uri="{FF2B5EF4-FFF2-40B4-BE49-F238E27FC236}">
                <a16:creationId xmlns:a16="http://schemas.microsoft.com/office/drawing/2014/main" id="{EBC10214-220E-4EA7-84AF-A142FCDF9A05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618172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8" name="Line 52">
            <a:extLst>
              <a:ext uri="{FF2B5EF4-FFF2-40B4-BE49-F238E27FC236}">
                <a16:creationId xmlns:a16="http://schemas.microsoft.com/office/drawing/2014/main" id="{73B10C80-4C87-46A9-A4DD-3B8A656B395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3463" y="47402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49" name="Line 53">
            <a:extLst>
              <a:ext uri="{FF2B5EF4-FFF2-40B4-BE49-F238E27FC236}">
                <a16:creationId xmlns:a16="http://schemas.microsoft.com/office/drawing/2014/main" id="{B6E6A31C-8941-4ED6-AE3E-BDC9F240C3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5050" y="6492875"/>
            <a:ext cx="0" cy="42545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50" name="Rectangle 54">
            <a:extLst>
              <a:ext uri="{FF2B5EF4-FFF2-40B4-BE49-F238E27FC236}">
                <a16:creationId xmlns:a16="http://schemas.microsoft.com/office/drawing/2014/main" id="{F2EA1EFE-1EA0-4795-BC90-60467369D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5238" y="44450"/>
            <a:ext cx="3295650" cy="3952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C5900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</a:t>
            </a: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码十进制数相加</a:t>
            </a: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“</a:t>
            </a: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和数</a:t>
            </a: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”</a:t>
            </a:r>
            <a:endParaRPr kumimoji="0" lang="zh-CN" altLang="en-US" sz="2000" b="1" i="0" u="none" strike="noStrike" kern="1200" cap="none" spc="0" normalizeH="0" baseline="0" noProof="0">
              <a:ln>
                <a:noFill/>
              </a:ln>
              <a:solidFill>
                <a:srgbClr val="660033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751" name="Line 55">
            <a:extLst>
              <a:ext uri="{FF2B5EF4-FFF2-40B4-BE49-F238E27FC236}">
                <a16:creationId xmlns:a16="http://schemas.microsoft.com/office/drawing/2014/main" id="{24403D27-9DCF-4BAB-B190-460DEE09626B}"/>
              </a:ext>
            </a:extLst>
          </p:cNvPr>
          <p:cNvSpPr>
            <a:spLocks noChangeShapeType="1"/>
          </p:cNvSpPr>
          <p:nvPr/>
        </p:nvSpPr>
        <p:spPr bwMode="auto">
          <a:xfrm>
            <a:off x="966788" y="863600"/>
            <a:ext cx="72231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9752" name="Group 56">
            <a:extLst>
              <a:ext uri="{FF2B5EF4-FFF2-40B4-BE49-F238E27FC236}">
                <a16:creationId xmlns:a16="http://schemas.microsoft.com/office/drawing/2014/main" id="{2EB604D9-F098-40C7-8476-F31395AC3649}"/>
              </a:ext>
            </a:extLst>
          </p:cNvPr>
          <p:cNvGrpSpPr>
            <a:grpSpLocks/>
          </p:cNvGrpSpPr>
          <p:nvPr/>
        </p:nvGrpSpPr>
        <p:grpSpPr bwMode="auto">
          <a:xfrm>
            <a:off x="923925" y="1588"/>
            <a:ext cx="7253288" cy="6710362"/>
            <a:chOff x="582" y="46"/>
            <a:chExt cx="4569" cy="4227"/>
          </a:xfrm>
        </p:grpSpPr>
        <p:sp>
          <p:nvSpPr>
            <p:cNvPr id="29754" name="Line 57">
              <a:extLst>
                <a:ext uri="{FF2B5EF4-FFF2-40B4-BE49-F238E27FC236}">
                  <a16:creationId xmlns:a16="http://schemas.microsoft.com/office/drawing/2014/main" id="{FB617CF6-33C2-4D40-9D2B-4AB38D51B0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9" y="308"/>
              <a:ext cx="0" cy="392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755" name="Line 58">
              <a:extLst>
                <a:ext uri="{FF2B5EF4-FFF2-40B4-BE49-F238E27FC236}">
                  <a16:creationId xmlns:a16="http://schemas.microsoft.com/office/drawing/2014/main" id="{F089C9E3-9D4E-448E-A615-B4344EBB4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2" y="4250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756" name="Rectangle 59">
              <a:extLst>
                <a:ext uri="{FF2B5EF4-FFF2-40B4-BE49-F238E27FC236}">
                  <a16:creationId xmlns:a16="http://schemas.microsoft.com/office/drawing/2014/main" id="{5FBD5F3B-40A7-4CEA-BE82-3AB84C112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05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57" name="Rectangle 60">
              <a:extLst>
                <a:ext uri="{FF2B5EF4-FFF2-40B4-BE49-F238E27FC236}">
                  <a16:creationId xmlns:a16="http://schemas.microsoft.com/office/drawing/2014/main" id="{F57C476B-CD7E-4017-B7AA-51CDE11E1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89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58" name="Rectangle 61">
              <a:extLst>
                <a:ext uri="{FF2B5EF4-FFF2-40B4-BE49-F238E27FC236}">
                  <a16:creationId xmlns:a16="http://schemas.microsoft.com/office/drawing/2014/main" id="{4A9A359E-F104-43E7-AC0E-8FD93AD51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208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59" name="Rectangle 62">
              <a:extLst>
                <a:ext uri="{FF2B5EF4-FFF2-40B4-BE49-F238E27FC236}">
                  <a16:creationId xmlns:a16="http://schemas.microsoft.com/office/drawing/2014/main" id="{DDA51170-3C46-4779-9188-8DCBBC628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72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60" name="Rectangle 63">
              <a:extLst>
                <a:ext uri="{FF2B5EF4-FFF2-40B4-BE49-F238E27FC236}">
                  <a16:creationId xmlns:a16="http://schemas.microsoft.com/office/drawing/2014/main" id="{04DA28CD-C679-44B2-8AE2-E5A22C6D3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56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61" name="Rectangle 64">
              <a:extLst>
                <a:ext uri="{FF2B5EF4-FFF2-40B4-BE49-F238E27FC236}">
                  <a16:creationId xmlns:a16="http://schemas.microsoft.com/office/drawing/2014/main" id="{ACBBE4D7-6A54-432D-B946-ABE462D59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38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62" name="Rectangle 65">
              <a:extLst>
                <a:ext uri="{FF2B5EF4-FFF2-40B4-BE49-F238E27FC236}">
                  <a16:creationId xmlns:a16="http://schemas.microsoft.com/office/drawing/2014/main" id="{B1025D76-03F7-43FB-BD99-38A91FE55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21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63" name="Rectangle 66">
              <a:extLst>
                <a:ext uri="{FF2B5EF4-FFF2-40B4-BE49-F238E27FC236}">
                  <a16:creationId xmlns:a16="http://schemas.microsoft.com/office/drawing/2014/main" id="{43A1319E-A630-44AF-B2D0-2E1EA2437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85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64" name="Rectangle 67">
              <a:extLst>
                <a:ext uri="{FF2B5EF4-FFF2-40B4-BE49-F238E27FC236}">
                  <a16:creationId xmlns:a16="http://schemas.microsoft.com/office/drawing/2014/main" id="{EEB97804-0B6B-419D-9F37-8923DC350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67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65" name="Rectangle 68">
              <a:extLst>
                <a:ext uri="{FF2B5EF4-FFF2-40B4-BE49-F238E27FC236}">
                  <a16:creationId xmlns:a16="http://schemas.microsoft.com/office/drawing/2014/main" id="{26114C26-B6C3-4745-9BDB-427DEB248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9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66" name="Rectangle 69">
              <a:extLst>
                <a:ext uri="{FF2B5EF4-FFF2-40B4-BE49-F238E27FC236}">
                  <a16:creationId xmlns:a16="http://schemas.microsoft.com/office/drawing/2014/main" id="{EE1D2203-6524-4458-8EAE-4D103C400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05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67" name="Rectangle 70">
              <a:extLst>
                <a:ext uri="{FF2B5EF4-FFF2-40B4-BE49-F238E27FC236}">
                  <a16:creationId xmlns:a16="http://schemas.microsoft.com/office/drawing/2014/main" id="{D7D85681-9DB0-4B6C-98A2-D6C1C1D46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05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68" name="Rectangle 71">
              <a:extLst>
                <a:ext uri="{FF2B5EF4-FFF2-40B4-BE49-F238E27FC236}">
                  <a16:creationId xmlns:a16="http://schemas.microsoft.com/office/drawing/2014/main" id="{22E939BA-D02A-4DCE-9D06-7D75CDEAD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5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69" name="Rectangle 72">
              <a:extLst>
                <a:ext uri="{FF2B5EF4-FFF2-40B4-BE49-F238E27FC236}">
                  <a16:creationId xmlns:a16="http://schemas.microsoft.com/office/drawing/2014/main" id="{C0327AAF-05F9-4467-92A3-2D12185D0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89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70" name="Rectangle 73">
              <a:extLst>
                <a:ext uri="{FF2B5EF4-FFF2-40B4-BE49-F238E27FC236}">
                  <a16:creationId xmlns:a16="http://schemas.microsoft.com/office/drawing/2014/main" id="{20C5A0F8-2A8A-4BF5-A027-CED860293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896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71" name="Rectangle 74">
              <a:extLst>
                <a:ext uri="{FF2B5EF4-FFF2-40B4-BE49-F238E27FC236}">
                  <a16:creationId xmlns:a16="http://schemas.microsoft.com/office/drawing/2014/main" id="{361BD511-C027-4FC7-A135-EFC99E29F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89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72" name="Rectangle 75">
              <a:extLst>
                <a:ext uri="{FF2B5EF4-FFF2-40B4-BE49-F238E27FC236}">
                  <a16:creationId xmlns:a16="http://schemas.microsoft.com/office/drawing/2014/main" id="{6EC07852-C46E-4B68-9C13-9CC2CE39D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208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73" name="Rectangle 76">
              <a:extLst>
                <a:ext uri="{FF2B5EF4-FFF2-40B4-BE49-F238E27FC236}">
                  <a16:creationId xmlns:a16="http://schemas.microsoft.com/office/drawing/2014/main" id="{86D308CE-BEF2-4B3C-AACC-1306FA346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083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74" name="Rectangle 77">
              <a:extLst>
                <a:ext uri="{FF2B5EF4-FFF2-40B4-BE49-F238E27FC236}">
                  <a16:creationId xmlns:a16="http://schemas.microsoft.com/office/drawing/2014/main" id="{67912F3C-4441-469A-90D9-DC4084776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8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75" name="Rectangle 78">
              <a:extLst>
                <a:ext uri="{FF2B5EF4-FFF2-40B4-BE49-F238E27FC236}">
                  <a16:creationId xmlns:a16="http://schemas.microsoft.com/office/drawing/2014/main" id="{42FAA199-7EAD-4A72-A694-D597E5199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72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76" name="Rectangle 79">
              <a:extLst>
                <a:ext uri="{FF2B5EF4-FFF2-40B4-BE49-F238E27FC236}">
                  <a16:creationId xmlns:a16="http://schemas.microsoft.com/office/drawing/2014/main" id="{05DDC0D6-8CAB-4DE2-AFEC-AA88B8043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72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77" name="Rectangle 80">
              <a:extLst>
                <a:ext uri="{FF2B5EF4-FFF2-40B4-BE49-F238E27FC236}">
                  <a16:creationId xmlns:a16="http://schemas.microsoft.com/office/drawing/2014/main" id="{B1DD298D-0BD1-40F0-BD42-4ABF54683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72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78" name="Rectangle 81">
              <a:extLst>
                <a:ext uri="{FF2B5EF4-FFF2-40B4-BE49-F238E27FC236}">
                  <a16:creationId xmlns:a16="http://schemas.microsoft.com/office/drawing/2014/main" id="{1E8101B4-137E-40E2-B14B-A9F42385D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55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79" name="Rectangle 82">
              <a:extLst>
                <a:ext uri="{FF2B5EF4-FFF2-40B4-BE49-F238E27FC236}">
                  <a16:creationId xmlns:a16="http://schemas.microsoft.com/office/drawing/2014/main" id="{4F6D879D-ADC8-48E0-AE50-63FE2804C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56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80" name="Rectangle 83">
              <a:extLst>
                <a:ext uri="{FF2B5EF4-FFF2-40B4-BE49-F238E27FC236}">
                  <a16:creationId xmlns:a16="http://schemas.microsoft.com/office/drawing/2014/main" id="{3EB33085-9904-4AB0-B304-87D20559E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56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81" name="Rectangle 84">
              <a:extLst>
                <a:ext uri="{FF2B5EF4-FFF2-40B4-BE49-F238E27FC236}">
                  <a16:creationId xmlns:a16="http://schemas.microsoft.com/office/drawing/2014/main" id="{548D1B41-12A7-4936-8500-3693C5F9C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8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82" name="Rectangle 85">
              <a:extLst>
                <a:ext uri="{FF2B5EF4-FFF2-40B4-BE49-F238E27FC236}">
                  <a16:creationId xmlns:a16="http://schemas.microsoft.com/office/drawing/2014/main" id="{1E17B998-E2B2-401A-97F8-7EB5625EA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38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83" name="Rectangle 86">
              <a:extLst>
                <a:ext uri="{FF2B5EF4-FFF2-40B4-BE49-F238E27FC236}">
                  <a16:creationId xmlns:a16="http://schemas.microsoft.com/office/drawing/2014/main" id="{4B430C0C-92A6-4886-930A-460513C2B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38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84" name="Rectangle 87">
              <a:extLst>
                <a:ext uri="{FF2B5EF4-FFF2-40B4-BE49-F238E27FC236}">
                  <a16:creationId xmlns:a16="http://schemas.microsoft.com/office/drawing/2014/main" id="{001AB851-8469-471A-865A-4B980EF01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21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85" name="Rectangle 88">
              <a:extLst>
                <a:ext uri="{FF2B5EF4-FFF2-40B4-BE49-F238E27FC236}">
                  <a16:creationId xmlns:a16="http://schemas.microsoft.com/office/drawing/2014/main" id="{35B3CB9C-D3FF-45EB-B9FD-1F80EA950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121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86" name="Rectangle 89">
              <a:extLst>
                <a:ext uri="{FF2B5EF4-FFF2-40B4-BE49-F238E27FC236}">
                  <a16:creationId xmlns:a16="http://schemas.microsoft.com/office/drawing/2014/main" id="{9C6621F5-5318-4D7A-B10B-B8DB78C3A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21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87" name="Rectangle 90">
              <a:extLst>
                <a:ext uri="{FF2B5EF4-FFF2-40B4-BE49-F238E27FC236}">
                  <a16:creationId xmlns:a16="http://schemas.microsoft.com/office/drawing/2014/main" id="{85BF6872-EF54-49D0-A91E-66D246575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85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88" name="Rectangle 91">
              <a:extLst>
                <a:ext uri="{FF2B5EF4-FFF2-40B4-BE49-F238E27FC236}">
                  <a16:creationId xmlns:a16="http://schemas.microsoft.com/office/drawing/2014/main" id="{3B897AE6-065E-430C-8073-E4D783F67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855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89" name="Rectangle 92">
              <a:extLst>
                <a:ext uri="{FF2B5EF4-FFF2-40B4-BE49-F238E27FC236}">
                  <a16:creationId xmlns:a16="http://schemas.microsoft.com/office/drawing/2014/main" id="{9B0CEC0E-1957-4366-80EA-F92E677A5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85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90" name="Rectangle 93">
              <a:extLst>
                <a:ext uri="{FF2B5EF4-FFF2-40B4-BE49-F238E27FC236}">
                  <a16:creationId xmlns:a16="http://schemas.microsoft.com/office/drawing/2014/main" id="{B83D7D4A-1FCE-4CDD-A73E-7267D3C74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67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91" name="Rectangle 94">
              <a:extLst>
                <a:ext uri="{FF2B5EF4-FFF2-40B4-BE49-F238E27FC236}">
                  <a16:creationId xmlns:a16="http://schemas.microsoft.com/office/drawing/2014/main" id="{0299C9ED-E625-49C6-A543-2FCC04380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67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92" name="Rectangle 95">
              <a:extLst>
                <a:ext uri="{FF2B5EF4-FFF2-40B4-BE49-F238E27FC236}">
                  <a16:creationId xmlns:a16="http://schemas.microsoft.com/office/drawing/2014/main" id="{81F8121A-DCD3-4840-B6D2-751219FC7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67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93" name="Rectangle 96">
              <a:extLst>
                <a:ext uri="{FF2B5EF4-FFF2-40B4-BE49-F238E27FC236}">
                  <a16:creationId xmlns:a16="http://schemas.microsoft.com/office/drawing/2014/main" id="{808331D7-90E6-403F-9C09-936001AA8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49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94" name="Rectangle 97">
              <a:extLst>
                <a:ext uri="{FF2B5EF4-FFF2-40B4-BE49-F238E27FC236}">
                  <a16:creationId xmlns:a16="http://schemas.microsoft.com/office/drawing/2014/main" id="{E4385516-1896-411C-9300-ACF745DD4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49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95" name="Rectangle 98">
              <a:extLst>
                <a:ext uri="{FF2B5EF4-FFF2-40B4-BE49-F238E27FC236}">
                  <a16:creationId xmlns:a16="http://schemas.microsoft.com/office/drawing/2014/main" id="{9F3BA179-73EB-42E4-9E3E-B7216FA8D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49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796" name="Rectangle 99">
              <a:extLst>
                <a:ext uri="{FF2B5EF4-FFF2-40B4-BE49-F238E27FC236}">
                  <a16:creationId xmlns:a16="http://schemas.microsoft.com/office/drawing/2014/main" id="{E663E72A-A6E1-4BCD-8E45-2A89C686F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295"/>
              <a:ext cx="3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797" name="Rectangle 100">
              <a:extLst>
                <a:ext uri="{FF2B5EF4-FFF2-40B4-BE49-F238E27FC236}">
                  <a16:creationId xmlns:a16="http://schemas.microsoft.com/office/drawing/2014/main" id="{8DEBCCCF-99C4-4304-9C94-5CE0E1365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95"/>
              <a:ext cx="364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9798" name="Rectangle 101">
              <a:extLst>
                <a:ext uri="{FF2B5EF4-FFF2-40B4-BE49-F238E27FC236}">
                  <a16:creationId xmlns:a16="http://schemas.microsoft.com/office/drawing/2014/main" id="{56F2B1A9-832D-4E3D-9B0A-75F57F1CE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304"/>
              <a:ext cx="301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9799" name="Rectangle 102">
              <a:extLst>
                <a:ext uri="{FF2B5EF4-FFF2-40B4-BE49-F238E27FC236}">
                  <a16:creationId xmlns:a16="http://schemas.microsoft.com/office/drawing/2014/main" id="{A8A78A5E-212B-459E-B05F-D5D79C24D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46"/>
              <a:ext cx="1737" cy="24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二进制数相加的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“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和数</a:t>
              </a: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rPr>
                <a:t>”</a:t>
              </a:r>
              <a:endPara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00" name="Line 103">
              <a:extLst>
                <a:ext uri="{FF2B5EF4-FFF2-40B4-BE49-F238E27FC236}">
                  <a16:creationId xmlns:a16="http://schemas.microsoft.com/office/drawing/2014/main" id="{B31762F9-9025-4484-96CC-EAFB26A49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0" y="295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01" name="Rectangle 104">
              <a:extLst>
                <a:ext uri="{FF2B5EF4-FFF2-40B4-BE49-F238E27FC236}">
                  <a16:creationId xmlns:a16="http://schemas.microsoft.com/office/drawing/2014/main" id="{CDA08566-FEDD-483C-B6E1-FF4FF42BF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94"/>
              <a:ext cx="369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02" name="Rectangle 105">
              <a:extLst>
                <a:ext uri="{FF2B5EF4-FFF2-40B4-BE49-F238E27FC236}">
                  <a16:creationId xmlns:a16="http://schemas.microsoft.com/office/drawing/2014/main" id="{FF404D55-3436-41E6-A601-9D93D345F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033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03" name="Rectangle 106">
              <a:extLst>
                <a:ext uri="{FF2B5EF4-FFF2-40B4-BE49-F238E27FC236}">
                  <a16:creationId xmlns:a16="http://schemas.microsoft.com/office/drawing/2014/main" id="{EA246B27-1D6F-4230-A358-86E84AD0A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033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04" name="Rectangle 107">
              <a:extLst>
                <a:ext uri="{FF2B5EF4-FFF2-40B4-BE49-F238E27FC236}">
                  <a16:creationId xmlns:a16="http://schemas.microsoft.com/office/drawing/2014/main" id="{3A591D14-D4EE-411A-956E-9420050A9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03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05" name="Rectangle 108">
              <a:extLst>
                <a:ext uri="{FF2B5EF4-FFF2-40B4-BE49-F238E27FC236}">
                  <a16:creationId xmlns:a16="http://schemas.microsoft.com/office/drawing/2014/main" id="{E0112D40-62D5-486D-901A-B7913F66E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03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06" name="Rectangle 109">
              <a:extLst>
                <a:ext uri="{FF2B5EF4-FFF2-40B4-BE49-F238E27FC236}">
                  <a16:creationId xmlns:a16="http://schemas.microsoft.com/office/drawing/2014/main" id="{386FF013-50F5-46BB-BF49-82BB1C497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887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07" name="Rectangle 110">
              <a:extLst>
                <a:ext uri="{FF2B5EF4-FFF2-40B4-BE49-F238E27FC236}">
                  <a16:creationId xmlns:a16="http://schemas.microsoft.com/office/drawing/2014/main" id="{5057D00A-DC9B-4448-BF61-0A30CA49B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88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08" name="Rectangle 111">
              <a:extLst>
                <a:ext uri="{FF2B5EF4-FFF2-40B4-BE49-F238E27FC236}">
                  <a16:creationId xmlns:a16="http://schemas.microsoft.com/office/drawing/2014/main" id="{E70BDAED-BEC0-4191-BB0A-41FC89321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88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09" name="Rectangle 112">
              <a:extLst>
                <a:ext uri="{FF2B5EF4-FFF2-40B4-BE49-F238E27FC236}">
                  <a16:creationId xmlns:a16="http://schemas.microsoft.com/office/drawing/2014/main" id="{8D41ADCE-F0B2-438E-A0E9-4C09A6A4C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88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10" name="Rectangle 113">
              <a:extLst>
                <a:ext uri="{FF2B5EF4-FFF2-40B4-BE49-F238E27FC236}">
                  <a16:creationId xmlns:a16="http://schemas.microsoft.com/office/drawing/2014/main" id="{7F413E5E-6298-48AB-BF30-14AA939D5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2101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11" name="Rectangle 114">
              <a:extLst>
                <a:ext uri="{FF2B5EF4-FFF2-40B4-BE49-F238E27FC236}">
                  <a16:creationId xmlns:a16="http://schemas.microsoft.com/office/drawing/2014/main" id="{534030D5-1FFB-491B-BA0E-3D5D240F0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10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12" name="Rectangle 115">
              <a:extLst>
                <a:ext uri="{FF2B5EF4-FFF2-40B4-BE49-F238E27FC236}">
                  <a16:creationId xmlns:a16="http://schemas.microsoft.com/office/drawing/2014/main" id="{7E286B4F-E79D-40C7-B03C-E35CA379C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10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13" name="Rectangle 116">
              <a:extLst>
                <a:ext uri="{FF2B5EF4-FFF2-40B4-BE49-F238E27FC236}">
                  <a16:creationId xmlns:a16="http://schemas.microsoft.com/office/drawing/2014/main" id="{2BE63B61-6A5F-431E-BA27-E90FDEFA9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10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14" name="Rectangle 117">
              <a:extLst>
                <a:ext uri="{FF2B5EF4-FFF2-40B4-BE49-F238E27FC236}">
                  <a16:creationId xmlns:a16="http://schemas.microsoft.com/office/drawing/2014/main" id="{7DA68ABF-44DD-4902-9785-A44521E16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709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15" name="Rectangle 118">
              <a:extLst>
                <a:ext uri="{FF2B5EF4-FFF2-40B4-BE49-F238E27FC236}">
                  <a16:creationId xmlns:a16="http://schemas.microsoft.com/office/drawing/2014/main" id="{C018434F-4066-4E44-AAE1-631F244D1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70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16" name="Rectangle 119">
              <a:extLst>
                <a:ext uri="{FF2B5EF4-FFF2-40B4-BE49-F238E27FC236}">
                  <a16:creationId xmlns:a16="http://schemas.microsoft.com/office/drawing/2014/main" id="{C1D350F3-3B2F-43AB-A131-F261636CE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70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17" name="Rectangle 120">
              <a:extLst>
                <a:ext uri="{FF2B5EF4-FFF2-40B4-BE49-F238E27FC236}">
                  <a16:creationId xmlns:a16="http://schemas.microsoft.com/office/drawing/2014/main" id="{7855148A-22C9-4900-B482-E7227D0DC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70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18" name="Rectangle 121">
              <a:extLst>
                <a:ext uri="{FF2B5EF4-FFF2-40B4-BE49-F238E27FC236}">
                  <a16:creationId xmlns:a16="http://schemas.microsoft.com/office/drawing/2014/main" id="{F990A648-892E-455F-8747-1B62A6F3A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540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19" name="Rectangle 122">
              <a:extLst>
                <a:ext uri="{FF2B5EF4-FFF2-40B4-BE49-F238E27FC236}">
                  <a16:creationId xmlns:a16="http://schemas.microsoft.com/office/drawing/2014/main" id="{CE5F3601-D672-4BC2-A809-813F851B0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540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20" name="Rectangle 123">
              <a:extLst>
                <a:ext uri="{FF2B5EF4-FFF2-40B4-BE49-F238E27FC236}">
                  <a16:creationId xmlns:a16="http://schemas.microsoft.com/office/drawing/2014/main" id="{DCCB9857-2739-4CED-980A-7B6646D3D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540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21" name="Rectangle 124">
              <a:extLst>
                <a:ext uri="{FF2B5EF4-FFF2-40B4-BE49-F238E27FC236}">
                  <a16:creationId xmlns:a16="http://schemas.microsoft.com/office/drawing/2014/main" id="{0683364E-62F7-42A9-A41C-5DCC92346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540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22" name="Rectangle 125">
              <a:extLst>
                <a:ext uri="{FF2B5EF4-FFF2-40B4-BE49-F238E27FC236}">
                  <a16:creationId xmlns:a16="http://schemas.microsoft.com/office/drawing/2014/main" id="{9FFC6C56-BB14-4431-9FB0-6280F4BCE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371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23" name="Rectangle 126">
              <a:extLst>
                <a:ext uri="{FF2B5EF4-FFF2-40B4-BE49-F238E27FC236}">
                  <a16:creationId xmlns:a16="http://schemas.microsoft.com/office/drawing/2014/main" id="{A6C81851-895F-4F70-A79B-FBF4B95CE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37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24" name="Rectangle 127">
              <a:extLst>
                <a:ext uri="{FF2B5EF4-FFF2-40B4-BE49-F238E27FC236}">
                  <a16:creationId xmlns:a16="http://schemas.microsoft.com/office/drawing/2014/main" id="{C7FC3548-A304-478A-90BE-ED3497D2F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37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25" name="Rectangle 128">
              <a:extLst>
                <a:ext uri="{FF2B5EF4-FFF2-40B4-BE49-F238E27FC236}">
                  <a16:creationId xmlns:a16="http://schemas.microsoft.com/office/drawing/2014/main" id="{984DB58A-8FD4-4AEA-809F-55E5DDFAE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37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26" name="Rectangle 129">
              <a:extLst>
                <a:ext uri="{FF2B5EF4-FFF2-40B4-BE49-F238E27FC236}">
                  <a16:creationId xmlns:a16="http://schemas.microsoft.com/office/drawing/2014/main" id="{ADD437BA-A6C9-407A-B88E-32E39EF29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1193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27" name="Rectangle 130">
              <a:extLst>
                <a:ext uri="{FF2B5EF4-FFF2-40B4-BE49-F238E27FC236}">
                  <a16:creationId xmlns:a16="http://schemas.microsoft.com/office/drawing/2014/main" id="{DAB112B4-6B68-446D-B659-2F4887197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1193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28" name="Rectangle 131">
              <a:extLst>
                <a:ext uri="{FF2B5EF4-FFF2-40B4-BE49-F238E27FC236}">
                  <a16:creationId xmlns:a16="http://schemas.microsoft.com/office/drawing/2014/main" id="{1238497B-D2DC-4627-9513-3ED73D9F8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119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29" name="Rectangle 132">
              <a:extLst>
                <a:ext uri="{FF2B5EF4-FFF2-40B4-BE49-F238E27FC236}">
                  <a16:creationId xmlns:a16="http://schemas.microsoft.com/office/drawing/2014/main" id="{B342202A-D4B9-4975-9918-DBBE98DB8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19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30" name="Rectangle 133">
              <a:extLst>
                <a:ext uri="{FF2B5EF4-FFF2-40B4-BE49-F238E27FC236}">
                  <a16:creationId xmlns:a16="http://schemas.microsoft.com/office/drawing/2014/main" id="{9CD3EC48-C218-4579-AB44-134D36EF2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846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31" name="Rectangle 134">
              <a:extLst>
                <a:ext uri="{FF2B5EF4-FFF2-40B4-BE49-F238E27FC236}">
                  <a16:creationId xmlns:a16="http://schemas.microsoft.com/office/drawing/2014/main" id="{94DD1BA0-F0AE-4172-8A6B-D3374A97E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846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32" name="Rectangle 135">
              <a:extLst>
                <a:ext uri="{FF2B5EF4-FFF2-40B4-BE49-F238E27FC236}">
                  <a16:creationId xmlns:a16="http://schemas.microsoft.com/office/drawing/2014/main" id="{7C210583-77BB-4C63-A2A6-4B53EA15E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84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33" name="Rectangle 136">
              <a:extLst>
                <a:ext uri="{FF2B5EF4-FFF2-40B4-BE49-F238E27FC236}">
                  <a16:creationId xmlns:a16="http://schemas.microsoft.com/office/drawing/2014/main" id="{EF9022FE-76D9-4CD4-91C0-945F853C0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84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34" name="Rectangle 137">
              <a:extLst>
                <a:ext uri="{FF2B5EF4-FFF2-40B4-BE49-F238E27FC236}">
                  <a16:creationId xmlns:a16="http://schemas.microsoft.com/office/drawing/2014/main" id="{CA682E6A-F914-4768-8479-B136E3F83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677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35" name="Rectangle 138">
              <a:extLst>
                <a:ext uri="{FF2B5EF4-FFF2-40B4-BE49-F238E27FC236}">
                  <a16:creationId xmlns:a16="http://schemas.microsoft.com/office/drawing/2014/main" id="{23211937-D6BA-4311-A68A-8AA7DC130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67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36" name="Rectangle 139">
              <a:extLst>
                <a:ext uri="{FF2B5EF4-FFF2-40B4-BE49-F238E27FC236}">
                  <a16:creationId xmlns:a16="http://schemas.microsoft.com/office/drawing/2014/main" id="{BDE482EF-0971-4398-BACF-99046EE82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67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37" name="Rectangle 140">
              <a:extLst>
                <a:ext uri="{FF2B5EF4-FFF2-40B4-BE49-F238E27FC236}">
                  <a16:creationId xmlns:a16="http://schemas.microsoft.com/office/drawing/2014/main" id="{D8984AEA-598D-48FF-8716-606E9731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67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38" name="Rectangle 141">
              <a:extLst>
                <a:ext uri="{FF2B5EF4-FFF2-40B4-BE49-F238E27FC236}">
                  <a16:creationId xmlns:a16="http://schemas.microsoft.com/office/drawing/2014/main" id="{EE14089A-D4AF-4DC0-9330-63EEB2AAA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499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39" name="Rectangle 142">
              <a:extLst>
                <a:ext uri="{FF2B5EF4-FFF2-40B4-BE49-F238E27FC236}">
                  <a16:creationId xmlns:a16="http://schemas.microsoft.com/office/drawing/2014/main" id="{4102D273-28EE-4709-93AC-6F754320F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49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40" name="Rectangle 143">
              <a:extLst>
                <a:ext uri="{FF2B5EF4-FFF2-40B4-BE49-F238E27FC236}">
                  <a16:creationId xmlns:a16="http://schemas.microsoft.com/office/drawing/2014/main" id="{F68639EF-08A5-43E2-9806-FD237D009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49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41" name="Rectangle 144">
              <a:extLst>
                <a:ext uri="{FF2B5EF4-FFF2-40B4-BE49-F238E27FC236}">
                  <a16:creationId xmlns:a16="http://schemas.microsoft.com/office/drawing/2014/main" id="{6E6C65E6-3CB4-4DC3-B64B-9461983F3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49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6600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42" name="Rectangle 145">
              <a:extLst>
                <a:ext uri="{FF2B5EF4-FFF2-40B4-BE49-F238E27FC236}">
                  <a16:creationId xmlns:a16="http://schemas.microsoft.com/office/drawing/2014/main" id="{3AB63463-DAA0-49C1-B1A1-D5027A0F1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295"/>
              <a:ext cx="31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endPara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3" name="Rectangle 146">
              <a:extLst>
                <a:ext uri="{FF2B5EF4-FFF2-40B4-BE49-F238E27FC236}">
                  <a16:creationId xmlns:a16="http://schemas.microsoft.com/office/drawing/2014/main" id="{1C877E86-EEBD-46E1-B810-68C9A8243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95"/>
              <a:ext cx="364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44" name="Rectangle 147">
              <a:extLst>
                <a:ext uri="{FF2B5EF4-FFF2-40B4-BE49-F238E27FC236}">
                  <a16:creationId xmlns:a16="http://schemas.microsoft.com/office/drawing/2014/main" id="{BFD70F69-B87E-4FF1-992F-0DDDBB227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95"/>
              <a:ext cx="3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9845" name="Rectangle 148">
              <a:extLst>
                <a:ext uri="{FF2B5EF4-FFF2-40B4-BE49-F238E27FC236}">
                  <a16:creationId xmlns:a16="http://schemas.microsoft.com/office/drawing/2014/main" id="{D4EFE0BE-9177-41E3-A353-65F83ECB7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95"/>
              <a:ext cx="3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9846" name="Line 149">
              <a:extLst>
                <a:ext uri="{FF2B5EF4-FFF2-40B4-BE49-F238E27FC236}">
                  <a16:creationId xmlns:a16="http://schemas.microsoft.com/office/drawing/2014/main" id="{7281870F-EEB4-4296-A411-1E8A9FED79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7" y="46"/>
              <a:ext cx="0" cy="419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7" name="Line 150">
              <a:extLst>
                <a:ext uri="{FF2B5EF4-FFF2-40B4-BE49-F238E27FC236}">
                  <a16:creationId xmlns:a16="http://schemas.microsoft.com/office/drawing/2014/main" id="{23702283-902A-4835-AD44-086394C26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9" y="343"/>
              <a:ext cx="0" cy="392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8" name="Line 151">
              <a:extLst>
                <a:ext uri="{FF2B5EF4-FFF2-40B4-BE49-F238E27FC236}">
                  <a16:creationId xmlns:a16="http://schemas.microsoft.com/office/drawing/2014/main" id="{9A5C021D-A2E5-41D3-B99E-6290F0B7CE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0" y="46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49" name="Line 152">
              <a:extLst>
                <a:ext uri="{FF2B5EF4-FFF2-40B4-BE49-F238E27FC236}">
                  <a16:creationId xmlns:a16="http://schemas.microsoft.com/office/drawing/2014/main" id="{F6642330-0945-4C10-9797-1E2082914C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59"/>
              <a:ext cx="0" cy="41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50" name="Rectangle 153">
              <a:extLst>
                <a:ext uri="{FF2B5EF4-FFF2-40B4-BE49-F238E27FC236}">
                  <a16:creationId xmlns:a16="http://schemas.microsoft.com/office/drawing/2014/main" id="{04382D4D-0E68-4FE6-AA06-1F8759229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284"/>
              <a:ext cx="301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51" name="Rectangle 154">
              <a:extLst>
                <a:ext uri="{FF2B5EF4-FFF2-40B4-BE49-F238E27FC236}">
                  <a16:creationId xmlns:a16="http://schemas.microsoft.com/office/drawing/2014/main" id="{60C1BF23-09D2-4E8E-B5AF-CF3D6D237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06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29852" name="Rectangle 155">
              <a:extLst>
                <a:ext uri="{FF2B5EF4-FFF2-40B4-BE49-F238E27FC236}">
                  <a16:creationId xmlns:a16="http://schemas.microsoft.com/office/drawing/2014/main" id="{CE3FB805-13BD-45AA-B7FD-4FA6FB95C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95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</a:p>
          </p:txBody>
        </p:sp>
        <p:sp>
          <p:nvSpPr>
            <p:cNvPr id="29853" name="Rectangle 156">
              <a:extLst>
                <a:ext uri="{FF2B5EF4-FFF2-40B4-BE49-F238E27FC236}">
                  <a16:creationId xmlns:a16="http://schemas.microsoft.com/office/drawing/2014/main" id="{DAD33D1A-21A7-4709-A7D6-9E22D8C40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212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</a:p>
          </p:txBody>
        </p:sp>
        <p:sp>
          <p:nvSpPr>
            <p:cNvPr id="29854" name="Rectangle 157">
              <a:extLst>
                <a:ext uri="{FF2B5EF4-FFF2-40B4-BE49-F238E27FC236}">
                  <a16:creationId xmlns:a16="http://schemas.microsoft.com/office/drawing/2014/main" id="{C60420FD-AF1E-40E3-8F4E-EC39EEFE5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78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29855" name="Rectangle 158">
              <a:extLst>
                <a:ext uri="{FF2B5EF4-FFF2-40B4-BE49-F238E27FC236}">
                  <a16:creationId xmlns:a16="http://schemas.microsoft.com/office/drawing/2014/main" id="{968C4EF3-1ED8-4B10-9A1C-3F65D8D2C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60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</a:p>
          </p:txBody>
        </p:sp>
        <p:sp>
          <p:nvSpPr>
            <p:cNvPr id="29856" name="Rectangle 159">
              <a:extLst>
                <a:ext uri="{FF2B5EF4-FFF2-40B4-BE49-F238E27FC236}">
                  <a16:creationId xmlns:a16="http://schemas.microsoft.com/office/drawing/2014/main" id="{D3448DA6-57BF-4CE3-9445-CDC3BAA0B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42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</a:p>
          </p:txBody>
        </p:sp>
        <p:sp>
          <p:nvSpPr>
            <p:cNvPr id="29857" name="Rectangle 160">
              <a:extLst>
                <a:ext uri="{FF2B5EF4-FFF2-40B4-BE49-F238E27FC236}">
                  <a16:creationId xmlns:a16="http://schemas.microsoft.com/office/drawing/2014/main" id="{7E32FE31-6EB1-4F14-AEDB-C632949B6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" y="124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29858" name="Rectangle 161">
              <a:extLst>
                <a:ext uri="{FF2B5EF4-FFF2-40B4-BE49-F238E27FC236}">
                  <a16:creationId xmlns:a16="http://schemas.microsoft.com/office/drawing/2014/main" id="{24F86F80-05F3-4259-BCD6-D4E61A513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88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29859" name="Rectangle 162">
              <a:extLst>
                <a:ext uri="{FF2B5EF4-FFF2-40B4-BE49-F238E27FC236}">
                  <a16:creationId xmlns:a16="http://schemas.microsoft.com/office/drawing/2014/main" id="{9843F755-241E-4F47-96B3-CA61B2275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69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60" name="Rectangle 163">
              <a:extLst>
                <a:ext uri="{FF2B5EF4-FFF2-40B4-BE49-F238E27FC236}">
                  <a16:creationId xmlns:a16="http://schemas.microsoft.com/office/drawing/2014/main" id="{8ECB1329-00E8-4926-830F-2B33953D7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52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61" name="Rectangle 164">
              <a:extLst>
                <a:ext uri="{FF2B5EF4-FFF2-40B4-BE49-F238E27FC236}">
                  <a16:creationId xmlns:a16="http://schemas.microsoft.com/office/drawing/2014/main" id="{79B2F305-D412-4801-A2B7-92E4BC918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70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62" name="Rectangle 165">
              <a:extLst>
                <a:ext uri="{FF2B5EF4-FFF2-40B4-BE49-F238E27FC236}">
                  <a16:creationId xmlns:a16="http://schemas.microsoft.com/office/drawing/2014/main" id="{9BA9E16A-3EDA-43D4-B01C-3FB73447A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707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63" name="Rectangle 166">
              <a:extLst>
                <a:ext uri="{FF2B5EF4-FFF2-40B4-BE49-F238E27FC236}">
                  <a16:creationId xmlns:a16="http://schemas.microsoft.com/office/drawing/2014/main" id="{6C430996-3B3E-4B0F-9691-1C52FE858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707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64" name="Rectangle 167">
              <a:extLst>
                <a:ext uri="{FF2B5EF4-FFF2-40B4-BE49-F238E27FC236}">
                  <a16:creationId xmlns:a16="http://schemas.microsoft.com/office/drawing/2014/main" id="{BDB64F25-FDE1-4179-A4D2-D8FC9194B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88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65" name="Rectangle 168">
              <a:extLst>
                <a:ext uri="{FF2B5EF4-FFF2-40B4-BE49-F238E27FC236}">
                  <a16:creationId xmlns:a16="http://schemas.microsoft.com/office/drawing/2014/main" id="{02FB0099-21F7-4EB1-846E-031B0A737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885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66" name="Rectangle 169">
              <a:extLst>
                <a:ext uri="{FF2B5EF4-FFF2-40B4-BE49-F238E27FC236}">
                  <a16:creationId xmlns:a16="http://schemas.microsoft.com/office/drawing/2014/main" id="{950E311A-AA51-43CB-AEF4-F0485FE74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88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67" name="Rectangle 170">
              <a:extLst>
                <a:ext uri="{FF2B5EF4-FFF2-40B4-BE49-F238E27FC236}">
                  <a16:creationId xmlns:a16="http://schemas.microsoft.com/office/drawing/2014/main" id="{9E8F414D-E801-4001-B006-7B3883D51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49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68" name="Rectangle 171">
              <a:extLst>
                <a:ext uri="{FF2B5EF4-FFF2-40B4-BE49-F238E27FC236}">
                  <a16:creationId xmlns:a16="http://schemas.microsoft.com/office/drawing/2014/main" id="{3BF70F04-3864-40FB-B76F-C8A9A701A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502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69" name="Rectangle 172">
              <a:extLst>
                <a:ext uri="{FF2B5EF4-FFF2-40B4-BE49-F238E27FC236}">
                  <a16:creationId xmlns:a16="http://schemas.microsoft.com/office/drawing/2014/main" id="{FF835BB5-ED6A-4CAA-B0EE-62F65CF4F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49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70" name="Rectangle 173">
              <a:extLst>
                <a:ext uri="{FF2B5EF4-FFF2-40B4-BE49-F238E27FC236}">
                  <a16:creationId xmlns:a16="http://schemas.microsoft.com/office/drawing/2014/main" id="{92E9A088-7D0D-43CC-A959-BB5755B07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324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71" name="Rectangle 174">
              <a:extLst>
                <a:ext uri="{FF2B5EF4-FFF2-40B4-BE49-F238E27FC236}">
                  <a16:creationId xmlns:a16="http://schemas.microsoft.com/office/drawing/2014/main" id="{AF9AB8B0-3562-43CB-A3CE-F735720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324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72" name="Rectangle 175">
              <a:extLst>
                <a:ext uri="{FF2B5EF4-FFF2-40B4-BE49-F238E27FC236}">
                  <a16:creationId xmlns:a16="http://schemas.microsoft.com/office/drawing/2014/main" id="{5388F6B0-0BBF-4965-BA63-5FFA390D3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324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73" name="Rectangle 176">
              <a:extLst>
                <a:ext uri="{FF2B5EF4-FFF2-40B4-BE49-F238E27FC236}">
                  <a16:creationId xmlns:a16="http://schemas.microsoft.com/office/drawing/2014/main" id="{5CEAD00C-8C6F-48D5-8F9C-0D8A886DF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49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74" name="Rectangle 177">
              <a:extLst>
                <a:ext uri="{FF2B5EF4-FFF2-40B4-BE49-F238E27FC236}">
                  <a16:creationId xmlns:a16="http://schemas.microsoft.com/office/drawing/2014/main" id="{A6BD330E-186B-4528-8AA4-DC05EC8EE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71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75" name="Rectangle 178">
              <a:extLst>
                <a:ext uri="{FF2B5EF4-FFF2-40B4-BE49-F238E27FC236}">
                  <a16:creationId xmlns:a16="http://schemas.microsoft.com/office/drawing/2014/main" id="{9F58FB7C-CE49-4A1E-9124-022D08E8A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32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76" name="Rectangle 179">
              <a:extLst>
                <a:ext uri="{FF2B5EF4-FFF2-40B4-BE49-F238E27FC236}">
                  <a16:creationId xmlns:a16="http://schemas.microsoft.com/office/drawing/2014/main" id="{D581F99C-4AD1-4BC8-AF61-2DAC896AB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84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13</a:t>
              </a:r>
            </a:p>
          </p:txBody>
        </p:sp>
        <p:sp>
          <p:nvSpPr>
            <p:cNvPr id="29877" name="Rectangle 180">
              <a:extLst>
                <a:ext uri="{FF2B5EF4-FFF2-40B4-BE49-F238E27FC236}">
                  <a16:creationId xmlns:a16="http://schemas.microsoft.com/office/drawing/2014/main" id="{5ED612B3-6AE7-4ADA-97AC-0A52DDE19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303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14</a:t>
              </a:r>
            </a:p>
          </p:txBody>
        </p:sp>
        <p:sp>
          <p:nvSpPr>
            <p:cNvPr id="29878" name="Rectangle 181">
              <a:extLst>
                <a:ext uri="{FF2B5EF4-FFF2-40B4-BE49-F238E27FC236}">
                  <a16:creationId xmlns:a16="http://schemas.microsoft.com/office/drawing/2014/main" id="{B6724FF8-8FBD-4660-8525-1FA809E81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67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12</a:t>
              </a:r>
            </a:p>
          </p:txBody>
        </p:sp>
        <p:sp>
          <p:nvSpPr>
            <p:cNvPr id="29879" name="Rectangle 182">
              <a:extLst>
                <a:ext uri="{FF2B5EF4-FFF2-40B4-BE49-F238E27FC236}">
                  <a16:creationId xmlns:a16="http://schemas.microsoft.com/office/drawing/2014/main" id="{985EB444-9637-4D70-B547-74FDDAC58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48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29880" name="Rectangle 183">
              <a:extLst>
                <a:ext uri="{FF2B5EF4-FFF2-40B4-BE49-F238E27FC236}">
                  <a16:creationId xmlns:a16="http://schemas.microsoft.com/office/drawing/2014/main" id="{96E64E3D-33AD-4AB2-BEFB-A426ADF71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32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29881" name="Rectangle 184">
              <a:extLst>
                <a:ext uri="{FF2B5EF4-FFF2-40B4-BE49-F238E27FC236}">
                  <a16:creationId xmlns:a16="http://schemas.microsoft.com/office/drawing/2014/main" id="{F9BF68EF-4CEE-4123-9DF6-F87077BBD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45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82" name="Rectangle 185">
              <a:extLst>
                <a:ext uri="{FF2B5EF4-FFF2-40B4-BE49-F238E27FC236}">
                  <a16:creationId xmlns:a16="http://schemas.microsoft.com/office/drawing/2014/main" id="{6657EA92-0181-4633-97BF-199E6C1A7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3455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83" name="Rectangle 186">
              <a:extLst>
                <a:ext uri="{FF2B5EF4-FFF2-40B4-BE49-F238E27FC236}">
                  <a16:creationId xmlns:a16="http://schemas.microsoft.com/office/drawing/2014/main" id="{F5135003-C54D-449D-8398-68261480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345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84" name="Rectangle 187">
              <a:extLst>
                <a:ext uri="{FF2B5EF4-FFF2-40B4-BE49-F238E27FC236}">
                  <a16:creationId xmlns:a16="http://schemas.microsoft.com/office/drawing/2014/main" id="{C0C342EA-678C-4BF0-941C-7285DDAAD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87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85" name="Rectangle 188">
              <a:extLst>
                <a:ext uri="{FF2B5EF4-FFF2-40B4-BE49-F238E27FC236}">
                  <a16:creationId xmlns:a16="http://schemas.microsoft.com/office/drawing/2014/main" id="{93100EB2-18E2-4CD8-8C6C-E9997890D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23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86" name="Rectangle 189">
              <a:extLst>
                <a:ext uri="{FF2B5EF4-FFF2-40B4-BE49-F238E27FC236}">
                  <a16:creationId xmlns:a16="http://schemas.microsoft.com/office/drawing/2014/main" id="{88EB7E6D-F283-4DB1-8D1C-AA5E692C5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324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87" name="Rectangle 190">
              <a:extLst>
                <a:ext uri="{FF2B5EF4-FFF2-40B4-BE49-F238E27FC236}">
                  <a16:creationId xmlns:a16="http://schemas.microsoft.com/office/drawing/2014/main" id="{A851978F-FAA1-4440-B817-56B3C163E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323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88" name="Rectangle 191">
              <a:extLst>
                <a:ext uri="{FF2B5EF4-FFF2-40B4-BE49-F238E27FC236}">
                  <a16:creationId xmlns:a16="http://schemas.microsoft.com/office/drawing/2014/main" id="{928F0B36-23AB-47B2-B6B0-02646C486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6" y="307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89" name="Rectangle 192">
              <a:extLst>
                <a:ext uri="{FF2B5EF4-FFF2-40B4-BE49-F238E27FC236}">
                  <a16:creationId xmlns:a16="http://schemas.microsoft.com/office/drawing/2014/main" id="{CBEE2672-F347-49F5-8F11-1FB3A8EA2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3072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90" name="Rectangle 193">
              <a:extLst>
                <a:ext uri="{FF2B5EF4-FFF2-40B4-BE49-F238E27FC236}">
                  <a16:creationId xmlns:a16="http://schemas.microsoft.com/office/drawing/2014/main" id="{A97FCD73-BA1D-4562-90B5-457E83511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307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91" name="Rectangle 194">
              <a:extLst>
                <a:ext uri="{FF2B5EF4-FFF2-40B4-BE49-F238E27FC236}">
                  <a16:creationId xmlns:a16="http://schemas.microsoft.com/office/drawing/2014/main" id="{EFA5953F-E1C8-431B-B027-C821A4626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323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892" name="Rectangle 195">
              <a:extLst>
                <a:ext uri="{FF2B5EF4-FFF2-40B4-BE49-F238E27FC236}">
                  <a16:creationId xmlns:a16="http://schemas.microsoft.com/office/drawing/2014/main" id="{D2205744-C53A-4B46-B57E-FA9585AF8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346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93" name="Rectangle 196">
              <a:extLst>
                <a:ext uri="{FF2B5EF4-FFF2-40B4-BE49-F238E27FC236}">
                  <a16:creationId xmlns:a16="http://schemas.microsoft.com/office/drawing/2014/main" id="{974D181D-1067-43D3-B3B4-21649A100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307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894" name="Line 197">
              <a:extLst>
                <a:ext uri="{FF2B5EF4-FFF2-40B4-BE49-F238E27FC236}">
                  <a16:creationId xmlns:a16="http://schemas.microsoft.com/office/drawing/2014/main" id="{F5422F63-8BA9-4BB0-89ED-C3FD883B02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1" y="2381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5" name="Line 198">
              <a:extLst>
                <a:ext uri="{FF2B5EF4-FFF2-40B4-BE49-F238E27FC236}">
                  <a16:creationId xmlns:a16="http://schemas.microsoft.com/office/drawing/2014/main" id="{0060BDBC-ED38-4DD9-BF38-34DA07AF07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" y="3480"/>
              <a:ext cx="4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896" name="Rectangle 199">
              <a:extLst>
                <a:ext uri="{FF2B5EF4-FFF2-40B4-BE49-F238E27FC236}">
                  <a16:creationId xmlns:a16="http://schemas.microsoft.com/office/drawing/2014/main" id="{6A0E31D5-2833-4B73-B541-6B2A19E60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79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18</a:t>
              </a:r>
            </a:p>
          </p:txBody>
        </p:sp>
        <p:sp>
          <p:nvSpPr>
            <p:cNvPr id="29897" name="Rectangle 200">
              <a:extLst>
                <a:ext uri="{FF2B5EF4-FFF2-40B4-BE49-F238E27FC236}">
                  <a16:creationId xmlns:a16="http://schemas.microsoft.com/office/drawing/2014/main" id="{21EB2D35-428A-42A4-91C8-1C691B2E7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96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19</a:t>
              </a:r>
            </a:p>
          </p:txBody>
        </p:sp>
        <p:sp>
          <p:nvSpPr>
            <p:cNvPr id="29898" name="Rectangle 201">
              <a:extLst>
                <a:ext uri="{FF2B5EF4-FFF2-40B4-BE49-F238E27FC236}">
                  <a16:creationId xmlns:a16="http://schemas.microsoft.com/office/drawing/2014/main" id="{A62A758B-A02F-4ECF-B71A-6BC112F76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60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17</a:t>
              </a:r>
            </a:p>
          </p:txBody>
        </p:sp>
        <p:sp>
          <p:nvSpPr>
            <p:cNvPr id="29899" name="Rectangle 202">
              <a:extLst>
                <a:ext uri="{FF2B5EF4-FFF2-40B4-BE49-F238E27FC236}">
                  <a16:creationId xmlns:a16="http://schemas.microsoft.com/office/drawing/2014/main" id="{33E98F23-FECE-486A-BAE7-DF896F339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42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29900" name="Rectangle 203">
              <a:extLst>
                <a:ext uri="{FF2B5EF4-FFF2-40B4-BE49-F238E27FC236}">
                  <a16:creationId xmlns:a16="http://schemas.microsoft.com/office/drawing/2014/main" id="{71747B7F-0BCF-40D5-BDBC-15AAC3FEB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22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29901" name="Rectangle 204">
              <a:extLst>
                <a:ext uri="{FF2B5EF4-FFF2-40B4-BE49-F238E27FC236}">
                  <a16:creationId xmlns:a16="http://schemas.microsoft.com/office/drawing/2014/main" id="{5C335EA3-755A-4507-ACFF-E6649A39A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360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02" name="Rectangle 205">
              <a:extLst>
                <a:ext uri="{FF2B5EF4-FFF2-40B4-BE49-F238E27FC236}">
                  <a16:creationId xmlns:a16="http://schemas.microsoft.com/office/drawing/2014/main" id="{AF208F12-D566-4316-9588-38E2CC2B7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3609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03" name="Rectangle 206">
              <a:extLst>
                <a:ext uri="{FF2B5EF4-FFF2-40B4-BE49-F238E27FC236}">
                  <a16:creationId xmlns:a16="http://schemas.microsoft.com/office/drawing/2014/main" id="{ECF98A9B-7677-4641-ABD0-CEE68D1EC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3609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04" name="Rectangle 207">
              <a:extLst>
                <a:ext uri="{FF2B5EF4-FFF2-40B4-BE49-F238E27FC236}">
                  <a16:creationId xmlns:a16="http://schemas.microsoft.com/office/drawing/2014/main" id="{CF50EF35-60E6-4DBE-A2E3-17E2D56BE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361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05" name="Rectangle 208">
              <a:extLst>
                <a:ext uri="{FF2B5EF4-FFF2-40B4-BE49-F238E27FC236}">
                  <a16:creationId xmlns:a16="http://schemas.microsoft.com/office/drawing/2014/main" id="{F79B042F-1BD3-4ACD-9EEC-BF31F8B79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379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06" name="Rectangle 209">
              <a:extLst>
                <a:ext uri="{FF2B5EF4-FFF2-40B4-BE49-F238E27FC236}">
                  <a16:creationId xmlns:a16="http://schemas.microsoft.com/office/drawing/2014/main" id="{B5DC7468-4813-49B7-B350-B871FC369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379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07" name="Rectangle 210">
              <a:extLst>
                <a:ext uri="{FF2B5EF4-FFF2-40B4-BE49-F238E27FC236}">
                  <a16:creationId xmlns:a16="http://schemas.microsoft.com/office/drawing/2014/main" id="{E28E6E1A-DC39-4D43-A4C3-32FCA7A80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379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08" name="Rectangle 211">
              <a:extLst>
                <a:ext uri="{FF2B5EF4-FFF2-40B4-BE49-F238E27FC236}">
                  <a16:creationId xmlns:a16="http://schemas.microsoft.com/office/drawing/2014/main" id="{F57C1C96-0F6A-43A0-904F-22DEEE90D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380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09" name="Rectangle 212">
              <a:extLst>
                <a:ext uri="{FF2B5EF4-FFF2-40B4-BE49-F238E27FC236}">
                  <a16:creationId xmlns:a16="http://schemas.microsoft.com/office/drawing/2014/main" id="{44780FE0-1392-4E44-A4DD-28E9173AE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399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10" name="Rectangle 213">
              <a:extLst>
                <a:ext uri="{FF2B5EF4-FFF2-40B4-BE49-F238E27FC236}">
                  <a16:creationId xmlns:a16="http://schemas.microsoft.com/office/drawing/2014/main" id="{F0517E97-67E4-455C-8D4C-376637BB5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399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11" name="Rectangle 214">
              <a:extLst>
                <a:ext uri="{FF2B5EF4-FFF2-40B4-BE49-F238E27FC236}">
                  <a16:creationId xmlns:a16="http://schemas.microsoft.com/office/drawing/2014/main" id="{12D6E1E3-CBB9-46FB-A6B4-AEC80EB9D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8" y="4005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12" name="Rectangle 215">
              <a:extLst>
                <a:ext uri="{FF2B5EF4-FFF2-40B4-BE49-F238E27FC236}">
                  <a16:creationId xmlns:a16="http://schemas.microsoft.com/office/drawing/2014/main" id="{776E53FC-A6D5-4050-95C4-8EDB9AFB9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400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13" name="Rectangle 216">
              <a:extLst>
                <a:ext uri="{FF2B5EF4-FFF2-40B4-BE49-F238E27FC236}">
                  <a16:creationId xmlns:a16="http://schemas.microsoft.com/office/drawing/2014/main" id="{2009DC50-640D-4EB7-9132-E9B2516D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05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14" name="Rectangle 217">
              <a:extLst>
                <a:ext uri="{FF2B5EF4-FFF2-40B4-BE49-F238E27FC236}">
                  <a16:creationId xmlns:a16="http://schemas.microsoft.com/office/drawing/2014/main" id="{941BACC6-7400-46BA-8BF9-5D55BB43E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93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15" name="Rectangle 218">
              <a:extLst>
                <a:ext uri="{FF2B5EF4-FFF2-40B4-BE49-F238E27FC236}">
                  <a16:creationId xmlns:a16="http://schemas.microsoft.com/office/drawing/2014/main" id="{E97D3D4B-1CF5-4A21-8E01-7FC4C058F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10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16" name="Rectangle 219">
              <a:extLst>
                <a:ext uri="{FF2B5EF4-FFF2-40B4-BE49-F238E27FC236}">
                  <a16:creationId xmlns:a16="http://schemas.microsoft.com/office/drawing/2014/main" id="{4DA20F0C-E6F5-4DAE-B020-C18718D2C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76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17" name="Rectangle 220">
              <a:extLst>
                <a:ext uri="{FF2B5EF4-FFF2-40B4-BE49-F238E27FC236}">
                  <a16:creationId xmlns:a16="http://schemas.microsoft.com/office/drawing/2014/main" id="{B63BB897-3722-4201-AF84-931720514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59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18" name="Rectangle 221">
              <a:extLst>
                <a:ext uri="{FF2B5EF4-FFF2-40B4-BE49-F238E27FC236}">
                  <a16:creationId xmlns:a16="http://schemas.microsoft.com/office/drawing/2014/main" id="{776DDF31-894D-4131-9979-B6F5A5244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41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19" name="Rectangle 222">
              <a:extLst>
                <a:ext uri="{FF2B5EF4-FFF2-40B4-BE49-F238E27FC236}">
                  <a16:creationId xmlns:a16="http://schemas.microsoft.com/office/drawing/2014/main" id="{AD817D85-EE86-45C6-9C42-0060B2A8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123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20" name="Rectangle 223">
              <a:extLst>
                <a:ext uri="{FF2B5EF4-FFF2-40B4-BE49-F238E27FC236}">
                  <a16:creationId xmlns:a16="http://schemas.microsoft.com/office/drawing/2014/main" id="{A8E0A955-7E95-42F3-A9A2-D33D4422D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88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21" name="Rectangle 224">
              <a:extLst>
                <a:ext uri="{FF2B5EF4-FFF2-40B4-BE49-F238E27FC236}">
                  <a16:creationId xmlns:a16="http://schemas.microsoft.com/office/drawing/2014/main" id="{B9D7E7B8-FA80-453F-8952-BD795CC1A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702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22" name="Rectangle 225">
              <a:extLst>
                <a:ext uri="{FF2B5EF4-FFF2-40B4-BE49-F238E27FC236}">
                  <a16:creationId xmlns:a16="http://schemas.microsoft.com/office/drawing/2014/main" id="{677AEF9C-F8A1-4C7D-8B32-F8007C9BA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50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23" name="Rectangle 226">
              <a:extLst>
                <a:ext uri="{FF2B5EF4-FFF2-40B4-BE49-F238E27FC236}">
                  <a16:creationId xmlns:a16="http://schemas.microsoft.com/office/drawing/2014/main" id="{8CA77804-2732-4FAA-80AB-09678EBDE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85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24" name="Rectangle 227">
              <a:extLst>
                <a:ext uri="{FF2B5EF4-FFF2-40B4-BE49-F238E27FC236}">
                  <a16:creationId xmlns:a16="http://schemas.microsoft.com/office/drawing/2014/main" id="{74045CC5-31BE-4BD0-B008-82CB8E8D0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304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25" name="Rectangle 228">
              <a:extLst>
                <a:ext uri="{FF2B5EF4-FFF2-40B4-BE49-F238E27FC236}">
                  <a16:creationId xmlns:a16="http://schemas.microsoft.com/office/drawing/2014/main" id="{9EF04B81-B00C-4C01-9D81-FBD1C6F1C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68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26" name="Rectangle 229">
              <a:extLst>
                <a:ext uri="{FF2B5EF4-FFF2-40B4-BE49-F238E27FC236}">
                  <a16:creationId xmlns:a16="http://schemas.microsoft.com/office/drawing/2014/main" id="{3E971317-72ED-4BEC-9438-3CC76F643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49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27" name="Rectangle 230">
              <a:extLst>
                <a:ext uri="{FF2B5EF4-FFF2-40B4-BE49-F238E27FC236}">
                  <a16:creationId xmlns:a16="http://schemas.microsoft.com/office/drawing/2014/main" id="{80DF75C2-CD55-493E-BE27-D47566768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33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28" name="Rectangle 231">
              <a:extLst>
                <a:ext uri="{FF2B5EF4-FFF2-40B4-BE49-F238E27FC236}">
                  <a16:creationId xmlns:a16="http://schemas.microsoft.com/office/drawing/2014/main" id="{AA52A216-78E7-40E1-A406-F7CCA030E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80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29" name="Rectangle 232">
              <a:extLst>
                <a:ext uri="{FF2B5EF4-FFF2-40B4-BE49-F238E27FC236}">
                  <a16:creationId xmlns:a16="http://schemas.microsoft.com/office/drawing/2014/main" id="{C1827898-00BA-4596-9DD8-AD1C7A02B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97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30" name="Rectangle 233">
              <a:extLst>
                <a:ext uri="{FF2B5EF4-FFF2-40B4-BE49-F238E27FC236}">
                  <a16:creationId xmlns:a16="http://schemas.microsoft.com/office/drawing/2014/main" id="{EECC433C-C5B7-44FE-931B-014160129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61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31" name="Rectangle 234">
              <a:extLst>
                <a:ext uri="{FF2B5EF4-FFF2-40B4-BE49-F238E27FC236}">
                  <a16:creationId xmlns:a16="http://schemas.microsoft.com/office/drawing/2014/main" id="{64506446-1781-4507-9D24-469F64F43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430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32" name="Rectangle 235">
              <a:extLst>
                <a:ext uri="{FF2B5EF4-FFF2-40B4-BE49-F238E27FC236}">
                  <a16:creationId xmlns:a16="http://schemas.microsoft.com/office/drawing/2014/main" id="{91D1C4B0-11FE-41E2-8166-41DFA97E3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323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33" name="Rectangle 236">
              <a:extLst>
                <a:ext uri="{FF2B5EF4-FFF2-40B4-BE49-F238E27FC236}">
                  <a16:creationId xmlns:a16="http://schemas.microsoft.com/office/drawing/2014/main" id="{B2CED97A-649E-4DFB-9204-8A9EFEE7A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02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34" name="Rectangle 237">
              <a:extLst>
                <a:ext uri="{FF2B5EF4-FFF2-40B4-BE49-F238E27FC236}">
                  <a16:creationId xmlns:a16="http://schemas.microsoft.com/office/drawing/2014/main" id="{24D15CFF-8834-44BD-B2D9-1A05573D3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913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35" name="Rectangle 238">
              <a:extLst>
                <a:ext uri="{FF2B5EF4-FFF2-40B4-BE49-F238E27FC236}">
                  <a16:creationId xmlns:a16="http://schemas.microsoft.com/office/drawing/2014/main" id="{0DC4484A-27FB-4143-B467-AFF4CEF7D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210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36" name="Rectangle 239">
              <a:extLst>
                <a:ext uri="{FF2B5EF4-FFF2-40B4-BE49-F238E27FC236}">
                  <a16:creationId xmlns:a16="http://schemas.microsoft.com/office/drawing/2014/main" id="{98A694C5-3FEE-4FEF-BCCA-186DE6CB3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74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37" name="Rectangle 240">
              <a:extLst>
                <a:ext uri="{FF2B5EF4-FFF2-40B4-BE49-F238E27FC236}">
                  <a16:creationId xmlns:a16="http://schemas.microsoft.com/office/drawing/2014/main" id="{D7456090-C397-481D-A7AC-9A5CAC87F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557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38" name="Rectangle 241">
              <a:extLst>
                <a:ext uri="{FF2B5EF4-FFF2-40B4-BE49-F238E27FC236}">
                  <a16:creationId xmlns:a16="http://schemas.microsoft.com/office/drawing/2014/main" id="{66967D60-6016-4321-915C-6CFCCC72E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37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39" name="Rectangle 242">
              <a:extLst>
                <a:ext uri="{FF2B5EF4-FFF2-40B4-BE49-F238E27FC236}">
                  <a16:creationId xmlns:a16="http://schemas.microsoft.com/office/drawing/2014/main" id="{7609D66B-50EE-481E-B9A3-E5B36F40C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120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40" name="Rectangle 243">
              <a:extLst>
                <a:ext uri="{FF2B5EF4-FFF2-40B4-BE49-F238E27FC236}">
                  <a16:creationId xmlns:a16="http://schemas.microsoft.com/office/drawing/2014/main" id="{CF815C03-5C4C-419B-99D8-B700C8AB4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84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41" name="Rectangle 244">
              <a:extLst>
                <a:ext uri="{FF2B5EF4-FFF2-40B4-BE49-F238E27FC236}">
                  <a16:creationId xmlns:a16="http://schemas.microsoft.com/office/drawing/2014/main" id="{A91FB67C-DCDB-4626-9AEE-DC6E55362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68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42" name="Rectangle 245">
              <a:extLst>
                <a:ext uri="{FF2B5EF4-FFF2-40B4-BE49-F238E27FC236}">
                  <a16:creationId xmlns:a16="http://schemas.microsoft.com/office/drawing/2014/main" id="{04F1C433-57C0-4DD7-A717-3D54C5A78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49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43" name="Rectangle 246">
              <a:extLst>
                <a:ext uri="{FF2B5EF4-FFF2-40B4-BE49-F238E27FC236}">
                  <a16:creationId xmlns:a16="http://schemas.microsoft.com/office/drawing/2014/main" id="{B9213C1A-B12A-42B7-B5F5-C419D2F97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859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44" name="Rectangle 247">
              <a:extLst>
                <a:ext uri="{FF2B5EF4-FFF2-40B4-BE49-F238E27FC236}">
                  <a16:creationId xmlns:a16="http://schemas.microsoft.com/office/drawing/2014/main" id="{8673AF45-3E29-4867-AF3B-EE874C982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3046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45" name="Rectangle 248">
              <a:extLst>
                <a:ext uri="{FF2B5EF4-FFF2-40B4-BE49-F238E27FC236}">
                  <a16:creationId xmlns:a16="http://schemas.microsoft.com/office/drawing/2014/main" id="{4EB33AC2-1569-4FE8-96AD-3A4AB339C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68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46" name="Rectangle 249">
              <a:extLst>
                <a:ext uri="{FF2B5EF4-FFF2-40B4-BE49-F238E27FC236}">
                  <a16:creationId xmlns:a16="http://schemas.microsoft.com/office/drawing/2014/main" id="{5FD39614-E503-419B-B904-01F7AFC3D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49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47" name="Rectangle 250">
              <a:extLst>
                <a:ext uri="{FF2B5EF4-FFF2-40B4-BE49-F238E27FC236}">
                  <a16:creationId xmlns:a16="http://schemas.microsoft.com/office/drawing/2014/main" id="{168AF6DF-5547-42A9-9F91-C777C87CA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33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48" name="Rectangle 251">
              <a:extLst>
                <a:ext uri="{FF2B5EF4-FFF2-40B4-BE49-F238E27FC236}">
                  <a16:creationId xmlns:a16="http://schemas.microsoft.com/office/drawing/2014/main" id="{FB4F3922-4936-492F-B355-456BAFDE8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80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49" name="Rectangle 252">
              <a:extLst>
                <a:ext uri="{FF2B5EF4-FFF2-40B4-BE49-F238E27FC236}">
                  <a16:creationId xmlns:a16="http://schemas.microsoft.com/office/drawing/2014/main" id="{D1B06C41-E900-4A84-A0AA-3F4EDB832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974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50" name="Rectangle 253">
              <a:extLst>
                <a:ext uri="{FF2B5EF4-FFF2-40B4-BE49-F238E27FC236}">
                  <a16:creationId xmlns:a16="http://schemas.microsoft.com/office/drawing/2014/main" id="{44CE5512-7FB1-43CD-88F5-53CA4897E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618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51" name="Rectangle 254">
              <a:extLst>
                <a:ext uri="{FF2B5EF4-FFF2-40B4-BE49-F238E27FC236}">
                  <a16:creationId xmlns:a16="http://schemas.microsoft.com/office/drawing/2014/main" id="{2263D9EA-4AC5-4EE2-A693-EE2DAF2A2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431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52" name="Rectangle 255">
              <a:extLst>
                <a:ext uri="{FF2B5EF4-FFF2-40B4-BE49-F238E27FC236}">
                  <a16:creationId xmlns:a16="http://schemas.microsoft.com/office/drawing/2014/main" id="{7BB1C493-787A-4609-8300-F09B5A9A7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3235"/>
              <a:ext cx="369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53" name="Rectangle 256">
              <a:extLst>
                <a:ext uri="{FF2B5EF4-FFF2-40B4-BE49-F238E27FC236}">
                  <a16:creationId xmlns:a16="http://schemas.microsoft.com/office/drawing/2014/main" id="{83BE355B-023D-41B3-AFDF-AA7F1C287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888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54" name="Rectangle 257">
              <a:extLst>
                <a:ext uri="{FF2B5EF4-FFF2-40B4-BE49-F238E27FC236}">
                  <a16:creationId xmlns:a16="http://schemas.microsoft.com/office/drawing/2014/main" id="{DFE490E7-A186-4E24-934B-DB9C00020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88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55" name="Rectangle 258">
              <a:extLst>
                <a:ext uri="{FF2B5EF4-FFF2-40B4-BE49-F238E27FC236}">
                  <a16:creationId xmlns:a16="http://schemas.microsoft.com/office/drawing/2014/main" id="{ED8DCE67-1601-4CCD-95AC-3ECCF9175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88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56" name="Rectangle 259">
              <a:extLst>
                <a:ext uri="{FF2B5EF4-FFF2-40B4-BE49-F238E27FC236}">
                  <a16:creationId xmlns:a16="http://schemas.microsoft.com/office/drawing/2014/main" id="{F97AFBB6-51D6-4A9A-9454-301E64974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88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57" name="Rectangle 260">
              <a:extLst>
                <a:ext uri="{FF2B5EF4-FFF2-40B4-BE49-F238E27FC236}">
                  <a16:creationId xmlns:a16="http://schemas.microsoft.com/office/drawing/2014/main" id="{EC0AA2E3-472E-438B-958A-62EDCA030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778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58" name="Rectangle 261">
              <a:extLst>
                <a:ext uri="{FF2B5EF4-FFF2-40B4-BE49-F238E27FC236}">
                  <a16:creationId xmlns:a16="http://schemas.microsoft.com/office/drawing/2014/main" id="{07E9B750-45AA-4F19-88C7-DC5D59FB9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77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59" name="Rectangle 262">
              <a:extLst>
                <a:ext uri="{FF2B5EF4-FFF2-40B4-BE49-F238E27FC236}">
                  <a16:creationId xmlns:a16="http://schemas.microsoft.com/office/drawing/2014/main" id="{CBF9321B-198B-46C3-9BE7-E616FFD0B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77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60" name="Rectangle 263">
              <a:extLst>
                <a:ext uri="{FF2B5EF4-FFF2-40B4-BE49-F238E27FC236}">
                  <a16:creationId xmlns:a16="http://schemas.microsoft.com/office/drawing/2014/main" id="{314519BF-2940-48CE-A7DE-E4FD55527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77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61" name="Rectangle 264">
              <a:extLst>
                <a:ext uri="{FF2B5EF4-FFF2-40B4-BE49-F238E27FC236}">
                  <a16:creationId xmlns:a16="http://schemas.microsoft.com/office/drawing/2014/main" id="{A96C1D39-7604-441E-BA5B-A97713A1F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992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62" name="Rectangle 265">
              <a:extLst>
                <a:ext uri="{FF2B5EF4-FFF2-40B4-BE49-F238E27FC236}">
                  <a16:creationId xmlns:a16="http://schemas.microsoft.com/office/drawing/2014/main" id="{A9420185-2C1E-4A4B-BC8F-CBC80FCD2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992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63" name="Rectangle 266">
              <a:extLst>
                <a:ext uri="{FF2B5EF4-FFF2-40B4-BE49-F238E27FC236}">
                  <a16:creationId xmlns:a16="http://schemas.microsoft.com/office/drawing/2014/main" id="{6AC686C6-F706-4409-9659-26A987895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99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64" name="Rectangle 267">
              <a:extLst>
                <a:ext uri="{FF2B5EF4-FFF2-40B4-BE49-F238E27FC236}">
                  <a16:creationId xmlns:a16="http://schemas.microsoft.com/office/drawing/2014/main" id="{A8F03C98-4576-465A-AF9E-90ACE361C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99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65" name="Rectangle 268">
              <a:extLst>
                <a:ext uri="{FF2B5EF4-FFF2-40B4-BE49-F238E27FC236}">
                  <a16:creationId xmlns:a16="http://schemas.microsoft.com/office/drawing/2014/main" id="{5500559F-4165-47DA-BE75-F237AD905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600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66" name="Rectangle 269">
              <a:extLst>
                <a:ext uri="{FF2B5EF4-FFF2-40B4-BE49-F238E27FC236}">
                  <a16:creationId xmlns:a16="http://schemas.microsoft.com/office/drawing/2014/main" id="{7E519DEF-97F8-4C34-8CB5-A74902B83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600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67" name="Rectangle 270">
              <a:extLst>
                <a:ext uri="{FF2B5EF4-FFF2-40B4-BE49-F238E27FC236}">
                  <a16:creationId xmlns:a16="http://schemas.microsoft.com/office/drawing/2014/main" id="{A4A959CA-772B-4E60-92AB-E379309EF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600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68" name="Rectangle 271">
              <a:extLst>
                <a:ext uri="{FF2B5EF4-FFF2-40B4-BE49-F238E27FC236}">
                  <a16:creationId xmlns:a16="http://schemas.microsoft.com/office/drawing/2014/main" id="{20C17EEC-46D7-49FA-8A6B-80E768F47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600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69" name="Rectangle 272">
              <a:extLst>
                <a:ext uri="{FF2B5EF4-FFF2-40B4-BE49-F238E27FC236}">
                  <a16:creationId xmlns:a16="http://schemas.microsoft.com/office/drawing/2014/main" id="{E2527EFA-897D-4354-A862-8EDAF9422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413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70" name="Rectangle 273">
              <a:extLst>
                <a:ext uri="{FF2B5EF4-FFF2-40B4-BE49-F238E27FC236}">
                  <a16:creationId xmlns:a16="http://schemas.microsoft.com/office/drawing/2014/main" id="{9D83E592-845E-42DB-946F-FFA32D69F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413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71" name="Rectangle 274">
              <a:extLst>
                <a:ext uri="{FF2B5EF4-FFF2-40B4-BE49-F238E27FC236}">
                  <a16:creationId xmlns:a16="http://schemas.microsoft.com/office/drawing/2014/main" id="{6D2A385F-8461-457D-8754-7F74E1B38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41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72" name="Rectangle 275">
              <a:extLst>
                <a:ext uri="{FF2B5EF4-FFF2-40B4-BE49-F238E27FC236}">
                  <a16:creationId xmlns:a16="http://schemas.microsoft.com/office/drawing/2014/main" id="{C01FF0D8-91E7-4EE6-B1EF-CF1C1F476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413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990099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73" name="Rectangle 276">
              <a:extLst>
                <a:ext uri="{FF2B5EF4-FFF2-40B4-BE49-F238E27FC236}">
                  <a16:creationId xmlns:a16="http://schemas.microsoft.com/office/drawing/2014/main" id="{5F7EAEFD-278E-470B-9808-A43B83544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226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74" name="Rectangle 277">
              <a:extLst>
                <a:ext uri="{FF2B5EF4-FFF2-40B4-BE49-F238E27FC236}">
                  <a16:creationId xmlns:a16="http://schemas.microsoft.com/office/drawing/2014/main" id="{82A09D42-56D3-4211-BB18-BB618E2D6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226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75" name="Rectangle 278">
              <a:extLst>
                <a:ext uri="{FF2B5EF4-FFF2-40B4-BE49-F238E27FC236}">
                  <a16:creationId xmlns:a16="http://schemas.microsoft.com/office/drawing/2014/main" id="{75D734C7-BFD6-4407-9E19-AD8CF5DCA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22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76" name="Rectangle 279">
              <a:extLst>
                <a:ext uri="{FF2B5EF4-FFF2-40B4-BE49-F238E27FC236}">
                  <a16:creationId xmlns:a16="http://schemas.microsoft.com/office/drawing/2014/main" id="{2BF16BFB-070F-4A9A-B0A1-FE843F8F6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226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77" name="Rectangle 280">
              <a:extLst>
                <a:ext uri="{FF2B5EF4-FFF2-40B4-BE49-F238E27FC236}">
                  <a16:creationId xmlns:a16="http://schemas.microsoft.com/office/drawing/2014/main" id="{8A5B409A-3013-41C5-ABAB-205E2AF1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048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78" name="Rectangle 281">
              <a:extLst>
                <a:ext uri="{FF2B5EF4-FFF2-40B4-BE49-F238E27FC236}">
                  <a16:creationId xmlns:a16="http://schemas.microsoft.com/office/drawing/2014/main" id="{D1E41DB1-BE19-435C-8185-8ECA1ED2C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3048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79" name="Rectangle 282">
              <a:extLst>
                <a:ext uri="{FF2B5EF4-FFF2-40B4-BE49-F238E27FC236}">
                  <a16:creationId xmlns:a16="http://schemas.microsoft.com/office/drawing/2014/main" id="{1DB27434-7AEA-4961-A0AE-9C0F46BC8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04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80" name="Rectangle 283">
              <a:extLst>
                <a:ext uri="{FF2B5EF4-FFF2-40B4-BE49-F238E27FC236}">
                  <a16:creationId xmlns:a16="http://schemas.microsoft.com/office/drawing/2014/main" id="{605A185B-89A0-4E1A-9FA4-3D884F659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048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81" name="Rectangle 284">
              <a:extLst>
                <a:ext uri="{FF2B5EF4-FFF2-40B4-BE49-F238E27FC236}">
                  <a16:creationId xmlns:a16="http://schemas.microsoft.com/office/drawing/2014/main" id="{B0411A9C-3942-4121-861C-9312FB0E9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701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82" name="Rectangle 285">
              <a:extLst>
                <a:ext uri="{FF2B5EF4-FFF2-40B4-BE49-F238E27FC236}">
                  <a16:creationId xmlns:a16="http://schemas.microsoft.com/office/drawing/2014/main" id="{64126AD1-5FEA-43C5-9D5C-5A56D9C17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701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83" name="Rectangle 286">
              <a:extLst>
                <a:ext uri="{FF2B5EF4-FFF2-40B4-BE49-F238E27FC236}">
                  <a16:creationId xmlns:a16="http://schemas.microsoft.com/office/drawing/2014/main" id="{47ADD783-CC56-4F21-8E90-89ED1C3B0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70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84" name="Rectangle 287">
              <a:extLst>
                <a:ext uri="{FF2B5EF4-FFF2-40B4-BE49-F238E27FC236}">
                  <a16:creationId xmlns:a16="http://schemas.microsoft.com/office/drawing/2014/main" id="{B495A220-289B-4B5E-8A43-FE01EB39E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701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85" name="Rectangle 288">
              <a:extLst>
                <a:ext uri="{FF2B5EF4-FFF2-40B4-BE49-F238E27FC236}">
                  <a16:creationId xmlns:a16="http://schemas.microsoft.com/office/drawing/2014/main" id="{462AD26C-2857-4DC4-8FDC-1735FCADB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532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29986" name="Rectangle 289">
              <a:extLst>
                <a:ext uri="{FF2B5EF4-FFF2-40B4-BE49-F238E27FC236}">
                  <a16:creationId xmlns:a16="http://schemas.microsoft.com/office/drawing/2014/main" id="{1A9E508C-F720-4065-A24E-C03015A64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532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87" name="Rectangle 290">
              <a:extLst>
                <a:ext uri="{FF2B5EF4-FFF2-40B4-BE49-F238E27FC236}">
                  <a16:creationId xmlns:a16="http://schemas.microsoft.com/office/drawing/2014/main" id="{30D8B11A-62F0-4CD6-86BD-6A58F7F3A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53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88" name="Rectangle 291">
              <a:extLst>
                <a:ext uri="{FF2B5EF4-FFF2-40B4-BE49-F238E27FC236}">
                  <a16:creationId xmlns:a16="http://schemas.microsoft.com/office/drawing/2014/main" id="{72895B69-F59C-4228-95AC-42EFED925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532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89" name="Rectangle 292">
              <a:extLst>
                <a:ext uri="{FF2B5EF4-FFF2-40B4-BE49-F238E27FC236}">
                  <a16:creationId xmlns:a16="http://schemas.microsoft.com/office/drawing/2014/main" id="{3D798F74-91B3-4591-B569-E54A8915B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54"/>
              <a:ext cx="31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90" name="Rectangle 293">
              <a:extLst>
                <a:ext uri="{FF2B5EF4-FFF2-40B4-BE49-F238E27FC236}">
                  <a16:creationId xmlns:a16="http://schemas.microsoft.com/office/drawing/2014/main" id="{EBC217DA-6A57-4316-88A7-EA3F617A3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2354"/>
              <a:ext cx="364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91" name="Rectangle 294">
              <a:extLst>
                <a:ext uri="{FF2B5EF4-FFF2-40B4-BE49-F238E27FC236}">
                  <a16:creationId xmlns:a16="http://schemas.microsoft.com/office/drawing/2014/main" id="{B4333206-8CDD-4CE8-9656-93E38DEE9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354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92" name="Rectangle 295">
              <a:extLst>
                <a:ext uri="{FF2B5EF4-FFF2-40B4-BE49-F238E27FC236}">
                  <a16:creationId xmlns:a16="http://schemas.microsoft.com/office/drawing/2014/main" id="{7F89E292-2B4B-46A7-A304-239BAA489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354"/>
              <a:ext cx="365" cy="268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zh-CN" sz="2200" b="1" i="0" u="none" strike="noStrike" kern="1200" cap="none" spc="0" normalizeH="0" baseline="0" noProof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29993" name="Rectangle 296">
              <a:extLst>
                <a:ext uri="{FF2B5EF4-FFF2-40B4-BE49-F238E27FC236}">
                  <a16:creationId xmlns:a16="http://schemas.microsoft.com/office/drawing/2014/main" id="{3427D51D-9DA7-4780-A7DB-07EF0A30B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90"/>
              <a:ext cx="6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进位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Co</a:t>
              </a:r>
              <a:endPara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994" name="Rectangle 297">
              <a:extLst>
                <a:ext uri="{FF2B5EF4-FFF2-40B4-BE49-F238E27FC236}">
                  <a16:creationId xmlns:a16="http://schemas.microsoft.com/office/drawing/2014/main" id="{454496CA-48AE-476A-B94B-73F9E4A67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75"/>
              <a:ext cx="665" cy="249"/>
            </a:xfrm>
            <a:prstGeom prst="rect">
              <a:avLst/>
            </a:prstGeom>
            <a:solidFill>
              <a:srgbClr val="FFFFFF">
                <a:alpha val="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DC5900"/>
                </a:buClr>
                <a:buSzPct val="75000"/>
                <a:buFont typeface="Wingdings" panose="05000000000000000000" pitchFamily="2" charset="2"/>
                <a:buNone/>
                <a:tabLst/>
                <a:defRPr/>
              </a:pPr>
              <a:r>
                <a:rPr kumimoji="0" lang="zh-CN" alt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进位</a:t>
              </a:r>
              <a:r>
                <a: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F</a:t>
              </a:r>
              <a:endPara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9753" name="Rectangle 321">
            <a:extLst>
              <a:ext uri="{FF2B5EF4-FFF2-40B4-BE49-F238E27FC236}">
                <a16:creationId xmlns:a16="http://schemas.microsoft.com/office/drawing/2014/main" id="{305679A6-7C0E-4DD3-B61A-0C3720F01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4863" y="304800"/>
            <a:ext cx="3933825" cy="6553200"/>
          </a:xfrm>
          <a:prstGeom prst="rect">
            <a:avLst/>
          </a:prstGeom>
          <a:solidFill>
            <a:srgbClr val="FF00FF">
              <a:alpha val="16862"/>
            </a:srgbClr>
          </a:solidFill>
          <a:ln w="44450" algn="ctr">
            <a:solidFill>
              <a:srgbClr val="FF0000"/>
            </a:solidFill>
            <a:miter lim="800000"/>
            <a:headEnd/>
            <a:tailEnd/>
          </a:ln>
        </p:spPr>
        <p:txBody>
          <a:bodyPr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82649832"/>
      </p:ext>
    </p:extLst>
  </p:cSld>
  <p:clrMapOvr>
    <a:masterClrMapping/>
  </p:clrMapOvr>
  <p:transition spd="slow">
    <p:randomBar dir="vert"/>
  </p:transition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99" name="Rectangle 27">
            <a:extLst>
              <a:ext uri="{FF2B5EF4-FFF2-40B4-BE49-F238E27FC236}">
                <a16:creationId xmlns:a16="http://schemas.microsoft.com/office/drawing/2014/main" id="{E4911F43-93F9-45B8-B824-B0C1E1EF0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" y="560388"/>
            <a:ext cx="798195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幼圆" panose="02010509060101010101" pitchFamily="49" charset="-122"/>
                <a:cs typeface="+mn-cs"/>
              </a:rPr>
              <a:t>       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修正信号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F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应在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有进位信号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C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O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产生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、或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两个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8421BCD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码相加之和为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10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Arial" panose="020B0604020202020204" pitchFamily="34" charset="0"/>
              </a:rPr>
              <a:t>-15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Arial" panose="020B0604020202020204" pitchFamily="34" charset="0"/>
              </a:rPr>
              <a:t>的情况下产生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Arial" panose="020B0604020202020204" pitchFamily="34" charset="0"/>
              </a:rPr>
              <a:t>。</a:t>
            </a:r>
            <a:endParaRPr kumimoji="0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楷体_GB2312" pitchFamily="49" charset="-122"/>
              <a:ea typeface="楷体_GB2312" pitchFamily="49" charset="-122"/>
              <a:cs typeface="+mn-cs"/>
            </a:endParaRPr>
          </a:p>
        </p:txBody>
      </p:sp>
      <p:graphicFrame>
        <p:nvGraphicFramePr>
          <p:cNvPr id="182300" name="Object 28">
            <a:extLst>
              <a:ext uri="{FF2B5EF4-FFF2-40B4-BE49-F238E27FC236}">
                <a16:creationId xmlns:a16="http://schemas.microsoft.com/office/drawing/2014/main" id="{9CC048C8-76F8-4E41-8779-59298994E48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324100" y="1900238"/>
          <a:ext cx="4432300" cy="558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0609" name="公式" r:id="rId3" imgW="2019240" imgH="253800" progId="Equation.3">
                  <p:embed/>
                </p:oleObj>
              </mc:Choice>
              <mc:Fallback>
                <p:oleObj name="公式" r:id="rId3" imgW="2019240" imgH="253800" progId="Equation.3">
                  <p:embed/>
                  <p:pic>
                    <p:nvPicPr>
                      <p:cNvPr id="182300" name="Object 28">
                        <a:extLst>
                          <a:ext uri="{FF2B5EF4-FFF2-40B4-BE49-F238E27FC236}">
                            <a16:creationId xmlns:a16="http://schemas.microsoft.com/office/drawing/2014/main" id="{9CC048C8-76F8-4E41-8779-59298994E48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24100" y="1900238"/>
                        <a:ext cx="4432300" cy="558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2301" name="Text Box 29">
            <a:extLst>
              <a:ext uri="{FF2B5EF4-FFF2-40B4-BE49-F238E27FC236}">
                <a16:creationId xmlns:a16="http://schemas.microsoft.com/office/drawing/2014/main" id="{D57B46DA-70F0-486B-993B-748B047E17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7450" y="5454650"/>
            <a:ext cx="35290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相加之和大于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9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的化简</a:t>
            </a:r>
          </a:p>
        </p:txBody>
      </p:sp>
      <p:sp>
        <p:nvSpPr>
          <p:cNvPr id="182304" name="Text Box 32">
            <a:extLst>
              <a:ext uri="{FF2B5EF4-FFF2-40B4-BE49-F238E27FC236}">
                <a16:creationId xmlns:a16="http://schemas.microsoft.com/office/drawing/2014/main" id="{72D02251-DE7E-4AFF-9091-44597E348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4706938"/>
            <a:ext cx="12239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182305" name="Text Box 33">
            <a:extLst>
              <a:ext uri="{FF2B5EF4-FFF2-40B4-BE49-F238E27FC236}">
                <a16:creationId xmlns:a16="http://schemas.microsoft.com/office/drawing/2014/main" id="{856DD39A-B4C6-4EBF-9D4F-DA59AA8E4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3876675"/>
            <a:ext cx="1152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</a:p>
        </p:txBody>
      </p:sp>
      <p:grpSp>
        <p:nvGrpSpPr>
          <p:cNvPr id="2" name="Group 46">
            <a:extLst>
              <a:ext uri="{FF2B5EF4-FFF2-40B4-BE49-F238E27FC236}">
                <a16:creationId xmlns:a16="http://schemas.microsoft.com/office/drawing/2014/main" id="{7003401D-5060-4FF5-85E6-10D1D0B0BA52}"/>
              </a:ext>
            </a:extLst>
          </p:cNvPr>
          <p:cNvGrpSpPr>
            <a:grpSpLocks/>
          </p:cNvGrpSpPr>
          <p:nvPr/>
        </p:nvGrpSpPr>
        <p:grpSpPr bwMode="auto">
          <a:xfrm>
            <a:off x="768350" y="2589213"/>
            <a:ext cx="2646363" cy="2697162"/>
            <a:chOff x="484" y="1631"/>
            <a:chExt cx="1667" cy="1699"/>
          </a:xfrm>
        </p:grpSpPr>
        <p:sp>
          <p:nvSpPr>
            <p:cNvPr id="13338" name="Rectangle 3">
              <a:extLst>
                <a:ext uri="{FF2B5EF4-FFF2-40B4-BE49-F238E27FC236}">
                  <a16:creationId xmlns:a16="http://schemas.microsoft.com/office/drawing/2014/main" id="{1A9D3E75-62DF-4799-812F-0FFBD6181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2177"/>
              <a:ext cx="1154" cy="1153"/>
            </a:xfrm>
            <a:prstGeom prst="rect">
              <a:avLst/>
            </a:prstGeom>
            <a:gradFill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path path="shape">
                <a:fillToRect l="50000" t="50000" r="50000" b="50000"/>
              </a:path>
            </a:gra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39" name="Line 4">
              <a:extLst>
                <a:ext uri="{FF2B5EF4-FFF2-40B4-BE49-F238E27FC236}">
                  <a16:creationId xmlns:a16="http://schemas.microsoft.com/office/drawing/2014/main" id="{54890746-5D7E-4051-BD8B-B6686226FC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4" y="2177"/>
              <a:ext cx="0" cy="11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40" name="Line 5">
              <a:extLst>
                <a:ext uri="{FF2B5EF4-FFF2-40B4-BE49-F238E27FC236}">
                  <a16:creationId xmlns:a16="http://schemas.microsoft.com/office/drawing/2014/main" id="{8D200285-ADB4-4B53-9B09-9E10849A1B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4" y="2177"/>
              <a:ext cx="0" cy="11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41" name="Line 6">
              <a:extLst>
                <a:ext uri="{FF2B5EF4-FFF2-40B4-BE49-F238E27FC236}">
                  <a16:creationId xmlns:a16="http://schemas.microsoft.com/office/drawing/2014/main" id="{67871DC9-FD4C-4221-96EB-890E4C6DFC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6" y="2177"/>
              <a:ext cx="0" cy="11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42" name="Line 7">
              <a:extLst>
                <a:ext uri="{FF2B5EF4-FFF2-40B4-BE49-F238E27FC236}">
                  <a16:creationId xmlns:a16="http://schemas.microsoft.com/office/drawing/2014/main" id="{28F9A5B1-9C47-4AA1-BAFF-38C78801FD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6" y="2754"/>
              <a:ext cx="115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43" name="Line 8">
              <a:extLst>
                <a:ext uri="{FF2B5EF4-FFF2-40B4-BE49-F238E27FC236}">
                  <a16:creationId xmlns:a16="http://schemas.microsoft.com/office/drawing/2014/main" id="{0136B47F-8516-49DE-AA83-C5518800F4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7" y="2465"/>
              <a:ext cx="115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44" name="Line 9">
              <a:extLst>
                <a:ext uri="{FF2B5EF4-FFF2-40B4-BE49-F238E27FC236}">
                  <a16:creationId xmlns:a16="http://schemas.microsoft.com/office/drawing/2014/main" id="{D5D3A643-7322-47D2-BD68-69733C9663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6" y="3043"/>
              <a:ext cx="115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345" name="Line 10">
              <a:extLst>
                <a:ext uri="{FF2B5EF4-FFF2-40B4-BE49-F238E27FC236}">
                  <a16:creationId xmlns:a16="http://schemas.microsoft.com/office/drawing/2014/main" id="{62D9663E-8097-4395-8143-8BB76EFF05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16" y="1897"/>
              <a:ext cx="281" cy="28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aphicFrame>
          <p:nvGraphicFramePr>
            <p:cNvPr id="13315" name="Object 13">
              <a:extLst>
                <a:ext uri="{FF2B5EF4-FFF2-40B4-BE49-F238E27FC236}">
                  <a16:creationId xmlns:a16="http://schemas.microsoft.com/office/drawing/2014/main" id="{62A143CE-2C8D-4112-986E-A94EA8FD92B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015" y="1951"/>
            <a:ext cx="257" cy="2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0" name="公式" r:id="rId5" imgW="203040" imgH="177480" progId="Equation.3">
                    <p:embed/>
                  </p:oleObj>
                </mc:Choice>
                <mc:Fallback>
                  <p:oleObj name="公式" r:id="rId5" imgW="203040" imgH="177480" progId="Equation.3">
                    <p:embed/>
                    <p:pic>
                      <p:nvPicPr>
                        <p:cNvPr id="13315" name="Object 13">
                          <a:extLst>
                            <a:ext uri="{FF2B5EF4-FFF2-40B4-BE49-F238E27FC236}">
                              <a16:creationId xmlns:a16="http://schemas.microsoft.com/office/drawing/2014/main" id="{62A143CE-2C8D-4112-986E-A94EA8FD92B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15" y="1951"/>
                          <a:ext cx="257" cy="2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16" name="Object 14">
              <a:extLst>
                <a:ext uri="{FF2B5EF4-FFF2-40B4-BE49-F238E27FC236}">
                  <a16:creationId xmlns:a16="http://schemas.microsoft.com/office/drawing/2014/main" id="{6FB4BFB1-D103-4B25-9471-D5561BB24A6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308" y="1953"/>
            <a:ext cx="241" cy="2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1" name="公式" r:id="rId7" imgW="190440" imgH="177480" progId="Equation.3">
                    <p:embed/>
                  </p:oleObj>
                </mc:Choice>
                <mc:Fallback>
                  <p:oleObj name="公式" r:id="rId7" imgW="190440" imgH="177480" progId="Equation.3">
                    <p:embed/>
                    <p:pic>
                      <p:nvPicPr>
                        <p:cNvPr id="13316" name="Object 14">
                          <a:extLst>
                            <a:ext uri="{FF2B5EF4-FFF2-40B4-BE49-F238E27FC236}">
                              <a16:creationId xmlns:a16="http://schemas.microsoft.com/office/drawing/2014/main" id="{6FB4BFB1-D103-4B25-9471-D5561BB24A62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08" y="1953"/>
                          <a:ext cx="241" cy="2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17" name="Object 15">
              <a:extLst>
                <a:ext uri="{FF2B5EF4-FFF2-40B4-BE49-F238E27FC236}">
                  <a16:creationId xmlns:a16="http://schemas.microsoft.com/office/drawing/2014/main" id="{874185F3-01EE-48D2-AAC0-B321A3DCA65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617" y="1961"/>
            <a:ext cx="209" cy="20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2" name="公式" r:id="rId9" imgW="164880" imgH="164880" progId="Equation.3">
                    <p:embed/>
                  </p:oleObj>
                </mc:Choice>
                <mc:Fallback>
                  <p:oleObj name="公式" r:id="rId9" imgW="164880" imgH="164880" progId="Equation.3">
                    <p:embed/>
                    <p:pic>
                      <p:nvPicPr>
                        <p:cNvPr id="13317" name="Object 15">
                          <a:extLst>
                            <a:ext uri="{FF2B5EF4-FFF2-40B4-BE49-F238E27FC236}">
                              <a16:creationId xmlns:a16="http://schemas.microsoft.com/office/drawing/2014/main" id="{874185F3-01EE-48D2-AAC0-B321A3DCA65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17" y="1961"/>
                          <a:ext cx="209" cy="20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18" name="Object 16">
              <a:extLst>
                <a:ext uri="{FF2B5EF4-FFF2-40B4-BE49-F238E27FC236}">
                  <a16:creationId xmlns:a16="http://schemas.microsoft.com/office/drawing/2014/main" id="{267B2ACD-94F4-4576-82A5-7B71B10E2C85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894" y="1951"/>
            <a:ext cx="225" cy="2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3" name="公式" r:id="rId11" imgW="177480" imgH="177480" progId="Equation.3">
                    <p:embed/>
                  </p:oleObj>
                </mc:Choice>
                <mc:Fallback>
                  <p:oleObj name="公式" r:id="rId11" imgW="177480" imgH="177480" progId="Equation.3">
                    <p:embed/>
                    <p:pic>
                      <p:nvPicPr>
                        <p:cNvPr id="13318" name="Object 16">
                          <a:extLst>
                            <a:ext uri="{FF2B5EF4-FFF2-40B4-BE49-F238E27FC236}">
                              <a16:creationId xmlns:a16="http://schemas.microsoft.com/office/drawing/2014/main" id="{267B2ACD-94F4-4576-82A5-7B71B10E2C85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94" y="1951"/>
                          <a:ext cx="225" cy="2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19" name="Object 17">
              <a:extLst>
                <a:ext uri="{FF2B5EF4-FFF2-40B4-BE49-F238E27FC236}">
                  <a16:creationId xmlns:a16="http://schemas.microsoft.com/office/drawing/2014/main" id="{0B19EC94-B023-44AB-905A-29EBA70EB83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739" y="2208"/>
            <a:ext cx="257" cy="2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4" name="公式" r:id="rId13" imgW="203040" imgH="177480" progId="Equation.3">
                    <p:embed/>
                  </p:oleObj>
                </mc:Choice>
                <mc:Fallback>
                  <p:oleObj name="公式" r:id="rId13" imgW="203040" imgH="177480" progId="Equation.3">
                    <p:embed/>
                    <p:pic>
                      <p:nvPicPr>
                        <p:cNvPr id="13319" name="Object 17">
                          <a:extLst>
                            <a:ext uri="{FF2B5EF4-FFF2-40B4-BE49-F238E27FC236}">
                              <a16:creationId xmlns:a16="http://schemas.microsoft.com/office/drawing/2014/main" id="{0B19EC94-B023-44AB-905A-29EBA70EB83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39" y="2208"/>
                          <a:ext cx="257" cy="2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20" name="Object 18">
              <a:extLst>
                <a:ext uri="{FF2B5EF4-FFF2-40B4-BE49-F238E27FC236}">
                  <a16:creationId xmlns:a16="http://schemas.microsoft.com/office/drawing/2014/main" id="{2A0126CA-BA01-48EC-AA04-902954B37EF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754" y="2491"/>
            <a:ext cx="241" cy="2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5" name="公式" r:id="rId14" imgW="190440" imgH="177480" progId="Equation.3">
                    <p:embed/>
                  </p:oleObj>
                </mc:Choice>
                <mc:Fallback>
                  <p:oleObj name="公式" r:id="rId14" imgW="190440" imgH="177480" progId="Equation.3">
                    <p:embed/>
                    <p:pic>
                      <p:nvPicPr>
                        <p:cNvPr id="13320" name="Object 18">
                          <a:extLst>
                            <a:ext uri="{FF2B5EF4-FFF2-40B4-BE49-F238E27FC236}">
                              <a16:creationId xmlns:a16="http://schemas.microsoft.com/office/drawing/2014/main" id="{2A0126CA-BA01-48EC-AA04-902954B37EFE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4" y="2491"/>
                          <a:ext cx="241" cy="2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21" name="Object 19">
              <a:extLst>
                <a:ext uri="{FF2B5EF4-FFF2-40B4-BE49-F238E27FC236}">
                  <a16:creationId xmlns:a16="http://schemas.microsoft.com/office/drawing/2014/main" id="{22D5F5B0-32EC-4C72-92BD-45D7001CD94D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786" y="2788"/>
            <a:ext cx="209" cy="20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6" name="公式" r:id="rId15" imgW="164880" imgH="164880" progId="Equation.3">
                    <p:embed/>
                  </p:oleObj>
                </mc:Choice>
                <mc:Fallback>
                  <p:oleObj name="公式" r:id="rId15" imgW="164880" imgH="164880" progId="Equation.3">
                    <p:embed/>
                    <p:pic>
                      <p:nvPicPr>
                        <p:cNvPr id="13321" name="Object 19">
                          <a:extLst>
                            <a:ext uri="{FF2B5EF4-FFF2-40B4-BE49-F238E27FC236}">
                              <a16:creationId xmlns:a16="http://schemas.microsoft.com/office/drawing/2014/main" id="{22D5F5B0-32EC-4C72-92BD-45D7001CD94D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86" y="2788"/>
                          <a:ext cx="209" cy="20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22" name="Object 20">
              <a:extLst>
                <a:ext uri="{FF2B5EF4-FFF2-40B4-BE49-F238E27FC236}">
                  <a16:creationId xmlns:a16="http://schemas.microsoft.com/office/drawing/2014/main" id="{4C6B5BF3-840E-4147-A35C-D350B516B5AF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772" y="3103"/>
            <a:ext cx="225" cy="2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7" name="公式" r:id="rId16" imgW="177480" imgH="177480" progId="Equation.3">
                    <p:embed/>
                  </p:oleObj>
                </mc:Choice>
                <mc:Fallback>
                  <p:oleObj name="公式" r:id="rId16" imgW="177480" imgH="177480" progId="Equation.3">
                    <p:embed/>
                    <p:pic>
                      <p:nvPicPr>
                        <p:cNvPr id="13322" name="Object 20">
                          <a:extLst>
                            <a:ext uri="{FF2B5EF4-FFF2-40B4-BE49-F238E27FC236}">
                              <a16:creationId xmlns:a16="http://schemas.microsoft.com/office/drawing/2014/main" id="{4C6B5BF3-840E-4147-A35C-D350B516B5AF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72" y="3103"/>
                          <a:ext cx="225" cy="2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23" name="Object 21">
              <a:extLst>
                <a:ext uri="{FF2B5EF4-FFF2-40B4-BE49-F238E27FC236}">
                  <a16:creationId xmlns:a16="http://schemas.microsoft.com/office/drawing/2014/main" id="{F87AB464-308A-4CF5-A327-CCA0566B673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663" y="2224"/>
            <a:ext cx="113" cy="20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8" name="公式" r:id="rId17" imgW="88560" imgH="164880" progId="Equation.3">
                    <p:embed/>
                  </p:oleObj>
                </mc:Choice>
                <mc:Fallback>
                  <p:oleObj name="公式" r:id="rId17" imgW="88560" imgH="164880" progId="Equation.3">
                    <p:embed/>
                    <p:pic>
                      <p:nvPicPr>
                        <p:cNvPr id="13323" name="Object 21">
                          <a:extLst>
                            <a:ext uri="{FF2B5EF4-FFF2-40B4-BE49-F238E27FC236}">
                              <a16:creationId xmlns:a16="http://schemas.microsoft.com/office/drawing/2014/main" id="{F87AB464-308A-4CF5-A327-CCA0566B673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63" y="2224"/>
                          <a:ext cx="113" cy="20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24" name="Object 22">
              <a:extLst>
                <a:ext uri="{FF2B5EF4-FFF2-40B4-BE49-F238E27FC236}">
                  <a16:creationId xmlns:a16="http://schemas.microsoft.com/office/drawing/2014/main" id="{D00AEFD2-AD3C-4854-BD73-2300C9D9CAE9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663" y="2507"/>
            <a:ext cx="113" cy="20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19" name="公式" r:id="rId19" imgW="88560" imgH="164880" progId="Equation.3">
                    <p:embed/>
                  </p:oleObj>
                </mc:Choice>
                <mc:Fallback>
                  <p:oleObj name="公式" r:id="rId19" imgW="88560" imgH="164880" progId="Equation.3">
                    <p:embed/>
                    <p:pic>
                      <p:nvPicPr>
                        <p:cNvPr id="13324" name="Object 22">
                          <a:extLst>
                            <a:ext uri="{FF2B5EF4-FFF2-40B4-BE49-F238E27FC236}">
                              <a16:creationId xmlns:a16="http://schemas.microsoft.com/office/drawing/2014/main" id="{D00AEFD2-AD3C-4854-BD73-2300C9D9CAE9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63" y="2507"/>
                          <a:ext cx="113" cy="20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25" name="Object 23">
              <a:extLst>
                <a:ext uri="{FF2B5EF4-FFF2-40B4-BE49-F238E27FC236}">
                  <a16:creationId xmlns:a16="http://schemas.microsoft.com/office/drawing/2014/main" id="{D8355979-6624-4178-81EB-B743D1A0489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663" y="2788"/>
            <a:ext cx="113" cy="20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20" name="公式" r:id="rId20" imgW="88560" imgH="164880" progId="Equation.3">
                    <p:embed/>
                  </p:oleObj>
                </mc:Choice>
                <mc:Fallback>
                  <p:oleObj name="公式" r:id="rId20" imgW="88560" imgH="164880" progId="Equation.3">
                    <p:embed/>
                    <p:pic>
                      <p:nvPicPr>
                        <p:cNvPr id="13325" name="Object 23">
                          <a:extLst>
                            <a:ext uri="{FF2B5EF4-FFF2-40B4-BE49-F238E27FC236}">
                              <a16:creationId xmlns:a16="http://schemas.microsoft.com/office/drawing/2014/main" id="{D8355979-6624-4178-81EB-B743D1A0489A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63" y="2788"/>
                          <a:ext cx="113" cy="20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26" name="Object 24">
              <a:extLst>
                <a:ext uri="{FF2B5EF4-FFF2-40B4-BE49-F238E27FC236}">
                  <a16:creationId xmlns:a16="http://schemas.microsoft.com/office/drawing/2014/main" id="{543A1783-A48E-48CE-89B2-E7A170017EBB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954" y="2788"/>
            <a:ext cx="113" cy="20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21" name="公式" r:id="rId21" imgW="88560" imgH="164880" progId="Equation.3">
                    <p:embed/>
                  </p:oleObj>
                </mc:Choice>
                <mc:Fallback>
                  <p:oleObj name="公式" r:id="rId21" imgW="88560" imgH="164880" progId="Equation.3">
                    <p:embed/>
                    <p:pic>
                      <p:nvPicPr>
                        <p:cNvPr id="13326" name="Object 24">
                          <a:extLst>
                            <a:ext uri="{FF2B5EF4-FFF2-40B4-BE49-F238E27FC236}">
                              <a16:creationId xmlns:a16="http://schemas.microsoft.com/office/drawing/2014/main" id="{543A1783-A48E-48CE-89B2-E7A170017EBB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4" y="2788"/>
                          <a:ext cx="113" cy="20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27" name="Object 25">
              <a:extLst>
                <a:ext uri="{FF2B5EF4-FFF2-40B4-BE49-F238E27FC236}">
                  <a16:creationId xmlns:a16="http://schemas.microsoft.com/office/drawing/2014/main" id="{D5DE1ACE-93F8-4DFD-9FC7-4176CA42AA2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663" y="3073"/>
            <a:ext cx="113" cy="20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22" name="公式" r:id="rId22" imgW="88560" imgH="164880" progId="Equation.3">
                    <p:embed/>
                  </p:oleObj>
                </mc:Choice>
                <mc:Fallback>
                  <p:oleObj name="公式" r:id="rId22" imgW="88560" imgH="164880" progId="Equation.3">
                    <p:embed/>
                    <p:pic>
                      <p:nvPicPr>
                        <p:cNvPr id="13327" name="Object 25">
                          <a:extLst>
                            <a:ext uri="{FF2B5EF4-FFF2-40B4-BE49-F238E27FC236}">
                              <a16:creationId xmlns:a16="http://schemas.microsoft.com/office/drawing/2014/main" id="{D5DE1ACE-93F8-4DFD-9FC7-4176CA42AA2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63" y="3073"/>
                          <a:ext cx="113" cy="20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3328" name="Object 26">
              <a:extLst>
                <a:ext uri="{FF2B5EF4-FFF2-40B4-BE49-F238E27FC236}">
                  <a16:creationId xmlns:a16="http://schemas.microsoft.com/office/drawing/2014/main" id="{1315A48A-FB9F-48AE-9575-683F8A8EBC3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954" y="3073"/>
            <a:ext cx="113" cy="20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623" name="公式" r:id="rId23" imgW="88560" imgH="164880" progId="Equation.3">
                    <p:embed/>
                  </p:oleObj>
                </mc:Choice>
                <mc:Fallback>
                  <p:oleObj name="公式" r:id="rId23" imgW="88560" imgH="164880" progId="Equation.3">
                    <p:embed/>
                    <p:pic>
                      <p:nvPicPr>
                        <p:cNvPr id="13328" name="Object 26">
                          <a:extLst>
                            <a:ext uri="{FF2B5EF4-FFF2-40B4-BE49-F238E27FC236}">
                              <a16:creationId xmlns:a16="http://schemas.microsoft.com/office/drawing/2014/main" id="{1315A48A-FB9F-48AE-9575-683F8A8EBC3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4" y="3073"/>
                          <a:ext cx="113" cy="20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346" name="Rectangle 44">
              <a:extLst>
                <a:ext uri="{FF2B5EF4-FFF2-40B4-BE49-F238E27FC236}">
                  <a16:creationId xmlns:a16="http://schemas.microsoft.com/office/drawing/2014/main" id="{8CD4B61D-ED5C-4B18-AF9B-3473DAD78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" y="1631"/>
              <a:ext cx="887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3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2</a:t>
              </a:r>
              <a:endParaRPr kumimoji="0" lang="zh-CN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endParaRPr>
            </a:p>
          </p:txBody>
        </p:sp>
        <p:sp>
          <p:nvSpPr>
            <p:cNvPr id="13347" name="Rectangle 45">
              <a:extLst>
                <a:ext uri="{FF2B5EF4-FFF2-40B4-BE49-F238E27FC236}">
                  <a16:creationId xmlns:a16="http://schemas.microsoft.com/office/drawing/2014/main" id="{936DBA1C-C80F-4950-B01E-CB922438F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" y="1904"/>
              <a:ext cx="887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1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S</a:t>
              </a:r>
              <a:r>
                <a:rPr kumimoji="0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0</a:t>
              </a:r>
              <a:endParaRPr kumimoji="0" lang="zh-CN" altLang="en-US" sz="2400" b="1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endParaRPr>
            </a:p>
          </p:txBody>
        </p:sp>
      </p:grpSp>
      <p:sp>
        <p:nvSpPr>
          <p:cNvPr id="182319" name="AutoShape 47">
            <a:extLst>
              <a:ext uri="{FF2B5EF4-FFF2-40B4-BE49-F238E27FC236}">
                <a16:creationId xmlns:a16="http://schemas.microsoft.com/office/drawing/2014/main" id="{29E417C8-4FB4-498A-BD4C-253DAFECB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1900" y="3470275"/>
            <a:ext cx="457200" cy="1817688"/>
          </a:xfrm>
          <a:prstGeom prst="roundRect">
            <a:avLst>
              <a:gd name="adj" fmla="val 16667"/>
            </a:avLst>
          </a:prstGeom>
          <a:solidFill>
            <a:schemeClr val="accent1">
              <a:alpha val="0"/>
            </a:schemeClr>
          </a:solidFill>
          <a:ln w="25400" algn="ctr">
            <a:solidFill>
              <a:srgbClr val="0000FF"/>
            </a:solidFill>
            <a:round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2320" name="AutoShape 48">
            <a:extLst>
              <a:ext uri="{FF2B5EF4-FFF2-40B4-BE49-F238E27FC236}">
                <a16:creationId xmlns:a16="http://schemas.microsoft.com/office/drawing/2014/main" id="{9DB003DD-59EA-4833-8AD0-FC296B6AC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4763" y="4389438"/>
            <a:ext cx="855662" cy="871537"/>
          </a:xfrm>
          <a:prstGeom prst="roundRect">
            <a:avLst>
              <a:gd name="adj" fmla="val 16667"/>
            </a:avLst>
          </a:prstGeom>
          <a:solidFill>
            <a:schemeClr val="accent1">
              <a:alpha val="0"/>
            </a:schemeClr>
          </a:solidFill>
          <a:ln w="25400" algn="ctr">
            <a:solidFill>
              <a:srgbClr val="0000FF"/>
            </a:solidFill>
            <a:round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A77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2321" name="Text Box 49">
            <a:extLst>
              <a:ext uri="{FF2B5EF4-FFF2-40B4-BE49-F238E27FC236}">
                <a16:creationId xmlns:a16="http://schemas.microsoft.com/office/drawing/2014/main" id="{140DB7D3-05BA-43EE-951A-39E073F3D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6000" y="3338513"/>
            <a:ext cx="39100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F=Co+S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+S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</a:p>
        </p:txBody>
      </p:sp>
      <p:sp>
        <p:nvSpPr>
          <p:cNvPr id="182323" name="Text Box 51">
            <a:extLst>
              <a:ext uri="{FF2B5EF4-FFF2-40B4-BE49-F238E27FC236}">
                <a16:creationId xmlns:a16="http://schemas.microsoft.com/office/drawing/2014/main" id="{37DE4FB8-914B-4C2B-8565-F00B0AC10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3125" y="4227513"/>
            <a:ext cx="51720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=(Co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′</a:t>
            </a:r>
            <a:r>
              <a:rPr kumimoji="0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Arial" panose="020B0604020202020204" pitchFamily="34" charset="0"/>
              </a:rPr>
              <a:t>·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′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0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·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)′)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′</a:t>
            </a:r>
            <a:endParaRPr kumimoji="0" lang="en-US" altLang="zh-CN" sz="18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7821932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2000"/>
                                        <p:tgtEl>
                                          <p:spTgt spid="182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1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82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82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823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82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823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82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82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823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823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823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823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823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823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299" grpId="0"/>
      <p:bldP spid="182301" grpId="0"/>
      <p:bldP spid="182304" grpId="0"/>
      <p:bldP spid="182305" grpId="0"/>
      <p:bldP spid="182319" grpId="0" animBg="1"/>
      <p:bldP spid="182320" grpId="0" animBg="1"/>
      <p:bldP spid="182321" grpId="0"/>
      <p:bldP spid="182323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79">
            <a:extLst>
              <a:ext uri="{FF2B5EF4-FFF2-40B4-BE49-F238E27FC236}">
                <a16:creationId xmlns:a16="http://schemas.microsoft.com/office/drawing/2014/main" id="{D7219BAC-7A4C-455F-80EF-745379468CEB}"/>
              </a:ext>
            </a:extLst>
          </p:cNvPr>
          <p:cNvGrpSpPr>
            <a:grpSpLocks/>
          </p:cNvGrpSpPr>
          <p:nvPr/>
        </p:nvGrpSpPr>
        <p:grpSpPr bwMode="auto">
          <a:xfrm>
            <a:off x="2652713" y="3621088"/>
            <a:ext cx="3859212" cy="990600"/>
            <a:chOff x="1671" y="2281"/>
            <a:chExt cx="2431" cy="624"/>
          </a:xfrm>
        </p:grpSpPr>
        <p:sp>
          <p:nvSpPr>
            <p:cNvPr id="30812" name="Line 176">
              <a:extLst>
                <a:ext uri="{FF2B5EF4-FFF2-40B4-BE49-F238E27FC236}">
                  <a16:creationId xmlns:a16="http://schemas.microsoft.com/office/drawing/2014/main" id="{7C28C53E-7A73-4670-B364-E6C847C9B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9" y="2281"/>
              <a:ext cx="2403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13" name="Line 177">
              <a:extLst>
                <a:ext uri="{FF2B5EF4-FFF2-40B4-BE49-F238E27FC236}">
                  <a16:creationId xmlns:a16="http://schemas.microsoft.com/office/drawing/2014/main" id="{2695AD68-9BCC-4143-BB2D-99305B2996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1" y="2492"/>
              <a:ext cx="243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14" name="Line 178">
              <a:extLst>
                <a:ext uri="{FF2B5EF4-FFF2-40B4-BE49-F238E27FC236}">
                  <a16:creationId xmlns:a16="http://schemas.microsoft.com/office/drawing/2014/main" id="{AE195E36-74A5-4DA9-81FC-7A67BA0EC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9" y="2905"/>
              <a:ext cx="2412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15" name="Line 179">
              <a:extLst>
                <a:ext uri="{FF2B5EF4-FFF2-40B4-BE49-F238E27FC236}">
                  <a16:creationId xmlns:a16="http://schemas.microsoft.com/office/drawing/2014/main" id="{68ADB28B-3046-480A-B718-2B8F0C4A8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8" y="2710"/>
              <a:ext cx="2421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" name="Group 191">
            <a:extLst>
              <a:ext uri="{FF2B5EF4-FFF2-40B4-BE49-F238E27FC236}">
                <a16:creationId xmlns:a16="http://schemas.microsoft.com/office/drawing/2014/main" id="{55E348B8-E1C3-4B0D-A8ED-D8DA4BBAD84A}"/>
              </a:ext>
            </a:extLst>
          </p:cNvPr>
          <p:cNvGrpSpPr>
            <a:grpSpLocks/>
          </p:cNvGrpSpPr>
          <p:nvPr/>
        </p:nvGrpSpPr>
        <p:grpSpPr bwMode="auto">
          <a:xfrm>
            <a:off x="504825" y="5553075"/>
            <a:ext cx="593725" cy="369888"/>
            <a:chOff x="903" y="3809"/>
            <a:chExt cx="374" cy="233"/>
          </a:xfrm>
        </p:grpSpPr>
        <p:sp>
          <p:nvSpPr>
            <p:cNvPr id="30809" name="Line 184">
              <a:extLst>
                <a:ext uri="{FF2B5EF4-FFF2-40B4-BE49-F238E27FC236}">
                  <a16:creationId xmlns:a16="http://schemas.microsoft.com/office/drawing/2014/main" id="{5297E1E0-FD02-415E-B117-C19714E3C6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3" y="3818"/>
              <a:ext cx="29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10" name="Line 185">
              <a:extLst>
                <a:ext uri="{FF2B5EF4-FFF2-40B4-BE49-F238E27FC236}">
                  <a16:creationId xmlns:a16="http://schemas.microsoft.com/office/drawing/2014/main" id="{76D8733E-0A49-4611-BDE4-85F37EA880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3" y="4042"/>
              <a:ext cx="159" cy="0"/>
            </a:xfrm>
            <a:prstGeom prst="line">
              <a:avLst/>
            </a:prstGeom>
            <a:noFill/>
            <a:ln w="508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11" name="Line 186">
              <a:extLst>
                <a:ext uri="{FF2B5EF4-FFF2-40B4-BE49-F238E27FC236}">
                  <a16:creationId xmlns:a16="http://schemas.microsoft.com/office/drawing/2014/main" id="{3E101808-2BB4-4A0C-8C05-8D78128EBA0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872" y="3923"/>
              <a:ext cx="227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" name="Group 190">
            <a:extLst>
              <a:ext uri="{FF2B5EF4-FFF2-40B4-BE49-F238E27FC236}">
                <a16:creationId xmlns:a16="http://schemas.microsoft.com/office/drawing/2014/main" id="{50803083-FBD0-48B3-841B-23D0BB5B9C1E}"/>
              </a:ext>
            </a:extLst>
          </p:cNvPr>
          <p:cNvGrpSpPr>
            <a:grpSpLocks/>
          </p:cNvGrpSpPr>
          <p:nvPr/>
        </p:nvGrpSpPr>
        <p:grpSpPr bwMode="auto">
          <a:xfrm>
            <a:off x="5899150" y="4956175"/>
            <a:ext cx="593725" cy="369888"/>
            <a:chOff x="3327" y="3433"/>
            <a:chExt cx="374" cy="233"/>
          </a:xfrm>
        </p:grpSpPr>
        <p:sp>
          <p:nvSpPr>
            <p:cNvPr id="30806" name="Line 187">
              <a:extLst>
                <a:ext uri="{FF2B5EF4-FFF2-40B4-BE49-F238E27FC236}">
                  <a16:creationId xmlns:a16="http://schemas.microsoft.com/office/drawing/2014/main" id="{3DC72B29-60A2-470A-AAD4-42BFEA080D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7" y="3442"/>
              <a:ext cx="29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07" name="Line 188">
              <a:extLst>
                <a:ext uri="{FF2B5EF4-FFF2-40B4-BE49-F238E27FC236}">
                  <a16:creationId xmlns:a16="http://schemas.microsoft.com/office/drawing/2014/main" id="{66BD2245-FD10-4EB8-AF36-24BE65FEE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7" y="3666"/>
              <a:ext cx="159" cy="0"/>
            </a:xfrm>
            <a:prstGeom prst="line">
              <a:avLst/>
            </a:prstGeom>
            <a:noFill/>
            <a:ln w="508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08" name="Line 189">
              <a:extLst>
                <a:ext uri="{FF2B5EF4-FFF2-40B4-BE49-F238E27FC236}">
                  <a16:creationId xmlns:a16="http://schemas.microsoft.com/office/drawing/2014/main" id="{BE9D1D74-F399-43EB-8720-0AC3ADC61FA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3296" y="3547"/>
              <a:ext cx="227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" name="Group 276">
            <a:extLst>
              <a:ext uri="{FF2B5EF4-FFF2-40B4-BE49-F238E27FC236}">
                <a16:creationId xmlns:a16="http://schemas.microsoft.com/office/drawing/2014/main" id="{7E640ADD-8D97-42CA-918C-CF9A34049FF1}"/>
              </a:ext>
            </a:extLst>
          </p:cNvPr>
          <p:cNvGrpSpPr>
            <a:grpSpLocks/>
          </p:cNvGrpSpPr>
          <p:nvPr/>
        </p:nvGrpSpPr>
        <p:grpSpPr bwMode="auto">
          <a:xfrm>
            <a:off x="6516688" y="1719263"/>
            <a:ext cx="2317750" cy="3582987"/>
            <a:chOff x="4105" y="1083"/>
            <a:chExt cx="1460" cy="2257"/>
          </a:xfrm>
        </p:grpSpPr>
        <p:grpSp>
          <p:nvGrpSpPr>
            <p:cNvPr id="30798" name="Group 180">
              <a:extLst>
                <a:ext uri="{FF2B5EF4-FFF2-40B4-BE49-F238E27FC236}">
                  <a16:creationId xmlns:a16="http://schemas.microsoft.com/office/drawing/2014/main" id="{C46B8EE1-E07A-4F05-8F52-FC83DE4B5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05" y="1083"/>
              <a:ext cx="1062" cy="2257"/>
              <a:chOff x="-594" y="622"/>
              <a:chExt cx="1291" cy="2678"/>
            </a:xfrm>
          </p:grpSpPr>
          <p:sp>
            <p:nvSpPr>
              <p:cNvPr id="30803" name="Rectangle 181">
                <a:extLst>
                  <a:ext uri="{FF2B5EF4-FFF2-40B4-BE49-F238E27FC236}">
                    <a16:creationId xmlns:a16="http://schemas.microsoft.com/office/drawing/2014/main" id="{4266582E-0074-43CB-B19A-3334A183B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94" y="622"/>
                <a:ext cx="1216" cy="2678"/>
              </a:xfrm>
              <a:prstGeom prst="rect">
                <a:avLst/>
              </a:prstGeom>
              <a:solidFill>
                <a:schemeClr val="accent1">
                  <a:alpha val="0"/>
                </a:schemeClr>
              </a:solidFill>
              <a:ln w="3810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804" name="Text Box 182">
                <a:extLst>
                  <a:ext uri="{FF2B5EF4-FFF2-40B4-BE49-F238E27FC236}">
                    <a16:creationId xmlns:a16="http://schemas.microsoft.com/office/drawing/2014/main" id="{FA08E94C-2EEF-429A-AE08-7CDD57851B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542" y="631"/>
                <a:ext cx="564" cy="25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A3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A2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A1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A0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B3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B2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B1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B0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C</a:t>
                </a:r>
                <a:r>
                  <a:rPr kumimoji="0" lang="en-US" altLang="zh-CN" sz="2000" b="1" i="0" u="none" strike="noStrike" kern="1200" cap="none" spc="0" normalizeH="0" baseline="-18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I</a:t>
                </a:r>
              </a:p>
            </p:txBody>
          </p:sp>
          <p:sp>
            <p:nvSpPr>
              <p:cNvPr id="30805" name="Text Box 183">
                <a:extLst>
                  <a:ext uri="{FF2B5EF4-FFF2-40B4-BE49-F238E27FC236}">
                    <a16:creationId xmlns:a16="http://schemas.microsoft.com/office/drawing/2014/main" id="{AA2F7E5B-1303-4E9B-8B26-1B04E49783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" y="737"/>
                <a:ext cx="472" cy="2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CO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40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S3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40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S2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40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S1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40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S0</a:t>
                </a:r>
                <a:endParaRPr kumimoji="0" lang="en-US" altLang="zh-CN" sz="2000" b="1" i="0" u="none" strike="noStrike" kern="1200" cap="none" spc="0" normalizeH="0" baseline="-18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</p:txBody>
          </p:sp>
        </p:grpSp>
        <p:sp>
          <p:nvSpPr>
            <p:cNvPr id="30799" name="Line 192">
              <a:extLst>
                <a:ext uri="{FF2B5EF4-FFF2-40B4-BE49-F238E27FC236}">
                  <a16:creationId xmlns:a16="http://schemas.microsoft.com/office/drawing/2014/main" id="{C99B518A-A746-491D-BB58-5CDB5884BA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2" y="2217"/>
              <a:ext cx="45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00" name="Line 193">
              <a:extLst>
                <a:ext uri="{FF2B5EF4-FFF2-40B4-BE49-F238E27FC236}">
                  <a16:creationId xmlns:a16="http://schemas.microsoft.com/office/drawing/2014/main" id="{27655DF9-8E55-4C11-B0C2-456F2E0D1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2" y="2489"/>
              <a:ext cx="45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01" name="Line 194">
              <a:extLst>
                <a:ext uri="{FF2B5EF4-FFF2-40B4-BE49-F238E27FC236}">
                  <a16:creationId xmlns:a16="http://schemas.microsoft.com/office/drawing/2014/main" id="{DD2D88B3-89BE-41E8-B5B0-066C090F1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2" y="2761"/>
              <a:ext cx="45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802" name="Line 195">
              <a:extLst>
                <a:ext uri="{FF2B5EF4-FFF2-40B4-BE49-F238E27FC236}">
                  <a16:creationId xmlns:a16="http://schemas.microsoft.com/office/drawing/2014/main" id="{263B271F-F6CE-4B1F-8F4C-09393735D4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6" y="3057"/>
              <a:ext cx="45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" name="Group 275">
            <a:extLst>
              <a:ext uri="{FF2B5EF4-FFF2-40B4-BE49-F238E27FC236}">
                <a16:creationId xmlns:a16="http://schemas.microsoft.com/office/drawing/2014/main" id="{C144CBD3-0403-43EA-898D-CB3456DB26EC}"/>
              </a:ext>
            </a:extLst>
          </p:cNvPr>
          <p:cNvGrpSpPr>
            <a:grpSpLocks/>
          </p:cNvGrpSpPr>
          <p:nvPr/>
        </p:nvGrpSpPr>
        <p:grpSpPr bwMode="auto">
          <a:xfrm>
            <a:off x="536575" y="2247900"/>
            <a:ext cx="2251075" cy="3582988"/>
            <a:chOff x="338" y="1416"/>
            <a:chExt cx="1418" cy="2257"/>
          </a:xfrm>
        </p:grpSpPr>
        <p:grpSp>
          <p:nvGrpSpPr>
            <p:cNvPr id="30785" name="Group 168">
              <a:extLst>
                <a:ext uri="{FF2B5EF4-FFF2-40B4-BE49-F238E27FC236}">
                  <a16:creationId xmlns:a16="http://schemas.microsoft.com/office/drawing/2014/main" id="{98EB2E98-D27E-44B1-BF4D-FC96D5694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4" y="1416"/>
              <a:ext cx="1062" cy="2257"/>
              <a:chOff x="-594" y="622"/>
              <a:chExt cx="1291" cy="2678"/>
            </a:xfrm>
          </p:grpSpPr>
          <p:sp>
            <p:nvSpPr>
              <p:cNvPr id="30795" name="Rectangle 169">
                <a:extLst>
                  <a:ext uri="{FF2B5EF4-FFF2-40B4-BE49-F238E27FC236}">
                    <a16:creationId xmlns:a16="http://schemas.microsoft.com/office/drawing/2014/main" id="{964139E5-1F8B-498F-9A48-E7DB0B0EF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94" y="622"/>
                <a:ext cx="1216" cy="2678"/>
              </a:xfrm>
              <a:prstGeom prst="rect">
                <a:avLst/>
              </a:prstGeom>
              <a:solidFill>
                <a:schemeClr val="accent1">
                  <a:alpha val="0"/>
                </a:schemeClr>
              </a:solidFill>
              <a:ln w="3810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96" name="Text Box 170">
                <a:extLst>
                  <a:ext uri="{FF2B5EF4-FFF2-40B4-BE49-F238E27FC236}">
                    <a16:creationId xmlns:a16="http://schemas.microsoft.com/office/drawing/2014/main" id="{1D2ACA58-B817-496F-BA3D-F016DD6183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542" y="631"/>
                <a:ext cx="564" cy="25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A3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A2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A1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A0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B3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B2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B1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B0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C</a:t>
                </a:r>
                <a:r>
                  <a:rPr kumimoji="0" lang="en-US" altLang="zh-CN" sz="2000" b="1" i="0" u="none" strike="noStrike" kern="1200" cap="none" spc="0" normalizeH="0" baseline="-18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I</a:t>
                </a:r>
              </a:p>
            </p:txBody>
          </p:sp>
          <p:sp>
            <p:nvSpPr>
              <p:cNvPr id="30797" name="Text Box 171">
                <a:extLst>
                  <a:ext uri="{FF2B5EF4-FFF2-40B4-BE49-F238E27FC236}">
                    <a16:creationId xmlns:a16="http://schemas.microsoft.com/office/drawing/2014/main" id="{EDF7754D-617D-47FD-B682-5249319878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5" y="737"/>
                <a:ext cx="472" cy="18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CO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S3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S2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S1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5000"/>
                  </a:lnSpc>
                  <a:spcBef>
                    <a:spcPct val="5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楷体_GB2312" pitchFamily="49" charset="-122"/>
                    <a:cs typeface="+mn-cs"/>
                  </a:rPr>
                  <a:t>S0</a:t>
                </a:r>
                <a:endParaRPr kumimoji="0" lang="en-US" altLang="zh-CN" sz="2000" b="1" i="0" u="none" strike="noStrike" kern="1200" cap="none" spc="0" normalizeH="0" baseline="-18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楷体_GB2312" pitchFamily="49" charset="-122"/>
                  <a:cs typeface="+mn-cs"/>
                </a:endParaRPr>
              </a:p>
            </p:txBody>
          </p:sp>
        </p:grpSp>
        <p:grpSp>
          <p:nvGrpSpPr>
            <p:cNvPr id="30786" name="Group 274">
              <a:extLst>
                <a:ext uri="{FF2B5EF4-FFF2-40B4-BE49-F238E27FC236}">
                  <a16:creationId xmlns:a16="http://schemas.microsoft.com/office/drawing/2014/main" id="{318B1576-B0E8-41FC-9A62-45C938377F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" y="1569"/>
              <a:ext cx="356" cy="1688"/>
              <a:chOff x="338" y="1569"/>
              <a:chExt cx="356" cy="1688"/>
            </a:xfrm>
          </p:grpSpPr>
          <p:sp>
            <p:nvSpPr>
              <p:cNvPr id="30787" name="Line 196">
                <a:extLst>
                  <a:ext uri="{FF2B5EF4-FFF2-40B4-BE49-F238E27FC236}">
                    <a16:creationId xmlns:a16="http://schemas.microsoft.com/office/drawing/2014/main" id="{BD998EF6-1488-4449-846D-9D1EAE1BBB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4" y="1569"/>
                <a:ext cx="3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88" name="Line 197">
                <a:extLst>
                  <a:ext uri="{FF2B5EF4-FFF2-40B4-BE49-F238E27FC236}">
                    <a16:creationId xmlns:a16="http://schemas.microsoft.com/office/drawing/2014/main" id="{42B56BA4-E8FC-4A0B-B2C9-E5D119F475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4" y="1777"/>
                <a:ext cx="3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89" name="Line 198">
                <a:extLst>
                  <a:ext uri="{FF2B5EF4-FFF2-40B4-BE49-F238E27FC236}">
                    <a16:creationId xmlns:a16="http://schemas.microsoft.com/office/drawing/2014/main" id="{F782DC9F-A6F8-4A65-A332-2B45625176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4" y="2001"/>
                <a:ext cx="3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90" name="Line 199">
                <a:extLst>
                  <a:ext uri="{FF2B5EF4-FFF2-40B4-BE49-F238E27FC236}">
                    <a16:creationId xmlns:a16="http://schemas.microsoft.com/office/drawing/2014/main" id="{872C3038-ABD3-4078-ACE9-02D1C1A532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" y="2185"/>
                <a:ext cx="3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91" name="Line 200">
                <a:extLst>
                  <a:ext uri="{FF2B5EF4-FFF2-40B4-BE49-F238E27FC236}">
                    <a16:creationId xmlns:a16="http://schemas.microsoft.com/office/drawing/2014/main" id="{D2E82561-6A34-44CF-86AA-CD83BFD87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" y="2633"/>
                <a:ext cx="3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92" name="Line 201">
                <a:extLst>
                  <a:ext uri="{FF2B5EF4-FFF2-40B4-BE49-F238E27FC236}">
                    <a16:creationId xmlns:a16="http://schemas.microsoft.com/office/drawing/2014/main" id="{C77FB7B0-46AD-42B8-94B3-73C630986E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" y="2841"/>
                <a:ext cx="3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93" name="Line 202">
                <a:extLst>
                  <a:ext uri="{FF2B5EF4-FFF2-40B4-BE49-F238E27FC236}">
                    <a16:creationId xmlns:a16="http://schemas.microsoft.com/office/drawing/2014/main" id="{5B67991A-C35C-4F12-BE11-00852EF94B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" y="3041"/>
                <a:ext cx="3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94" name="Line 203">
                <a:extLst>
                  <a:ext uri="{FF2B5EF4-FFF2-40B4-BE49-F238E27FC236}">
                    <a16:creationId xmlns:a16="http://schemas.microsoft.com/office/drawing/2014/main" id="{321029D2-442D-426C-A412-81094FC9C7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" y="3257"/>
                <a:ext cx="34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0" name="Group 265">
            <a:extLst>
              <a:ext uri="{FF2B5EF4-FFF2-40B4-BE49-F238E27FC236}">
                <a16:creationId xmlns:a16="http://schemas.microsoft.com/office/drawing/2014/main" id="{F7806105-41DA-47BE-AA7E-8A1E903BB871}"/>
              </a:ext>
            </a:extLst>
          </p:cNvPr>
          <p:cNvGrpSpPr>
            <a:grpSpLocks/>
          </p:cNvGrpSpPr>
          <p:nvPr/>
        </p:nvGrpSpPr>
        <p:grpSpPr bwMode="auto">
          <a:xfrm>
            <a:off x="2719388" y="574675"/>
            <a:ext cx="2614612" cy="2025650"/>
            <a:chOff x="1713" y="362"/>
            <a:chExt cx="1647" cy="1276"/>
          </a:xfrm>
        </p:grpSpPr>
        <p:sp>
          <p:nvSpPr>
            <p:cNvPr id="30779" name="Line 228">
              <a:extLst>
                <a:ext uri="{FF2B5EF4-FFF2-40B4-BE49-F238E27FC236}">
                  <a16:creationId xmlns:a16="http://schemas.microsoft.com/office/drawing/2014/main" id="{F6D9C7C6-AAA5-4B12-8F44-6121EEC93CB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373" y="1071"/>
              <a:ext cx="113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80" name="Line 229">
              <a:extLst>
                <a:ext uri="{FF2B5EF4-FFF2-40B4-BE49-F238E27FC236}">
                  <a16:creationId xmlns:a16="http://schemas.microsoft.com/office/drawing/2014/main" id="{354041DF-3270-4EDC-9567-1B89E2197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3" y="1623"/>
              <a:ext cx="227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81" name="Line 230">
              <a:extLst>
                <a:ext uri="{FF2B5EF4-FFF2-40B4-BE49-F238E27FC236}">
                  <a16:creationId xmlns:a16="http://schemas.microsoft.com/office/drawing/2014/main" id="{DC92D0CF-6495-4FBB-8DC2-15DC6C140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2" y="499"/>
              <a:ext cx="1428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0782" name="Group 232">
              <a:extLst>
                <a:ext uri="{FF2B5EF4-FFF2-40B4-BE49-F238E27FC236}">
                  <a16:creationId xmlns:a16="http://schemas.microsoft.com/office/drawing/2014/main" id="{8C878A9F-0A22-4EAE-A1C3-11EFE1BB59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3" y="362"/>
              <a:ext cx="328" cy="275"/>
              <a:chOff x="2476" y="763"/>
              <a:chExt cx="328" cy="275"/>
            </a:xfrm>
          </p:grpSpPr>
          <p:sp>
            <p:nvSpPr>
              <p:cNvPr id="30783" name="AutoShape 233">
                <a:extLst>
                  <a:ext uri="{FF2B5EF4-FFF2-40B4-BE49-F238E27FC236}">
                    <a16:creationId xmlns:a16="http://schemas.microsoft.com/office/drawing/2014/main" id="{5A2568CD-E16B-48AF-98CC-24B5243E5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471" y="768"/>
                <a:ext cx="275" cy="265"/>
              </a:xfrm>
              <a:prstGeom prst="flowChartExtract">
                <a:avLst/>
              </a:prstGeom>
              <a:solidFill>
                <a:srgbClr val="FF6600"/>
              </a:solidFill>
              <a:ln w="12700" algn="ctr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84" name="Oval 234">
                <a:extLst>
                  <a:ext uri="{FF2B5EF4-FFF2-40B4-BE49-F238E27FC236}">
                    <a16:creationId xmlns:a16="http://schemas.microsoft.com/office/drawing/2014/main" id="{1EDCEA06-1403-4593-AFB4-F3ADB24E4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869"/>
                <a:ext cx="68" cy="68"/>
              </a:xfrm>
              <a:prstGeom prst="ellipse">
                <a:avLst/>
              </a:prstGeom>
              <a:solidFill>
                <a:srgbClr val="FF6600"/>
              </a:solidFill>
              <a:ln w="1270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2" name="Group 273">
            <a:extLst>
              <a:ext uri="{FF2B5EF4-FFF2-40B4-BE49-F238E27FC236}">
                <a16:creationId xmlns:a16="http://schemas.microsoft.com/office/drawing/2014/main" id="{1E8A2A49-A2F6-4D40-A234-F751C5F88633}"/>
              </a:ext>
            </a:extLst>
          </p:cNvPr>
          <p:cNvGrpSpPr>
            <a:grpSpLocks/>
          </p:cNvGrpSpPr>
          <p:nvPr/>
        </p:nvGrpSpPr>
        <p:grpSpPr bwMode="auto">
          <a:xfrm>
            <a:off x="5280025" y="611188"/>
            <a:ext cx="3386138" cy="639762"/>
            <a:chOff x="3326" y="385"/>
            <a:chExt cx="2133" cy="403"/>
          </a:xfrm>
        </p:grpSpPr>
        <p:sp>
          <p:nvSpPr>
            <p:cNvPr id="30774" name="Line 204">
              <a:extLst>
                <a:ext uri="{FF2B5EF4-FFF2-40B4-BE49-F238E27FC236}">
                  <a16:creationId xmlns:a16="http://schemas.microsoft.com/office/drawing/2014/main" id="{5209B8E6-8A79-422D-979E-C71C38B8E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0" y="586"/>
              <a:ext cx="1418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75" name="Text Box 205">
              <a:extLst>
                <a:ext uri="{FF2B5EF4-FFF2-40B4-BE49-F238E27FC236}">
                  <a16:creationId xmlns:a16="http://schemas.microsoft.com/office/drawing/2014/main" id="{6D35581D-9CCC-46CD-84BE-B159331F4B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8" y="429"/>
              <a:ext cx="43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楷体_GB2312" pitchFamily="49" charset="-122"/>
                  <a:ea typeface="楷体_GB2312" pitchFamily="49" charset="-122"/>
                  <a:cs typeface="+mn-cs"/>
                </a:rPr>
                <a:t>F</a:t>
              </a:r>
            </a:p>
          </p:txBody>
        </p:sp>
        <p:grpSp>
          <p:nvGrpSpPr>
            <p:cNvPr id="30776" name="Group 236">
              <a:extLst>
                <a:ext uri="{FF2B5EF4-FFF2-40B4-BE49-F238E27FC236}">
                  <a16:creationId xmlns:a16="http://schemas.microsoft.com/office/drawing/2014/main" id="{E09437CA-CD6B-462C-8F2C-D0F6766A24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6" y="385"/>
              <a:ext cx="404" cy="403"/>
              <a:chOff x="3264" y="741"/>
              <a:chExt cx="404" cy="403"/>
            </a:xfrm>
          </p:grpSpPr>
          <p:sp>
            <p:nvSpPr>
              <p:cNvPr id="30777" name="AutoShape 237">
                <a:extLst>
                  <a:ext uri="{FF2B5EF4-FFF2-40B4-BE49-F238E27FC236}">
                    <a16:creationId xmlns:a16="http://schemas.microsoft.com/office/drawing/2014/main" id="{80A65A84-0F45-4FCD-B3E9-53585DA44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741"/>
                <a:ext cx="330" cy="403"/>
              </a:xfrm>
              <a:prstGeom prst="flowChartDelay">
                <a:avLst/>
              </a:prstGeom>
              <a:solidFill>
                <a:srgbClr val="FF6600"/>
              </a:solidFill>
              <a:ln w="12700" algn="ctr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78" name="Oval 238">
                <a:extLst>
                  <a:ext uri="{FF2B5EF4-FFF2-40B4-BE49-F238E27FC236}">
                    <a16:creationId xmlns:a16="http://schemas.microsoft.com/office/drawing/2014/main" id="{A623BA90-8218-4B92-B8E5-0CEA5C776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913"/>
                <a:ext cx="68" cy="68"/>
              </a:xfrm>
              <a:prstGeom prst="ellipse">
                <a:avLst/>
              </a:prstGeom>
              <a:solidFill>
                <a:srgbClr val="FF6600"/>
              </a:solidFill>
              <a:ln w="1270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4" name="Group 280">
            <a:extLst>
              <a:ext uri="{FF2B5EF4-FFF2-40B4-BE49-F238E27FC236}">
                <a16:creationId xmlns:a16="http://schemas.microsoft.com/office/drawing/2014/main" id="{C7EABB11-0255-44A3-8754-B2A2FFD18A32}"/>
              </a:ext>
            </a:extLst>
          </p:cNvPr>
          <p:cNvGrpSpPr>
            <a:grpSpLocks/>
          </p:cNvGrpSpPr>
          <p:nvPr/>
        </p:nvGrpSpPr>
        <p:grpSpPr bwMode="auto">
          <a:xfrm>
            <a:off x="5853113" y="1955800"/>
            <a:ext cx="681037" cy="1249363"/>
            <a:chOff x="3687" y="1232"/>
            <a:chExt cx="429" cy="787"/>
          </a:xfrm>
        </p:grpSpPr>
        <p:sp>
          <p:nvSpPr>
            <p:cNvPr id="30766" name="Line 245">
              <a:extLst>
                <a:ext uri="{FF2B5EF4-FFF2-40B4-BE49-F238E27FC236}">
                  <a16:creationId xmlns:a16="http://schemas.microsoft.com/office/drawing/2014/main" id="{5933A6BC-ED26-405D-A6AA-77FE3AD8733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371" y="1618"/>
              <a:ext cx="771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30767" name="Group 270">
              <a:extLst>
                <a:ext uri="{FF2B5EF4-FFF2-40B4-BE49-F238E27FC236}">
                  <a16:creationId xmlns:a16="http://schemas.microsoft.com/office/drawing/2014/main" id="{703D9C15-3929-4769-AC00-4F7E3F033E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7" y="1240"/>
              <a:ext cx="429" cy="779"/>
              <a:chOff x="3687" y="1240"/>
              <a:chExt cx="429" cy="779"/>
            </a:xfrm>
          </p:grpSpPr>
          <p:grpSp>
            <p:nvGrpSpPr>
              <p:cNvPr id="30768" name="Group 269">
                <a:extLst>
                  <a:ext uri="{FF2B5EF4-FFF2-40B4-BE49-F238E27FC236}">
                    <a16:creationId xmlns:a16="http://schemas.microsoft.com/office/drawing/2014/main" id="{6164E04C-8AF6-4EDA-9327-A261FA7333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7" y="1240"/>
                <a:ext cx="429" cy="779"/>
                <a:chOff x="3687" y="1240"/>
                <a:chExt cx="429" cy="779"/>
              </a:xfrm>
            </p:grpSpPr>
            <p:grpSp>
              <p:nvGrpSpPr>
                <p:cNvPr id="30770" name="Group 244">
                  <a:extLst>
                    <a:ext uri="{FF2B5EF4-FFF2-40B4-BE49-F238E27FC236}">
                      <a16:creationId xmlns:a16="http://schemas.microsoft.com/office/drawing/2014/main" id="{0E27C360-A8C2-4355-80D3-46314AC99A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52" y="1240"/>
                  <a:ext cx="364" cy="613"/>
                  <a:chOff x="3953" y="1551"/>
                  <a:chExt cx="227" cy="238"/>
                </a:xfrm>
              </p:grpSpPr>
              <p:sp>
                <p:nvSpPr>
                  <p:cNvPr id="30772" name="Line 242">
                    <a:extLst>
                      <a:ext uri="{FF2B5EF4-FFF2-40B4-BE49-F238E27FC236}">
                        <a16:creationId xmlns:a16="http://schemas.microsoft.com/office/drawing/2014/main" id="{9F056D42-D26B-4ED9-9189-5E28DF4A6F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953" y="1789"/>
                    <a:ext cx="227" cy="0"/>
                  </a:xfrm>
                  <a:prstGeom prst="line">
                    <a:avLst/>
                  </a:prstGeom>
                  <a:noFill/>
                  <a:ln w="28575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  <p:sp>
                <p:nvSpPr>
                  <p:cNvPr id="30773" name="Line 243">
                    <a:extLst>
                      <a:ext uri="{FF2B5EF4-FFF2-40B4-BE49-F238E27FC236}">
                        <a16:creationId xmlns:a16="http://schemas.microsoft.com/office/drawing/2014/main" id="{26ED81F9-D18E-4929-BAAA-DFBEAC5761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953" y="1551"/>
                    <a:ext cx="227" cy="0"/>
                  </a:xfrm>
                  <a:prstGeom prst="line">
                    <a:avLst/>
                  </a:prstGeom>
                  <a:noFill/>
                  <a:ln w="28575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7A77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宋体" panose="02010600030101010101" pitchFamily="2" charset="-122"/>
                      <a:cs typeface="+mn-cs"/>
                    </a:endParaRPr>
                  </a:p>
                </p:txBody>
              </p:sp>
            </p:grpSp>
            <p:sp>
              <p:nvSpPr>
                <p:cNvPr id="30771" name="Line 248">
                  <a:extLst>
                    <a:ext uri="{FF2B5EF4-FFF2-40B4-BE49-F238E27FC236}">
                      <a16:creationId xmlns:a16="http://schemas.microsoft.com/office/drawing/2014/main" id="{7C677FB9-8D12-43FF-93FD-C034B278CF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87" y="2019"/>
                  <a:ext cx="159" cy="0"/>
                </a:xfrm>
                <a:prstGeom prst="line">
                  <a:avLst/>
                </a:prstGeom>
                <a:noFill/>
                <a:ln w="508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7A77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0769" name="Oval 255">
                <a:extLst>
                  <a:ext uri="{FF2B5EF4-FFF2-40B4-BE49-F238E27FC236}">
                    <a16:creationId xmlns:a16="http://schemas.microsoft.com/office/drawing/2014/main" id="{61936B14-7430-4306-897A-0F8FE0A5A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1826"/>
                <a:ext cx="68" cy="68"/>
              </a:xfrm>
              <a:prstGeom prst="ellipse">
                <a:avLst/>
              </a:prstGeom>
              <a:solidFill>
                <a:srgbClr val="0000FF"/>
              </a:solidFill>
              <a:ln w="12700" algn="ctr">
                <a:solidFill>
                  <a:srgbClr val="0000FF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18" name="Group 278">
            <a:extLst>
              <a:ext uri="{FF2B5EF4-FFF2-40B4-BE49-F238E27FC236}">
                <a16:creationId xmlns:a16="http://schemas.microsoft.com/office/drawing/2014/main" id="{B8A4F67D-2E06-45B5-B96B-35707DADDDD4}"/>
              </a:ext>
            </a:extLst>
          </p:cNvPr>
          <p:cNvGrpSpPr>
            <a:grpSpLocks/>
          </p:cNvGrpSpPr>
          <p:nvPr/>
        </p:nvGrpSpPr>
        <p:grpSpPr bwMode="auto">
          <a:xfrm>
            <a:off x="3546475" y="1004888"/>
            <a:ext cx="1758950" cy="3001962"/>
            <a:chOff x="2234" y="633"/>
            <a:chExt cx="1108" cy="1891"/>
          </a:xfrm>
        </p:grpSpPr>
        <p:grpSp>
          <p:nvGrpSpPr>
            <p:cNvPr id="30756" name="Group 266">
              <a:extLst>
                <a:ext uri="{FF2B5EF4-FFF2-40B4-BE49-F238E27FC236}">
                  <a16:creationId xmlns:a16="http://schemas.microsoft.com/office/drawing/2014/main" id="{A0FC7811-9674-4D01-81A8-31A7857476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4" y="633"/>
              <a:ext cx="1108" cy="1864"/>
              <a:chOff x="2234" y="633"/>
              <a:chExt cx="1108" cy="1864"/>
            </a:xfrm>
          </p:grpSpPr>
          <p:sp>
            <p:nvSpPr>
              <p:cNvPr id="30759" name="Line 219">
                <a:extLst>
                  <a:ext uri="{FF2B5EF4-FFF2-40B4-BE49-F238E27FC236}">
                    <a16:creationId xmlns:a16="http://schemas.microsoft.com/office/drawing/2014/main" id="{011A37DF-6059-4437-B27D-80945C1025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1989" y="1087"/>
                <a:ext cx="907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30760" name="Group 220">
                <a:extLst>
                  <a:ext uri="{FF2B5EF4-FFF2-40B4-BE49-F238E27FC236}">
                    <a16:creationId xmlns:a16="http://schemas.microsoft.com/office/drawing/2014/main" id="{AA832FDF-BDEB-447D-B347-FAAA12FF07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2234" y="1307"/>
                <a:ext cx="404" cy="403"/>
                <a:chOff x="3264" y="741"/>
                <a:chExt cx="404" cy="403"/>
              </a:xfrm>
            </p:grpSpPr>
            <p:sp>
              <p:nvSpPr>
                <p:cNvPr id="30764" name="AutoShape 221">
                  <a:extLst>
                    <a:ext uri="{FF2B5EF4-FFF2-40B4-BE49-F238E27FC236}">
                      <a16:creationId xmlns:a16="http://schemas.microsoft.com/office/drawing/2014/main" id="{372FCAAA-B08E-4271-BFCC-014D88E9F5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64" y="741"/>
                  <a:ext cx="330" cy="403"/>
                </a:xfrm>
                <a:prstGeom prst="flowChartDelay">
                  <a:avLst/>
                </a:prstGeom>
                <a:solidFill>
                  <a:srgbClr val="FF6600"/>
                </a:solidFill>
                <a:ln w="12700" algn="ctr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anchor="ctr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7A77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0765" name="Oval 222">
                  <a:extLst>
                    <a:ext uri="{FF2B5EF4-FFF2-40B4-BE49-F238E27FC236}">
                      <a16:creationId xmlns:a16="http://schemas.microsoft.com/office/drawing/2014/main" id="{90625778-3024-4C35-B53A-791E984EBC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00" y="913"/>
                  <a:ext cx="68" cy="68"/>
                </a:xfrm>
                <a:prstGeom prst="ellipse">
                  <a:avLst/>
                </a:prstGeom>
                <a:solidFill>
                  <a:srgbClr val="FF6600"/>
                </a:solidFill>
                <a:ln w="12700" algn="ctr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7A77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0761" name="Line 223">
                <a:extLst>
                  <a:ext uri="{FF2B5EF4-FFF2-40B4-BE49-F238E27FC236}">
                    <a16:creationId xmlns:a16="http://schemas.microsoft.com/office/drawing/2014/main" id="{A849DC35-5D31-4EC6-A729-6E1545A37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049" y="2001"/>
                <a:ext cx="567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62" name="Line 224">
                <a:extLst>
                  <a:ext uri="{FF2B5EF4-FFF2-40B4-BE49-F238E27FC236}">
                    <a16:creationId xmlns:a16="http://schemas.microsoft.com/office/drawing/2014/main" id="{7E0AD112-89A8-4B8E-90A8-12FFDD99E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156" y="2112"/>
                <a:ext cx="77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63" name="Line 231">
                <a:extLst>
                  <a:ext uri="{FF2B5EF4-FFF2-40B4-BE49-F238E27FC236}">
                    <a16:creationId xmlns:a16="http://schemas.microsoft.com/office/drawing/2014/main" id="{0FBD94BE-0336-4E44-B0A6-2D0F285C1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35" y="635"/>
                <a:ext cx="907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0757" name="Oval 256">
              <a:extLst>
                <a:ext uri="{FF2B5EF4-FFF2-40B4-BE49-F238E27FC236}">
                  <a16:creationId xmlns:a16="http://schemas.microsoft.com/office/drawing/2014/main" id="{A1648A28-7FDD-45B8-9BF4-B6FBEDF1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2247"/>
              <a:ext cx="68" cy="68"/>
            </a:xfrm>
            <a:prstGeom prst="ellipse">
              <a:avLst/>
            </a:prstGeom>
            <a:solidFill>
              <a:srgbClr val="0000FF"/>
            </a:solidFill>
            <a:ln w="12700" algn="ctr">
              <a:solidFill>
                <a:srgbClr val="0000FF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58" name="Oval 257">
              <a:extLst>
                <a:ext uri="{FF2B5EF4-FFF2-40B4-BE49-F238E27FC236}">
                  <a16:creationId xmlns:a16="http://schemas.microsoft.com/office/drawing/2014/main" id="{B5AE5069-06CD-401A-95C6-1C82CD11F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456"/>
              <a:ext cx="68" cy="68"/>
            </a:xfrm>
            <a:prstGeom prst="ellipse">
              <a:avLst/>
            </a:prstGeom>
            <a:solidFill>
              <a:srgbClr val="0000FF"/>
            </a:solidFill>
            <a:ln w="12700" algn="ctr">
              <a:solidFill>
                <a:srgbClr val="0000FF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1" name="Group 277">
            <a:extLst>
              <a:ext uri="{FF2B5EF4-FFF2-40B4-BE49-F238E27FC236}">
                <a16:creationId xmlns:a16="http://schemas.microsoft.com/office/drawing/2014/main" id="{68F06CFF-CC01-457A-AEDA-FEDD6CF9CEAC}"/>
              </a:ext>
            </a:extLst>
          </p:cNvPr>
          <p:cNvGrpSpPr>
            <a:grpSpLocks/>
          </p:cNvGrpSpPr>
          <p:nvPr/>
        </p:nvGrpSpPr>
        <p:grpSpPr bwMode="auto">
          <a:xfrm>
            <a:off x="4468813" y="1130300"/>
            <a:ext cx="817562" cy="3209925"/>
            <a:chOff x="2815" y="712"/>
            <a:chExt cx="515" cy="2022"/>
          </a:xfrm>
        </p:grpSpPr>
        <p:grpSp>
          <p:nvGrpSpPr>
            <p:cNvPr id="30746" name="Group 267">
              <a:extLst>
                <a:ext uri="{FF2B5EF4-FFF2-40B4-BE49-F238E27FC236}">
                  <a16:creationId xmlns:a16="http://schemas.microsoft.com/office/drawing/2014/main" id="{8D7ACEF5-160A-4430-859A-637654886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5" y="712"/>
              <a:ext cx="515" cy="1999"/>
              <a:chOff x="2815" y="712"/>
              <a:chExt cx="515" cy="1999"/>
            </a:xfrm>
          </p:grpSpPr>
          <p:grpSp>
            <p:nvGrpSpPr>
              <p:cNvPr id="30749" name="Group 215">
                <a:extLst>
                  <a:ext uri="{FF2B5EF4-FFF2-40B4-BE49-F238E27FC236}">
                    <a16:creationId xmlns:a16="http://schemas.microsoft.com/office/drawing/2014/main" id="{6B4D7CFA-8B76-433D-A73F-DEC56528F4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2815" y="1317"/>
                <a:ext cx="404" cy="403"/>
                <a:chOff x="3264" y="741"/>
                <a:chExt cx="404" cy="403"/>
              </a:xfrm>
            </p:grpSpPr>
            <p:sp>
              <p:nvSpPr>
                <p:cNvPr id="30754" name="AutoShape 216">
                  <a:extLst>
                    <a:ext uri="{FF2B5EF4-FFF2-40B4-BE49-F238E27FC236}">
                      <a16:creationId xmlns:a16="http://schemas.microsoft.com/office/drawing/2014/main" id="{CC47DA52-A084-414A-AD41-77B7868B35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64" y="741"/>
                  <a:ext cx="330" cy="403"/>
                </a:xfrm>
                <a:prstGeom prst="flowChartDelay">
                  <a:avLst/>
                </a:prstGeom>
                <a:solidFill>
                  <a:srgbClr val="FF6600"/>
                </a:solidFill>
                <a:ln w="12700" algn="ctr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anchor="ctr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7A77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0755" name="Oval 217">
                  <a:extLst>
                    <a:ext uri="{FF2B5EF4-FFF2-40B4-BE49-F238E27FC236}">
                      <a16:creationId xmlns:a16="http://schemas.microsoft.com/office/drawing/2014/main" id="{36976A2E-E63A-4538-9772-E0C674CD4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00" y="913"/>
                  <a:ext cx="68" cy="68"/>
                </a:xfrm>
                <a:prstGeom prst="ellipse">
                  <a:avLst/>
                </a:prstGeom>
                <a:solidFill>
                  <a:srgbClr val="FF6600"/>
                </a:solidFill>
                <a:ln w="12700" algn="ctr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7A77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0750" name="Line 225">
                <a:extLst>
                  <a:ext uri="{FF2B5EF4-FFF2-40B4-BE49-F238E27FC236}">
                    <a16:creationId xmlns:a16="http://schemas.microsoft.com/office/drawing/2014/main" id="{ED3279C1-6A3C-4178-8DD1-E641EC8197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622" y="2009"/>
                <a:ext cx="567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51" name="Line 226">
                <a:extLst>
                  <a:ext uri="{FF2B5EF4-FFF2-40B4-BE49-F238E27FC236}">
                    <a16:creationId xmlns:a16="http://schemas.microsoft.com/office/drawing/2014/main" id="{5797D3EE-A7B2-45F9-A6E1-C8B2228216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625" y="2213"/>
                <a:ext cx="997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52" name="Line 227">
                <a:extLst>
                  <a:ext uri="{FF2B5EF4-FFF2-40B4-BE49-F238E27FC236}">
                    <a16:creationId xmlns:a16="http://schemas.microsoft.com/office/drawing/2014/main" id="{312F9CE7-C7E0-45C7-9759-7DB562B084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2678" y="1052"/>
                <a:ext cx="680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30753" name="Line 235">
                <a:extLst>
                  <a:ext uri="{FF2B5EF4-FFF2-40B4-BE49-F238E27FC236}">
                    <a16:creationId xmlns:a16="http://schemas.microsoft.com/office/drawing/2014/main" id="{31FDEDA3-A122-47BE-992F-C00FB8458A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13" y="725"/>
                <a:ext cx="317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0747" name="Oval 258">
              <a:extLst>
                <a:ext uri="{FF2B5EF4-FFF2-40B4-BE49-F238E27FC236}">
                  <a16:creationId xmlns:a16="http://schemas.microsoft.com/office/drawing/2014/main" id="{CC344CFE-B971-410A-80E2-2688538F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238"/>
              <a:ext cx="68" cy="68"/>
            </a:xfrm>
            <a:prstGeom prst="ellipse">
              <a:avLst/>
            </a:prstGeom>
            <a:solidFill>
              <a:srgbClr val="0000FF"/>
            </a:solidFill>
            <a:ln w="12700" algn="ctr">
              <a:solidFill>
                <a:srgbClr val="0000FF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748" name="Oval 259">
              <a:extLst>
                <a:ext uri="{FF2B5EF4-FFF2-40B4-BE49-F238E27FC236}">
                  <a16:creationId xmlns:a16="http://schemas.microsoft.com/office/drawing/2014/main" id="{5FB88606-03F7-4200-91F9-AF3EA4CB0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666"/>
              <a:ext cx="68" cy="68"/>
            </a:xfrm>
            <a:prstGeom prst="ellipse">
              <a:avLst/>
            </a:prstGeom>
            <a:solidFill>
              <a:srgbClr val="0000FF"/>
            </a:solidFill>
            <a:ln w="12700" algn="ctr">
              <a:solidFill>
                <a:srgbClr val="0000FF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4" name="Group 272">
            <a:extLst>
              <a:ext uri="{FF2B5EF4-FFF2-40B4-BE49-F238E27FC236}">
                <a16:creationId xmlns:a16="http://schemas.microsoft.com/office/drawing/2014/main" id="{0CBB6792-F361-4E2C-B453-CD991EA0919A}"/>
              </a:ext>
            </a:extLst>
          </p:cNvPr>
          <p:cNvGrpSpPr>
            <a:grpSpLocks/>
          </p:cNvGrpSpPr>
          <p:nvPr/>
        </p:nvGrpSpPr>
        <p:grpSpPr bwMode="auto">
          <a:xfrm>
            <a:off x="6092825" y="881063"/>
            <a:ext cx="411163" cy="1808162"/>
            <a:chOff x="3838" y="555"/>
            <a:chExt cx="259" cy="1139"/>
          </a:xfrm>
        </p:grpSpPr>
        <p:grpSp>
          <p:nvGrpSpPr>
            <p:cNvPr id="30739" name="Group 271">
              <a:extLst>
                <a:ext uri="{FF2B5EF4-FFF2-40B4-BE49-F238E27FC236}">
                  <a16:creationId xmlns:a16="http://schemas.microsoft.com/office/drawing/2014/main" id="{318BCC16-0D1E-477C-BF95-8CC24E5346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0" y="606"/>
              <a:ext cx="257" cy="1088"/>
              <a:chOff x="3840" y="606"/>
              <a:chExt cx="257" cy="1088"/>
            </a:xfrm>
          </p:grpSpPr>
          <p:grpSp>
            <p:nvGrpSpPr>
              <p:cNvPr id="30741" name="Group 268">
                <a:extLst>
                  <a:ext uri="{FF2B5EF4-FFF2-40B4-BE49-F238E27FC236}">
                    <a16:creationId xmlns:a16="http://schemas.microsoft.com/office/drawing/2014/main" id="{42C4E9CF-E7AA-4922-826F-D226566467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70" y="606"/>
                <a:ext cx="227" cy="1088"/>
                <a:chOff x="3870" y="606"/>
                <a:chExt cx="227" cy="1088"/>
              </a:xfrm>
            </p:grpSpPr>
            <p:sp>
              <p:nvSpPr>
                <p:cNvPr id="30743" name="Line 239">
                  <a:extLst>
                    <a:ext uri="{FF2B5EF4-FFF2-40B4-BE49-F238E27FC236}">
                      <a16:creationId xmlns:a16="http://schemas.microsoft.com/office/drawing/2014/main" id="{E6B3DFA4-A79B-4040-8D3E-435624F411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3329" y="1150"/>
                  <a:ext cx="1088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7A77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0744" name="Line 240">
                  <a:extLst>
                    <a:ext uri="{FF2B5EF4-FFF2-40B4-BE49-F238E27FC236}">
                      <a16:creationId xmlns:a16="http://schemas.microsoft.com/office/drawing/2014/main" id="{150DDF15-10E2-4D68-83F4-E86C3BD4E6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70" y="1693"/>
                  <a:ext cx="227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7A77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30745" name="Line 241">
                  <a:extLst>
                    <a:ext uri="{FF2B5EF4-FFF2-40B4-BE49-F238E27FC236}">
                      <a16:creationId xmlns:a16="http://schemas.microsoft.com/office/drawing/2014/main" id="{9FCFA7E6-05E0-4B84-9992-160AF07073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70" y="1455"/>
                  <a:ext cx="227" cy="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7A77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30742" name="Oval 250">
                <a:extLst>
                  <a:ext uri="{FF2B5EF4-FFF2-40B4-BE49-F238E27FC236}">
                    <a16:creationId xmlns:a16="http://schemas.microsoft.com/office/drawing/2014/main" id="{11232258-3664-4A39-96CC-4212F1790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1425"/>
                <a:ext cx="68" cy="68"/>
              </a:xfrm>
              <a:prstGeom prst="ellipse">
                <a:avLst/>
              </a:prstGeom>
              <a:solidFill>
                <a:srgbClr val="0000FF"/>
              </a:solidFill>
              <a:ln w="12700" algn="ctr">
                <a:solidFill>
                  <a:srgbClr val="0000FF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A77"/>
                  </a:solidFill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30740" name="Oval 260">
              <a:extLst>
                <a:ext uri="{FF2B5EF4-FFF2-40B4-BE49-F238E27FC236}">
                  <a16:creationId xmlns:a16="http://schemas.microsoft.com/office/drawing/2014/main" id="{8F61D0E6-DC37-4236-AAD9-0B4B3954E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555"/>
              <a:ext cx="68" cy="68"/>
            </a:xfrm>
            <a:prstGeom prst="ellipse">
              <a:avLst/>
            </a:prstGeom>
            <a:solidFill>
              <a:srgbClr val="0000FF"/>
            </a:solidFill>
            <a:ln w="12700" algn="ctr">
              <a:solidFill>
                <a:srgbClr val="0000FF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83557" name="Text Box 261">
            <a:extLst>
              <a:ext uri="{FF2B5EF4-FFF2-40B4-BE49-F238E27FC236}">
                <a16:creationId xmlns:a16="http://schemas.microsoft.com/office/drawing/2014/main" id="{C6D9B470-2721-4798-9C9F-67D0E90EA7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5925" y="5505450"/>
            <a:ext cx="4826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(1)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相加之和小于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9,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加</a:t>
            </a: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0</a:t>
            </a: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修正。</a:t>
            </a:r>
          </a:p>
        </p:txBody>
      </p:sp>
      <p:sp>
        <p:nvSpPr>
          <p:cNvPr id="183558" name="Text Box 262">
            <a:extLst>
              <a:ext uri="{FF2B5EF4-FFF2-40B4-BE49-F238E27FC236}">
                <a16:creationId xmlns:a16="http://schemas.microsoft.com/office/drawing/2014/main" id="{07B69DBA-F337-4668-8E2B-E11558942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7513" y="5868988"/>
            <a:ext cx="64404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(2)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有进位或相加之和大于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9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（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F=1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）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,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加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6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修正</a:t>
            </a:r>
          </a:p>
        </p:txBody>
      </p:sp>
      <p:sp>
        <p:nvSpPr>
          <p:cNvPr id="183559" name="Text Box 263">
            <a:extLst>
              <a:ext uri="{FF2B5EF4-FFF2-40B4-BE49-F238E27FC236}">
                <a16:creationId xmlns:a16="http://schemas.microsoft.com/office/drawing/2014/main" id="{B24E35EF-5C6E-4A1F-8A9E-169C6F782B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8625" y="6261099"/>
            <a:ext cx="32877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(3)CO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楷体_GB2312" pitchFamily="49" charset="-122"/>
                <a:ea typeface="楷体_GB2312" pitchFamily="49" charset="-122"/>
                <a:cs typeface="+mn-cs"/>
              </a:rPr>
              <a:t>作进位输出</a:t>
            </a:r>
          </a:p>
        </p:txBody>
      </p:sp>
      <p:sp>
        <p:nvSpPr>
          <p:cNvPr id="183580" name="Text Box 284">
            <a:extLst>
              <a:ext uri="{FF2B5EF4-FFF2-40B4-BE49-F238E27FC236}">
                <a16:creationId xmlns:a16="http://schemas.microsoft.com/office/drawing/2014/main" id="{27285164-8DD8-4C71-8423-D353AF35F9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763" y="2271713"/>
            <a:ext cx="736600" cy="3105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A3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A2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A1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A0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000" b="1" i="0" u="none" strike="noStrike" kern="1200" cap="none" spc="0" normalizeH="0" baseline="0" noProof="0">
              <a:ln>
                <a:noFill/>
              </a:ln>
              <a:solidFill>
                <a:srgbClr val="660033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B3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B2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B1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B0</a:t>
            </a:r>
            <a:endParaRPr kumimoji="0" lang="en-US" altLang="zh-CN" sz="2000" b="1" i="0" u="none" strike="noStrike" kern="1200" cap="none" spc="0" normalizeH="0" baseline="-18000" noProof="0">
              <a:ln>
                <a:noFill/>
              </a:ln>
              <a:solidFill>
                <a:srgbClr val="660033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  <p:sp>
        <p:nvSpPr>
          <p:cNvPr id="183591" name="Text Box 295">
            <a:extLst>
              <a:ext uri="{FF2B5EF4-FFF2-40B4-BE49-F238E27FC236}">
                <a16:creationId xmlns:a16="http://schemas.microsoft.com/office/drawing/2014/main" id="{E1FB72C5-C31D-4689-9D3D-A6F3AFD90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9088" y="1716088"/>
            <a:ext cx="604837" cy="142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0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1(0)</a:t>
            </a:r>
            <a:endParaRPr kumimoji="0" lang="zh-CN" altLang="en-US" sz="2000" b="1" i="0" u="none" strike="noStrike" kern="1200" cap="none" spc="0" normalizeH="0" baseline="0" noProof="0">
              <a:ln>
                <a:noFill/>
              </a:ln>
              <a:solidFill>
                <a:srgbClr val="660033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1(0)</a:t>
            </a:r>
          </a:p>
          <a:p>
            <a:pPr marL="0" marR="0" lvl="0" indent="0" algn="l" defTabSz="914400" rtl="0" eaLnBrk="1" fontAlgn="base" latinLnBrk="0" hangingPunct="1">
              <a:lnSpc>
                <a:spcPct val="105000"/>
              </a:lnSpc>
              <a:spcBef>
                <a:spcPct val="5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>
                <a:ln>
                  <a:noFill/>
                </a:ln>
                <a:solidFill>
                  <a:srgbClr val="660033"/>
                </a:solidFill>
                <a:effectLst/>
                <a:uLnTx/>
                <a:uFillTx/>
                <a:latin typeface="Times New Roman" panose="02020603050405020304" pitchFamily="18" charset="0"/>
                <a:ea typeface="楷体_GB2312" pitchFamily="49" charset="-122"/>
                <a:cs typeface="+mn-cs"/>
              </a:rPr>
              <a:t>0</a:t>
            </a:r>
            <a:endParaRPr kumimoji="0" lang="en-US" altLang="zh-CN" sz="2000" b="1" i="0" u="none" strike="noStrike" kern="1200" cap="none" spc="0" normalizeH="0" baseline="-18000" noProof="0">
              <a:ln>
                <a:noFill/>
              </a:ln>
              <a:solidFill>
                <a:srgbClr val="660033"/>
              </a:solidFill>
              <a:effectLst/>
              <a:uLnTx/>
              <a:uFillTx/>
              <a:latin typeface="Times New Roman" panose="02020603050405020304" pitchFamily="18" charset="0"/>
              <a:ea typeface="楷体_GB2312" pitchFamily="49" charset="-122"/>
              <a:cs typeface="+mn-cs"/>
            </a:endParaRPr>
          </a:p>
        </p:txBody>
      </p:sp>
      <p:sp>
        <p:nvSpPr>
          <p:cNvPr id="183593" name="Text Box 297">
            <a:extLst>
              <a:ext uri="{FF2B5EF4-FFF2-40B4-BE49-F238E27FC236}">
                <a16:creationId xmlns:a16="http://schemas.microsoft.com/office/drawing/2014/main" id="{A4E58F64-49BC-40ED-95D9-8A3117681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51720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F =(Co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′</a:t>
            </a:r>
            <a:r>
              <a:rPr kumimoji="0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Arial" panose="020B0604020202020204" pitchFamily="34" charset="0"/>
              </a:rPr>
              <a:t>·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′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0" lang="en-US" altLang="zh-CN" sz="1800" b="1" i="0" u="none" strike="noStrike" kern="1200" cap="none" spc="0" normalizeH="0" baseline="0" noProof="0">
                <a:ln>
                  <a:noFill/>
                </a:ln>
                <a:solidFill>
                  <a:srgbClr val="007A77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·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800" b="1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)′)</a:t>
            </a:r>
            <a:r>
              <a:rPr kumimoji="0" lang="en-US" altLang="zh-CN" sz="28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′</a:t>
            </a:r>
            <a:endParaRPr kumimoji="0" lang="en-US" altLang="zh-CN" sz="18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262094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835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835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0" dur="1000"/>
                                        <p:tgtEl>
                                          <p:spTgt spid="183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835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835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7" dur="1000"/>
                                        <p:tgtEl>
                                          <p:spTgt spid="183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8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35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35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8" dur="1000"/>
                                        <p:tgtEl>
                                          <p:spTgt spid="183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835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835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05" dur="1000"/>
                                        <p:tgtEl>
                                          <p:spTgt spid="183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35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1835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12" dur="1000"/>
                                        <p:tgtEl>
                                          <p:spTgt spid="183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557" grpId="0"/>
      <p:bldP spid="183558" grpId="0"/>
      <p:bldP spid="183559" grpId="0"/>
      <p:bldP spid="183580" grpId="0"/>
      <p:bldP spid="183591" grpId="0"/>
      <p:bldP spid="183593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2">
            <a:extLst>
              <a:ext uri="{FF2B5EF4-FFF2-40B4-BE49-F238E27FC236}">
                <a16:creationId xmlns:a16="http://schemas.microsoft.com/office/drawing/2014/main" id="{9E42613D-FDB7-4942-873D-0916CFD526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68325" y="481013"/>
            <a:ext cx="2714625" cy="479425"/>
          </a:xfrm>
        </p:spPr>
        <p:txBody>
          <a:bodyPr/>
          <a:lstStyle/>
          <a:p>
            <a:pPr algn="l" eaLnBrk="1" hangingPunct="1">
              <a:defRPr/>
            </a:pPr>
            <a:r>
              <a:rPr lang="zh-CN" altLang="en-US" sz="3200" b="1" dirty="0">
                <a:solidFill>
                  <a:srgbClr val="1F08F8"/>
                </a:solidFill>
                <a:cs typeface="Times New Roman" pitchFamily="18" charset="0"/>
              </a:rPr>
              <a:t>四、</a:t>
            </a:r>
            <a:r>
              <a:rPr lang="zh-CN" altLang="en-US" sz="3200" b="1" dirty="0">
                <a:solidFill>
                  <a:srgbClr val="1F08F8"/>
                </a:solidFill>
              </a:rPr>
              <a:t>编码器</a:t>
            </a:r>
          </a:p>
        </p:txBody>
      </p:sp>
      <p:sp>
        <p:nvSpPr>
          <p:cNvPr id="275459" name="Text Box 3">
            <a:extLst>
              <a:ext uri="{FF2B5EF4-FFF2-40B4-BE49-F238E27FC236}">
                <a16:creationId xmlns:a16="http://schemas.microsoft.com/office/drawing/2014/main" id="{149A3E0B-20CB-4BEC-817E-910BD454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675" y="2260600"/>
            <a:ext cx="8408988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功能：对应输入的每一个状态，输出一个编码。</a:t>
            </a:r>
          </a:p>
        </p:txBody>
      </p:sp>
      <p:sp>
        <p:nvSpPr>
          <p:cNvPr id="275460" name="Text Box 4">
            <a:extLst>
              <a:ext uri="{FF2B5EF4-FFF2-40B4-BE49-F238E27FC236}">
                <a16:creationId xmlns:a16="http://schemas.microsoft.com/office/drawing/2014/main" id="{D7074F78-9D51-4197-9BFF-D74057D94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5775" y="3084513"/>
            <a:ext cx="310197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FF00"/>
              </a:buClr>
              <a:buSzPct val="70000"/>
              <a:buFont typeface="Wingdings" panose="05000000000000000000" pitchFamily="2" charset="2"/>
              <a:buChar char="n"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二进制编码器</a:t>
            </a:r>
          </a:p>
        </p:txBody>
      </p:sp>
      <p:sp>
        <p:nvSpPr>
          <p:cNvPr id="275461" name="Text Box 5">
            <a:extLst>
              <a:ext uri="{FF2B5EF4-FFF2-40B4-BE49-F238E27FC236}">
                <a16:creationId xmlns:a16="http://schemas.microsoft.com/office/drawing/2014/main" id="{58A8408B-9C96-44FC-AA5F-010EBDBD8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9900" y="4160838"/>
            <a:ext cx="415448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FF00"/>
              </a:buClr>
              <a:buSzPct val="70000"/>
              <a:buFont typeface="Wingdings" panose="05000000000000000000" pitchFamily="2" charset="2"/>
              <a:buChar char="n"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二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—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十进制编码器</a:t>
            </a:r>
          </a:p>
        </p:txBody>
      </p:sp>
      <p:sp>
        <p:nvSpPr>
          <p:cNvPr id="275462" name="Text Box 6">
            <a:extLst>
              <a:ext uri="{FF2B5EF4-FFF2-40B4-BE49-F238E27FC236}">
                <a16:creationId xmlns:a16="http://schemas.microsoft.com/office/drawing/2014/main" id="{C62D1AD8-30D3-4E8B-BD4E-039671A5D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5775" y="5200650"/>
            <a:ext cx="31019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FF00"/>
              </a:buClr>
              <a:buSzPct val="70000"/>
              <a:buFont typeface="Wingdings" panose="05000000000000000000" pitchFamily="2" charset="2"/>
              <a:buChar char="n"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优先编码器</a:t>
            </a:r>
          </a:p>
        </p:txBody>
      </p:sp>
      <p:sp>
        <p:nvSpPr>
          <p:cNvPr id="275463" name="Text Box 7">
            <a:extLst>
              <a:ext uri="{FF2B5EF4-FFF2-40B4-BE49-F238E27FC236}">
                <a16:creationId xmlns:a16="http://schemas.microsoft.com/office/drawing/2014/main" id="{000CD374-01E0-41C0-8D67-2BFA55D912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2138" y="1400175"/>
            <a:ext cx="26003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编码器</a:t>
            </a:r>
          </a:p>
        </p:txBody>
      </p:sp>
    </p:spTree>
    <p:extLst>
      <p:ext uri="{BB962C8B-B14F-4D97-AF65-F5344CB8AC3E}">
        <p14:creationId xmlns:p14="http://schemas.microsoft.com/office/powerpoint/2010/main" val="327366580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5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5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754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754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5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5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75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75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54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54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5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75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458" grpId="0" autoUpdateAnimBg="0"/>
      <p:bldP spid="275459" grpId="0" autoUpdateAnimBg="0"/>
      <p:bldP spid="275460" grpId="0" autoUpdateAnimBg="0"/>
      <p:bldP spid="275461" grpId="0" autoUpdateAnimBg="0"/>
      <p:bldP spid="275462" grpId="0" autoUpdateAnimBg="0"/>
      <p:bldP spid="275463" grpId="0" autoUpdateAnimBg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2">
            <a:extLst>
              <a:ext uri="{FF2B5EF4-FFF2-40B4-BE49-F238E27FC236}">
                <a16:creationId xmlns:a16="http://schemas.microsoft.com/office/drawing/2014/main" id="{D37DFB7E-DAFE-43E1-9124-E8908B0CE2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39700" y="174625"/>
            <a:ext cx="3254375" cy="569913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rgbClr val="1F08F8"/>
                </a:solidFill>
              </a:rPr>
              <a:t>1</a:t>
            </a:r>
            <a:r>
              <a:rPr lang="zh-CN" altLang="en-US" sz="2800" b="1">
                <a:solidFill>
                  <a:srgbClr val="1F08F8"/>
                </a:solidFill>
              </a:rPr>
              <a:t>、二进制编码器</a:t>
            </a:r>
          </a:p>
        </p:txBody>
      </p:sp>
      <p:sp>
        <p:nvSpPr>
          <p:cNvPr id="276483" name="Rectangle 3">
            <a:extLst>
              <a:ext uri="{FF2B5EF4-FFF2-40B4-BE49-F238E27FC236}">
                <a16:creationId xmlns:a16="http://schemas.microsoft.com/office/drawing/2014/main" id="{C414F70C-1BF6-4B80-B872-A66CEC2D6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" y="963613"/>
            <a:ext cx="8686800" cy="1203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ctr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定义：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用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n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位二进制代码对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2</a:t>
            </a:r>
            <a:r>
              <a:rPr kumimoji="1" lang="en-US" altLang="zh-CN" sz="2800" b="1" i="0" u="none" strike="noStrike" kern="1200" cap="none" spc="0" normalizeH="0" baseline="3000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n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个信号进行编码的电路</a:t>
            </a:r>
          </a:p>
          <a:p>
            <a:pPr marL="0" marR="0" lvl="0" indent="0" algn="l" defTabSz="914400" rtl="0" eaLnBrk="1" fontAlgn="ctr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   叫做二进制编码器</a:t>
            </a:r>
          </a:p>
        </p:txBody>
      </p:sp>
      <p:sp>
        <p:nvSpPr>
          <p:cNvPr id="276484" name="Text Box 4">
            <a:extLst>
              <a:ext uri="{FF2B5EF4-FFF2-40B4-BE49-F238E27FC236}">
                <a16:creationId xmlns:a16="http://schemas.microsoft.com/office/drawing/2014/main" id="{5134D844-7B79-4348-8080-BFD9197FB7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00" y="2832100"/>
            <a:ext cx="208280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示意框图：</a:t>
            </a:r>
          </a:p>
        </p:txBody>
      </p:sp>
      <p:grpSp>
        <p:nvGrpSpPr>
          <p:cNvPr id="276485" name="Group 5">
            <a:extLst>
              <a:ext uri="{FF2B5EF4-FFF2-40B4-BE49-F238E27FC236}">
                <a16:creationId xmlns:a16="http://schemas.microsoft.com/office/drawing/2014/main" id="{74BBF832-D9EE-4FE1-9D42-8D096784442C}"/>
              </a:ext>
            </a:extLst>
          </p:cNvPr>
          <p:cNvGrpSpPr>
            <a:grpSpLocks/>
          </p:cNvGrpSpPr>
          <p:nvPr/>
        </p:nvGrpSpPr>
        <p:grpSpPr bwMode="auto">
          <a:xfrm>
            <a:off x="2000250" y="2225675"/>
            <a:ext cx="6832600" cy="1792288"/>
            <a:chOff x="1260" y="1402"/>
            <a:chExt cx="4304" cy="1129"/>
          </a:xfrm>
        </p:grpSpPr>
        <p:sp>
          <p:nvSpPr>
            <p:cNvPr id="70663" name="Rectangle 6">
              <a:extLst>
                <a:ext uri="{FF2B5EF4-FFF2-40B4-BE49-F238E27FC236}">
                  <a16:creationId xmlns:a16="http://schemas.microsoft.com/office/drawing/2014/main" id="{9216B9D5-755E-4F6F-9DFA-5C2E6CCA0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1530"/>
              <a:ext cx="672" cy="86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二进制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编码器</a:t>
              </a:r>
            </a:p>
          </p:txBody>
        </p:sp>
        <p:sp>
          <p:nvSpPr>
            <p:cNvPr id="70664" name="Line 7">
              <a:extLst>
                <a:ext uri="{FF2B5EF4-FFF2-40B4-BE49-F238E27FC236}">
                  <a16:creationId xmlns:a16="http://schemas.microsoft.com/office/drawing/2014/main" id="{FBCCCA34-5747-4C35-A2D9-3ABC062E73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1626"/>
              <a:ext cx="4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665" name="Line 8">
              <a:extLst>
                <a:ext uri="{FF2B5EF4-FFF2-40B4-BE49-F238E27FC236}">
                  <a16:creationId xmlns:a16="http://schemas.microsoft.com/office/drawing/2014/main" id="{02A70CAF-D291-4F0E-9D69-1080F276D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1818"/>
              <a:ext cx="4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666" name="Line 9">
              <a:extLst>
                <a:ext uri="{FF2B5EF4-FFF2-40B4-BE49-F238E27FC236}">
                  <a16:creationId xmlns:a16="http://schemas.microsoft.com/office/drawing/2014/main" id="{90A0F515-9CEB-4417-BF31-6E344DE8D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2298"/>
              <a:ext cx="4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667" name="Line 10">
              <a:extLst>
                <a:ext uri="{FF2B5EF4-FFF2-40B4-BE49-F238E27FC236}">
                  <a16:creationId xmlns:a16="http://schemas.microsoft.com/office/drawing/2014/main" id="{42B07B31-B1A2-49B9-BA8F-3A7CDCD59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7" y="1626"/>
              <a:ext cx="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668" name="Line 11">
              <a:extLst>
                <a:ext uri="{FF2B5EF4-FFF2-40B4-BE49-F238E27FC236}">
                  <a16:creationId xmlns:a16="http://schemas.microsoft.com/office/drawing/2014/main" id="{9DAC5A5F-05D7-473F-B348-FD2233517C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7" y="2298"/>
              <a:ext cx="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669" name="Line 12">
              <a:extLst>
                <a:ext uri="{FF2B5EF4-FFF2-40B4-BE49-F238E27FC236}">
                  <a16:creationId xmlns:a16="http://schemas.microsoft.com/office/drawing/2014/main" id="{0062B3B9-6413-4AAF-AC24-2A21B72DDC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9" y="1962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670" name="Rectangle 13">
              <a:extLst>
                <a:ext uri="{FF2B5EF4-FFF2-40B4-BE49-F238E27FC236}">
                  <a16:creationId xmlns:a16="http://schemas.microsoft.com/office/drawing/2014/main" id="{182161D1-E7DF-4FC4-A6D2-3E2268DA6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5" y="1434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0671" name="Rectangle 14">
              <a:extLst>
                <a:ext uri="{FF2B5EF4-FFF2-40B4-BE49-F238E27FC236}">
                  <a16:creationId xmlns:a16="http://schemas.microsoft.com/office/drawing/2014/main" id="{5A4E7D42-E20F-4390-939F-CCA99616E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5" y="1674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0672" name="Rectangle 15">
              <a:extLst>
                <a:ext uri="{FF2B5EF4-FFF2-40B4-BE49-F238E27FC236}">
                  <a16:creationId xmlns:a16="http://schemas.microsoft.com/office/drawing/2014/main" id="{19CB8665-EC32-49E4-8268-F3B5209C6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5" y="2154"/>
              <a:ext cx="45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0673" name="Rectangle 16">
              <a:extLst>
                <a:ext uri="{FF2B5EF4-FFF2-40B4-BE49-F238E27FC236}">
                  <a16:creationId xmlns:a16="http://schemas.microsoft.com/office/drawing/2014/main" id="{6BFA76CB-6B8B-452C-BFDA-93D65C864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1402"/>
              <a:ext cx="279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0674" name="Rectangle 17">
              <a:extLst>
                <a:ext uri="{FF2B5EF4-FFF2-40B4-BE49-F238E27FC236}">
                  <a16:creationId xmlns:a16="http://schemas.microsoft.com/office/drawing/2014/main" id="{5C15CDDF-EC27-41D1-AE0F-B9660C550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2204"/>
              <a:ext cx="516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30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–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0675" name="AutoShape 18">
              <a:extLst>
                <a:ext uri="{FF2B5EF4-FFF2-40B4-BE49-F238E27FC236}">
                  <a16:creationId xmlns:a16="http://schemas.microsoft.com/office/drawing/2014/main" id="{3B8F771B-64ED-4229-B761-507E723F0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530"/>
              <a:ext cx="48" cy="768"/>
            </a:xfrm>
            <a:prstGeom prst="leftBrace">
              <a:avLst>
                <a:gd name="adj1" fmla="val 133333"/>
                <a:gd name="adj2" fmla="val 50000"/>
              </a:avLst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676" name="AutoShape 19">
              <a:extLst>
                <a:ext uri="{FF2B5EF4-FFF2-40B4-BE49-F238E27FC236}">
                  <a16:creationId xmlns:a16="http://schemas.microsoft.com/office/drawing/2014/main" id="{06F0B447-B4EC-45B0-87C1-DC7FB57AA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530"/>
              <a:ext cx="183" cy="816"/>
            </a:xfrm>
            <a:prstGeom prst="rightBrace">
              <a:avLst>
                <a:gd name="adj1" fmla="val 37158"/>
                <a:gd name="adj2" fmla="val 52819"/>
              </a:avLst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677" name="Rectangle 20">
              <a:extLst>
                <a:ext uri="{FF2B5EF4-FFF2-40B4-BE49-F238E27FC236}">
                  <a16:creationId xmlns:a16="http://schemas.microsoft.com/office/drawing/2014/main" id="{026568A1-60BB-4D80-89B7-97BFEECC8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0" y="1690"/>
              <a:ext cx="798" cy="6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输入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30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个信号</a:t>
              </a:r>
            </a:p>
          </p:txBody>
        </p:sp>
        <p:sp>
          <p:nvSpPr>
            <p:cNvPr id="70678" name="Rectangle 21">
              <a:extLst>
                <a:ext uri="{FF2B5EF4-FFF2-40B4-BE49-F238E27FC236}">
                  <a16:creationId xmlns:a16="http://schemas.microsoft.com/office/drawing/2014/main" id="{1D1FD27F-9E19-4585-B977-917A53F2F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3" y="1690"/>
              <a:ext cx="1151" cy="6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输出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n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位二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进制代码</a:t>
              </a:r>
            </a:p>
          </p:txBody>
        </p:sp>
        <p:sp>
          <p:nvSpPr>
            <p:cNvPr id="70679" name="Line 22">
              <a:extLst>
                <a:ext uri="{FF2B5EF4-FFF2-40B4-BE49-F238E27FC236}">
                  <a16:creationId xmlns:a16="http://schemas.microsoft.com/office/drawing/2014/main" id="{81AC7788-C669-41B1-AF43-4D05B268A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7" y="1818"/>
              <a:ext cx="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680" name="Rectangle 23">
              <a:extLst>
                <a:ext uri="{FF2B5EF4-FFF2-40B4-BE49-F238E27FC236}">
                  <a16:creationId xmlns:a16="http://schemas.microsoft.com/office/drawing/2014/main" id="{D7008771-341A-43A1-9CD2-6D096780A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1626"/>
              <a:ext cx="311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0681" name="Line 24">
              <a:extLst>
                <a:ext uri="{FF2B5EF4-FFF2-40B4-BE49-F238E27FC236}">
                  <a16:creationId xmlns:a16="http://schemas.microsoft.com/office/drawing/2014/main" id="{3E537516-D7F6-4937-ACBD-3EA9C2EF6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7" y="1962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76505" name="Rectangle 25">
            <a:extLst>
              <a:ext uri="{FF2B5EF4-FFF2-40B4-BE49-F238E27FC236}">
                <a16:creationId xmlns:a16="http://schemas.microsoft.com/office/drawing/2014/main" id="{229B6F3B-4380-4325-B11E-818B045EC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775" y="4246563"/>
            <a:ext cx="8658225" cy="1758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特点：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任意一时刻只能对一个信号进行编码，即只     </a:t>
            </a:r>
          </a:p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   允许一个信号为有效电平（低电平或高电</a:t>
            </a:r>
          </a:p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   平），而其余信号为无效电平。</a:t>
            </a:r>
          </a:p>
        </p:txBody>
      </p:sp>
    </p:spTree>
    <p:extLst>
      <p:ext uri="{BB962C8B-B14F-4D97-AF65-F5344CB8AC3E}">
        <p14:creationId xmlns:p14="http://schemas.microsoft.com/office/powerpoint/2010/main" val="195102086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6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6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76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76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6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76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76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482" grpId="0" autoUpdateAnimBg="0"/>
      <p:bldP spid="276483" grpId="0" autoUpdateAnimBg="0"/>
      <p:bldP spid="276484" grpId="0" autoUpdateAnimBg="0"/>
      <p:bldP spid="276505" grpId="0" autoUpdateAnimBg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Oval 2">
            <a:extLst>
              <a:ext uri="{FF2B5EF4-FFF2-40B4-BE49-F238E27FC236}">
                <a16:creationId xmlns:a16="http://schemas.microsoft.com/office/drawing/2014/main" id="{0EC1C02E-4F3D-4EF6-AA8E-AC9D3DC8F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3238" y="4465638"/>
            <a:ext cx="1143000" cy="381000"/>
          </a:xfrm>
          <a:prstGeom prst="ellips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07" name="Line 3">
            <a:extLst>
              <a:ext uri="{FF2B5EF4-FFF2-40B4-BE49-F238E27FC236}">
                <a16:creationId xmlns:a16="http://schemas.microsoft.com/office/drawing/2014/main" id="{9A6FF025-D207-4ED8-9319-99AF904E8D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86063" y="3270250"/>
            <a:ext cx="0" cy="3603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08" name="Text Box 4">
            <a:extLst>
              <a:ext uri="{FF2B5EF4-FFF2-40B4-BE49-F238E27FC236}">
                <a16:creationId xmlns:a16="http://schemas.microsoft.com/office/drawing/2014/main" id="{D47FCFCD-0665-4CBC-B2D5-27A59AF88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313" y="2881313"/>
            <a:ext cx="1800225" cy="3587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看电视</a:t>
            </a:r>
          </a:p>
        </p:txBody>
      </p:sp>
      <p:sp>
        <p:nvSpPr>
          <p:cNvPr id="149509" name="Line 5">
            <a:extLst>
              <a:ext uri="{FF2B5EF4-FFF2-40B4-BE49-F238E27FC236}">
                <a16:creationId xmlns:a16="http://schemas.microsoft.com/office/drawing/2014/main" id="{2AC075FE-E401-4D7A-8C80-44BE0BA1161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54438" y="3038475"/>
            <a:ext cx="685800" cy="0"/>
          </a:xfrm>
          <a:prstGeom prst="line">
            <a:avLst/>
          </a:prstGeom>
          <a:noFill/>
          <a:ln w="9525">
            <a:solidFill>
              <a:srgbClr val="00FF00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10" name="Line 6">
            <a:extLst>
              <a:ext uri="{FF2B5EF4-FFF2-40B4-BE49-F238E27FC236}">
                <a16:creationId xmlns:a16="http://schemas.microsoft.com/office/drawing/2014/main" id="{6B09F5E5-5EB0-4397-96E3-80A0EA5CA9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754438" y="3846513"/>
            <a:ext cx="685800" cy="0"/>
          </a:xfrm>
          <a:prstGeom prst="line">
            <a:avLst/>
          </a:prstGeom>
          <a:noFill/>
          <a:ln w="9525">
            <a:solidFill>
              <a:srgbClr val="00FF00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11" name="Line 7">
            <a:extLst>
              <a:ext uri="{FF2B5EF4-FFF2-40B4-BE49-F238E27FC236}">
                <a16:creationId xmlns:a16="http://schemas.microsoft.com/office/drawing/2014/main" id="{029E361C-00F8-4742-B812-654DE9B08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6975" y="4594225"/>
            <a:ext cx="685800" cy="0"/>
          </a:xfrm>
          <a:prstGeom prst="line">
            <a:avLst/>
          </a:prstGeom>
          <a:noFill/>
          <a:ln w="9525">
            <a:solidFill>
              <a:srgbClr val="00FF00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12" name="Line 8">
            <a:extLst>
              <a:ext uri="{FF2B5EF4-FFF2-40B4-BE49-F238E27FC236}">
                <a16:creationId xmlns:a16="http://schemas.microsoft.com/office/drawing/2014/main" id="{39CEE0D9-A333-47CC-B021-92971F1A7EE5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6975" y="5314950"/>
            <a:ext cx="685800" cy="0"/>
          </a:xfrm>
          <a:prstGeom prst="line">
            <a:avLst/>
          </a:prstGeom>
          <a:noFill/>
          <a:ln w="9525">
            <a:solidFill>
              <a:srgbClr val="00FF00"/>
            </a:solidFill>
            <a:prstDash val="dash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13" name="Rectangle 9">
            <a:extLst>
              <a:ext uri="{FF2B5EF4-FFF2-40B4-BE49-F238E27FC236}">
                <a16:creationId xmlns:a16="http://schemas.microsoft.com/office/drawing/2014/main" id="{E5192870-38E9-4809-9378-93CAAB145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4563" y="4410075"/>
            <a:ext cx="122078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0" bIns="0"/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中断处理</a:t>
            </a:r>
            <a:endParaRPr kumimoji="0" lang="zh-CN" alt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14" name="Rectangle 10">
            <a:extLst>
              <a:ext uri="{FF2B5EF4-FFF2-40B4-BE49-F238E27FC236}">
                <a16:creationId xmlns:a16="http://schemas.microsoft.com/office/drawing/2014/main" id="{9455E78E-DF70-4562-A4D8-8F01AE6FB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7263" y="3602038"/>
            <a:ext cx="12255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中断请求</a:t>
            </a:r>
            <a:endParaRPr kumimoji="0" lang="zh-CN" alt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15" name="Text Box 11">
            <a:extLst>
              <a:ext uri="{FF2B5EF4-FFF2-40B4-BE49-F238E27FC236}">
                <a16:creationId xmlns:a16="http://schemas.microsoft.com/office/drawing/2014/main" id="{524B5C63-9457-422D-B813-287E381AC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1213" y="2162175"/>
            <a:ext cx="1296987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实际生活</a:t>
            </a:r>
          </a:p>
        </p:txBody>
      </p:sp>
      <p:sp>
        <p:nvSpPr>
          <p:cNvPr id="149516" name="Line 12">
            <a:extLst>
              <a:ext uri="{FF2B5EF4-FFF2-40B4-BE49-F238E27FC236}">
                <a16:creationId xmlns:a16="http://schemas.microsoft.com/office/drawing/2014/main" id="{D84F9D3E-C277-4452-A06E-AE8B12CE3F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3663" y="3817938"/>
            <a:ext cx="720725" cy="0"/>
          </a:xfrm>
          <a:prstGeom prst="line">
            <a:avLst/>
          </a:prstGeom>
          <a:noFill/>
          <a:ln w="9525">
            <a:solidFill>
              <a:srgbClr val="00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17" name="Line 13">
            <a:extLst>
              <a:ext uri="{FF2B5EF4-FFF2-40B4-BE49-F238E27FC236}">
                <a16:creationId xmlns:a16="http://schemas.microsoft.com/office/drawing/2014/main" id="{F8700871-47DB-43C1-BABE-F11B16BEA4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3663" y="4554538"/>
            <a:ext cx="720725" cy="0"/>
          </a:xfrm>
          <a:prstGeom prst="line">
            <a:avLst/>
          </a:prstGeom>
          <a:noFill/>
          <a:ln w="9525">
            <a:solidFill>
              <a:srgbClr val="00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18" name="Line 14">
            <a:extLst>
              <a:ext uri="{FF2B5EF4-FFF2-40B4-BE49-F238E27FC236}">
                <a16:creationId xmlns:a16="http://schemas.microsoft.com/office/drawing/2014/main" id="{EF1066E8-754C-46C9-9FDA-34941BEB1C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3663" y="5273675"/>
            <a:ext cx="792162" cy="0"/>
          </a:xfrm>
          <a:prstGeom prst="line">
            <a:avLst/>
          </a:prstGeom>
          <a:noFill/>
          <a:ln w="9525">
            <a:solidFill>
              <a:srgbClr val="00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19" name="Rectangle 15">
            <a:extLst>
              <a:ext uri="{FF2B5EF4-FFF2-40B4-BE49-F238E27FC236}">
                <a16:creationId xmlns:a16="http://schemas.microsoft.com/office/drawing/2014/main" id="{47F70F49-F51B-417E-B9F7-B8115133F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8850" y="5113338"/>
            <a:ext cx="12239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0" bIns="0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中断返回</a:t>
            </a:r>
            <a:endParaRPr kumimoji="0" lang="zh-CN" alt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20" name="Line 16">
            <a:extLst>
              <a:ext uri="{FF2B5EF4-FFF2-40B4-BE49-F238E27FC236}">
                <a16:creationId xmlns:a16="http://schemas.microsoft.com/office/drawing/2014/main" id="{9A9085CB-FEB6-4F60-9DFB-7B9BBED9F5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00350" y="4005263"/>
            <a:ext cx="0" cy="360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21" name="Text Box 17">
            <a:extLst>
              <a:ext uri="{FF2B5EF4-FFF2-40B4-BE49-F238E27FC236}">
                <a16:creationId xmlns:a16="http://schemas.microsoft.com/office/drawing/2014/main" id="{80F4659D-93CF-4A0B-A9B0-86D6429844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3644900"/>
            <a:ext cx="1800225" cy="3587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电话铃响</a:t>
            </a:r>
          </a:p>
        </p:txBody>
      </p:sp>
      <p:sp>
        <p:nvSpPr>
          <p:cNvPr id="149522" name="Line 18">
            <a:extLst>
              <a:ext uri="{FF2B5EF4-FFF2-40B4-BE49-F238E27FC236}">
                <a16:creationId xmlns:a16="http://schemas.microsoft.com/office/drawing/2014/main" id="{716DDD0D-5839-40E3-8612-1283EC3BEE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86063" y="4752975"/>
            <a:ext cx="0" cy="3603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23" name="Text Box 19">
            <a:extLst>
              <a:ext uri="{FF2B5EF4-FFF2-40B4-BE49-F238E27FC236}">
                <a16:creationId xmlns:a16="http://schemas.microsoft.com/office/drawing/2014/main" id="{44A0ECA9-1652-4C7C-8D7A-B8B6C3D51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313" y="4392613"/>
            <a:ext cx="1800225" cy="3587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接听电话</a:t>
            </a:r>
          </a:p>
        </p:txBody>
      </p:sp>
      <p:sp>
        <p:nvSpPr>
          <p:cNvPr id="149524" name="Line 20">
            <a:extLst>
              <a:ext uri="{FF2B5EF4-FFF2-40B4-BE49-F238E27FC236}">
                <a16:creationId xmlns:a16="http://schemas.microsoft.com/office/drawing/2014/main" id="{E2E021A9-BF3C-4932-8FA6-03E94F829C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86063" y="5516563"/>
            <a:ext cx="0" cy="360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25" name="Text Box 21">
            <a:extLst>
              <a:ext uri="{FF2B5EF4-FFF2-40B4-BE49-F238E27FC236}">
                <a16:creationId xmlns:a16="http://schemas.microsoft.com/office/drawing/2014/main" id="{A350DDA3-ABB8-4893-9ECB-2CA5CA3DAB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313" y="5127625"/>
            <a:ext cx="1800225" cy="3587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看电视</a:t>
            </a:r>
          </a:p>
        </p:txBody>
      </p:sp>
      <p:sp>
        <p:nvSpPr>
          <p:cNvPr id="149526" name="Line 22">
            <a:extLst>
              <a:ext uri="{FF2B5EF4-FFF2-40B4-BE49-F238E27FC236}">
                <a16:creationId xmlns:a16="http://schemas.microsoft.com/office/drawing/2014/main" id="{3143E2D4-A108-455D-B97D-BD31B078C3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76875" y="3270250"/>
            <a:ext cx="0" cy="3603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27" name="Text Box 23">
            <a:extLst>
              <a:ext uri="{FF2B5EF4-FFF2-40B4-BE49-F238E27FC236}">
                <a16:creationId xmlns:a16="http://schemas.microsoft.com/office/drawing/2014/main" id="{639EAB22-D36D-4E7B-973E-64F6A3F11E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125" y="2881313"/>
            <a:ext cx="1800225" cy="3587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主程序</a:t>
            </a:r>
          </a:p>
        </p:txBody>
      </p:sp>
      <p:sp>
        <p:nvSpPr>
          <p:cNvPr id="149528" name="Text Box 24">
            <a:extLst>
              <a:ext uri="{FF2B5EF4-FFF2-40B4-BE49-F238E27FC236}">
                <a16:creationId xmlns:a16="http://schemas.microsoft.com/office/drawing/2014/main" id="{560519E0-B7CF-449D-AF54-C11130CC84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2025" y="2162175"/>
            <a:ext cx="1296988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计算机</a:t>
            </a:r>
          </a:p>
        </p:txBody>
      </p:sp>
      <p:sp>
        <p:nvSpPr>
          <p:cNvPr id="149529" name="Line 25">
            <a:extLst>
              <a:ext uri="{FF2B5EF4-FFF2-40B4-BE49-F238E27FC236}">
                <a16:creationId xmlns:a16="http://schemas.microsoft.com/office/drawing/2014/main" id="{6F24227F-ADC5-4502-99AA-286B8F0A76B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91163" y="4005263"/>
            <a:ext cx="0" cy="360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30" name="Text Box 26">
            <a:extLst>
              <a:ext uri="{FF2B5EF4-FFF2-40B4-BE49-F238E27FC236}">
                <a16:creationId xmlns:a16="http://schemas.microsoft.com/office/drawing/2014/main" id="{CF6BC687-C9E2-4F73-B9EE-2236FDA96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0413" y="3644900"/>
            <a:ext cx="1800225" cy="3587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事件发生</a:t>
            </a:r>
          </a:p>
        </p:txBody>
      </p:sp>
      <p:sp>
        <p:nvSpPr>
          <p:cNvPr id="149531" name="Line 27">
            <a:extLst>
              <a:ext uri="{FF2B5EF4-FFF2-40B4-BE49-F238E27FC236}">
                <a16:creationId xmlns:a16="http://schemas.microsoft.com/office/drawing/2014/main" id="{2881382C-F0D0-48E1-8951-A6F7BFD78AA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76875" y="4752975"/>
            <a:ext cx="0" cy="3603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32" name="Text Box 28">
            <a:extLst>
              <a:ext uri="{FF2B5EF4-FFF2-40B4-BE49-F238E27FC236}">
                <a16:creationId xmlns:a16="http://schemas.microsoft.com/office/drawing/2014/main" id="{96F3A20A-6DAE-4C2A-93BE-67E1714E25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125" y="4392613"/>
            <a:ext cx="1800225" cy="3587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事件处理</a:t>
            </a:r>
          </a:p>
        </p:txBody>
      </p:sp>
      <p:sp>
        <p:nvSpPr>
          <p:cNvPr id="149533" name="Line 29">
            <a:extLst>
              <a:ext uri="{FF2B5EF4-FFF2-40B4-BE49-F238E27FC236}">
                <a16:creationId xmlns:a16="http://schemas.microsoft.com/office/drawing/2014/main" id="{85924615-C3C7-4FC5-ACC0-D7B0397BB7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76875" y="5516563"/>
            <a:ext cx="0" cy="360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9534" name="Text Box 30">
            <a:extLst>
              <a:ext uri="{FF2B5EF4-FFF2-40B4-BE49-F238E27FC236}">
                <a16:creationId xmlns:a16="http://schemas.microsoft.com/office/drawing/2014/main" id="{38D64CF0-6ACF-4D40-A53A-D029B5E07F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125" y="5127625"/>
            <a:ext cx="1800225" cy="3587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marL="342900" indent="-3429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rgbClr val="0000CC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  <a:t>主程序</a:t>
            </a:r>
          </a:p>
        </p:txBody>
      </p:sp>
      <p:sp>
        <p:nvSpPr>
          <p:cNvPr id="149535" name="Rectangle 31">
            <a:extLst>
              <a:ext uri="{FF2B5EF4-FFF2-40B4-BE49-F238E27FC236}">
                <a16:creationId xmlns:a16="http://schemas.microsoft.com/office/drawing/2014/main" id="{0F2803F2-A5AC-4E4F-B0EF-B831249B1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23950"/>
            <a:ext cx="4500563" cy="576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1241425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660525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2079625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498725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955925" indent="-228600" fontAlgn="base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3413125" indent="-228600" fontAlgn="base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870325" indent="-228600" fontAlgn="base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4327525" indent="-228600" fontAlgn="base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1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中断的概念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   </a:t>
            </a:r>
          </a:p>
        </p:txBody>
      </p:sp>
      <p:sp>
        <p:nvSpPr>
          <p:cNvPr id="35" name="Rectangle 24">
            <a:extLst>
              <a:ext uri="{FF2B5EF4-FFF2-40B4-BE49-F238E27FC236}">
                <a16:creationId xmlns:a16="http://schemas.microsoft.com/office/drawing/2014/main" id="{E4E9F78B-8A89-4E6D-A735-EE736F9F59A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277161" y="309671"/>
            <a:ext cx="6954715" cy="588136"/>
          </a:xfrm>
        </p:spPr>
        <p:txBody>
          <a:bodyPr/>
          <a:lstStyle/>
          <a:p>
            <a:r>
              <a:rPr lang="zh-CN" altLang="en-US" sz="4000" dirty="0">
                <a:solidFill>
                  <a:schemeClr val="folHlink"/>
                </a:solidFill>
                <a:latin typeface="宋体" panose="02010600030101010101" pitchFamily="2" charset="-122"/>
              </a:rPr>
              <a:t>编码器的应用</a:t>
            </a:r>
            <a:r>
              <a:rPr lang="en-US" altLang="zh-CN" sz="4000" dirty="0">
                <a:solidFill>
                  <a:schemeClr val="folHlink"/>
                </a:solidFill>
                <a:latin typeface="宋体" panose="02010600030101010101" pitchFamily="2" charset="-122"/>
              </a:rPr>
              <a:t>-</a:t>
            </a:r>
            <a:r>
              <a:rPr lang="zh-CN" altLang="en-US" sz="4000" dirty="0">
                <a:solidFill>
                  <a:schemeClr val="folHlink"/>
                </a:solidFill>
                <a:latin typeface="宋体" panose="02010600030101010101" pitchFamily="2" charset="-122"/>
              </a:rPr>
              <a:t>中断</a:t>
            </a:r>
          </a:p>
        </p:txBody>
      </p:sp>
    </p:spTree>
    <p:extLst>
      <p:ext uri="{BB962C8B-B14F-4D97-AF65-F5344CB8AC3E}">
        <p14:creationId xmlns:p14="http://schemas.microsoft.com/office/powerpoint/2010/main" val="1190579620"/>
      </p:ext>
    </p:extLst>
  </p:cSld>
  <p:clrMapOvr>
    <a:masterClrMapping/>
  </p:clrMapOvr>
  <p:transition>
    <p:zoom dir="in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95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95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95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95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9" dur="500"/>
                                        <p:tgtEl>
                                          <p:spTgt spid="149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4" dur="500"/>
                                        <p:tgtEl>
                                          <p:spTgt spid="149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9" dur="500"/>
                                        <p:tgtEl>
                                          <p:spTgt spid="149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4" dur="500"/>
                                        <p:tgtEl>
                                          <p:spTgt spid="149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9" dur="500"/>
                                        <p:tgtEl>
                                          <p:spTgt spid="149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4" dur="500"/>
                                        <p:tgtEl>
                                          <p:spTgt spid="149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49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4" dur="500"/>
                                        <p:tgtEl>
                                          <p:spTgt spid="149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9" dur="500"/>
                                        <p:tgtEl>
                                          <p:spTgt spid="149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2" dur="500"/>
                                        <p:tgtEl>
                                          <p:spTgt spid="149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5" dur="500"/>
                                        <p:tgtEl>
                                          <p:spTgt spid="149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8" dur="500"/>
                                        <p:tgtEl>
                                          <p:spTgt spid="149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1" dur="500"/>
                                        <p:tgtEl>
                                          <p:spTgt spid="149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4" dur="500"/>
                                        <p:tgtEl>
                                          <p:spTgt spid="149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7" dur="500"/>
                                        <p:tgtEl>
                                          <p:spTgt spid="149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80" dur="500"/>
                                        <p:tgtEl>
                                          <p:spTgt spid="149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83" dur="500"/>
                                        <p:tgtEl>
                                          <p:spTgt spid="149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86" dur="500"/>
                                        <p:tgtEl>
                                          <p:spTgt spid="149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19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0" fill="hold"/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0" fill="hold"/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0" fill="hold"/>
                                        <p:tgtEl>
                                          <p:spTgt spid="1495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0" fill="hold"/>
                                        <p:tgtEl>
                                          <p:spTgt spid="1495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0" fill="hold"/>
                                        <p:tgtEl>
                                          <p:spTgt spid="1495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0" fill="hold"/>
                                        <p:tgtEl>
                                          <p:spTgt spid="1495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0" fill="hold"/>
                                        <p:tgtEl>
                                          <p:spTgt spid="1495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0" fill="hold"/>
                                        <p:tgtEl>
                                          <p:spTgt spid="1495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495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495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149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149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495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495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1495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1495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1495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1495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08" grpId="0" animBg="1"/>
      <p:bldP spid="149513" grpId="0"/>
      <p:bldP spid="149514" grpId="0"/>
      <p:bldP spid="149515" grpId="0"/>
      <p:bldP spid="149519" grpId="0"/>
      <p:bldP spid="149521" grpId="0" animBg="1"/>
      <p:bldP spid="149523" grpId="0" animBg="1"/>
      <p:bldP spid="149525" grpId="0" animBg="1"/>
      <p:bldP spid="149527" grpId="0" animBg="1"/>
      <p:bldP spid="149528" grpId="0"/>
      <p:bldP spid="149530" grpId="0" animBg="1"/>
      <p:bldP spid="149532" grpId="0" animBg="1"/>
      <p:bldP spid="149534" grpId="0" animBg="1"/>
      <p:bldP spid="149535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2">
            <a:extLst>
              <a:ext uri="{FF2B5EF4-FFF2-40B4-BE49-F238E27FC236}">
                <a16:creationId xmlns:a16="http://schemas.microsoft.com/office/drawing/2014/main" id="{00CAD953-BCF7-47C2-9CD3-BAAD871EC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3843" name="Rectangle 3">
            <a:extLst>
              <a:ext uri="{FF2B5EF4-FFF2-40B4-BE49-F238E27FC236}">
                <a16:creationId xmlns:a16="http://schemas.microsoft.com/office/drawing/2014/main" id="{F9EEBEA0-FC6D-4627-9677-2C2917391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543175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aphicFrame>
        <p:nvGraphicFramePr>
          <p:cNvPr id="163844" name="Object 4">
            <a:extLst>
              <a:ext uri="{FF2B5EF4-FFF2-40B4-BE49-F238E27FC236}">
                <a16:creationId xmlns:a16="http://schemas.microsoft.com/office/drawing/2014/main" id="{85E15677-717B-4218-BB5B-AAA6AA17081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23850" y="1125538"/>
          <a:ext cx="8278813" cy="4895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0970" name="Visio" r:id="rId3" imgW="1907143" imgH="980361" progId="Visio.Drawing.6">
                  <p:embed/>
                </p:oleObj>
              </mc:Choice>
              <mc:Fallback>
                <p:oleObj name="Visio" r:id="rId3" imgW="1907143" imgH="980361" progId="Visio.Drawing.6">
                  <p:embed/>
                  <p:pic>
                    <p:nvPicPr>
                      <p:cNvPr id="163844" name="Object 4">
                        <a:extLst>
                          <a:ext uri="{FF2B5EF4-FFF2-40B4-BE49-F238E27FC236}">
                            <a16:creationId xmlns:a16="http://schemas.microsoft.com/office/drawing/2014/main" id="{85E15677-717B-4218-BB5B-AAA6AA17081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3850" y="1125538"/>
                        <a:ext cx="8278813" cy="48958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24">
            <a:extLst>
              <a:ext uri="{FF2B5EF4-FFF2-40B4-BE49-F238E27FC236}">
                <a16:creationId xmlns:a16="http://schemas.microsoft.com/office/drawing/2014/main" id="{28367E65-9762-4858-8333-587D8DAAF3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z="4000" dirty="0">
                <a:solidFill>
                  <a:schemeClr val="folHlink"/>
                </a:solidFill>
                <a:latin typeface="宋体" panose="02010600030101010101" pitchFamily="2" charset="-122"/>
              </a:rPr>
              <a:t>编码器的应用</a:t>
            </a:r>
            <a:r>
              <a:rPr lang="en-US" altLang="zh-CN" sz="4000" dirty="0">
                <a:solidFill>
                  <a:schemeClr val="folHlink"/>
                </a:solidFill>
                <a:latin typeface="宋体" panose="02010600030101010101" pitchFamily="2" charset="-122"/>
              </a:rPr>
              <a:t>-</a:t>
            </a:r>
            <a:r>
              <a:rPr lang="zh-CN" altLang="en-US" sz="4000" dirty="0">
                <a:solidFill>
                  <a:schemeClr val="folHlink"/>
                </a:solidFill>
                <a:latin typeface="宋体" panose="02010600030101010101" pitchFamily="2" charset="-122"/>
              </a:rPr>
              <a:t>中断</a:t>
            </a:r>
          </a:p>
        </p:txBody>
      </p:sp>
    </p:spTree>
    <p:extLst>
      <p:ext uri="{BB962C8B-B14F-4D97-AF65-F5344CB8AC3E}">
        <p14:creationId xmlns:p14="http://schemas.microsoft.com/office/powerpoint/2010/main" val="2917855772"/>
      </p:ext>
    </p:extLst>
  </p:cSld>
  <p:clrMapOvr>
    <a:masterClrMapping/>
  </p:clrMapOvr>
  <p:transition>
    <p:zoom dir="in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8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8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4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utoUpdateAnimBg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Rectangle 2">
            <a:extLst>
              <a:ext uri="{FF2B5EF4-FFF2-40B4-BE49-F238E27FC236}">
                <a16:creationId xmlns:a16="http://schemas.microsoft.com/office/drawing/2014/main" id="{D6400C49-0F62-4600-B773-2F9AD31E45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5088" y="130175"/>
            <a:ext cx="1406525" cy="461963"/>
          </a:xfrm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】</a:t>
            </a:r>
          </a:p>
        </p:txBody>
      </p:sp>
      <p:sp>
        <p:nvSpPr>
          <p:cNvPr id="277507" name="Rectangle 3">
            <a:extLst>
              <a:ext uri="{FF2B5EF4-FFF2-40B4-BE49-F238E27FC236}">
                <a16:creationId xmlns:a16="http://schemas.microsoft.com/office/drawing/2014/main" id="{E51A9E77-71E5-46F8-87A3-228E934DD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3463" y="104775"/>
            <a:ext cx="431482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设计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8—3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线二进制编码器 </a:t>
            </a:r>
          </a:p>
        </p:txBody>
      </p:sp>
      <p:sp>
        <p:nvSpPr>
          <p:cNvPr id="277508" name="Text Box 4">
            <a:extLst>
              <a:ext uri="{FF2B5EF4-FFF2-40B4-BE49-F238E27FC236}">
                <a16:creationId xmlns:a16="http://schemas.microsoft.com/office/drawing/2014/main" id="{12ACABFD-D3D0-4689-BDFF-EB5C3C61A1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813" y="585788"/>
            <a:ext cx="8382000" cy="1031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8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个输入信号分别用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~I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表示，且高电平有效；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输出的三位二进制代码分别用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1" lang="en-US" altLang="zh-CN" sz="2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表示。</a:t>
            </a:r>
            <a:endParaRPr kumimoji="1" lang="zh-CN" altLang="en-US" sz="2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7509" name="Text Box 5">
            <a:extLst>
              <a:ext uri="{FF2B5EF4-FFF2-40B4-BE49-F238E27FC236}">
                <a16:creationId xmlns:a16="http://schemas.microsoft.com/office/drawing/2014/main" id="{41EF3E45-1959-4B0C-B9F1-CF756CF890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888" y="1524000"/>
            <a:ext cx="20081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简化编码表</a:t>
            </a:r>
          </a:p>
        </p:txBody>
      </p:sp>
      <p:grpSp>
        <p:nvGrpSpPr>
          <p:cNvPr id="277510" name="Group 6">
            <a:extLst>
              <a:ext uri="{FF2B5EF4-FFF2-40B4-BE49-F238E27FC236}">
                <a16:creationId xmlns:a16="http://schemas.microsoft.com/office/drawing/2014/main" id="{2E52C7E4-7AF1-4246-B8CD-24472410F17D}"/>
              </a:ext>
            </a:extLst>
          </p:cNvPr>
          <p:cNvGrpSpPr>
            <a:grpSpLocks/>
          </p:cNvGrpSpPr>
          <p:nvPr/>
        </p:nvGrpSpPr>
        <p:grpSpPr bwMode="auto">
          <a:xfrm>
            <a:off x="3656013" y="1614488"/>
            <a:ext cx="4857750" cy="1574800"/>
            <a:chOff x="2371" y="1648"/>
            <a:chExt cx="3060" cy="992"/>
          </a:xfrm>
        </p:grpSpPr>
        <p:sp>
          <p:nvSpPr>
            <p:cNvPr id="71817" name="Text Box 7">
              <a:extLst>
                <a:ext uri="{FF2B5EF4-FFF2-40B4-BE49-F238E27FC236}">
                  <a16:creationId xmlns:a16="http://schemas.microsoft.com/office/drawing/2014/main" id="{7A9BE5E4-08A5-47B5-9B66-E1A1D1071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1" y="1648"/>
              <a:ext cx="2259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71818" name="Rectangle 8">
              <a:extLst>
                <a:ext uri="{FF2B5EF4-FFF2-40B4-BE49-F238E27FC236}">
                  <a16:creationId xmlns:a16="http://schemas.microsoft.com/office/drawing/2014/main" id="{F00042EF-CD02-4B6C-8B6A-E372AE1E0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1958"/>
              <a:ext cx="2136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71819" name="Rectangle 9">
              <a:extLst>
                <a:ext uri="{FF2B5EF4-FFF2-40B4-BE49-F238E27FC236}">
                  <a16:creationId xmlns:a16="http://schemas.microsoft.com/office/drawing/2014/main" id="{CD8A9397-95FE-42A0-A9D3-F522083E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292"/>
              <a:ext cx="1966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grpSp>
          <p:nvGrpSpPr>
            <p:cNvPr id="71820" name="Group 10">
              <a:extLst>
                <a:ext uri="{FF2B5EF4-FFF2-40B4-BE49-F238E27FC236}">
                  <a16:creationId xmlns:a16="http://schemas.microsoft.com/office/drawing/2014/main" id="{40673A80-D2B4-4982-9385-7001A1662C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6" y="1649"/>
              <a:ext cx="1163" cy="327"/>
              <a:chOff x="2485" y="2880"/>
              <a:chExt cx="1163" cy="327"/>
            </a:xfrm>
          </p:grpSpPr>
          <p:sp>
            <p:nvSpPr>
              <p:cNvPr id="71836" name="Text Box 11">
                <a:extLst>
                  <a:ext uri="{FF2B5EF4-FFF2-40B4-BE49-F238E27FC236}">
                    <a16:creationId xmlns:a16="http://schemas.microsoft.com/office/drawing/2014/main" id="{7D695B1C-838E-401F-8D47-F4D91FB34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85" y="2880"/>
                <a:ext cx="1163" cy="327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71837" name="Line 12">
                <a:extLst>
                  <a:ext uri="{FF2B5EF4-FFF2-40B4-BE49-F238E27FC236}">
                    <a16:creationId xmlns:a16="http://schemas.microsoft.com/office/drawing/2014/main" id="{4BF483CE-8ABF-4D23-9537-AAF716DEA8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65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838" name="Line 13">
                <a:extLst>
                  <a:ext uri="{FF2B5EF4-FFF2-40B4-BE49-F238E27FC236}">
                    <a16:creationId xmlns:a16="http://schemas.microsoft.com/office/drawing/2014/main" id="{8FCFB01A-D5EA-48CD-B84A-5BBF11FC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9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839" name="Line 14">
                <a:extLst>
                  <a:ext uri="{FF2B5EF4-FFF2-40B4-BE49-F238E27FC236}">
                    <a16:creationId xmlns:a16="http://schemas.microsoft.com/office/drawing/2014/main" id="{D8BA7169-8558-4298-8A45-879BA65FDB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1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840" name="Line 15">
                <a:extLst>
                  <a:ext uri="{FF2B5EF4-FFF2-40B4-BE49-F238E27FC236}">
                    <a16:creationId xmlns:a16="http://schemas.microsoft.com/office/drawing/2014/main" id="{4767F070-17BD-47F3-B57C-5A9525EAF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4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71821" name="Group 16">
              <a:extLst>
                <a:ext uri="{FF2B5EF4-FFF2-40B4-BE49-F238E27FC236}">
                  <a16:creationId xmlns:a16="http://schemas.microsoft.com/office/drawing/2014/main" id="{87E4AFD7-DEB7-4189-9B0A-0218537572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7" y="1977"/>
              <a:ext cx="1163" cy="327"/>
              <a:chOff x="2485" y="2880"/>
              <a:chExt cx="1163" cy="327"/>
            </a:xfrm>
          </p:grpSpPr>
          <p:sp>
            <p:nvSpPr>
              <p:cNvPr id="71831" name="Text Box 17">
                <a:extLst>
                  <a:ext uri="{FF2B5EF4-FFF2-40B4-BE49-F238E27FC236}">
                    <a16:creationId xmlns:a16="http://schemas.microsoft.com/office/drawing/2014/main" id="{C5CFB5AE-5283-4664-8AF8-E2B74DDB6A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85" y="2880"/>
                <a:ext cx="1163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71832" name="Line 18">
                <a:extLst>
                  <a:ext uri="{FF2B5EF4-FFF2-40B4-BE49-F238E27FC236}">
                    <a16:creationId xmlns:a16="http://schemas.microsoft.com/office/drawing/2014/main" id="{D63BF36B-BF93-4920-912B-0A63B8FA5A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65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833" name="Line 19">
                <a:extLst>
                  <a:ext uri="{FF2B5EF4-FFF2-40B4-BE49-F238E27FC236}">
                    <a16:creationId xmlns:a16="http://schemas.microsoft.com/office/drawing/2014/main" id="{1A26A8D5-353A-49CA-AC3A-4DE8E9B772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9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834" name="Line 20">
                <a:extLst>
                  <a:ext uri="{FF2B5EF4-FFF2-40B4-BE49-F238E27FC236}">
                    <a16:creationId xmlns:a16="http://schemas.microsoft.com/office/drawing/2014/main" id="{92C3B418-2BC2-411B-8C5D-DC29FC1DAC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1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835" name="Line 21">
                <a:extLst>
                  <a:ext uri="{FF2B5EF4-FFF2-40B4-BE49-F238E27FC236}">
                    <a16:creationId xmlns:a16="http://schemas.microsoft.com/office/drawing/2014/main" id="{D9283CCE-BA2F-43AF-AD32-670F01FF28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4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71822" name="Group 22">
              <a:extLst>
                <a:ext uri="{FF2B5EF4-FFF2-40B4-BE49-F238E27FC236}">
                  <a16:creationId xmlns:a16="http://schemas.microsoft.com/office/drawing/2014/main" id="{1FD1F304-1D33-4550-9E4E-0061EEC21B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68" y="2313"/>
              <a:ext cx="1163" cy="327"/>
              <a:chOff x="2485" y="2880"/>
              <a:chExt cx="1163" cy="327"/>
            </a:xfrm>
          </p:grpSpPr>
          <p:sp>
            <p:nvSpPr>
              <p:cNvPr id="71826" name="Text Box 23">
                <a:extLst>
                  <a:ext uri="{FF2B5EF4-FFF2-40B4-BE49-F238E27FC236}">
                    <a16:creationId xmlns:a16="http://schemas.microsoft.com/office/drawing/2014/main" id="{FB207585-3A4B-4D53-9EC2-20EB7BF09A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85" y="2880"/>
                <a:ext cx="1163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 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71827" name="Line 24">
                <a:extLst>
                  <a:ext uri="{FF2B5EF4-FFF2-40B4-BE49-F238E27FC236}">
                    <a16:creationId xmlns:a16="http://schemas.microsoft.com/office/drawing/2014/main" id="{C982BF8D-66D1-464D-AFA3-4A49027736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65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828" name="Line 25">
                <a:extLst>
                  <a:ext uri="{FF2B5EF4-FFF2-40B4-BE49-F238E27FC236}">
                    <a16:creationId xmlns:a16="http://schemas.microsoft.com/office/drawing/2014/main" id="{0AD6C85E-0655-49D9-BBEE-D3D971F06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9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829" name="Line 26">
                <a:extLst>
                  <a:ext uri="{FF2B5EF4-FFF2-40B4-BE49-F238E27FC236}">
                    <a16:creationId xmlns:a16="http://schemas.microsoft.com/office/drawing/2014/main" id="{C7B6C5EA-272D-4801-9A5A-976C0E0EDB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1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830" name="Line 27">
                <a:extLst>
                  <a:ext uri="{FF2B5EF4-FFF2-40B4-BE49-F238E27FC236}">
                    <a16:creationId xmlns:a16="http://schemas.microsoft.com/office/drawing/2014/main" id="{0D780B86-BC7A-4ED9-A589-AC68C540CC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4" y="2936"/>
                <a:ext cx="79" cy="0"/>
              </a:xfrm>
              <a:prstGeom prst="line">
                <a:avLst/>
              </a:prstGeom>
              <a:noFill/>
              <a:ln w="38100">
                <a:solidFill>
                  <a:srgbClr val="1F08F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1823" name="Line 28">
              <a:extLst>
                <a:ext uri="{FF2B5EF4-FFF2-40B4-BE49-F238E27FC236}">
                  <a16:creationId xmlns:a16="http://schemas.microsoft.com/office/drawing/2014/main" id="{E6F498B5-6616-47BD-B7A4-7AF17B85A8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5" y="1660"/>
              <a:ext cx="70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824" name="Line 29">
              <a:extLst>
                <a:ext uri="{FF2B5EF4-FFF2-40B4-BE49-F238E27FC236}">
                  <a16:creationId xmlns:a16="http://schemas.microsoft.com/office/drawing/2014/main" id="{187E8BA0-C06B-48F4-B60A-A92A76F4D2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6" y="1988"/>
              <a:ext cx="70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825" name="Line 30">
              <a:extLst>
                <a:ext uri="{FF2B5EF4-FFF2-40B4-BE49-F238E27FC236}">
                  <a16:creationId xmlns:a16="http://schemas.microsoft.com/office/drawing/2014/main" id="{B62EBC15-FA51-420D-9EFF-1CAB76A2FA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9" y="2326"/>
              <a:ext cx="700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77535" name="Group 31">
            <a:extLst>
              <a:ext uri="{FF2B5EF4-FFF2-40B4-BE49-F238E27FC236}">
                <a16:creationId xmlns:a16="http://schemas.microsoft.com/office/drawing/2014/main" id="{6113CD0E-842A-486F-AE74-D157368463F5}"/>
              </a:ext>
            </a:extLst>
          </p:cNvPr>
          <p:cNvGrpSpPr>
            <a:grpSpLocks/>
          </p:cNvGrpSpPr>
          <p:nvPr/>
        </p:nvGrpSpPr>
        <p:grpSpPr bwMode="auto">
          <a:xfrm>
            <a:off x="412750" y="2144713"/>
            <a:ext cx="2903538" cy="4038600"/>
            <a:chOff x="260" y="1351"/>
            <a:chExt cx="1829" cy="2544"/>
          </a:xfrm>
        </p:grpSpPr>
        <p:sp>
          <p:nvSpPr>
            <p:cNvPr id="71791" name="Line 32">
              <a:extLst>
                <a:ext uri="{FF2B5EF4-FFF2-40B4-BE49-F238E27FC236}">
                  <a16:creationId xmlns:a16="http://schemas.microsoft.com/office/drawing/2014/main" id="{21D3BFEB-BCAE-4329-9611-B00869E5B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" y="1351"/>
              <a:ext cx="1776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792" name="Line 33">
              <a:extLst>
                <a:ext uri="{FF2B5EF4-FFF2-40B4-BE49-F238E27FC236}">
                  <a16:creationId xmlns:a16="http://schemas.microsoft.com/office/drawing/2014/main" id="{3A61627D-26AF-4BB8-BEE5-CD151674A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" y="1927"/>
              <a:ext cx="1776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793" name="Line 34">
              <a:extLst>
                <a:ext uri="{FF2B5EF4-FFF2-40B4-BE49-F238E27FC236}">
                  <a16:creationId xmlns:a16="http://schemas.microsoft.com/office/drawing/2014/main" id="{DDC297CC-40B6-44A9-B566-DCB16BA410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" y="1351"/>
              <a:ext cx="0" cy="2544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794" name="Line 35">
              <a:extLst>
                <a:ext uri="{FF2B5EF4-FFF2-40B4-BE49-F238E27FC236}">
                  <a16:creationId xmlns:a16="http://schemas.microsoft.com/office/drawing/2014/main" id="{27F44247-7AC8-4AB1-9758-8CFD246D4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" y="3895"/>
              <a:ext cx="1776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795" name="Line 36">
              <a:extLst>
                <a:ext uri="{FF2B5EF4-FFF2-40B4-BE49-F238E27FC236}">
                  <a16:creationId xmlns:a16="http://schemas.microsoft.com/office/drawing/2014/main" id="{F88CA214-0FB2-4A75-8D25-665FD194FD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" y="1639"/>
              <a:ext cx="1296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796" name="Text Box 37">
              <a:extLst>
                <a:ext uri="{FF2B5EF4-FFF2-40B4-BE49-F238E27FC236}">
                  <a16:creationId xmlns:a16="http://schemas.microsoft.com/office/drawing/2014/main" id="{27C13BC0-ED2F-4DA3-B25D-B52E4A179A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" y="1399"/>
              <a:ext cx="432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输入</a:t>
              </a:r>
            </a:p>
          </p:txBody>
        </p:sp>
        <p:sp>
          <p:nvSpPr>
            <p:cNvPr id="71797" name="Text Box 38">
              <a:extLst>
                <a:ext uri="{FF2B5EF4-FFF2-40B4-BE49-F238E27FC236}">
                  <a16:creationId xmlns:a16="http://schemas.microsoft.com/office/drawing/2014/main" id="{F82A7937-DA33-45FD-B903-870234D07C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7" y="1351"/>
              <a:ext cx="100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输     出</a:t>
              </a:r>
            </a:p>
          </p:txBody>
        </p:sp>
        <p:sp>
          <p:nvSpPr>
            <p:cNvPr id="71798" name="Rectangle 39">
              <a:extLst>
                <a:ext uri="{FF2B5EF4-FFF2-40B4-BE49-F238E27FC236}">
                  <a16:creationId xmlns:a16="http://schemas.microsoft.com/office/drawing/2014/main" id="{86D44761-1D92-4C48-BDB7-D21B90117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" y="1916"/>
              <a:ext cx="5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799" name="Rectangle 40">
              <a:extLst>
                <a:ext uri="{FF2B5EF4-FFF2-40B4-BE49-F238E27FC236}">
                  <a16:creationId xmlns:a16="http://schemas.microsoft.com/office/drawing/2014/main" id="{616D37DB-B2D5-4D9E-9DC6-0007295EE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639"/>
              <a:ext cx="31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71800" name="Rectangle 41">
              <a:extLst>
                <a:ext uri="{FF2B5EF4-FFF2-40B4-BE49-F238E27FC236}">
                  <a16:creationId xmlns:a16="http://schemas.microsoft.com/office/drawing/2014/main" id="{F355BD83-7E40-46B8-9E0F-A2DF3904F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1639"/>
              <a:ext cx="31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1801" name="Rectangle 42">
              <a:extLst>
                <a:ext uri="{FF2B5EF4-FFF2-40B4-BE49-F238E27FC236}">
                  <a16:creationId xmlns:a16="http://schemas.microsoft.com/office/drawing/2014/main" id="{E139F30A-A48F-4DEB-9A82-9DD840CE5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639"/>
              <a:ext cx="31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1802" name="Text Box 43">
              <a:extLst>
                <a:ext uri="{FF2B5EF4-FFF2-40B4-BE49-F238E27FC236}">
                  <a16:creationId xmlns:a16="http://schemas.microsoft.com/office/drawing/2014/main" id="{B65AC31C-A6F3-4E1F-93A6-FC4389454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9" y="1927"/>
              <a:ext cx="120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0       0      0</a:t>
              </a:r>
            </a:p>
          </p:txBody>
        </p:sp>
        <p:sp>
          <p:nvSpPr>
            <p:cNvPr id="71803" name="Rectangle 44">
              <a:extLst>
                <a:ext uri="{FF2B5EF4-FFF2-40B4-BE49-F238E27FC236}">
                  <a16:creationId xmlns:a16="http://schemas.microsoft.com/office/drawing/2014/main" id="{233E9074-8251-45E2-80EE-3912B1B62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2167"/>
              <a:ext cx="10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0       0      1</a:t>
              </a:r>
            </a:p>
          </p:txBody>
        </p:sp>
        <p:sp>
          <p:nvSpPr>
            <p:cNvPr id="71804" name="Rectangle 45">
              <a:extLst>
                <a:ext uri="{FF2B5EF4-FFF2-40B4-BE49-F238E27FC236}">
                  <a16:creationId xmlns:a16="http://schemas.microsoft.com/office/drawing/2014/main" id="{23A77AD0-6287-4C78-80FD-532752B47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2444"/>
              <a:ext cx="10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0       1      0</a:t>
              </a:r>
            </a:p>
          </p:txBody>
        </p:sp>
        <p:sp>
          <p:nvSpPr>
            <p:cNvPr id="71805" name="Rectangle 46">
              <a:extLst>
                <a:ext uri="{FF2B5EF4-FFF2-40B4-BE49-F238E27FC236}">
                  <a16:creationId xmlns:a16="http://schemas.microsoft.com/office/drawing/2014/main" id="{02CD7D54-104F-41D9-ACF5-0E32E869B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2695"/>
              <a:ext cx="10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0       1      1</a:t>
              </a:r>
            </a:p>
          </p:txBody>
        </p:sp>
        <p:sp>
          <p:nvSpPr>
            <p:cNvPr id="71806" name="Rectangle 47">
              <a:extLst>
                <a:ext uri="{FF2B5EF4-FFF2-40B4-BE49-F238E27FC236}">
                  <a16:creationId xmlns:a16="http://schemas.microsoft.com/office/drawing/2014/main" id="{82A9F831-CD0C-464E-A68C-9A7000552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2935"/>
              <a:ext cx="10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1       0      0</a:t>
              </a:r>
            </a:p>
          </p:txBody>
        </p:sp>
        <p:sp>
          <p:nvSpPr>
            <p:cNvPr id="71807" name="Rectangle 48">
              <a:extLst>
                <a:ext uri="{FF2B5EF4-FFF2-40B4-BE49-F238E27FC236}">
                  <a16:creationId xmlns:a16="http://schemas.microsoft.com/office/drawing/2014/main" id="{7BC4226E-624F-4AFC-9492-1CB502C94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607"/>
              <a:ext cx="10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1       1      1</a:t>
              </a:r>
            </a:p>
          </p:txBody>
        </p:sp>
        <p:sp>
          <p:nvSpPr>
            <p:cNvPr id="71808" name="Rectangle 49">
              <a:extLst>
                <a:ext uri="{FF2B5EF4-FFF2-40B4-BE49-F238E27FC236}">
                  <a16:creationId xmlns:a16="http://schemas.microsoft.com/office/drawing/2014/main" id="{EE3E5BE4-806B-4182-8A45-5E63BCDFE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67"/>
              <a:ext cx="10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1       1      0</a:t>
              </a:r>
            </a:p>
          </p:txBody>
        </p:sp>
        <p:sp>
          <p:nvSpPr>
            <p:cNvPr id="71809" name="Rectangle 50">
              <a:extLst>
                <a:ext uri="{FF2B5EF4-FFF2-40B4-BE49-F238E27FC236}">
                  <a16:creationId xmlns:a16="http://schemas.microsoft.com/office/drawing/2014/main" id="{569FB348-1367-484A-9BFC-8AD4E6B90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175"/>
              <a:ext cx="10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1       0      1</a:t>
              </a:r>
            </a:p>
          </p:txBody>
        </p:sp>
        <p:sp>
          <p:nvSpPr>
            <p:cNvPr id="71810" name="Rectangle 51">
              <a:extLst>
                <a:ext uri="{FF2B5EF4-FFF2-40B4-BE49-F238E27FC236}">
                  <a16:creationId xmlns:a16="http://schemas.microsoft.com/office/drawing/2014/main" id="{23FDFC58-FB36-4077-BBD2-88BD4E8A6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" y="2152"/>
              <a:ext cx="5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811" name="Rectangle 52">
              <a:extLst>
                <a:ext uri="{FF2B5EF4-FFF2-40B4-BE49-F238E27FC236}">
                  <a16:creationId xmlns:a16="http://schemas.microsoft.com/office/drawing/2014/main" id="{B0FDF562-D890-433B-A9E7-1EF448308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" y="2414"/>
              <a:ext cx="5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812" name="Rectangle 53">
              <a:extLst>
                <a:ext uri="{FF2B5EF4-FFF2-40B4-BE49-F238E27FC236}">
                  <a16:creationId xmlns:a16="http://schemas.microsoft.com/office/drawing/2014/main" id="{0BC2EB6B-A4FE-4795-806F-5873AD2C7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" y="2673"/>
              <a:ext cx="5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813" name="Rectangle 54">
              <a:extLst>
                <a:ext uri="{FF2B5EF4-FFF2-40B4-BE49-F238E27FC236}">
                  <a16:creationId xmlns:a16="http://schemas.microsoft.com/office/drawing/2014/main" id="{09F96C52-A733-4DC5-9C63-4C618EF25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" y="2921"/>
              <a:ext cx="5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814" name="Rectangle 55">
              <a:extLst>
                <a:ext uri="{FF2B5EF4-FFF2-40B4-BE49-F238E27FC236}">
                  <a16:creationId xmlns:a16="http://schemas.microsoft.com/office/drawing/2014/main" id="{917540C0-EBF3-40F4-8E25-6928E4489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" y="3148"/>
              <a:ext cx="5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815" name="Rectangle 56">
              <a:extLst>
                <a:ext uri="{FF2B5EF4-FFF2-40B4-BE49-F238E27FC236}">
                  <a16:creationId xmlns:a16="http://schemas.microsoft.com/office/drawing/2014/main" id="{57D5BA14-F436-447E-A61B-C7F08B23E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" y="3576"/>
              <a:ext cx="5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816" name="Rectangle 57">
              <a:extLst>
                <a:ext uri="{FF2B5EF4-FFF2-40B4-BE49-F238E27FC236}">
                  <a16:creationId xmlns:a16="http://schemas.microsoft.com/office/drawing/2014/main" id="{4A3B585A-B831-472E-9016-6CDB58741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" y="3364"/>
              <a:ext cx="5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77562" name="Group 58">
            <a:extLst>
              <a:ext uri="{FF2B5EF4-FFF2-40B4-BE49-F238E27FC236}">
                <a16:creationId xmlns:a16="http://schemas.microsoft.com/office/drawing/2014/main" id="{37D7FD88-66AC-4F4E-AB31-233B4FA323E2}"/>
              </a:ext>
            </a:extLst>
          </p:cNvPr>
          <p:cNvGrpSpPr>
            <a:grpSpLocks/>
          </p:cNvGrpSpPr>
          <p:nvPr/>
        </p:nvGrpSpPr>
        <p:grpSpPr bwMode="auto">
          <a:xfrm>
            <a:off x="3648075" y="3290888"/>
            <a:ext cx="5241925" cy="3074987"/>
            <a:chOff x="2298" y="2073"/>
            <a:chExt cx="3302" cy="1937"/>
          </a:xfrm>
        </p:grpSpPr>
        <p:grpSp>
          <p:nvGrpSpPr>
            <p:cNvPr id="71689" name="Group 59">
              <a:extLst>
                <a:ext uri="{FF2B5EF4-FFF2-40B4-BE49-F238E27FC236}">
                  <a16:creationId xmlns:a16="http://schemas.microsoft.com/office/drawing/2014/main" id="{B6853381-8D63-4869-BBE1-D174A07759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98" y="2073"/>
              <a:ext cx="3302" cy="1937"/>
              <a:chOff x="2298" y="2073"/>
              <a:chExt cx="3302" cy="1937"/>
            </a:xfrm>
          </p:grpSpPr>
          <p:sp>
            <p:nvSpPr>
              <p:cNvPr id="71701" name="Rectangle 60">
                <a:extLst>
                  <a:ext uri="{FF2B5EF4-FFF2-40B4-BE49-F238E27FC236}">
                    <a16:creationId xmlns:a16="http://schemas.microsoft.com/office/drawing/2014/main" id="{2B517908-BD14-47C5-B89E-8759C112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2073"/>
                <a:ext cx="3168" cy="1937"/>
              </a:xfrm>
              <a:prstGeom prst="rect">
                <a:avLst/>
              </a:prstGeom>
              <a:solidFill>
                <a:schemeClr val="bg1"/>
              </a:solidFill>
              <a:ln w="38100" cap="sq">
                <a:solidFill>
                  <a:schemeClr val="bg1"/>
                </a:solidFill>
                <a:miter lim="800000"/>
                <a:headEnd type="none" w="sm" len="sm"/>
                <a:tailEnd type="none" w="sm" len="sm"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02" name="Rectangle 61">
                <a:extLst>
                  <a:ext uri="{FF2B5EF4-FFF2-40B4-BE49-F238E27FC236}">
                    <a16:creationId xmlns:a16="http://schemas.microsoft.com/office/drawing/2014/main" id="{D2BD0EF9-6318-49A5-A1F7-A66D7D1DE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528"/>
                <a:ext cx="349" cy="223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03" name="Rectangle 62">
                <a:extLst>
                  <a:ext uri="{FF2B5EF4-FFF2-40B4-BE49-F238E27FC236}">
                    <a16:creationId xmlns:a16="http://schemas.microsoft.com/office/drawing/2014/main" id="{0A348144-6FC9-43AB-9877-5EB12AFFE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2519"/>
                <a:ext cx="349" cy="222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04" name="Rectangle 63">
                <a:extLst>
                  <a:ext uri="{FF2B5EF4-FFF2-40B4-BE49-F238E27FC236}">
                    <a16:creationId xmlns:a16="http://schemas.microsoft.com/office/drawing/2014/main" id="{DCB43B64-70AE-40F9-8F1F-C7AC1017F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528"/>
                <a:ext cx="349" cy="223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05" name="Rectangle 64">
                <a:extLst>
                  <a:ext uri="{FF2B5EF4-FFF2-40B4-BE49-F238E27FC236}">
                    <a16:creationId xmlns:a16="http://schemas.microsoft.com/office/drawing/2014/main" id="{5CC8BD8F-9766-458E-8470-2DB36AEF0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3468"/>
                <a:ext cx="251" cy="174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06" name="Rectangle 65">
                <a:extLst>
                  <a:ext uri="{FF2B5EF4-FFF2-40B4-BE49-F238E27FC236}">
                    <a16:creationId xmlns:a16="http://schemas.microsoft.com/office/drawing/2014/main" id="{BC1871A1-8F4A-4779-8B79-CDB812C5F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5" y="3468"/>
                <a:ext cx="252" cy="174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07" name="Rectangle 66">
                <a:extLst>
                  <a:ext uri="{FF2B5EF4-FFF2-40B4-BE49-F238E27FC236}">
                    <a16:creationId xmlns:a16="http://schemas.microsoft.com/office/drawing/2014/main" id="{47E724B8-AF6E-4D28-8373-D5FECCE40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4" y="3458"/>
                <a:ext cx="252" cy="174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08" name="Rectangle 67">
                <a:extLst>
                  <a:ext uri="{FF2B5EF4-FFF2-40B4-BE49-F238E27FC236}">
                    <a16:creationId xmlns:a16="http://schemas.microsoft.com/office/drawing/2014/main" id="{96A55D9C-32C0-4FA5-8CCB-42F4EBBD0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3458"/>
                <a:ext cx="252" cy="174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09" name="Rectangle 68">
                <a:extLst>
                  <a:ext uri="{FF2B5EF4-FFF2-40B4-BE49-F238E27FC236}">
                    <a16:creationId xmlns:a16="http://schemas.microsoft.com/office/drawing/2014/main" id="{97A726EC-8A2D-4686-BFEE-6889EA7AB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6" y="3468"/>
                <a:ext cx="252" cy="174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0" name="Rectangle 69">
                <a:extLst>
                  <a:ext uri="{FF2B5EF4-FFF2-40B4-BE49-F238E27FC236}">
                    <a16:creationId xmlns:a16="http://schemas.microsoft.com/office/drawing/2014/main" id="{02AD6987-E9AB-45FD-908E-BAC0E01D5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2" y="3468"/>
                <a:ext cx="252" cy="174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1" name="Rectangle 70">
                <a:extLst>
                  <a:ext uri="{FF2B5EF4-FFF2-40B4-BE49-F238E27FC236}">
                    <a16:creationId xmlns:a16="http://schemas.microsoft.com/office/drawing/2014/main" id="{3C704CBF-6186-47E6-BC48-A1FD82CBF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3468"/>
                <a:ext cx="252" cy="174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2" name="Rectangle 71">
                <a:extLst>
                  <a:ext uri="{FF2B5EF4-FFF2-40B4-BE49-F238E27FC236}">
                    <a16:creationId xmlns:a16="http://schemas.microsoft.com/office/drawing/2014/main" id="{2551FC01-D028-4888-897B-A402E022A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9" y="3468"/>
                <a:ext cx="252" cy="174"/>
              </a:xfrm>
              <a:prstGeom prst="rect">
                <a:avLst/>
              </a:prstGeom>
              <a:noFill/>
              <a:ln w="38100">
                <a:solidFill>
                  <a:srgbClr val="FF008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3" name="Line 72">
                <a:extLst>
                  <a:ext uri="{FF2B5EF4-FFF2-40B4-BE49-F238E27FC236}">
                    <a16:creationId xmlns:a16="http://schemas.microsoft.com/office/drawing/2014/main" id="{9FB6726E-9195-4835-9EDA-FDD2AA0A54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47" y="2315"/>
                <a:ext cx="0" cy="11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4" name="Line 73">
                <a:extLst>
                  <a:ext uri="{FF2B5EF4-FFF2-40B4-BE49-F238E27FC236}">
                    <a16:creationId xmlns:a16="http://schemas.microsoft.com/office/drawing/2014/main" id="{5EDBDC9F-73C7-4934-8608-0B0C39351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09" y="2334"/>
                <a:ext cx="1" cy="107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5" name="Line 74">
                <a:extLst>
                  <a:ext uri="{FF2B5EF4-FFF2-40B4-BE49-F238E27FC236}">
                    <a16:creationId xmlns:a16="http://schemas.microsoft.com/office/drawing/2014/main" id="{6FCC5E07-B3F6-45DF-828D-3CB2F5817D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663" y="2741"/>
                <a:ext cx="3" cy="55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6" name="Line 75">
                <a:extLst>
                  <a:ext uri="{FF2B5EF4-FFF2-40B4-BE49-F238E27FC236}">
                    <a16:creationId xmlns:a16="http://schemas.microsoft.com/office/drawing/2014/main" id="{F179ECD1-D6CC-476D-AA8C-22626F46E1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8" y="2751"/>
                <a:ext cx="1" cy="41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7" name="Line 76">
                <a:extLst>
                  <a:ext uri="{FF2B5EF4-FFF2-40B4-BE49-F238E27FC236}">
                    <a16:creationId xmlns:a16="http://schemas.microsoft.com/office/drawing/2014/main" id="{C9CF1CAB-E9AA-49F7-B6D1-3B1807E757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63" y="2751"/>
                <a:ext cx="1" cy="232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8" name="Line 77">
                <a:extLst>
                  <a:ext uri="{FF2B5EF4-FFF2-40B4-BE49-F238E27FC236}">
                    <a16:creationId xmlns:a16="http://schemas.microsoft.com/office/drawing/2014/main" id="{AC6178F9-A089-4C01-87C7-221CF9D4EE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3642"/>
                <a:ext cx="1" cy="13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19" name="Line 78">
                <a:extLst>
                  <a:ext uri="{FF2B5EF4-FFF2-40B4-BE49-F238E27FC236}">
                    <a16:creationId xmlns:a16="http://schemas.microsoft.com/office/drawing/2014/main" id="{F10DC26C-A8EC-4319-9B21-30F1A146CB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75" y="2760"/>
                <a:ext cx="1" cy="11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0" name="Line 79">
                <a:extLst>
                  <a:ext uri="{FF2B5EF4-FFF2-40B4-BE49-F238E27FC236}">
                    <a16:creationId xmlns:a16="http://schemas.microsoft.com/office/drawing/2014/main" id="{D84D5C9C-C9E1-4D84-9C27-04B479E2B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92" y="3642"/>
                <a:ext cx="1" cy="13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1" name="Line 80">
                <a:extLst>
                  <a:ext uri="{FF2B5EF4-FFF2-40B4-BE49-F238E27FC236}">
                    <a16:creationId xmlns:a16="http://schemas.microsoft.com/office/drawing/2014/main" id="{0A3A62E1-DBF9-4DDC-B087-7056A56AA8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0" y="2983"/>
                <a:ext cx="193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2" name="Oval 81">
                <a:extLst>
                  <a:ext uri="{FF2B5EF4-FFF2-40B4-BE49-F238E27FC236}">
                    <a16:creationId xmlns:a16="http://schemas.microsoft.com/office/drawing/2014/main" id="{ECEAF250-44B3-4AEA-A5FC-1EC5B9079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2964"/>
                <a:ext cx="39" cy="39"/>
              </a:xfrm>
              <a:prstGeom prst="ellipse">
                <a:avLst/>
              </a:prstGeom>
              <a:solidFill>
                <a:srgbClr val="FF0000"/>
              </a:solidFill>
              <a:ln w="381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3" name="Line 82">
                <a:extLst>
                  <a:ext uri="{FF2B5EF4-FFF2-40B4-BE49-F238E27FC236}">
                    <a16:creationId xmlns:a16="http://schemas.microsoft.com/office/drawing/2014/main" id="{106DE7D3-579A-46DF-83EC-5E9E243134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39" y="2741"/>
                <a:ext cx="1" cy="155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4" name="Line 83">
                <a:extLst>
                  <a:ext uri="{FF2B5EF4-FFF2-40B4-BE49-F238E27FC236}">
                    <a16:creationId xmlns:a16="http://schemas.microsoft.com/office/drawing/2014/main" id="{CE83CB9E-FA11-4406-818F-161503C336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26" y="3293"/>
                <a:ext cx="552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5" name="Line 84">
                <a:extLst>
                  <a:ext uri="{FF2B5EF4-FFF2-40B4-BE49-F238E27FC236}">
                    <a16:creationId xmlns:a16="http://schemas.microsoft.com/office/drawing/2014/main" id="{B3F0359A-AE16-497E-BE4E-F9A85F1572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41" y="2751"/>
                <a:ext cx="1" cy="32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6" name="Line 85">
                <a:extLst>
                  <a:ext uri="{FF2B5EF4-FFF2-40B4-BE49-F238E27FC236}">
                    <a16:creationId xmlns:a16="http://schemas.microsoft.com/office/drawing/2014/main" id="{604D6456-6EFF-43FF-AE0F-35D184D878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0" y="3301"/>
                <a:ext cx="2" cy="8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7" name="Line 86">
                <a:extLst>
                  <a:ext uri="{FF2B5EF4-FFF2-40B4-BE49-F238E27FC236}">
                    <a16:creationId xmlns:a16="http://schemas.microsoft.com/office/drawing/2014/main" id="{50A6A317-D97F-4C14-9AE4-9BF50425DB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3" y="2983"/>
                <a:ext cx="698" cy="1"/>
              </a:xfrm>
              <a:prstGeom prst="line">
                <a:avLst/>
              </a:prstGeom>
              <a:noFill/>
              <a:ln w="38100">
                <a:solidFill>
                  <a:srgbClr val="00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8" name="Line 87">
                <a:extLst>
                  <a:ext uri="{FF2B5EF4-FFF2-40B4-BE49-F238E27FC236}">
                    <a16:creationId xmlns:a16="http://schemas.microsoft.com/office/drawing/2014/main" id="{3EB3E82B-E13B-41F9-B820-5B9607CF3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0" y="3632"/>
                <a:ext cx="1" cy="13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29" name="Line 88">
                <a:extLst>
                  <a:ext uri="{FF2B5EF4-FFF2-40B4-BE49-F238E27FC236}">
                    <a16:creationId xmlns:a16="http://schemas.microsoft.com/office/drawing/2014/main" id="{A29B6567-B26C-4AE4-ACCC-EC6051006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4" y="3642"/>
                <a:ext cx="1" cy="13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0" name="Line 89">
                <a:extLst>
                  <a:ext uri="{FF2B5EF4-FFF2-40B4-BE49-F238E27FC236}">
                    <a16:creationId xmlns:a16="http://schemas.microsoft.com/office/drawing/2014/main" id="{6D74C516-01E0-4DB8-BB51-A08114992F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62" y="3284"/>
                <a:ext cx="223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1" name="Line 90">
                <a:extLst>
                  <a:ext uri="{FF2B5EF4-FFF2-40B4-BE49-F238E27FC236}">
                    <a16:creationId xmlns:a16="http://schemas.microsoft.com/office/drawing/2014/main" id="{A9A8CFD8-C50E-4521-B77D-4616F5D52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0" y="2983"/>
                <a:ext cx="1" cy="397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2" name="Line 91">
                <a:extLst>
                  <a:ext uri="{FF2B5EF4-FFF2-40B4-BE49-F238E27FC236}">
                    <a16:creationId xmlns:a16="http://schemas.microsoft.com/office/drawing/2014/main" id="{4266F4FF-347B-4E85-9BC4-F1DEC0EFB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14" y="3167"/>
                <a:ext cx="468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3" name="Line 92">
                <a:extLst>
                  <a:ext uri="{FF2B5EF4-FFF2-40B4-BE49-F238E27FC236}">
                    <a16:creationId xmlns:a16="http://schemas.microsoft.com/office/drawing/2014/main" id="{A9B0B739-B7F5-4B17-AB89-AB66FEB410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4" y="3167"/>
                <a:ext cx="1" cy="223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4" name="Line 93">
                <a:extLst>
                  <a:ext uri="{FF2B5EF4-FFF2-40B4-BE49-F238E27FC236}">
                    <a16:creationId xmlns:a16="http://schemas.microsoft.com/office/drawing/2014/main" id="{EF433FFC-3044-4029-82D4-F7CDD6465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3" y="2751"/>
                <a:ext cx="1" cy="145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5" name="Line 94">
                <a:extLst>
                  <a:ext uri="{FF2B5EF4-FFF2-40B4-BE49-F238E27FC236}">
                    <a16:creationId xmlns:a16="http://schemas.microsoft.com/office/drawing/2014/main" id="{91326987-C912-48C2-AF96-B9D53E22B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17" y="2732"/>
                <a:ext cx="1" cy="339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6" name="Line 95">
                <a:extLst>
                  <a:ext uri="{FF2B5EF4-FFF2-40B4-BE49-F238E27FC236}">
                    <a16:creationId xmlns:a16="http://schemas.microsoft.com/office/drawing/2014/main" id="{E819F11B-1551-48FC-9646-7B001D5D2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2" y="2896"/>
                <a:ext cx="504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7" name="Line 96">
                <a:extLst>
                  <a:ext uri="{FF2B5EF4-FFF2-40B4-BE49-F238E27FC236}">
                    <a16:creationId xmlns:a16="http://schemas.microsoft.com/office/drawing/2014/main" id="{A9E4DD9E-D0E4-4654-A915-BB3A98E8C7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3071"/>
                <a:ext cx="1" cy="319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8" name="Oval 97">
                <a:extLst>
                  <a:ext uri="{FF2B5EF4-FFF2-40B4-BE49-F238E27FC236}">
                    <a16:creationId xmlns:a16="http://schemas.microsoft.com/office/drawing/2014/main" id="{CDA49298-55EC-4871-AF39-1262A2041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051"/>
                <a:ext cx="39" cy="39"/>
              </a:xfrm>
              <a:prstGeom prst="ellipse">
                <a:avLst/>
              </a:prstGeom>
              <a:solidFill>
                <a:srgbClr val="FF0000"/>
              </a:solidFill>
              <a:ln w="381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39" name="Line 98">
                <a:extLst>
                  <a:ext uri="{FF2B5EF4-FFF2-40B4-BE49-F238E27FC236}">
                    <a16:creationId xmlns:a16="http://schemas.microsoft.com/office/drawing/2014/main" id="{B7C649D2-85D6-424D-8676-75F0E91F2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642"/>
                <a:ext cx="4" cy="132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0" name="Line 99">
                <a:extLst>
                  <a:ext uri="{FF2B5EF4-FFF2-40B4-BE49-F238E27FC236}">
                    <a16:creationId xmlns:a16="http://schemas.microsoft.com/office/drawing/2014/main" id="{5D06BBC5-F434-442B-9324-EB7C5E0F6C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3" y="2896"/>
                <a:ext cx="756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1" name="Line 100">
                <a:extLst>
                  <a:ext uri="{FF2B5EF4-FFF2-40B4-BE49-F238E27FC236}">
                    <a16:creationId xmlns:a16="http://schemas.microsoft.com/office/drawing/2014/main" id="{A5B084E0-0324-4CE6-A778-77F1DDD64A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26" y="2751"/>
                <a:ext cx="1" cy="542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2" name="Line 101">
                <a:extLst>
                  <a:ext uri="{FF2B5EF4-FFF2-40B4-BE49-F238E27FC236}">
                    <a16:creationId xmlns:a16="http://schemas.microsoft.com/office/drawing/2014/main" id="{86B3B953-2A8D-4571-A7C3-92F3AC366B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2" y="3632"/>
                <a:ext cx="1" cy="13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3" name="Line 102">
                <a:extLst>
                  <a:ext uri="{FF2B5EF4-FFF2-40B4-BE49-F238E27FC236}">
                    <a16:creationId xmlns:a16="http://schemas.microsoft.com/office/drawing/2014/main" id="{F574FBA1-CB3C-4111-BE92-31C660AC34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2" y="2896"/>
                <a:ext cx="1" cy="48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4" name="Line 103">
                <a:extLst>
                  <a:ext uri="{FF2B5EF4-FFF2-40B4-BE49-F238E27FC236}">
                    <a16:creationId xmlns:a16="http://schemas.microsoft.com/office/drawing/2014/main" id="{619232FB-0514-4CB9-9C9A-C7EB320726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1" y="2755"/>
                <a:ext cx="1" cy="232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5" name="Line 104">
                <a:extLst>
                  <a:ext uri="{FF2B5EF4-FFF2-40B4-BE49-F238E27FC236}">
                    <a16:creationId xmlns:a16="http://schemas.microsoft.com/office/drawing/2014/main" id="{71AF5510-3EEA-4A28-89AE-D7084FA05D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41" y="3071"/>
                <a:ext cx="135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6" name="Line 105">
                <a:extLst>
                  <a:ext uri="{FF2B5EF4-FFF2-40B4-BE49-F238E27FC236}">
                    <a16:creationId xmlns:a16="http://schemas.microsoft.com/office/drawing/2014/main" id="{7082B8BB-DAA0-458C-90C3-40366BF2DE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6" y="2896"/>
                <a:ext cx="707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7" name="Oval 106">
                <a:extLst>
                  <a:ext uri="{FF2B5EF4-FFF2-40B4-BE49-F238E27FC236}">
                    <a16:creationId xmlns:a16="http://schemas.microsoft.com/office/drawing/2014/main" id="{1ED15A42-F8AE-4462-96A2-BBCC149AC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877"/>
                <a:ext cx="39" cy="39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rgbClr val="0033CC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8" name="Oval 107">
                <a:extLst>
                  <a:ext uri="{FF2B5EF4-FFF2-40B4-BE49-F238E27FC236}">
                    <a16:creationId xmlns:a16="http://schemas.microsoft.com/office/drawing/2014/main" id="{D1F3F217-FBC9-4707-8C59-053D6C2D3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877"/>
                <a:ext cx="39" cy="39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rgbClr val="0033CC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49" name="Line 108">
                <a:extLst>
                  <a:ext uri="{FF2B5EF4-FFF2-40B4-BE49-F238E27FC236}">
                    <a16:creationId xmlns:a16="http://schemas.microsoft.com/office/drawing/2014/main" id="{207BB95C-233F-4BAB-857B-C47B5D156D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1" y="3642"/>
                <a:ext cx="1" cy="13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0" name="Line 109">
                <a:extLst>
                  <a:ext uri="{FF2B5EF4-FFF2-40B4-BE49-F238E27FC236}">
                    <a16:creationId xmlns:a16="http://schemas.microsoft.com/office/drawing/2014/main" id="{B84F48D3-03C7-4510-92CF-69765CEFDC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3071"/>
                <a:ext cx="1241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1" name="Line 110">
                <a:extLst>
                  <a:ext uri="{FF2B5EF4-FFF2-40B4-BE49-F238E27FC236}">
                    <a16:creationId xmlns:a16="http://schemas.microsoft.com/office/drawing/2014/main" id="{7CEFF4D9-115D-4AB5-96D0-56DFF22FD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8" y="2751"/>
                <a:ext cx="1" cy="43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2" name="Line 111">
                <a:extLst>
                  <a:ext uri="{FF2B5EF4-FFF2-40B4-BE49-F238E27FC236}">
                    <a16:creationId xmlns:a16="http://schemas.microsoft.com/office/drawing/2014/main" id="{CB5B4CEB-EE85-4AB7-BDAF-DF3426F945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8" y="3187"/>
                <a:ext cx="233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3" name="Oval 112">
                <a:extLst>
                  <a:ext uri="{FF2B5EF4-FFF2-40B4-BE49-F238E27FC236}">
                    <a16:creationId xmlns:a16="http://schemas.microsoft.com/office/drawing/2014/main" id="{403EDC01-66ED-4076-9905-760695D7F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3167"/>
                <a:ext cx="38" cy="39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rgbClr val="0033CC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4" name="Line 113">
                <a:extLst>
                  <a:ext uri="{FF2B5EF4-FFF2-40B4-BE49-F238E27FC236}">
                    <a16:creationId xmlns:a16="http://schemas.microsoft.com/office/drawing/2014/main" id="{671A7DE0-FB12-4766-9913-4A35D4F55B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71" y="3187"/>
                <a:ext cx="523" cy="1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5" name="Line 114">
                <a:extLst>
                  <a:ext uri="{FF2B5EF4-FFF2-40B4-BE49-F238E27FC236}">
                    <a16:creationId xmlns:a16="http://schemas.microsoft.com/office/drawing/2014/main" id="{B0C06F89-92B3-4173-A295-DE1BF69F2E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94" y="2741"/>
                <a:ext cx="1" cy="44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6" name="Line 115">
                <a:extLst>
                  <a:ext uri="{FF2B5EF4-FFF2-40B4-BE49-F238E27FC236}">
                    <a16:creationId xmlns:a16="http://schemas.microsoft.com/office/drawing/2014/main" id="{7F38138F-6A1D-4448-B38A-990CE456F1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68" y="3187"/>
                <a:ext cx="3" cy="207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7" name="Oval 116">
                <a:extLst>
                  <a:ext uri="{FF2B5EF4-FFF2-40B4-BE49-F238E27FC236}">
                    <a16:creationId xmlns:a16="http://schemas.microsoft.com/office/drawing/2014/main" id="{817BB2F3-2346-40B6-AC11-0E468E7C6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2441"/>
                <a:ext cx="87" cy="87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8" name="Oval 117">
                <a:extLst>
                  <a:ext uri="{FF2B5EF4-FFF2-40B4-BE49-F238E27FC236}">
                    <a16:creationId xmlns:a16="http://schemas.microsoft.com/office/drawing/2014/main" id="{6B20C2D4-1DE1-4488-B4FA-D7449438B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2441"/>
                <a:ext cx="87" cy="87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59" name="Oval 118">
                <a:extLst>
                  <a:ext uri="{FF2B5EF4-FFF2-40B4-BE49-F238E27FC236}">
                    <a16:creationId xmlns:a16="http://schemas.microsoft.com/office/drawing/2014/main" id="{7B3F1FC2-1BE3-4E23-B684-FBD003513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7" y="2431"/>
                <a:ext cx="87" cy="88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0" name="Oval 119">
                <a:extLst>
                  <a:ext uri="{FF2B5EF4-FFF2-40B4-BE49-F238E27FC236}">
                    <a16:creationId xmlns:a16="http://schemas.microsoft.com/office/drawing/2014/main" id="{F3753DB9-B6A0-457A-8F45-D6291B7CA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3390"/>
                <a:ext cx="77" cy="78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1" name="Oval 120">
                <a:extLst>
                  <a:ext uri="{FF2B5EF4-FFF2-40B4-BE49-F238E27FC236}">
                    <a16:creationId xmlns:a16="http://schemas.microsoft.com/office/drawing/2014/main" id="{A641F0CE-0906-411F-9CFB-103CBA113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3380"/>
                <a:ext cx="77" cy="78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2" name="Oval 121">
                <a:extLst>
                  <a:ext uri="{FF2B5EF4-FFF2-40B4-BE49-F238E27FC236}">
                    <a16:creationId xmlns:a16="http://schemas.microsoft.com/office/drawing/2014/main" id="{69217205-77B5-4C1C-858F-7112AA0DB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3380"/>
                <a:ext cx="77" cy="78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3" name="Oval 122">
                <a:extLst>
                  <a:ext uri="{FF2B5EF4-FFF2-40B4-BE49-F238E27FC236}">
                    <a16:creationId xmlns:a16="http://schemas.microsoft.com/office/drawing/2014/main" id="{4921F56F-08DD-48DB-8258-06F940ED0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3390"/>
                <a:ext cx="77" cy="78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4" name="Oval 123">
                <a:extLst>
                  <a:ext uri="{FF2B5EF4-FFF2-40B4-BE49-F238E27FC236}">
                    <a16:creationId xmlns:a16="http://schemas.microsoft.com/office/drawing/2014/main" id="{CAD7D397-4BF7-4267-9348-841254CE9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3390"/>
                <a:ext cx="78" cy="78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5" name="Oval 124">
                <a:extLst>
                  <a:ext uri="{FF2B5EF4-FFF2-40B4-BE49-F238E27FC236}">
                    <a16:creationId xmlns:a16="http://schemas.microsoft.com/office/drawing/2014/main" id="{0304B8E2-ECB3-445B-A678-4573905B6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6" y="3390"/>
                <a:ext cx="77" cy="78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6" name="Oval 125">
                <a:extLst>
                  <a:ext uri="{FF2B5EF4-FFF2-40B4-BE49-F238E27FC236}">
                    <a16:creationId xmlns:a16="http://schemas.microsoft.com/office/drawing/2014/main" id="{AEB195AE-8958-4907-B4C2-9616F8081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3" y="3390"/>
                <a:ext cx="77" cy="78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7" name="Oval 126">
                <a:extLst>
                  <a:ext uri="{FF2B5EF4-FFF2-40B4-BE49-F238E27FC236}">
                    <a16:creationId xmlns:a16="http://schemas.microsoft.com/office/drawing/2014/main" id="{447EC9D3-E137-49BA-9BB5-A43346FB7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9" y="3390"/>
                <a:ext cx="78" cy="78"/>
              </a:xfrm>
              <a:prstGeom prst="ellipse">
                <a:avLst/>
              </a:prstGeom>
              <a:noFill/>
              <a:ln w="38100">
                <a:solidFill>
                  <a:srgbClr val="FF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8" name="Rectangle 127">
                <a:extLst>
                  <a:ext uri="{FF2B5EF4-FFF2-40B4-BE49-F238E27FC236}">
                    <a16:creationId xmlns:a16="http://schemas.microsoft.com/office/drawing/2014/main" id="{F2C67762-0C67-4902-9A2E-B0089C6EE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4" y="2141"/>
                <a:ext cx="97" cy="168"/>
              </a:xfrm>
              <a:prstGeom prst="rect">
                <a:avLst/>
              </a:prstGeom>
              <a:noFill/>
              <a:ln w="3810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500" b="0" i="1" u="none" strike="noStrike" kern="1200" cap="none" spc="0" normalizeH="0" baseline="0" noProof="0">
                    <a:ln>
                      <a:noFill/>
                    </a:ln>
                    <a:solidFill>
                      <a:srgbClr val="40008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69" name="Rectangle 128">
                <a:extLst>
                  <a:ext uri="{FF2B5EF4-FFF2-40B4-BE49-F238E27FC236}">
                    <a16:creationId xmlns:a16="http://schemas.microsoft.com/office/drawing/2014/main" id="{59D661F0-A8D3-40A2-944C-4DA552842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8" y="2189"/>
                <a:ext cx="68" cy="130"/>
              </a:xfrm>
              <a:prstGeom prst="rect">
                <a:avLst/>
              </a:prstGeom>
              <a:noFill/>
              <a:ln w="3810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40008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70" name="Rectangle 129">
                <a:extLst>
                  <a:ext uri="{FF2B5EF4-FFF2-40B4-BE49-F238E27FC236}">
                    <a16:creationId xmlns:a16="http://schemas.microsoft.com/office/drawing/2014/main" id="{7A487200-EC0F-4072-AEAE-91685F654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7" y="2121"/>
                <a:ext cx="97" cy="168"/>
              </a:xfrm>
              <a:prstGeom prst="rect">
                <a:avLst/>
              </a:prstGeom>
              <a:noFill/>
              <a:ln w="3810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500" b="0" i="1" u="none" strike="noStrike" kern="1200" cap="none" spc="0" normalizeH="0" baseline="0" noProof="0">
                    <a:ln>
                      <a:noFill/>
                    </a:ln>
                    <a:solidFill>
                      <a:srgbClr val="40008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71" name="Rectangle 130">
                <a:extLst>
                  <a:ext uri="{FF2B5EF4-FFF2-40B4-BE49-F238E27FC236}">
                    <a16:creationId xmlns:a16="http://schemas.microsoft.com/office/drawing/2014/main" id="{1761671F-3066-4202-B93B-5062D3725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5" y="2180"/>
                <a:ext cx="68" cy="130"/>
              </a:xfrm>
              <a:prstGeom prst="rect">
                <a:avLst/>
              </a:prstGeom>
              <a:noFill/>
              <a:ln w="3810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40008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72" name="Rectangle 131">
                <a:extLst>
                  <a:ext uri="{FF2B5EF4-FFF2-40B4-BE49-F238E27FC236}">
                    <a16:creationId xmlns:a16="http://schemas.microsoft.com/office/drawing/2014/main" id="{4D05A0B7-5F62-4095-9685-57B3E5EF7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131"/>
                <a:ext cx="97" cy="168"/>
              </a:xfrm>
              <a:prstGeom prst="rect">
                <a:avLst/>
              </a:prstGeom>
              <a:noFill/>
              <a:ln w="3810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500" b="0" i="1" u="none" strike="noStrike" kern="1200" cap="none" spc="0" normalizeH="0" baseline="0" noProof="0">
                    <a:ln>
                      <a:noFill/>
                    </a:ln>
                    <a:solidFill>
                      <a:srgbClr val="40008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73" name="Rectangle 132">
                <a:extLst>
                  <a:ext uri="{FF2B5EF4-FFF2-40B4-BE49-F238E27FC236}">
                    <a16:creationId xmlns:a16="http://schemas.microsoft.com/office/drawing/2014/main" id="{BF3D347B-11C4-4700-A9ED-7F6F54D3A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1" y="2199"/>
                <a:ext cx="68" cy="130"/>
              </a:xfrm>
              <a:prstGeom prst="rect">
                <a:avLst/>
              </a:prstGeom>
              <a:noFill/>
              <a:ln w="3810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100" b="0" i="0" u="none" strike="noStrike" kern="1200" cap="none" spc="0" normalizeH="0" baseline="0" noProof="0">
                    <a:ln>
                      <a:noFill/>
                    </a:ln>
                    <a:solidFill>
                      <a:srgbClr val="40008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74" name="Text Box 133">
                <a:extLst>
                  <a:ext uri="{FF2B5EF4-FFF2-40B4-BE49-F238E27FC236}">
                    <a16:creationId xmlns:a16="http://schemas.microsoft.com/office/drawing/2014/main" id="{867B49FA-DBFA-4B10-9BC5-621EA3878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6" y="2081"/>
                <a:ext cx="395" cy="2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1775" name="Text Box 134">
                <a:extLst>
                  <a:ext uri="{FF2B5EF4-FFF2-40B4-BE49-F238E27FC236}">
                    <a16:creationId xmlns:a16="http://schemas.microsoft.com/office/drawing/2014/main" id="{12EF1416-3A89-4DCD-B4A2-31360A8346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15" y="2081"/>
                <a:ext cx="395" cy="2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1776" name="Text Box 135">
                <a:extLst>
                  <a:ext uri="{FF2B5EF4-FFF2-40B4-BE49-F238E27FC236}">
                    <a16:creationId xmlns:a16="http://schemas.microsoft.com/office/drawing/2014/main" id="{89F1C029-587C-47F1-83E9-3372B3A2EA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26" y="2081"/>
                <a:ext cx="395" cy="2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71777" name="Oval 136">
                <a:extLst>
                  <a:ext uri="{FF2B5EF4-FFF2-40B4-BE49-F238E27FC236}">
                    <a16:creationId xmlns:a16="http://schemas.microsoft.com/office/drawing/2014/main" id="{6EE3996D-CEC0-49D4-A1DA-4BAD81321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2964"/>
                <a:ext cx="39" cy="39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rgbClr val="0033CC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78" name="Oval 137">
                <a:extLst>
                  <a:ext uri="{FF2B5EF4-FFF2-40B4-BE49-F238E27FC236}">
                    <a16:creationId xmlns:a16="http://schemas.microsoft.com/office/drawing/2014/main" id="{F9F11C6F-DC08-4A6A-AABD-9EEE9286B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053"/>
                <a:ext cx="39" cy="39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rgbClr val="0033CC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79" name="Text Box 138">
                <a:extLst>
                  <a:ext uri="{FF2B5EF4-FFF2-40B4-BE49-F238E27FC236}">
                    <a16:creationId xmlns:a16="http://schemas.microsoft.com/office/drawing/2014/main" id="{0BC7C9FD-2C0B-4DF3-AE1F-125712B5B6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8" y="2092"/>
                <a:ext cx="395" cy="2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1780" name="Text Box 139">
                <a:extLst>
                  <a:ext uri="{FF2B5EF4-FFF2-40B4-BE49-F238E27FC236}">
                    <a16:creationId xmlns:a16="http://schemas.microsoft.com/office/drawing/2014/main" id="{ED254515-DA8D-4E3B-841D-D321F275FF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" y="3718"/>
                <a:ext cx="39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71781" name="Text Box 140">
                <a:extLst>
                  <a:ext uri="{FF2B5EF4-FFF2-40B4-BE49-F238E27FC236}">
                    <a16:creationId xmlns:a16="http://schemas.microsoft.com/office/drawing/2014/main" id="{4E31525D-89E5-4ADE-90C4-32AFC32360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78" y="3718"/>
                <a:ext cx="39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</a:p>
            </p:txBody>
          </p:sp>
          <p:sp>
            <p:nvSpPr>
              <p:cNvPr id="71782" name="Text Box 141">
                <a:extLst>
                  <a:ext uri="{FF2B5EF4-FFF2-40B4-BE49-F238E27FC236}">
                    <a16:creationId xmlns:a16="http://schemas.microsoft.com/office/drawing/2014/main" id="{AC1083BA-0351-46F5-928C-A7E3D0A056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62" y="3739"/>
                <a:ext cx="39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</a:p>
            </p:txBody>
          </p:sp>
          <p:sp>
            <p:nvSpPr>
              <p:cNvPr id="71783" name="Text Box 142">
                <a:extLst>
                  <a:ext uri="{FF2B5EF4-FFF2-40B4-BE49-F238E27FC236}">
                    <a16:creationId xmlns:a16="http://schemas.microsoft.com/office/drawing/2014/main" id="{0776A857-2249-43C6-9D36-59A5FD813C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80" y="3739"/>
                <a:ext cx="39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71784" name="Text Box 143">
                <a:extLst>
                  <a:ext uri="{FF2B5EF4-FFF2-40B4-BE49-F238E27FC236}">
                    <a16:creationId xmlns:a16="http://schemas.microsoft.com/office/drawing/2014/main" id="{BB685F02-3721-43F8-AAEF-B28C8C03C4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8" y="3739"/>
                <a:ext cx="39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71785" name="Text Box 144">
                <a:extLst>
                  <a:ext uri="{FF2B5EF4-FFF2-40B4-BE49-F238E27FC236}">
                    <a16:creationId xmlns:a16="http://schemas.microsoft.com/office/drawing/2014/main" id="{B864638F-854F-4CA3-A06C-4D2A7F0765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3" y="3728"/>
                <a:ext cx="39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1786" name="Text Box 145">
                <a:extLst>
                  <a:ext uri="{FF2B5EF4-FFF2-40B4-BE49-F238E27FC236}">
                    <a16:creationId xmlns:a16="http://schemas.microsoft.com/office/drawing/2014/main" id="{B8CDF28E-58F8-46B2-B846-B74C50045C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00" y="3728"/>
                <a:ext cx="39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1787" name="Line 146">
                <a:extLst>
                  <a:ext uri="{FF2B5EF4-FFF2-40B4-BE49-F238E27FC236}">
                    <a16:creationId xmlns:a16="http://schemas.microsoft.com/office/drawing/2014/main" id="{39B0C39B-F5A9-4AD0-ABDD-5F0A6D3376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96" y="2335"/>
                <a:ext cx="0" cy="112"/>
              </a:xfrm>
              <a:prstGeom prst="line">
                <a:avLst/>
              </a:prstGeom>
              <a:noFill/>
              <a:ln w="38100">
                <a:solidFill>
                  <a:srgbClr val="0033C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88" name="Text Box 147">
                <a:extLst>
                  <a:ext uri="{FF2B5EF4-FFF2-40B4-BE49-F238E27FC236}">
                    <a16:creationId xmlns:a16="http://schemas.microsoft.com/office/drawing/2014/main" id="{F4C27262-28B5-4941-AF1A-747DBABF28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05" y="3739"/>
                <a:ext cx="395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71789" name="Line 148">
                <a:extLst>
                  <a:ext uri="{FF2B5EF4-FFF2-40B4-BE49-F238E27FC236}">
                    <a16:creationId xmlns:a16="http://schemas.microsoft.com/office/drawing/2014/main" id="{382EB7D1-E01F-416F-B09F-FA4E6E4D12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4" y="3647"/>
                <a:ext cx="0" cy="136"/>
              </a:xfrm>
              <a:prstGeom prst="line">
                <a:avLst/>
              </a:prstGeom>
              <a:noFill/>
              <a:ln w="38100">
                <a:solidFill>
                  <a:srgbClr val="0033C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1790" name="Line 149">
                <a:extLst>
                  <a:ext uri="{FF2B5EF4-FFF2-40B4-BE49-F238E27FC236}">
                    <a16:creationId xmlns:a16="http://schemas.microsoft.com/office/drawing/2014/main" id="{D947BB05-C57C-47D1-B3E4-10F2B425F7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80" y="3279"/>
                <a:ext cx="0" cy="108"/>
              </a:xfrm>
              <a:prstGeom prst="line">
                <a:avLst/>
              </a:prstGeom>
              <a:noFill/>
              <a:ln w="38100">
                <a:solidFill>
                  <a:srgbClr val="0033C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1690" name="Text Box 150">
              <a:extLst>
                <a:ext uri="{FF2B5EF4-FFF2-40B4-BE49-F238E27FC236}">
                  <a16:creationId xmlns:a16="http://schemas.microsoft.com/office/drawing/2014/main" id="{C55A9F8A-B5EA-4F04-BBEB-8C4CC40ADE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7" y="3424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1691" name="Text Box 151">
              <a:extLst>
                <a:ext uri="{FF2B5EF4-FFF2-40B4-BE49-F238E27FC236}">
                  <a16:creationId xmlns:a16="http://schemas.microsoft.com/office/drawing/2014/main" id="{B6A2BC1A-EDBB-4656-A90B-B92560AE4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" y="3424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1692" name="Text Box 152">
              <a:extLst>
                <a:ext uri="{FF2B5EF4-FFF2-40B4-BE49-F238E27FC236}">
                  <a16:creationId xmlns:a16="http://schemas.microsoft.com/office/drawing/2014/main" id="{7E4874AA-9DE2-492E-99D0-D0F2DDF42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0" y="3435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1693" name="Text Box 153">
              <a:extLst>
                <a:ext uri="{FF2B5EF4-FFF2-40B4-BE49-F238E27FC236}">
                  <a16:creationId xmlns:a16="http://schemas.microsoft.com/office/drawing/2014/main" id="{6A38CE66-2270-4A3D-B478-8D6FCD512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2" y="3435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1694" name="Text Box 154">
              <a:extLst>
                <a:ext uri="{FF2B5EF4-FFF2-40B4-BE49-F238E27FC236}">
                  <a16:creationId xmlns:a16="http://schemas.microsoft.com/office/drawing/2014/main" id="{B0D90E68-F8A8-48A4-9CC6-3D4252CB64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5" y="3435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1695" name="Text Box 155">
              <a:extLst>
                <a:ext uri="{FF2B5EF4-FFF2-40B4-BE49-F238E27FC236}">
                  <a16:creationId xmlns:a16="http://schemas.microsoft.com/office/drawing/2014/main" id="{F1A3B04E-CC39-4C44-98F8-9C7C2EFCA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5" y="3435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1696" name="Text Box 156">
              <a:extLst>
                <a:ext uri="{FF2B5EF4-FFF2-40B4-BE49-F238E27FC236}">
                  <a16:creationId xmlns:a16="http://schemas.microsoft.com/office/drawing/2014/main" id="{A40380E6-0CC9-440D-90A5-3CC1CC868D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39" y="3435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1697" name="Text Box 157">
              <a:extLst>
                <a:ext uri="{FF2B5EF4-FFF2-40B4-BE49-F238E27FC236}">
                  <a16:creationId xmlns:a16="http://schemas.microsoft.com/office/drawing/2014/main" id="{E5599D84-BE16-4EC8-91A0-FC83DEFD1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0" y="3435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1698" name="Text Box 158">
              <a:extLst>
                <a:ext uri="{FF2B5EF4-FFF2-40B4-BE49-F238E27FC236}">
                  <a16:creationId xmlns:a16="http://schemas.microsoft.com/office/drawing/2014/main" id="{51FAAB05-2CF8-40C4-84FC-AEF386C53B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" y="2510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71699" name="Text Box 159">
              <a:extLst>
                <a:ext uri="{FF2B5EF4-FFF2-40B4-BE49-F238E27FC236}">
                  <a16:creationId xmlns:a16="http://schemas.microsoft.com/office/drawing/2014/main" id="{FB50A2BD-05CE-401B-A353-2A1F3FB8D7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20" y="2500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71700" name="Text Box 160">
              <a:extLst>
                <a:ext uri="{FF2B5EF4-FFF2-40B4-BE49-F238E27FC236}">
                  <a16:creationId xmlns:a16="http://schemas.microsoft.com/office/drawing/2014/main" id="{812B8FE3-E72B-4206-AE04-A4607833D3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9" y="2489"/>
              <a:ext cx="23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5470042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775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75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7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77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77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77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7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77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277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7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77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7506" grpId="0" autoUpdateAnimBg="0"/>
      <p:bldP spid="277507" grpId="0" autoUpdateAnimBg="0"/>
      <p:bldP spid="277508" grpId="0" autoUpdateAnimBg="0"/>
      <p:bldP spid="277509" grpId="0" autoUpdateAnimBg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Rectangle 2">
            <a:extLst>
              <a:ext uri="{FF2B5EF4-FFF2-40B4-BE49-F238E27FC236}">
                <a16:creationId xmlns:a16="http://schemas.microsoft.com/office/drawing/2014/main" id="{12304E34-AC2B-4F55-90EB-5A2D63BD57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5588" y="250825"/>
            <a:ext cx="4222750" cy="425450"/>
          </a:xfrm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rgbClr val="FF9900"/>
                </a:solidFill>
              </a:rPr>
              <a:t>2</a:t>
            </a:r>
            <a:r>
              <a:rPr lang="zh-CN" altLang="en-US" sz="2800" b="1">
                <a:solidFill>
                  <a:srgbClr val="FF9900"/>
                </a:solidFill>
              </a:rPr>
              <a:t>、二</a:t>
            </a:r>
            <a:r>
              <a:rPr lang="en-US" altLang="zh-CN" sz="2800" b="1">
                <a:solidFill>
                  <a:srgbClr val="FF9900"/>
                </a:solidFill>
              </a:rPr>
              <a:t>—</a:t>
            </a:r>
            <a:r>
              <a:rPr lang="zh-CN" altLang="en-US" sz="2800" b="1">
                <a:solidFill>
                  <a:srgbClr val="FF9900"/>
                </a:solidFill>
              </a:rPr>
              <a:t>十进制编码器</a:t>
            </a:r>
          </a:p>
        </p:txBody>
      </p:sp>
      <p:grpSp>
        <p:nvGrpSpPr>
          <p:cNvPr id="278531" name="Group 3">
            <a:extLst>
              <a:ext uri="{FF2B5EF4-FFF2-40B4-BE49-F238E27FC236}">
                <a16:creationId xmlns:a16="http://schemas.microsoft.com/office/drawing/2014/main" id="{F2D16EAA-59AC-486C-A8E2-4E2A3E67FB6A}"/>
              </a:ext>
            </a:extLst>
          </p:cNvPr>
          <p:cNvGrpSpPr>
            <a:grpSpLocks/>
          </p:cNvGrpSpPr>
          <p:nvPr/>
        </p:nvGrpSpPr>
        <p:grpSpPr bwMode="auto">
          <a:xfrm>
            <a:off x="282575" y="1371600"/>
            <a:ext cx="3662363" cy="4800600"/>
            <a:chOff x="189" y="480"/>
            <a:chExt cx="2307" cy="3024"/>
          </a:xfrm>
        </p:grpSpPr>
        <p:sp>
          <p:nvSpPr>
            <p:cNvPr id="72823" name="Line 4">
              <a:extLst>
                <a:ext uri="{FF2B5EF4-FFF2-40B4-BE49-F238E27FC236}">
                  <a16:creationId xmlns:a16="http://schemas.microsoft.com/office/drawing/2014/main" id="{E9CCBFBC-5447-4C05-A843-465D3E4FB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" y="480"/>
              <a:ext cx="206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24" name="Line 5">
              <a:extLst>
                <a:ext uri="{FF2B5EF4-FFF2-40B4-BE49-F238E27FC236}">
                  <a16:creationId xmlns:a16="http://schemas.microsoft.com/office/drawing/2014/main" id="{2D51C433-690D-4A93-9855-522BFA6119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" y="1056"/>
              <a:ext cx="206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25" name="Line 6">
              <a:extLst>
                <a:ext uri="{FF2B5EF4-FFF2-40B4-BE49-F238E27FC236}">
                  <a16:creationId xmlns:a16="http://schemas.microsoft.com/office/drawing/2014/main" id="{912C4713-C82C-4A5A-832C-5EBF5CE6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480"/>
              <a:ext cx="0" cy="30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26" name="Line 7">
              <a:extLst>
                <a:ext uri="{FF2B5EF4-FFF2-40B4-BE49-F238E27FC236}">
                  <a16:creationId xmlns:a16="http://schemas.microsoft.com/office/drawing/2014/main" id="{3D9F904D-1991-4FEB-8529-66DFAC97E7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" y="3504"/>
              <a:ext cx="206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27" name="Line 8">
              <a:extLst>
                <a:ext uri="{FF2B5EF4-FFF2-40B4-BE49-F238E27FC236}">
                  <a16:creationId xmlns:a16="http://schemas.microsoft.com/office/drawing/2014/main" id="{3EB0E276-0522-4CEC-B957-B20087172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768"/>
              <a:ext cx="15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28" name="Text Box 9">
              <a:extLst>
                <a:ext uri="{FF2B5EF4-FFF2-40B4-BE49-F238E27FC236}">
                  <a16:creationId xmlns:a16="http://schemas.microsoft.com/office/drawing/2014/main" id="{E8ADF8B1-C3FB-46AF-ABB3-3FC8D824D2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" y="528"/>
              <a:ext cx="432" cy="52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输入</a:t>
              </a:r>
            </a:p>
          </p:txBody>
        </p:sp>
        <p:sp>
          <p:nvSpPr>
            <p:cNvPr id="72829" name="Text Box 10">
              <a:extLst>
                <a:ext uri="{FF2B5EF4-FFF2-40B4-BE49-F238E27FC236}">
                  <a16:creationId xmlns:a16="http://schemas.microsoft.com/office/drawing/2014/main" id="{5A9875B5-DC40-4444-A025-7D0682230F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4" y="480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输     出</a:t>
              </a:r>
            </a:p>
          </p:txBody>
        </p:sp>
        <p:sp>
          <p:nvSpPr>
            <p:cNvPr id="72830" name="Rectangle 11">
              <a:extLst>
                <a:ext uri="{FF2B5EF4-FFF2-40B4-BE49-F238E27FC236}">
                  <a16:creationId xmlns:a16="http://schemas.microsoft.com/office/drawing/2014/main" id="{A5467533-07B2-4A23-B347-8010D03A2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" y="1045"/>
              <a:ext cx="58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31" name="Rectangle 12">
              <a:extLst>
                <a:ext uri="{FF2B5EF4-FFF2-40B4-BE49-F238E27FC236}">
                  <a16:creationId xmlns:a16="http://schemas.microsoft.com/office/drawing/2014/main" id="{BB7D1D00-0BD5-4EA8-8106-87CE1122F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" y="1296"/>
              <a:ext cx="52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32" name="Rectangle 13">
              <a:extLst>
                <a:ext uri="{FF2B5EF4-FFF2-40B4-BE49-F238E27FC236}">
                  <a16:creationId xmlns:a16="http://schemas.microsoft.com/office/drawing/2014/main" id="{D1EBD941-1657-47CC-AAD8-186C5314E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" y="1536"/>
              <a:ext cx="56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33" name="Rectangle 14">
              <a:extLst>
                <a:ext uri="{FF2B5EF4-FFF2-40B4-BE49-F238E27FC236}">
                  <a16:creationId xmlns:a16="http://schemas.microsoft.com/office/drawing/2014/main" id="{215EA1FB-B9C5-44DB-9BBD-483A9B4F1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" y="1776"/>
              <a:ext cx="57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34" name="Rectangle 15">
              <a:extLst>
                <a:ext uri="{FF2B5EF4-FFF2-40B4-BE49-F238E27FC236}">
                  <a16:creationId xmlns:a16="http://schemas.microsoft.com/office/drawing/2014/main" id="{EE6EE217-2162-43EB-8B9E-CBB918414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" y="2016"/>
              <a:ext cx="54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35" name="Rectangle 16">
              <a:extLst>
                <a:ext uri="{FF2B5EF4-FFF2-40B4-BE49-F238E27FC236}">
                  <a16:creationId xmlns:a16="http://schemas.microsoft.com/office/drawing/2014/main" id="{BE5D28D2-C4CF-4952-9922-7FEC95A92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" y="2256"/>
              <a:ext cx="52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36" name="Rectangle 17">
              <a:extLst>
                <a:ext uri="{FF2B5EF4-FFF2-40B4-BE49-F238E27FC236}">
                  <a16:creationId xmlns:a16="http://schemas.microsoft.com/office/drawing/2014/main" id="{05AA52EE-D903-423A-BFCE-4CCB68863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" y="2496"/>
              <a:ext cx="50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37" name="Rectangle 18">
              <a:extLst>
                <a:ext uri="{FF2B5EF4-FFF2-40B4-BE49-F238E27FC236}">
                  <a16:creationId xmlns:a16="http://schemas.microsoft.com/office/drawing/2014/main" id="{0B69496F-BCED-47F0-86D3-D5B8739D8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" y="2736"/>
              <a:ext cx="47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38" name="Rectangle 19">
              <a:extLst>
                <a:ext uri="{FF2B5EF4-FFF2-40B4-BE49-F238E27FC236}">
                  <a16:creationId xmlns:a16="http://schemas.microsoft.com/office/drawing/2014/main" id="{1C3E3BDD-0C52-4F5F-B739-D62D4DAA2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768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72839" name="Rectangle 20">
              <a:extLst>
                <a:ext uri="{FF2B5EF4-FFF2-40B4-BE49-F238E27FC236}">
                  <a16:creationId xmlns:a16="http://schemas.microsoft.com/office/drawing/2014/main" id="{176C5C6B-2646-4730-9568-80298E43F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768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2840" name="Rectangle 21">
              <a:extLst>
                <a:ext uri="{FF2B5EF4-FFF2-40B4-BE49-F238E27FC236}">
                  <a16:creationId xmlns:a16="http://schemas.microsoft.com/office/drawing/2014/main" id="{3D318587-9BBD-4C34-B1A7-5E9F56CAA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768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2841" name="Text Box 22">
              <a:extLst>
                <a:ext uri="{FF2B5EF4-FFF2-40B4-BE49-F238E27FC236}">
                  <a16:creationId xmlns:a16="http://schemas.microsoft.com/office/drawing/2014/main" id="{2B3BB837-08A9-42BE-91EE-A84F31F1DA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6" y="1056"/>
              <a:ext cx="144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0      0      0     0</a:t>
              </a:r>
            </a:p>
          </p:txBody>
        </p:sp>
        <p:sp>
          <p:nvSpPr>
            <p:cNvPr id="72842" name="Rectangle 23">
              <a:extLst>
                <a:ext uri="{FF2B5EF4-FFF2-40B4-BE49-F238E27FC236}">
                  <a16:creationId xmlns:a16="http://schemas.microsoft.com/office/drawing/2014/main" id="{C9B7707E-482C-468E-ABDE-E4127C08E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296"/>
              <a:ext cx="148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0      0      0     1      </a:t>
              </a:r>
            </a:p>
          </p:txBody>
        </p:sp>
        <p:sp>
          <p:nvSpPr>
            <p:cNvPr id="72843" name="Rectangle 24">
              <a:extLst>
                <a:ext uri="{FF2B5EF4-FFF2-40B4-BE49-F238E27FC236}">
                  <a16:creationId xmlns:a16="http://schemas.microsoft.com/office/drawing/2014/main" id="{E3F8BFF1-FDDC-4680-A985-F523F6B1B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584"/>
              <a:ext cx="144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0      0      1     0</a:t>
              </a:r>
            </a:p>
          </p:txBody>
        </p:sp>
        <p:sp>
          <p:nvSpPr>
            <p:cNvPr id="72844" name="Rectangle 25">
              <a:extLst>
                <a:ext uri="{FF2B5EF4-FFF2-40B4-BE49-F238E27FC236}">
                  <a16:creationId xmlns:a16="http://schemas.microsoft.com/office/drawing/2014/main" id="{C967F1AB-A79E-4FE5-9D0E-FEF7ED107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824"/>
              <a:ext cx="163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0      0      1     1</a:t>
              </a:r>
            </a:p>
          </p:txBody>
        </p:sp>
        <p:sp>
          <p:nvSpPr>
            <p:cNvPr id="72845" name="Rectangle 26">
              <a:extLst>
                <a:ext uri="{FF2B5EF4-FFF2-40B4-BE49-F238E27FC236}">
                  <a16:creationId xmlns:a16="http://schemas.microsoft.com/office/drawing/2014/main" id="{3E908063-AAF4-400F-86F0-23A7B4959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064"/>
              <a:ext cx="168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0      1      0     0</a:t>
              </a:r>
            </a:p>
          </p:txBody>
        </p:sp>
        <p:sp>
          <p:nvSpPr>
            <p:cNvPr id="72846" name="Rectangle 27">
              <a:extLst>
                <a:ext uri="{FF2B5EF4-FFF2-40B4-BE49-F238E27FC236}">
                  <a16:creationId xmlns:a16="http://schemas.microsoft.com/office/drawing/2014/main" id="{D3A061F9-89CA-422B-B49D-882DB90D4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736"/>
              <a:ext cx="153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0      1      1     1</a:t>
              </a:r>
            </a:p>
          </p:txBody>
        </p:sp>
        <p:sp>
          <p:nvSpPr>
            <p:cNvPr id="72847" name="Rectangle 28">
              <a:extLst>
                <a:ext uri="{FF2B5EF4-FFF2-40B4-BE49-F238E27FC236}">
                  <a16:creationId xmlns:a16="http://schemas.microsoft.com/office/drawing/2014/main" id="{DB303701-2D52-42C6-9723-48D15AEC3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496"/>
              <a:ext cx="134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0      1      1     0</a:t>
              </a:r>
            </a:p>
          </p:txBody>
        </p:sp>
        <p:sp>
          <p:nvSpPr>
            <p:cNvPr id="72848" name="Rectangle 29">
              <a:extLst>
                <a:ext uri="{FF2B5EF4-FFF2-40B4-BE49-F238E27FC236}">
                  <a16:creationId xmlns:a16="http://schemas.microsoft.com/office/drawing/2014/main" id="{F6CC440B-9442-46A4-80BC-7E462CC30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304"/>
              <a:ext cx="148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0      1      0     1</a:t>
              </a:r>
            </a:p>
          </p:txBody>
        </p:sp>
        <p:sp>
          <p:nvSpPr>
            <p:cNvPr id="72849" name="Rectangle 30">
              <a:extLst>
                <a:ext uri="{FF2B5EF4-FFF2-40B4-BE49-F238E27FC236}">
                  <a16:creationId xmlns:a16="http://schemas.microsoft.com/office/drawing/2014/main" id="{910FD947-AA38-4193-B54B-7A1C45F85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768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72850" name="Rectangle 31">
              <a:extLst>
                <a:ext uri="{FF2B5EF4-FFF2-40B4-BE49-F238E27FC236}">
                  <a16:creationId xmlns:a16="http://schemas.microsoft.com/office/drawing/2014/main" id="{587EABC3-248F-40BD-B7C2-50701154C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" y="2976"/>
              <a:ext cx="48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51" name="Rectangle 32">
              <a:extLst>
                <a:ext uri="{FF2B5EF4-FFF2-40B4-BE49-F238E27FC236}">
                  <a16:creationId xmlns:a16="http://schemas.microsoft.com/office/drawing/2014/main" id="{6A895F68-444D-4426-BA17-1123D8146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" y="3216"/>
              <a:ext cx="56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=1</a:t>
              </a:r>
              <a:endParaRPr kumimoji="1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852" name="Rectangle 33">
              <a:extLst>
                <a:ext uri="{FF2B5EF4-FFF2-40B4-BE49-F238E27FC236}">
                  <a16:creationId xmlns:a16="http://schemas.microsoft.com/office/drawing/2014/main" id="{5DCAA09D-DF14-4CFD-86D7-0B4C144AF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976"/>
              <a:ext cx="131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1      0      0     0</a:t>
              </a:r>
            </a:p>
          </p:txBody>
        </p:sp>
        <p:sp>
          <p:nvSpPr>
            <p:cNvPr id="72853" name="Rectangle 34">
              <a:extLst>
                <a:ext uri="{FF2B5EF4-FFF2-40B4-BE49-F238E27FC236}">
                  <a16:creationId xmlns:a16="http://schemas.microsoft.com/office/drawing/2014/main" id="{40729D28-1333-4105-AAF4-9A5AFC761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3216"/>
              <a:ext cx="131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1      0      0     1</a:t>
              </a:r>
            </a:p>
          </p:txBody>
        </p:sp>
      </p:grpSp>
      <p:grpSp>
        <p:nvGrpSpPr>
          <p:cNvPr id="278563" name="Group 35">
            <a:extLst>
              <a:ext uri="{FF2B5EF4-FFF2-40B4-BE49-F238E27FC236}">
                <a16:creationId xmlns:a16="http://schemas.microsoft.com/office/drawing/2014/main" id="{CB0BF94F-9072-4F5C-8ACA-5B0CBA823CF0}"/>
              </a:ext>
            </a:extLst>
          </p:cNvPr>
          <p:cNvGrpSpPr>
            <a:grpSpLocks/>
          </p:cNvGrpSpPr>
          <p:nvPr/>
        </p:nvGrpSpPr>
        <p:grpSpPr bwMode="auto">
          <a:xfrm>
            <a:off x="4818063" y="50800"/>
            <a:ext cx="3582987" cy="1814513"/>
            <a:chOff x="3216" y="208"/>
            <a:chExt cx="2257" cy="1143"/>
          </a:xfrm>
        </p:grpSpPr>
        <p:sp>
          <p:nvSpPr>
            <p:cNvPr id="72819" name="Text Box 36">
              <a:extLst>
                <a:ext uri="{FF2B5EF4-FFF2-40B4-BE49-F238E27FC236}">
                  <a16:creationId xmlns:a16="http://schemas.microsoft.com/office/drawing/2014/main" id="{FA66AACB-DED1-4C2E-9D0D-847697DDA1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6" y="480"/>
              <a:ext cx="219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72820" name="Rectangle 37">
              <a:extLst>
                <a:ext uri="{FF2B5EF4-FFF2-40B4-BE49-F238E27FC236}">
                  <a16:creationId xmlns:a16="http://schemas.microsoft.com/office/drawing/2014/main" id="{4136D0C1-6945-4692-9D08-56D8F35B1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768"/>
              <a:ext cx="206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72821" name="Rectangle 38">
              <a:extLst>
                <a:ext uri="{FF2B5EF4-FFF2-40B4-BE49-F238E27FC236}">
                  <a16:creationId xmlns:a16="http://schemas.microsoft.com/office/drawing/2014/main" id="{6AFC17B4-57FE-4E45-8976-01DBCE176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1024"/>
              <a:ext cx="2257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+I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</a:p>
          </p:txBody>
        </p:sp>
        <p:sp>
          <p:nvSpPr>
            <p:cNvPr id="72822" name="Rectangle 39">
              <a:extLst>
                <a:ext uri="{FF2B5EF4-FFF2-40B4-BE49-F238E27FC236}">
                  <a16:creationId xmlns:a16="http://schemas.microsoft.com/office/drawing/2014/main" id="{397B3263-227E-4670-A994-BE79924C0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208"/>
              <a:ext cx="116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=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+ I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</a:p>
          </p:txBody>
        </p:sp>
      </p:grpSp>
      <p:grpSp>
        <p:nvGrpSpPr>
          <p:cNvPr id="278568" name="Group 40">
            <a:extLst>
              <a:ext uri="{FF2B5EF4-FFF2-40B4-BE49-F238E27FC236}">
                <a16:creationId xmlns:a16="http://schemas.microsoft.com/office/drawing/2014/main" id="{2F986F30-3C46-4ABA-A31F-BD97A13187C9}"/>
              </a:ext>
            </a:extLst>
          </p:cNvPr>
          <p:cNvGrpSpPr>
            <a:grpSpLocks/>
          </p:cNvGrpSpPr>
          <p:nvPr/>
        </p:nvGrpSpPr>
        <p:grpSpPr bwMode="auto">
          <a:xfrm>
            <a:off x="3821113" y="1784350"/>
            <a:ext cx="5356225" cy="4632325"/>
            <a:chOff x="2407" y="1124"/>
            <a:chExt cx="3374" cy="2918"/>
          </a:xfrm>
        </p:grpSpPr>
        <p:grpSp>
          <p:nvGrpSpPr>
            <p:cNvPr id="72710" name="Group 41">
              <a:extLst>
                <a:ext uri="{FF2B5EF4-FFF2-40B4-BE49-F238E27FC236}">
                  <a16:creationId xmlns:a16="http://schemas.microsoft.com/office/drawing/2014/main" id="{00E3A0F5-574C-48EF-A6C3-6BADED06D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7" y="1124"/>
              <a:ext cx="3374" cy="2918"/>
              <a:chOff x="2407" y="1124"/>
              <a:chExt cx="3374" cy="2918"/>
            </a:xfrm>
          </p:grpSpPr>
          <p:sp>
            <p:nvSpPr>
              <p:cNvPr id="72715" name="Line 42">
                <a:extLst>
                  <a:ext uri="{FF2B5EF4-FFF2-40B4-BE49-F238E27FC236}">
                    <a16:creationId xmlns:a16="http://schemas.microsoft.com/office/drawing/2014/main" id="{93BC2B97-0E19-45A9-AE3B-CA439E295C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5" y="2033"/>
                <a:ext cx="2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16" name="Line 43">
                <a:extLst>
                  <a:ext uri="{FF2B5EF4-FFF2-40B4-BE49-F238E27FC236}">
                    <a16:creationId xmlns:a16="http://schemas.microsoft.com/office/drawing/2014/main" id="{6986087F-4CB3-4489-BDD6-7190FC9C0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5" y="2225"/>
                <a:ext cx="2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17" name="Line 44">
                <a:extLst>
                  <a:ext uri="{FF2B5EF4-FFF2-40B4-BE49-F238E27FC236}">
                    <a16:creationId xmlns:a16="http://schemas.microsoft.com/office/drawing/2014/main" id="{B49261D4-BDE2-44D5-AADE-18A5EB59DC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3" y="2033"/>
                <a:ext cx="0" cy="192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18" name="Line 45">
                <a:extLst>
                  <a:ext uri="{FF2B5EF4-FFF2-40B4-BE49-F238E27FC236}">
                    <a16:creationId xmlns:a16="http://schemas.microsoft.com/office/drawing/2014/main" id="{1D1472AA-772B-45E4-B79A-3B2CFAD90E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5" y="2417"/>
                <a:ext cx="2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19" name="Line 46">
                <a:extLst>
                  <a:ext uri="{FF2B5EF4-FFF2-40B4-BE49-F238E27FC236}">
                    <a16:creationId xmlns:a16="http://schemas.microsoft.com/office/drawing/2014/main" id="{3C3B5EE7-AC0D-4F30-87B1-E3476789F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6" y="3377"/>
                <a:ext cx="2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0" name="Line 47">
                <a:extLst>
                  <a:ext uri="{FF2B5EF4-FFF2-40B4-BE49-F238E27FC236}">
                    <a16:creationId xmlns:a16="http://schemas.microsoft.com/office/drawing/2014/main" id="{975D005B-FBF1-4DE1-9138-6C29AE66E7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5" y="2609"/>
                <a:ext cx="2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1" name="Line 48">
                <a:extLst>
                  <a:ext uri="{FF2B5EF4-FFF2-40B4-BE49-F238E27FC236}">
                    <a16:creationId xmlns:a16="http://schemas.microsoft.com/office/drawing/2014/main" id="{8D46CF18-E2F6-40E6-A56D-A2DF6062BF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5" y="2801"/>
                <a:ext cx="2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2" name="Line 49">
                <a:extLst>
                  <a:ext uri="{FF2B5EF4-FFF2-40B4-BE49-F238E27FC236}">
                    <a16:creationId xmlns:a16="http://schemas.microsoft.com/office/drawing/2014/main" id="{41ED4FD2-FFB8-430F-A2AB-8E28E8967F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5" y="2993"/>
                <a:ext cx="2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3" name="Line 50">
                <a:extLst>
                  <a:ext uri="{FF2B5EF4-FFF2-40B4-BE49-F238E27FC236}">
                    <a16:creationId xmlns:a16="http://schemas.microsoft.com/office/drawing/2014/main" id="{87B77634-95F9-4D28-A19D-7E51DC6A9C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5" y="3185"/>
                <a:ext cx="2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4" name="Rectangle 51">
                <a:extLst>
                  <a:ext uri="{FF2B5EF4-FFF2-40B4-BE49-F238E27FC236}">
                    <a16:creationId xmlns:a16="http://schemas.microsoft.com/office/drawing/2014/main" id="{B5974470-2652-4CE1-A249-611C2D8B1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1985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5" name="Rectangle 52">
                <a:extLst>
                  <a:ext uri="{FF2B5EF4-FFF2-40B4-BE49-F238E27FC236}">
                    <a16:creationId xmlns:a16="http://schemas.microsoft.com/office/drawing/2014/main" id="{470D7C78-929F-4781-BC19-892911F83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177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6" name="Rectangle 53">
                <a:extLst>
                  <a:ext uri="{FF2B5EF4-FFF2-40B4-BE49-F238E27FC236}">
                    <a16:creationId xmlns:a16="http://schemas.microsoft.com/office/drawing/2014/main" id="{F3035005-3DFF-48E5-BB10-D57CEE265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369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7" name="Rectangle 54">
                <a:extLst>
                  <a:ext uri="{FF2B5EF4-FFF2-40B4-BE49-F238E27FC236}">
                    <a16:creationId xmlns:a16="http://schemas.microsoft.com/office/drawing/2014/main" id="{AFDEEA47-24D0-4CEA-8CD0-157163159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561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8" name="Rectangle 55">
                <a:extLst>
                  <a:ext uri="{FF2B5EF4-FFF2-40B4-BE49-F238E27FC236}">
                    <a16:creationId xmlns:a16="http://schemas.microsoft.com/office/drawing/2014/main" id="{081B1DA4-BC65-4FF6-9523-D3EF9BBF4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753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29" name="Rectangle 56">
                <a:extLst>
                  <a:ext uri="{FF2B5EF4-FFF2-40B4-BE49-F238E27FC236}">
                    <a16:creationId xmlns:a16="http://schemas.microsoft.com/office/drawing/2014/main" id="{6527F033-6CCF-4C1E-9E85-5A0E8D9F5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945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30" name="Rectangle 57">
                <a:extLst>
                  <a:ext uri="{FF2B5EF4-FFF2-40B4-BE49-F238E27FC236}">
                    <a16:creationId xmlns:a16="http://schemas.microsoft.com/office/drawing/2014/main" id="{EFD5A58E-2E8E-4F87-9AA2-33E4E7930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3137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31" name="Rectangle 58">
                <a:extLst>
                  <a:ext uri="{FF2B5EF4-FFF2-40B4-BE49-F238E27FC236}">
                    <a16:creationId xmlns:a16="http://schemas.microsoft.com/office/drawing/2014/main" id="{6AB030C9-62B1-4213-8B94-D0B600DCE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3329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32" name="Line 59">
                <a:extLst>
                  <a:ext uri="{FF2B5EF4-FFF2-40B4-BE49-F238E27FC236}">
                    <a16:creationId xmlns:a16="http://schemas.microsoft.com/office/drawing/2014/main" id="{6E37BDC8-8A1E-46A3-BCC8-100FBC3F23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7" y="395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33" name="Text Box 60">
                <a:extLst>
                  <a:ext uri="{FF2B5EF4-FFF2-40B4-BE49-F238E27FC236}">
                    <a16:creationId xmlns:a16="http://schemas.microsoft.com/office/drawing/2014/main" id="{F3D98B36-CE51-43F9-BB32-61229116E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43" y="1697"/>
                <a:ext cx="240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R</a:t>
                </a:r>
              </a:p>
            </p:txBody>
          </p:sp>
          <p:sp>
            <p:nvSpPr>
              <p:cNvPr id="72734" name="Rectangle 61">
                <a:extLst>
                  <a:ext uri="{FF2B5EF4-FFF2-40B4-BE49-F238E27FC236}">
                    <a16:creationId xmlns:a16="http://schemas.microsoft.com/office/drawing/2014/main" id="{07BE33CF-A134-4B88-BF78-C85B1FA11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8" y="3754"/>
                <a:ext cx="683" cy="288"/>
              </a:xfrm>
              <a:prstGeom prst="rect">
                <a:avLst/>
              </a:prstGeom>
              <a:no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+V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CC</a:t>
                </a:r>
              </a:p>
            </p:txBody>
          </p:sp>
          <p:sp>
            <p:nvSpPr>
              <p:cNvPr id="72735" name="Rectangle 62">
                <a:extLst>
                  <a:ext uri="{FF2B5EF4-FFF2-40B4-BE49-F238E27FC236}">
                    <a16:creationId xmlns:a16="http://schemas.microsoft.com/office/drawing/2014/main" id="{608E4716-E09A-46A0-9CFA-B5577C1AF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7" y="1553"/>
                <a:ext cx="384" cy="24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36" name="Rectangle 63">
                <a:extLst>
                  <a:ext uri="{FF2B5EF4-FFF2-40B4-BE49-F238E27FC236}">
                    <a16:creationId xmlns:a16="http://schemas.microsoft.com/office/drawing/2014/main" id="{1D33567F-C172-4794-B1AD-BB98B0C55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7" y="1553"/>
                <a:ext cx="384" cy="24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37" name="Rectangle 64">
                <a:extLst>
                  <a:ext uri="{FF2B5EF4-FFF2-40B4-BE49-F238E27FC236}">
                    <a16:creationId xmlns:a16="http://schemas.microsoft.com/office/drawing/2014/main" id="{F007C6B1-E86D-4C81-A581-D9C498BB8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553"/>
                <a:ext cx="384" cy="24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38" name="Line 65">
                <a:extLst>
                  <a:ext uri="{FF2B5EF4-FFF2-40B4-BE49-F238E27FC236}">
                    <a16:creationId xmlns:a16="http://schemas.microsoft.com/office/drawing/2014/main" id="{C798F78A-E1FC-4365-AE43-6B9B9D45FF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7" y="1793"/>
                <a:ext cx="0" cy="6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39" name="Line 66">
                <a:extLst>
                  <a:ext uri="{FF2B5EF4-FFF2-40B4-BE49-F238E27FC236}">
                    <a16:creationId xmlns:a16="http://schemas.microsoft.com/office/drawing/2014/main" id="{DE0CF9AF-25E1-4EEE-9557-D326C2D510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3" y="1793"/>
                <a:ext cx="0" cy="10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0" name="Line 67">
                <a:extLst>
                  <a:ext uri="{FF2B5EF4-FFF2-40B4-BE49-F238E27FC236}">
                    <a16:creationId xmlns:a16="http://schemas.microsoft.com/office/drawing/2014/main" id="{2816D510-5A09-4E9B-9D81-0AA9DA276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38" y="1793"/>
                <a:ext cx="0" cy="139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1" name="Line 68">
                <a:extLst>
                  <a:ext uri="{FF2B5EF4-FFF2-40B4-BE49-F238E27FC236}">
                    <a16:creationId xmlns:a16="http://schemas.microsoft.com/office/drawing/2014/main" id="{1EF48D3D-B4C9-4FC4-8705-1BF4AE0397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5" y="1793"/>
                <a:ext cx="0" cy="177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2" name="Line 69">
                <a:extLst>
                  <a:ext uri="{FF2B5EF4-FFF2-40B4-BE49-F238E27FC236}">
                    <a16:creationId xmlns:a16="http://schemas.microsoft.com/office/drawing/2014/main" id="{326A9228-64C6-4B37-80B1-AF1CCC9866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83" y="1793"/>
                <a:ext cx="0" cy="6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3" name="Line 70">
                <a:extLst>
                  <a:ext uri="{FF2B5EF4-FFF2-40B4-BE49-F238E27FC236}">
                    <a16:creationId xmlns:a16="http://schemas.microsoft.com/office/drawing/2014/main" id="{A65FA033-3EAF-47EE-8942-C9E42B3583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7" y="1793"/>
                <a:ext cx="0" cy="81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4" name="Line 71">
                <a:extLst>
                  <a:ext uri="{FF2B5EF4-FFF2-40B4-BE49-F238E27FC236}">
                    <a16:creationId xmlns:a16="http://schemas.microsoft.com/office/drawing/2014/main" id="{CF6A7BCC-3751-40BC-A57B-D27E61D1D3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91" y="1793"/>
                <a:ext cx="0" cy="139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5" name="Line 72">
                <a:extLst>
                  <a:ext uri="{FF2B5EF4-FFF2-40B4-BE49-F238E27FC236}">
                    <a16:creationId xmlns:a16="http://schemas.microsoft.com/office/drawing/2014/main" id="{42D9CE0E-84BC-432B-A90B-019692AA7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95" y="1793"/>
                <a:ext cx="0" cy="15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6" name="Line 73">
                <a:extLst>
                  <a:ext uri="{FF2B5EF4-FFF2-40B4-BE49-F238E27FC236}">
                    <a16:creationId xmlns:a16="http://schemas.microsoft.com/office/drawing/2014/main" id="{8983F4D9-3487-4338-AAD1-D80770467E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03" y="1793"/>
                <a:ext cx="0" cy="6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7" name="Line 74">
                <a:extLst>
                  <a:ext uri="{FF2B5EF4-FFF2-40B4-BE49-F238E27FC236}">
                    <a16:creationId xmlns:a16="http://schemas.microsoft.com/office/drawing/2014/main" id="{D4B29400-6661-44B2-8B03-A56B523606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7" y="1793"/>
                <a:ext cx="0" cy="81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8" name="Line 75">
                <a:extLst>
                  <a:ext uri="{FF2B5EF4-FFF2-40B4-BE49-F238E27FC236}">
                    <a16:creationId xmlns:a16="http://schemas.microsoft.com/office/drawing/2014/main" id="{D3DAEB24-F619-4015-A8A7-E4971458E3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11" y="1793"/>
                <a:ext cx="0" cy="10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49" name="Line 76">
                <a:extLst>
                  <a:ext uri="{FF2B5EF4-FFF2-40B4-BE49-F238E27FC236}">
                    <a16:creationId xmlns:a16="http://schemas.microsoft.com/office/drawing/2014/main" id="{E27CC1D5-AAB0-49F0-AEE8-1E2E8DE897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15" y="1793"/>
                <a:ext cx="0" cy="12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0" name="Oval 77">
                <a:extLst>
                  <a:ext uri="{FF2B5EF4-FFF2-40B4-BE49-F238E27FC236}">
                    <a16:creationId xmlns:a16="http://schemas.microsoft.com/office/drawing/2014/main" id="{4BE2CEB9-8171-4434-AB82-5F8B8C915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973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1" name="Oval 78">
                <a:extLst>
                  <a:ext uri="{FF2B5EF4-FFF2-40B4-BE49-F238E27FC236}">
                    <a16:creationId xmlns:a16="http://schemas.microsoft.com/office/drawing/2014/main" id="{BF80C433-3D8D-4FAD-B567-CEDDA4549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1" y="2773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2" name="Oval 79">
                <a:extLst>
                  <a:ext uri="{FF2B5EF4-FFF2-40B4-BE49-F238E27FC236}">
                    <a16:creationId xmlns:a16="http://schemas.microsoft.com/office/drawing/2014/main" id="{603C0E51-7EC9-4B06-A3C5-945A0D94B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257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3" name="Oval 80">
                <a:extLst>
                  <a:ext uri="{FF2B5EF4-FFF2-40B4-BE49-F238E27FC236}">
                    <a16:creationId xmlns:a16="http://schemas.microsoft.com/office/drawing/2014/main" id="{E84B2363-DB03-4AF8-A5EB-D89EF1BB0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238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4" name="Oval 81">
                <a:extLst>
                  <a:ext uri="{FF2B5EF4-FFF2-40B4-BE49-F238E27FC236}">
                    <a16:creationId xmlns:a16="http://schemas.microsoft.com/office/drawing/2014/main" id="{C9468CB6-1FBE-4054-A241-51BBDB454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5" y="334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5" name="Oval 82">
                <a:extLst>
                  <a:ext uri="{FF2B5EF4-FFF2-40B4-BE49-F238E27FC236}">
                    <a16:creationId xmlns:a16="http://schemas.microsoft.com/office/drawing/2014/main" id="{A9DE8237-AD93-4B73-9C7E-25D640407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31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6" name="Oval 83">
                <a:extLst>
                  <a:ext uri="{FF2B5EF4-FFF2-40B4-BE49-F238E27FC236}">
                    <a16:creationId xmlns:a16="http://schemas.microsoft.com/office/drawing/2014/main" id="{10456335-D173-49DB-A9FE-E17267D83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257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7" name="Oval 84">
                <a:extLst>
                  <a:ext uri="{FF2B5EF4-FFF2-40B4-BE49-F238E27FC236}">
                    <a16:creationId xmlns:a16="http://schemas.microsoft.com/office/drawing/2014/main" id="{9C5CA8A5-6CA1-41F4-B0AE-A96BAE4F6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389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8" name="Oval 85">
                <a:extLst>
                  <a:ext uri="{FF2B5EF4-FFF2-40B4-BE49-F238E27FC236}">
                    <a16:creationId xmlns:a16="http://schemas.microsoft.com/office/drawing/2014/main" id="{6F74976A-0318-4EA8-A31B-1A4AB959B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3531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59" name="Oval 86">
                <a:extLst>
                  <a:ext uri="{FF2B5EF4-FFF2-40B4-BE49-F238E27FC236}">
                    <a16:creationId xmlns:a16="http://schemas.microsoft.com/office/drawing/2014/main" id="{C300C510-8984-4785-9D3F-C30F58A55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3159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60" name="Oval 87">
                <a:extLst>
                  <a:ext uri="{FF2B5EF4-FFF2-40B4-BE49-F238E27FC236}">
                    <a16:creationId xmlns:a16="http://schemas.microsoft.com/office/drawing/2014/main" id="{254875B5-7723-4065-AC91-B2A0DC491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2" y="2763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61" name="Oval 88">
                <a:extLst>
                  <a:ext uri="{FF2B5EF4-FFF2-40B4-BE49-F238E27FC236}">
                    <a16:creationId xmlns:a16="http://schemas.microsoft.com/office/drawing/2014/main" id="{CEC965FB-8822-4418-8087-AE4885702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2007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62" name="Rectangle 89">
                <a:extLst>
                  <a:ext uri="{FF2B5EF4-FFF2-40B4-BE49-F238E27FC236}">
                    <a16:creationId xmlns:a16="http://schemas.microsoft.com/office/drawing/2014/main" id="{4F0E4778-FDC7-4CF2-AB7D-4381D5B73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1124"/>
                <a:ext cx="319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2763" name="Rectangle 90">
                <a:extLst>
                  <a:ext uri="{FF2B5EF4-FFF2-40B4-BE49-F238E27FC236}">
                    <a16:creationId xmlns:a16="http://schemas.microsoft.com/office/drawing/2014/main" id="{891CF312-E1CD-42E9-96FB-46BD60EF5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1124"/>
                <a:ext cx="319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2764" name="Rectangle 91">
                <a:extLst>
                  <a:ext uri="{FF2B5EF4-FFF2-40B4-BE49-F238E27FC236}">
                    <a16:creationId xmlns:a16="http://schemas.microsoft.com/office/drawing/2014/main" id="{87BE1D1F-5A34-4D81-9773-0091606CD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5" y="1124"/>
                <a:ext cx="319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72765" name="Line 92">
                <a:extLst>
                  <a:ext uri="{FF2B5EF4-FFF2-40B4-BE49-F238E27FC236}">
                    <a16:creationId xmlns:a16="http://schemas.microsoft.com/office/drawing/2014/main" id="{E7AB2573-8CB2-498C-BF3C-C3CBC964C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3" y="3569"/>
                <a:ext cx="220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66" name="Line 93">
                <a:extLst>
                  <a:ext uri="{FF2B5EF4-FFF2-40B4-BE49-F238E27FC236}">
                    <a16:creationId xmlns:a16="http://schemas.microsoft.com/office/drawing/2014/main" id="{BE584A82-B4BD-42ED-A429-38D28BEE09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3" y="3761"/>
                <a:ext cx="220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67" name="Rectangle 94">
                <a:extLst>
                  <a:ext uri="{FF2B5EF4-FFF2-40B4-BE49-F238E27FC236}">
                    <a16:creationId xmlns:a16="http://schemas.microsoft.com/office/drawing/2014/main" id="{4E09415D-95FE-4F24-A432-658E609A4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3521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68" name="Rectangle 95">
                <a:extLst>
                  <a:ext uri="{FF2B5EF4-FFF2-40B4-BE49-F238E27FC236}">
                    <a16:creationId xmlns:a16="http://schemas.microsoft.com/office/drawing/2014/main" id="{2497DC30-12EC-4A82-8990-45F7D3C68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3713"/>
                <a:ext cx="192" cy="96"/>
              </a:xfrm>
              <a:prstGeom prst="rect">
                <a:avLst/>
              </a:prstGeom>
              <a:solidFill>
                <a:schemeClr val="accent1"/>
              </a:solidFill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72769" name="Group 96">
                <a:extLst>
                  <a:ext uri="{FF2B5EF4-FFF2-40B4-BE49-F238E27FC236}">
                    <a16:creationId xmlns:a16="http://schemas.microsoft.com/office/drawing/2014/main" id="{319CDC05-57D6-4DAD-B23D-E616EB5FC4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11" y="1937"/>
                <a:ext cx="152" cy="1824"/>
                <a:chOff x="4456" y="2256"/>
                <a:chExt cx="152" cy="1824"/>
              </a:xfrm>
            </p:grpSpPr>
            <p:sp>
              <p:nvSpPr>
                <p:cNvPr id="72809" name="Line 97">
                  <a:extLst>
                    <a:ext uri="{FF2B5EF4-FFF2-40B4-BE49-F238E27FC236}">
                      <a16:creationId xmlns:a16="http://schemas.microsoft.com/office/drawing/2014/main" id="{5C478A73-1918-431B-85D5-7BE62E1EB5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6" y="2256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10" name="Line 98">
                  <a:extLst>
                    <a:ext uri="{FF2B5EF4-FFF2-40B4-BE49-F238E27FC236}">
                      <a16:creationId xmlns:a16="http://schemas.microsoft.com/office/drawing/2014/main" id="{4842D2A1-9543-48F2-AF7D-BAF91C050E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6" y="2448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11" name="Line 99">
                  <a:extLst>
                    <a:ext uri="{FF2B5EF4-FFF2-40B4-BE49-F238E27FC236}">
                      <a16:creationId xmlns:a16="http://schemas.microsoft.com/office/drawing/2014/main" id="{A2FB95AA-8DB4-4503-B30B-429910D16A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6" y="2640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12" name="Line 100">
                  <a:extLst>
                    <a:ext uri="{FF2B5EF4-FFF2-40B4-BE49-F238E27FC236}">
                      <a16:creationId xmlns:a16="http://schemas.microsoft.com/office/drawing/2014/main" id="{6BFC55A1-1D94-44C7-A1CC-7B3E2635A7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6" y="2832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13" name="Line 101">
                  <a:extLst>
                    <a:ext uri="{FF2B5EF4-FFF2-40B4-BE49-F238E27FC236}">
                      <a16:creationId xmlns:a16="http://schemas.microsoft.com/office/drawing/2014/main" id="{B247121D-98CC-44D0-894D-B192F41010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6" y="3024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14" name="Line 102">
                  <a:extLst>
                    <a:ext uri="{FF2B5EF4-FFF2-40B4-BE49-F238E27FC236}">
                      <a16:creationId xmlns:a16="http://schemas.microsoft.com/office/drawing/2014/main" id="{082F24DA-B1EF-4C9C-9BD1-B008A97E38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6" y="3216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15" name="Line 103">
                  <a:extLst>
                    <a:ext uri="{FF2B5EF4-FFF2-40B4-BE49-F238E27FC236}">
                      <a16:creationId xmlns:a16="http://schemas.microsoft.com/office/drawing/2014/main" id="{6C141A31-CF72-4E7B-BECF-55EC8177F9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6" y="3408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16" name="Line 104">
                  <a:extLst>
                    <a:ext uri="{FF2B5EF4-FFF2-40B4-BE49-F238E27FC236}">
                      <a16:creationId xmlns:a16="http://schemas.microsoft.com/office/drawing/2014/main" id="{6F1E207A-2831-412B-BF2B-E0524F2A1D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64" y="3600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17" name="Line 105">
                  <a:extLst>
                    <a:ext uri="{FF2B5EF4-FFF2-40B4-BE49-F238E27FC236}">
                      <a16:creationId xmlns:a16="http://schemas.microsoft.com/office/drawing/2014/main" id="{6005AF5B-B68B-462A-A555-AA1A76C616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64" y="3792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18" name="Line 106">
                  <a:extLst>
                    <a:ext uri="{FF2B5EF4-FFF2-40B4-BE49-F238E27FC236}">
                      <a16:creationId xmlns:a16="http://schemas.microsoft.com/office/drawing/2014/main" id="{D9855D48-6AEF-46D5-98DA-4B7BF5D141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64" y="3984"/>
                  <a:ext cx="144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72770" name="Line 107">
                <a:extLst>
                  <a:ext uri="{FF2B5EF4-FFF2-40B4-BE49-F238E27FC236}">
                    <a16:creationId xmlns:a16="http://schemas.microsoft.com/office/drawing/2014/main" id="{2EFF8989-B734-4D84-9888-D23774B3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3" y="1975"/>
                <a:ext cx="0" cy="18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71" name="Line 108">
                <a:extLst>
                  <a:ext uri="{FF2B5EF4-FFF2-40B4-BE49-F238E27FC236}">
                    <a16:creationId xmlns:a16="http://schemas.microsoft.com/office/drawing/2014/main" id="{32410B8E-686D-4670-9E26-FDD114405C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03" y="198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72" name="Line 109">
                <a:extLst>
                  <a:ext uri="{FF2B5EF4-FFF2-40B4-BE49-F238E27FC236}">
                    <a16:creationId xmlns:a16="http://schemas.microsoft.com/office/drawing/2014/main" id="{08E291BD-7487-469C-B0A6-4C6D5796B5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03" y="2177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73" name="Line 110">
                <a:extLst>
                  <a:ext uri="{FF2B5EF4-FFF2-40B4-BE49-F238E27FC236}">
                    <a16:creationId xmlns:a16="http://schemas.microsoft.com/office/drawing/2014/main" id="{95CF8E24-E056-406B-B311-EBD856FB73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03" y="2369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74" name="Line 111">
                <a:extLst>
                  <a:ext uri="{FF2B5EF4-FFF2-40B4-BE49-F238E27FC236}">
                    <a16:creationId xmlns:a16="http://schemas.microsoft.com/office/drawing/2014/main" id="{E7BD8D61-EE51-40D7-A7FF-F0CF4B6E0F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03" y="256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75" name="Line 112">
                <a:extLst>
                  <a:ext uri="{FF2B5EF4-FFF2-40B4-BE49-F238E27FC236}">
                    <a16:creationId xmlns:a16="http://schemas.microsoft.com/office/drawing/2014/main" id="{49AED334-EA31-4620-A565-019099B24B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03" y="275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76" name="Line 113">
                <a:extLst>
                  <a:ext uri="{FF2B5EF4-FFF2-40B4-BE49-F238E27FC236}">
                    <a16:creationId xmlns:a16="http://schemas.microsoft.com/office/drawing/2014/main" id="{2E167D3A-02C4-410C-A36D-51318F022F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03" y="294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77" name="Line 114">
                <a:extLst>
                  <a:ext uri="{FF2B5EF4-FFF2-40B4-BE49-F238E27FC236}">
                    <a16:creationId xmlns:a16="http://schemas.microsoft.com/office/drawing/2014/main" id="{0F317164-A60D-4913-85FA-7DCEFCD2FC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03" y="3137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78" name="Line 115">
                <a:extLst>
                  <a:ext uri="{FF2B5EF4-FFF2-40B4-BE49-F238E27FC236}">
                    <a16:creationId xmlns:a16="http://schemas.microsoft.com/office/drawing/2014/main" id="{13063FD3-CDDC-423D-B312-60BDA8B002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03" y="3329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79" name="Oval 116">
                <a:extLst>
                  <a:ext uri="{FF2B5EF4-FFF2-40B4-BE49-F238E27FC236}">
                    <a16:creationId xmlns:a16="http://schemas.microsoft.com/office/drawing/2014/main" id="{FF116064-41C1-4571-B055-9709BB31D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3" y="3852"/>
                <a:ext cx="48" cy="48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80" name="Rectangle 117">
                <a:extLst>
                  <a:ext uri="{FF2B5EF4-FFF2-40B4-BE49-F238E27FC236}">
                    <a16:creationId xmlns:a16="http://schemas.microsoft.com/office/drawing/2014/main" id="{32BCA312-0180-46C6-AE69-87EC65622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2225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72781" name="Rectangle 118">
                <a:extLst>
                  <a:ext uri="{FF2B5EF4-FFF2-40B4-BE49-F238E27FC236}">
                    <a16:creationId xmlns:a16="http://schemas.microsoft.com/office/drawing/2014/main" id="{E213FE28-F7CA-4F8E-8CC2-9B5A427AB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2417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</a:p>
            </p:txBody>
          </p:sp>
          <p:sp>
            <p:nvSpPr>
              <p:cNvPr id="72782" name="Rectangle 119">
                <a:extLst>
                  <a:ext uri="{FF2B5EF4-FFF2-40B4-BE49-F238E27FC236}">
                    <a16:creationId xmlns:a16="http://schemas.microsoft.com/office/drawing/2014/main" id="{956D1891-9B65-4D30-9153-1C8A6FC35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2609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</a:p>
            </p:txBody>
          </p:sp>
          <p:sp>
            <p:nvSpPr>
              <p:cNvPr id="72783" name="Rectangle 120">
                <a:extLst>
                  <a:ext uri="{FF2B5EF4-FFF2-40B4-BE49-F238E27FC236}">
                    <a16:creationId xmlns:a16="http://schemas.microsoft.com/office/drawing/2014/main" id="{7342DCEC-4B04-46C2-8A5C-9CCD2CB19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2801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72784" name="Rectangle 121">
                <a:extLst>
                  <a:ext uri="{FF2B5EF4-FFF2-40B4-BE49-F238E27FC236}">
                    <a16:creationId xmlns:a16="http://schemas.microsoft.com/office/drawing/2014/main" id="{8A36FBFB-F3DA-4B73-8E15-81E4625C6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2993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72785" name="Rectangle 122">
                <a:extLst>
                  <a:ext uri="{FF2B5EF4-FFF2-40B4-BE49-F238E27FC236}">
                    <a16:creationId xmlns:a16="http://schemas.microsoft.com/office/drawing/2014/main" id="{C43E92FC-C0A8-4A13-BE59-E693F0021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3185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2786" name="Rectangle 123">
                <a:extLst>
                  <a:ext uri="{FF2B5EF4-FFF2-40B4-BE49-F238E27FC236}">
                    <a16:creationId xmlns:a16="http://schemas.microsoft.com/office/drawing/2014/main" id="{A8885925-91DB-4B1B-A1D3-380EFE60B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3377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2787" name="Rectangle 124">
                <a:extLst>
                  <a:ext uri="{FF2B5EF4-FFF2-40B4-BE49-F238E27FC236}">
                    <a16:creationId xmlns:a16="http://schemas.microsoft.com/office/drawing/2014/main" id="{308AF5C6-AF85-4169-8561-58E634F0D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3546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72788" name="Line 125">
                <a:extLst>
                  <a:ext uri="{FF2B5EF4-FFF2-40B4-BE49-F238E27FC236}">
                    <a16:creationId xmlns:a16="http://schemas.microsoft.com/office/drawing/2014/main" id="{49E8E3E4-B875-4AFC-BB8B-6C5F5CBCB0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11" y="352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89" name="Line 126">
                <a:extLst>
                  <a:ext uri="{FF2B5EF4-FFF2-40B4-BE49-F238E27FC236}">
                    <a16:creationId xmlns:a16="http://schemas.microsoft.com/office/drawing/2014/main" id="{5A85F6DF-CCA9-41E7-AFE6-3FCD30203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11" y="371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90" name="Rectangle 127">
                <a:extLst>
                  <a:ext uri="{FF2B5EF4-FFF2-40B4-BE49-F238E27FC236}">
                    <a16:creationId xmlns:a16="http://schemas.microsoft.com/office/drawing/2014/main" id="{6F13F238-7AA6-4BDA-B8E5-7C210860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2033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8</a:t>
                </a:r>
              </a:p>
            </p:txBody>
          </p:sp>
          <p:sp>
            <p:nvSpPr>
              <p:cNvPr id="72791" name="Rectangle 128">
                <a:extLst>
                  <a:ext uri="{FF2B5EF4-FFF2-40B4-BE49-F238E27FC236}">
                    <a16:creationId xmlns:a16="http://schemas.microsoft.com/office/drawing/2014/main" id="{2E2B8E14-3EC5-47CA-A3F7-F77FB1E75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1841"/>
                <a:ext cx="255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9</a:t>
                </a:r>
              </a:p>
            </p:txBody>
          </p:sp>
          <p:sp>
            <p:nvSpPr>
              <p:cNvPr id="72792" name="Rectangle 129">
                <a:extLst>
                  <a:ext uri="{FF2B5EF4-FFF2-40B4-BE49-F238E27FC236}">
                    <a16:creationId xmlns:a16="http://schemas.microsoft.com/office/drawing/2014/main" id="{36A95E98-5AD3-4CA4-93C9-1F4657B4E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553"/>
                <a:ext cx="384" cy="24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93" name="Line 130">
                <a:extLst>
                  <a:ext uri="{FF2B5EF4-FFF2-40B4-BE49-F238E27FC236}">
                    <a16:creationId xmlns:a16="http://schemas.microsoft.com/office/drawing/2014/main" id="{D6828FF5-9CE4-46F6-8317-819094763F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23" y="1793"/>
                <a:ext cx="0" cy="24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94" name="Line 131">
                <a:extLst>
                  <a:ext uri="{FF2B5EF4-FFF2-40B4-BE49-F238E27FC236}">
                    <a16:creationId xmlns:a16="http://schemas.microsoft.com/office/drawing/2014/main" id="{0722D4F5-D693-443D-8D0E-5B319D60A2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83" y="1793"/>
                <a:ext cx="0" cy="43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72795" name="Group 132">
                <a:extLst>
                  <a:ext uri="{FF2B5EF4-FFF2-40B4-BE49-F238E27FC236}">
                    <a16:creationId xmlns:a16="http://schemas.microsoft.com/office/drawing/2014/main" id="{509B60D7-2C3A-4D39-8F16-A6DE9D0823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79" y="1381"/>
                <a:ext cx="1440" cy="172"/>
                <a:chOff x="3244" y="1445"/>
                <a:chExt cx="1440" cy="240"/>
              </a:xfrm>
            </p:grpSpPr>
            <p:sp>
              <p:nvSpPr>
                <p:cNvPr id="72805" name="Line 133">
                  <a:extLst>
                    <a:ext uri="{FF2B5EF4-FFF2-40B4-BE49-F238E27FC236}">
                      <a16:creationId xmlns:a16="http://schemas.microsoft.com/office/drawing/2014/main" id="{0A4AAAC0-0889-440B-90C8-6315119568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84" y="144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06" name="Line 134">
                  <a:extLst>
                    <a:ext uri="{FF2B5EF4-FFF2-40B4-BE49-F238E27FC236}">
                      <a16:creationId xmlns:a16="http://schemas.microsoft.com/office/drawing/2014/main" id="{13D9B843-BCDC-42C9-8D4F-E30DD0446E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04" y="144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07" name="Line 135">
                  <a:extLst>
                    <a:ext uri="{FF2B5EF4-FFF2-40B4-BE49-F238E27FC236}">
                      <a16:creationId xmlns:a16="http://schemas.microsoft.com/office/drawing/2014/main" id="{8A2C89AE-D58E-4F5C-84BD-56C90F0274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24" y="144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2808" name="Line 136">
                  <a:extLst>
                    <a:ext uri="{FF2B5EF4-FFF2-40B4-BE49-F238E27FC236}">
                      <a16:creationId xmlns:a16="http://schemas.microsoft.com/office/drawing/2014/main" id="{3E7B0FA4-9A6D-442F-95AF-F94E0A1D7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4" y="144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72796" name="Oval 137">
                <a:extLst>
                  <a:ext uri="{FF2B5EF4-FFF2-40B4-BE49-F238E27FC236}">
                    <a16:creationId xmlns:a16="http://schemas.microsoft.com/office/drawing/2014/main" id="{822C14F8-E479-4BFF-80BA-9DA6A188B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19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97" name="Oval 138">
                <a:extLst>
                  <a:ext uri="{FF2B5EF4-FFF2-40B4-BE49-F238E27FC236}">
                    <a16:creationId xmlns:a16="http://schemas.microsoft.com/office/drawing/2014/main" id="{57285C53-CA32-4A56-BB8A-A57463208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005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98" name="Text Box 139">
                <a:extLst>
                  <a:ext uri="{FF2B5EF4-FFF2-40B4-BE49-F238E27FC236}">
                    <a16:creationId xmlns:a16="http://schemas.microsoft.com/office/drawing/2014/main" id="{C3FEC71C-8F80-47A5-B844-0C31A2D58F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39" y="1516"/>
                <a:ext cx="384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&gt;</a:t>
                </a: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  <a:endPara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799" name="Rectangle 140">
                <a:extLst>
                  <a:ext uri="{FF2B5EF4-FFF2-40B4-BE49-F238E27FC236}">
                    <a16:creationId xmlns:a16="http://schemas.microsoft.com/office/drawing/2014/main" id="{4B0B54C9-FB7A-4FBB-9C68-A711ED9F1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5" y="1124"/>
                <a:ext cx="319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72800" name="Text Box 141">
                <a:extLst>
                  <a:ext uri="{FF2B5EF4-FFF2-40B4-BE49-F238E27FC236}">
                    <a16:creationId xmlns:a16="http://schemas.microsoft.com/office/drawing/2014/main" id="{646A481F-C1CD-4D08-8FB0-FA7AFA5109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1527"/>
                <a:ext cx="384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&gt;</a:t>
                </a: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  <a:endPara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801" name="Text Box 142">
                <a:extLst>
                  <a:ext uri="{FF2B5EF4-FFF2-40B4-BE49-F238E27FC236}">
                    <a16:creationId xmlns:a16="http://schemas.microsoft.com/office/drawing/2014/main" id="{DC920C12-6490-4AA0-BCD0-9CDD3191DF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4" y="1505"/>
                <a:ext cx="384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&gt;</a:t>
                </a:r>
                <a:r>
                  <a:rPr kumimoji="1" lang="en-US" altLang="zh-CN" sz="16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  <a:endParaRPr kumimoji="1" lang="en-US" altLang="zh-CN" sz="16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802" name="Text Box 143">
                <a:extLst>
                  <a:ext uri="{FF2B5EF4-FFF2-40B4-BE49-F238E27FC236}">
                    <a16:creationId xmlns:a16="http://schemas.microsoft.com/office/drawing/2014/main" id="{0A35F401-3E1D-4716-A67F-DEA33208E8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8" y="1504"/>
                <a:ext cx="384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&gt;</a:t>
                </a:r>
                <a:r>
                  <a:rPr kumimoji="1" lang="en-US" altLang="zh-CN" sz="160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  <a:endPara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803" name="Line 144">
                <a:extLst>
                  <a:ext uri="{FF2B5EF4-FFF2-40B4-BE49-F238E27FC236}">
                    <a16:creationId xmlns:a16="http://schemas.microsoft.com/office/drawing/2014/main" id="{FE5984A4-AB89-40DD-8D76-97F2128C69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3" y="1796"/>
                <a:ext cx="0" cy="21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2804" name="Oval 145">
                <a:extLst>
                  <a:ext uri="{FF2B5EF4-FFF2-40B4-BE49-F238E27FC236}">
                    <a16:creationId xmlns:a16="http://schemas.microsoft.com/office/drawing/2014/main" id="{9989A08C-6C8F-4EC4-9A29-65C970721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236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2711" name="Line 146">
              <a:extLst>
                <a:ext uri="{FF2B5EF4-FFF2-40B4-BE49-F238E27FC236}">
                  <a16:creationId xmlns:a16="http://schemas.microsoft.com/office/drawing/2014/main" id="{46C881B0-7F6D-4524-BB49-8E5649522C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3" y="1695"/>
              <a:ext cx="87" cy="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712" name="Line 147">
              <a:extLst>
                <a:ext uri="{FF2B5EF4-FFF2-40B4-BE49-F238E27FC236}">
                  <a16:creationId xmlns:a16="http://schemas.microsoft.com/office/drawing/2014/main" id="{2A919C7E-CDB8-4F3D-A4AA-0445030C2D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11" y="1695"/>
              <a:ext cx="87" cy="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713" name="Line 148">
              <a:extLst>
                <a:ext uri="{FF2B5EF4-FFF2-40B4-BE49-F238E27FC236}">
                  <a16:creationId xmlns:a16="http://schemas.microsoft.com/office/drawing/2014/main" id="{0DF32B7B-80AE-4257-A27F-AA8071C80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78" y="1695"/>
              <a:ext cx="87" cy="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714" name="Line 149">
              <a:extLst>
                <a:ext uri="{FF2B5EF4-FFF2-40B4-BE49-F238E27FC236}">
                  <a16:creationId xmlns:a16="http://schemas.microsoft.com/office/drawing/2014/main" id="{E1CD89B3-F6E7-4F5D-A0C9-8A7FE58EF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56" y="1695"/>
              <a:ext cx="87" cy="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224506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85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85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278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78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8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78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8530" grpId="0" autoUpdateAnimBg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4" name="Rectangle 2">
            <a:extLst>
              <a:ext uri="{FF2B5EF4-FFF2-40B4-BE49-F238E27FC236}">
                <a16:creationId xmlns:a16="http://schemas.microsoft.com/office/drawing/2014/main" id="{12429FED-345F-4CDC-85A3-37D89D50FA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2100" y="468313"/>
            <a:ext cx="2805113" cy="496887"/>
          </a:xfrm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1F08F8"/>
                </a:solidFill>
              </a:rPr>
              <a:t>3</a:t>
            </a:r>
            <a:r>
              <a:rPr lang="zh-CN" altLang="en-US" sz="2800" b="1" dirty="0">
                <a:solidFill>
                  <a:srgbClr val="1F08F8"/>
                </a:solidFill>
              </a:rPr>
              <a:t>、优先编码器</a:t>
            </a:r>
          </a:p>
        </p:txBody>
      </p:sp>
      <p:sp>
        <p:nvSpPr>
          <p:cNvPr id="279555" name="Rectangle 3">
            <a:extLst>
              <a:ext uri="{FF2B5EF4-FFF2-40B4-BE49-F238E27FC236}">
                <a16:creationId xmlns:a16="http://schemas.microsoft.com/office/drawing/2014/main" id="{3854C587-1ABB-46FE-86D8-BBF2E0344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113" y="1349375"/>
            <a:ext cx="7481887" cy="175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定义：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可以对同时输入的多个信号中具有优</a:t>
            </a:r>
          </a:p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   先权的信号进行编码的编码器。优先</a:t>
            </a:r>
          </a:p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   级别是由编码者事先规定好的。</a:t>
            </a:r>
          </a:p>
        </p:txBody>
      </p:sp>
      <p:sp>
        <p:nvSpPr>
          <p:cNvPr id="279556" name="Rectangle 4">
            <a:extLst>
              <a:ext uri="{FF2B5EF4-FFF2-40B4-BE49-F238E27FC236}">
                <a16:creationId xmlns:a16="http://schemas.microsoft.com/office/drawing/2014/main" id="{B2C3AFFF-59AE-4FCF-83DB-0E40B5535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638" y="3878263"/>
            <a:ext cx="7397750" cy="12126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特点：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任意一时刻可以允许多个输入信号同</a:t>
            </a:r>
          </a:p>
          <a:p>
            <a:pPr marL="0" marR="0" lvl="0" indent="0" algn="l" defTabSz="9144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        时有效。</a:t>
            </a:r>
          </a:p>
        </p:txBody>
      </p:sp>
    </p:spTree>
    <p:extLst>
      <p:ext uri="{BB962C8B-B14F-4D97-AF65-F5344CB8AC3E}">
        <p14:creationId xmlns:p14="http://schemas.microsoft.com/office/powerpoint/2010/main" val="299483709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95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95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79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79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9554" grpId="0" autoUpdateAnimBg="0"/>
      <p:bldP spid="279555" grpId="0" autoUpdateAnimBg="0"/>
      <p:bldP spid="279556" grpId="0" autoUpdateAnimBg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Rectangle 2">
            <a:extLst>
              <a:ext uri="{FF2B5EF4-FFF2-40B4-BE49-F238E27FC236}">
                <a16:creationId xmlns:a16="http://schemas.microsoft.com/office/drawing/2014/main" id="{4100319B-CD90-4927-8CD6-0AA73B2A18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2100" y="165100"/>
            <a:ext cx="1336675" cy="515938"/>
          </a:xfrm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】</a:t>
            </a:r>
          </a:p>
        </p:txBody>
      </p:sp>
      <p:sp>
        <p:nvSpPr>
          <p:cNvPr id="280579" name="Text Box 3">
            <a:extLst>
              <a:ext uri="{FF2B5EF4-FFF2-40B4-BE49-F238E27FC236}">
                <a16:creationId xmlns:a16="http://schemas.microsoft.com/office/drawing/2014/main" id="{8ECE41CD-3FFE-4471-84AF-9256084F6F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913" y="722313"/>
            <a:ext cx="8431212" cy="519112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设计一个三位二进制优先编码器。优先级别为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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I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280580" name="Group 4">
            <a:extLst>
              <a:ext uri="{FF2B5EF4-FFF2-40B4-BE49-F238E27FC236}">
                <a16:creationId xmlns:a16="http://schemas.microsoft.com/office/drawing/2014/main" id="{2C1C28F4-5514-4617-9E96-98E1F9D784F5}"/>
              </a:ext>
            </a:extLst>
          </p:cNvPr>
          <p:cNvGrpSpPr>
            <a:grpSpLocks/>
          </p:cNvGrpSpPr>
          <p:nvPr/>
        </p:nvGrpSpPr>
        <p:grpSpPr bwMode="auto">
          <a:xfrm>
            <a:off x="1273175" y="1433513"/>
            <a:ext cx="5060950" cy="4044950"/>
            <a:chOff x="711" y="1239"/>
            <a:chExt cx="3188" cy="2548"/>
          </a:xfrm>
        </p:grpSpPr>
        <p:sp>
          <p:nvSpPr>
            <p:cNvPr id="74760" name="Line 5">
              <a:extLst>
                <a:ext uri="{FF2B5EF4-FFF2-40B4-BE49-F238E27FC236}">
                  <a16:creationId xmlns:a16="http://schemas.microsoft.com/office/drawing/2014/main" id="{6E5B7896-C3DF-4DD2-8026-4DF752A54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" y="1815"/>
              <a:ext cx="3120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4761" name="Line 6">
              <a:extLst>
                <a:ext uri="{FF2B5EF4-FFF2-40B4-BE49-F238E27FC236}">
                  <a16:creationId xmlns:a16="http://schemas.microsoft.com/office/drawing/2014/main" id="{BBC6DC04-2BD6-4BC3-BADC-048BB334B8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" y="1239"/>
              <a:ext cx="3120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4762" name="Line 7">
              <a:extLst>
                <a:ext uri="{FF2B5EF4-FFF2-40B4-BE49-F238E27FC236}">
                  <a16:creationId xmlns:a16="http://schemas.microsoft.com/office/drawing/2014/main" id="{94B02646-EF5C-4BA3-B7C7-C75EA2F466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1" y="1239"/>
              <a:ext cx="0" cy="2521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4763" name="Line 8">
              <a:extLst>
                <a:ext uri="{FF2B5EF4-FFF2-40B4-BE49-F238E27FC236}">
                  <a16:creationId xmlns:a16="http://schemas.microsoft.com/office/drawing/2014/main" id="{F13B3F4D-FE6F-4A96-85AE-6595239BFD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" y="1527"/>
              <a:ext cx="3120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4764" name="Rectangle 9">
              <a:extLst>
                <a:ext uri="{FF2B5EF4-FFF2-40B4-BE49-F238E27FC236}">
                  <a16:creationId xmlns:a16="http://schemas.microsoft.com/office/drawing/2014/main" id="{BDEAE6E4-526E-44AD-9482-AC03B0BC3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39"/>
              <a:ext cx="109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输      入</a:t>
              </a:r>
            </a:p>
          </p:txBody>
        </p:sp>
        <p:sp>
          <p:nvSpPr>
            <p:cNvPr id="74765" name="Rectangle 10">
              <a:extLst>
                <a:ext uri="{FF2B5EF4-FFF2-40B4-BE49-F238E27FC236}">
                  <a16:creationId xmlns:a16="http://schemas.microsoft.com/office/drawing/2014/main" id="{1096034F-D284-4E78-9B09-D0FDFDBE7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1527"/>
              <a:ext cx="230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4766" name="Rectangle 11">
              <a:extLst>
                <a:ext uri="{FF2B5EF4-FFF2-40B4-BE49-F238E27FC236}">
                  <a16:creationId xmlns:a16="http://schemas.microsoft.com/office/drawing/2014/main" id="{1D3B95F0-11A1-4478-A5F1-B88BBAAF2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239"/>
              <a:ext cx="89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输    出</a:t>
              </a:r>
            </a:p>
          </p:txBody>
        </p:sp>
        <p:sp>
          <p:nvSpPr>
            <p:cNvPr id="74767" name="Rectangle 12">
              <a:extLst>
                <a:ext uri="{FF2B5EF4-FFF2-40B4-BE49-F238E27FC236}">
                  <a16:creationId xmlns:a16="http://schemas.microsoft.com/office/drawing/2014/main" id="{BE958590-E725-49D7-88E8-5248D3E94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527"/>
              <a:ext cx="91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4768" name="Text Box 13">
              <a:extLst>
                <a:ext uri="{FF2B5EF4-FFF2-40B4-BE49-F238E27FC236}">
                  <a16:creationId xmlns:a16="http://schemas.microsoft.com/office/drawing/2014/main" id="{EEC6D83A-0F0A-4001-A125-C692076E0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1" y="1815"/>
              <a:ext cx="316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marL="457200" indent="-457200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914400" indent="-45720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371600" indent="-4572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828800" indent="-4572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286000" indent="-4572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743200" indent="-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3200400" indent="-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657600" indent="-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4114800" indent="-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457200" marR="0" lvl="0" indent="-45720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AutoNum type="arabicPlain"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                         1    1    1</a:t>
              </a:r>
            </a:p>
          </p:txBody>
        </p:sp>
        <p:sp>
          <p:nvSpPr>
            <p:cNvPr id="74769" name="Rectangle 14">
              <a:extLst>
                <a:ext uri="{FF2B5EF4-FFF2-40B4-BE49-F238E27FC236}">
                  <a16:creationId xmlns:a16="http://schemas.microsoft.com/office/drawing/2014/main" id="{9A2E910B-A1E2-4533-9383-87DD1317E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055"/>
              <a:ext cx="305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1                          1    1    0</a:t>
              </a:r>
            </a:p>
          </p:txBody>
        </p:sp>
        <p:sp>
          <p:nvSpPr>
            <p:cNvPr id="74770" name="Rectangle 15">
              <a:extLst>
                <a:ext uri="{FF2B5EF4-FFF2-40B4-BE49-F238E27FC236}">
                  <a16:creationId xmlns:a16="http://schemas.microsoft.com/office/drawing/2014/main" id="{D4C9B76A-42CC-49A4-9F81-3DFBF5812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295"/>
              <a:ext cx="304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1                     1    0    1</a:t>
              </a:r>
            </a:p>
          </p:txBody>
        </p:sp>
        <p:sp>
          <p:nvSpPr>
            <p:cNvPr id="74771" name="Rectangle 16">
              <a:extLst>
                <a:ext uri="{FF2B5EF4-FFF2-40B4-BE49-F238E27FC236}">
                  <a16:creationId xmlns:a16="http://schemas.microsoft.com/office/drawing/2014/main" id="{B2D50CD5-72BD-4B88-AC1D-FB0CFA10E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535"/>
              <a:ext cx="30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1                  1    0    0</a:t>
              </a:r>
            </a:p>
          </p:txBody>
        </p:sp>
        <p:sp>
          <p:nvSpPr>
            <p:cNvPr id="74772" name="Rectangle 17">
              <a:extLst>
                <a:ext uri="{FF2B5EF4-FFF2-40B4-BE49-F238E27FC236}">
                  <a16:creationId xmlns:a16="http://schemas.microsoft.com/office/drawing/2014/main" id="{2D319956-0474-4D93-A363-696D7CB15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775"/>
              <a:ext cx="307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0    1               0    1    1</a:t>
              </a:r>
            </a:p>
          </p:txBody>
        </p:sp>
        <p:sp>
          <p:nvSpPr>
            <p:cNvPr id="74773" name="Rectangle 18">
              <a:extLst>
                <a:ext uri="{FF2B5EF4-FFF2-40B4-BE49-F238E27FC236}">
                  <a16:creationId xmlns:a16="http://schemas.microsoft.com/office/drawing/2014/main" id="{3BB2CB8F-4D14-4AC9-AB03-28AD3B588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3015"/>
              <a:ext cx="306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0    0   1            0    1    0</a:t>
              </a:r>
            </a:p>
          </p:txBody>
        </p:sp>
        <p:sp>
          <p:nvSpPr>
            <p:cNvPr id="74774" name="Rectangle 19">
              <a:extLst>
                <a:ext uri="{FF2B5EF4-FFF2-40B4-BE49-F238E27FC236}">
                  <a16:creationId xmlns:a16="http://schemas.microsoft.com/office/drawing/2014/main" id="{A1250F7F-E9C4-4971-83C3-EF858A866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3255"/>
              <a:ext cx="305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0    0   0   1         0    0    1</a:t>
              </a:r>
            </a:p>
          </p:txBody>
        </p:sp>
        <p:sp>
          <p:nvSpPr>
            <p:cNvPr id="74775" name="Rectangle 20">
              <a:extLst>
                <a:ext uri="{FF2B5EF4-FFF2-40B4-BE49-F238E27FC236}">
                  <a16:creationId xmlns:a16="http://schemas.microsoft.com/office/drawing/2014/main" id="{23FBF0C8-A730-4B35-9AD6-63C1FF055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3499"/>
              <a:ext cx="304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0     0   0    0   0   0    1     0    0    0</a:t>
              </a:r>
            </a:p>
          </p:txBody>
        </p:sp>
        <p:sp>
          <p:nvSpPr>
            <p:cNvPr id="74776" name="Line 21">
              <a:extLst>
                <a:ext uri="{FF2B5EF4-FFF2-40B4-BE49-F238E27FC236}">
                  <a16:creationId xmlns:a16="http://schemas.microsoft.com/office/drawing/2014/main" id="{C0033B46-82A1-42A8-A20B-AE4F0138F8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" y="3783"/>
              <a:ext cx="3168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80598" name="Group 22">
            <a:extLst>
              <a:ext uri="{FF2B5EF4-FFF2-40B4-BE49-F238E27FC236}">
                <a16:creationId xmlns:a16="http://schemas.microsoft.com/office/drawing/2014/main" id="{C5D5EA15-F9B6-4C03-8B86-20E2E9659075}"/>
              </a:ext>
            </a:extLst>
          </p:cNvPr>
          <p:cNvGrpSpPr>
            <a:grpSpLocks/>
          </p:cNvGrpSpPr>
          <p:nvPr/>
        </p:nvGrpSpPr>
        <p:grpSpPr bwMode="auto">
          <a:xfrm>
            <a:off x="509588" y="5843588"/>
            <a:ext cx="7707312" cy="544512"/>
            <a:chOff x="321" y="3681"/>
            <a:chExt cx="4855" cy="343"/>
          </a:xfrm>
        </p:grpSpPr>
        <p:sp>
          <p:nvSpPr>
            <p:cNvPr id="74758" name="Rectangle 23">
              <a:extLst>
                <a:ext uri="{FF2B5EF4-FFF2-40B4-BE49-F238E27FC236}">
                  <a16:creationId xmlns:a16="http://schemas.microsoft.com/office/drawing/2014/main" id="{73CBAB02-580E-4B9A-A60C-4044278F4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" y="3681"/>
              <a:ext cx="305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输出信号最简表达式：（略）</a:t>
              </a:r>
            </a:p>
          </p:txBody>
        </p:sp>
        <p:sp>
          <p:nvSpPr>
            <p:cNvPr id="74759" name="Rectangle 24">
              <a:extLst>
                <a:ext uri="{FF2B5EF4-FFF2-40B4-BE49-F238E27FC236}">
                  <a16:creationId xmlns:a16="http://schemas.microsoft.com/office/drawing/2014/main" id="{87F86066-4293-4529-B528-74F76455D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3697"/>
              <a:ext cx="169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逻辑图：（略）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557313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805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05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05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805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80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80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05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805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578" grpId="0" autoUpdateAnimBg="0"/>
      <p:bldP spid="280579" grpId="0" autoUpdateAnimBg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2" name="Rectangle 2">
            <a:extLst>
              <a:ext uri="{FF2B5EF4-FFF2-40B4-BE49-F238E27FC236}">
                <a16:creationId xmlns:a16="http://schemas.microsoft.com/office/drawing/2014/main" id="{B4DC5C44-AE63-4620-AF30-E13385AF9F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5588" y="111125"/>
            <a:ext cx="6678612" cy="442913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</a:rPr>
              <a:t>集成优先编码器</a:t>
            </a:r>
            <a:r>
              <a:rPr lang="en-US" altLang="zh-CN" sz="2800" b="1" dirty="0">
                <a:solidFill>
                  <a:srgbClr val="FF0000"/>
                </a:solidFill>
              </a:rPr>
              <a:t>——</a:t>
            </a:r>
            <a:r>
              <a:rPr lang="en-US" altLang="zh-CN" sz="2800" b="1" dirty="0">
                <a:solidFill>
                  <a:srgbClr val="FF0000"/>
                </a:solidFill>
                <a:latin typeface="宋体" panose="02010600030101010101" pitchFamily="2" charset="-122"/>
              </a:rPr>
              <a:t>74</a:t>
            </a:r>
            <a:r>
              <a:rPr lang="en-US" altLang="zh-CN" sz="2800" b="1" dirty="0">
                <a:solidFill>
                  <a:srgbClr val="FF0000"/>
                </a:solidFill>
                <a:latin typeface="宋体" panose="02010600030101010101" pitchFamily="2" charset="-122"/>
                <a:sym typeface="Symbol" panose="05050102010706020507" pitchFamily="18" charset="2"/>
              </a:rPr>
              <a:t></a:t>
            </a:r>
            <a:r>
              <a:rPr lang="en-US" altLang="zh-CN" sz="2800" b="1" dirty="0">
                <a:solidFill>
                  <a:srgbClr val="FF0000"/>
                </a:solidFill>
                <a:latin typeface="宋体" panose="02010600030101010101" pitchFamily="2" charset="-122"/>
              </a:rPr>
              <a:t>148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</a:rPr>
              <a:t>（</a:t>
            </a:r>
            <a:r>
              <a:rPr lang="en-US" altLang="zh-CN" sz="2800" b="1" dirty="0">
                <a:solidFill>
                  <a:srgbClr val="FF0000"/>
                </a:solidFill>
                <a:latin typeface="宋体" panose="02010600030101010101" pitchFamily="2" charset="-122"/>
              </a:rPr>
              <a:t>8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</a:rPr>
              <a:t>线</a:t>
            </a:r>
            <a:r>
              <a:rPr lang="en-US" altLang="zh-CN" sz="2800" b="1" dirty="0">
                <a:solidFill>
                  <a:srgbClr val="FF0000"/>
                </a:solidFill>
                <a:latin typeface="宋体" panose="02010600030101010101" pitchFamily="2" charset="-122"/>
              </a:rPr>
              <a:t>-3</a:t>
            </a:r>
            <a:r>
              <a:rPr lang="zh-CN" altLang="en-US" sz="2800" b="1" dirty="0">
                <a:solidFill>
                  <a:srgbClr val="FF0000"/>
                </a:solidFill>
                <a:latin typeface="宋体" panose="02010600030101010101" pitchFamily="2" charset="-122"/>
              </a:rPr>
              <a:t>线）</a:t>
            </a:r>
          </a:p>
        </p:txBody>
      </p:sp>
      <p:sp>
        <p:nvSpPr>
          <p:cNvPr id="281603" name="Text Box 3">
            <a:extLst>
              <a:ext uri="{FF2B5EF4-FFF2-40B4-BE49-F238E27FC236}">
                <a16:creationId xmlns:a16="http://schemas.microsoft.com/office/drawing/2014/main" id="{70FFDC65-BDF9-427D-B35C-055814CC5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475" y="4570413"/>
            <a:ext cx="67246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(1)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输入、输出均以低电平作为有效信号。 </a:t>
            </a:r>
          </a:p>
        </p:txBody>
      </p:sp>
      <p:grpSp>
        <p:nvGrpSpPr>
          <p:cNvPr id="281604" name="Group 4">
            <a:extLst>
              <a:ext uri="{FF2B5EF4-FFF2-40B4-BE49-F238E27FC236}">
                <a16:creationId xmlns:a16="http://schemas.microsoft.com/office/drawing/2014/main" id="{3C2EA5E1-AD67-4153-BE9E-3A732ADE4A60}"/>
              </a:ext>
            </a:extLst>
          </p:cNvPr>
          <p:cNvGrpSpPr>
            <a:grpSpLocks/>
          </p:cNvGrpSpPr>
          <p:nvPr/>
        </p:nvGrpSpPr>
        <p:grpSpPr bwMode="auto">
          <a:xfrm>
            <a:off x="755650" y="5041900"/>
            <a:ext cx="2955925" cy="519113"/>
            <a:chOff x="476" y="3176"/>
            <a:chExt cx="1862" cy="327"/>
          </a:xfrm>
        </p:grpSpPr>
        <p:sp>
          <p:nvSpPr>
            <p:cNvPr id="75972" name="Text Box 5">
              <a:extLst>
                <a:ext uri="{FF2B5EF4-FFF2-40B4-BE49-F238E27FC236}">
                  <a16:creationId xmlns:a16="http://schemas.microsoft.com/office/drawing/2014/main" id="{0378B081-D763-4C75-936A-E3E7568B0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" y="3176"/>
              <a:ext cx="186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(2)ST—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使能输入</a:t>
              </a:r>
            </a:p>
          </p:txBody>
        </p:sp>
        <p:sp>
          <p:nvSpPr>
            <p:cNvPr id="75973" name="Line 6">
              <a:extLst>
                <a:ext uri="{FF2B5EF4-FFF2-40B4-BE49-F238E27FC236}">
                  <a16:creationId xmlns:a16="http://schemas.microsoft.com/office/drawing/2014/main" id="{B029AD45-5188-4CD6-8AFB-84CCA8A1FA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1" y="3230"/>
              <a:ext cx="2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81607" name="Text Box 7">
            <a:extLst>
              <a:ext uri="{FF2B5EF4-FFF2-40B4-BE49-F238E27FC236}">
                <a16:creationId xmlns:a16="http://schemas.microsoft.com/office/drawing/2014/main" id="{44DB3E28-9C90-43B9-9305-C0E334B9D1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875" y="5594350"/>
            <a:ext cx="77755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(3)Y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—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使能输出。“电路工作，但无编码输入” </a:t>
            </a:r>
          </a:p>
        </p:txBody>
      </p:sp>
      <p:grpSp>
        <p:nvGrpSpPr>
          <p:cNvPr id="281608" name="Group 8">
            <a:extLst>
              <a:ext uri="{FF2B5EF4-FFF2-40B4-BE49-F238E27FC236}">
                <a16:creationId xmlns:a16="http://schemas.microsoft.com/office/drawing/2014/main" id="{4404E335-05A6-464F-84C3-121F446FC9E5}"/>
              </a:ext>
            </a:extLst>
          </p:cNvPr>
          <p:cNvGrpSpPr>
            <a:grpSpLocks/>
          </p:cNvGrpSpPr>
          <p:nvPr/>
        </p:nvGrpSpPr>
        <p:grpSpPr bwMode="auto">
          <a:xfrm>
            <a:off x="828675" y="733425"/>
            <a:ext cx="7416800" cy="3716338"/>
            <a:chOff x="522" y="462"/>
            <a:chExt cx="4672" cy="2341"/>
          </a:xfrm>
        </p:grpSpPr>
        <p:sp>
          <p:nvSpPr>
            <p:cNvPr id="75786" name="Rectangle 9">
              <a:extLst>
                <a:ext uri="{FF2B5EF4-FFF2-40B4-BE49-F238E27FC236}">
                  <a16:creationId xmlns:a16="http://schemas.microsoft.com/office/drawing/2014/main" id="{9EBEA3E6-C618-4B88-9D9C-16CE4B5D6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2592"/>
              <a:ext cx="36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87" name="Rectangle 10">
              <a:extLst>
                <a:ext uri="{FF2B5EF4-FFF2-40B4-BE49-F238E27FC236}">
                  <a16:creationId xmlns:a16="http://schemas.microsoft.com/office/drawing/2014/main" id="{65D83CFB-A680-44D6-89A9-1FDF12934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2382"/>
              <a:ext cx="362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788" name="Rectangle 11">
              <a:extLst>
                <a:ext uri="{FF2B5EF4-FFF2-40B4-BE49-F238E27FC236}">
                  <a16:creationId xmlns:a16="http://schemas.microsoft.com/office/drawing/2014/main" id="{0344A2B8-EC2F-47A5-9FD0-74EB10859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2171"/>
              <a:ext cx="36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89" name="Rectangle 12">
              <a:extLst>
                <a:ext uri="{FF2B5EF4-FFF2-40B4-BE49-F238E27FC236}">
                  <a16:creationId xmlns:a16="http://schemas.microsoft.com/office/drawing/2014/main" id="{BF5BA787-3577-4973-9972-E2CDCB198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1960"/>
              <a:ext cx="36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90" name="Rectangle 13">
              <a:extLst>
                <a:ext uri="{FF2B5EF4-FFF2-40B4-BE49-F238E27FC236}">
                  <a16:creationId xmlns:a16="http://schemas.microsoft.com/office/drawing/2014/main" id="{2F1B1434-88A6-4439-AA85-3AF651621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1749"/>
              <a:ext cx="36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91" name="Rectangle 14">
              <a:extLst>
                <a:ext uri="{FF2B5EF4-FFF2-40B4-BE49-F238E27FC236}">
                  <a16:creationId xmlns:a16="http://schemas.microsoft.com/office/drawing/2014/main" id="{FCE1F2B9-26C1-4F97-9A18-AD2398E04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1539"/>
              <a:ext cx="362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92" name="Rectangle 15">
              <a:extLst>
                <a:ext uri="{FF2B5EF4-FFF2-40B4-BE49-F238E27FC236}">
                  <a16:creationId xmlns:a16="http://schemas.microsoft.com/office/drawing/2014/main" id="{3B5204A6-C434-4A54-ABAF-27D9D5445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1328"/>
              <a:ext cx="36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93" name="Rectangle 16">
              <a:extLst>
                <a:ext uri="{FF2B5EF4-FFF2-40B4-BE49-F238E27FC236}">
                  <a16:creationId xmlns:a16="http://schemas.microsoft.com/office/drawing/2014/main" id="{6DDBCF24-1696-497F-BC31-409934F7B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1117"/>
              <a:ext cx="36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94" name="Rectangle 17">
              <a:extLst>
                <a:ext uri="{FF2B5EF4-FFF2-40B4-BE49-F238E27FC236}">
                  <a16:creationId xmlns:a16="http://schemas.microsoft.com/office/drawing/2014/main" id="{845A002F-810B-44C7-96BE-A2DFB5D03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906"/>
              <a:ext cx="36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95" name="Rectangle 18">
              <a:extLst>
                <a:ext uri="{FF2B5EF4-FFF2-40B4-BE49-F238E27FC236}">
                  <a16:creationId xmlns:a16="http://schemas.microsoft.com/office/drawing/2014/main" id="{D07BC2E0-AE28-490C-8447-FEA66DE60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696"/>
              <a:ext cx="362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96" name="Rectangle 19">
              <a:extLst>
                <a:ext uri="{FF2B5EF4-FFF2-40B4-BE49-F238E27FC236}">
                  <a16:creationId xmlns:a16="http://schemas.microsoft.com/office/drawing/2014/main" id="{B06A3661-1ECB-43FF-A653-D65865BC4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2" y="463"/>
              <a:ext cx="362" cy="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宋体" panose="02010600030101010101" pitchFamily="2" charset="-122"/>
                  <a:cs typeface="+mn-cs"/>
                </a:rPr>
                <a:t>S</a:t>
              </a:r>
            </a:p>
          </p:txBody>
        </p:sp>
        <p:sp>
          <p:nvSpPr>
            <p:cNvPr id="75797" name="Rectangle 20">
              <a:extLst>
                <a:ext uri="{FF2B5EF4-FFF2-40B4-BE49-F238E27FC236}">
                  <a16:creationId xmlns:a16="http://schemas.microsoft.com/office/drawing/2014/main" id="{F4431C0D-C562-49F7-A4FD-46A947891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2592"/>
              <a:ext cx="35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798" name="Rectangle 21">
              <a:extLst>
                <a:ext uri="{FF2B5EF4-FFF2-40B4-BE49-F238E27FC236}">
                  <a16:creationId xmlns:a16="http://schemas.microsoft.com/office/drawing/2014/main" id="{98C5484B-EF32-451C-A8BE-AB73E7013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2382"/>
              <a:ext cx="35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799" name="Rectangle 22">
              <a:extLst>
                <a:ext uri="{FF2B5EF4-FFF2-40B4-BE49-F238E27FC236}">
                  <a16:creationId xmlns:a16="http://schemas.microsoft.com/office/drawing/2014/main" id="{7D726C0E-5B08-48C0-AA3C-74A43C65C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2171"/>
              <a:ext cx="35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00" name="Rectangle 23">
              <a:extLst>
                <a:ext uri="{FF2B5EF4-FFF2-40B4-BE49-F238E27FC236}">
                  <a16:creationId xmlns:a16="http://schemas.microsoft.com/office/drawing/2014/main" id="{0F075B9A-6152-4609-9D13-513A2EFCB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1960"/>
              <a:ext cx="35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01" name="Rectangle 24">
              <a:extLst>
                <a:ext uri="{FF2B5EF4-FFF2-40B4-BE49-F238E27FC236}">
                  <a16:creationId xmlns:a16="http://schemas.microsoft.com/office/drawing/2014/main" id="{164795D2-96F0-4DA2-8A72-429C01B17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1749"/>
              <a:ext cx="35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02" name="Rectangle 25">
              <a:extLst>
                <a:ext uri="{FF2B5EF4-FFF2-40B4-BE49-F238E27FC236}">
                  <a16:creationId xmlns:a16="http://schemas.microsoft.com/office/drawing/2014/main" id="{4BE83CBE-1E0D-4ED3-9926-4E8BA016E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1539"/>
              <a:ext cx="35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03" name="Rectangle 26">
              <a:extLst>
                <a:ext uri="{FF2B5EF4-FFF2-40B4-BE49-F238E27FC236}">
                  <a16:creationId xmlns:a16="http://schemas.microsoft.com/office/drawing/2014/main" id="{31F82267-B59B-48D4-B3B6-A1BFBDFA5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1328"/>
              <a:ext cx="35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04" name="Rectangle 27">
              <a:extLst>
                <a:ext uri="{FF2B5EF4-FFF2-40B4-BE49-F238E27FC236}">
                  <a16:creationId xmlns:a16="http://schemas.microsoft.com/office/drawing/2014/main" id="{F13F8D5C-E12E-4FD8-9A84-8E326280B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1117"/>
              <a:ext cx="35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05" name="Rectangle 28">
              <a:extLst>
                <a:ext uri="{FF2B5EF4-FFF2-40B4-BE49-F238E27FC236}">
                  <a16:creationId xmlns:a16="http://schemas.microsoft.com/office/drawing/2014/main" id="{22273929-33E0-4280-980A-38DD963D9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906"/>
              <a:ext cx="35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06" name="Rectangle 29">
              <a:extLst>
                <a:ext uri="{FF2B5EF4-FFF2-40B4-BE49-F238E27FC236}">
                  <a16:creationId xmlns:a16="http://schemas.microsoft.com/office/drawing/2014/main" id="{F288DEB0-5DBD-468F-A05C-6FDCD7404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696"/>
              <a:ext cx="35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07" name="Rectangle 30">
              <a:extLst>
                <a:ext uri="{FF2B5EF4-FFF2-40B4-BE49-F238E27FC236}">
                  <a16:creationId xmlns:a16="http://schemas.microsoft.com/office/drawing/2014/main" id="{0C6907CD-52A1-499A-BE4C-CAA9C0C12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462"/>
              <a:ext cx="353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08" name="Rectangle 31">
              <a:extLst>
                <a:ext uri="{FF2B5EF4-FFF2-40B4-BE49-F238E27FC236}">
                  <a16:creationId xmlns:a16="http://schemas.microsoft.com/office/drawing/2014/main" id="{C97FAC67-23B5-45D0-A1EE-729E07E47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2592"/>
              <a:ext cx="41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09" name="Rectangle 32">
              <a:extLst>
                <a:ext uri="{FF2B5EF4-FFF2-40B4-BE49-F238E27FC236}">
                  <a16:creationId xmlns:a16="http://schemas.microsoft.com/office/drawing/2014/main" id="{DDAF7C2F-0399-46FA-8EEC-FB025FBB0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2592"/>
              <a:ext cx="37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10" name="Rectangle 33">
              <a:extLst>
                <a:ext uri="{FF2B5EF4-FFF2-40B4-BE49-F238E27FC236}">
                  <a16:creationId xmlns:a16="http://schemas.microsoft.com/office/drawing/2014/main" id="{0B4CAD38-9593-4DBB-BB29-EA8FED390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2592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11" name="Rectangle 34">
              <a:extLst>
                <a:ext uri="{FF2B5EF4-FFF2-40B4-BE49-F238E27FC236}">
                  <a16:creationId xmlns:a16="http://schemas.microsoft.com/office/drawing/2014/main" id="{66812212-4EC9-4119-8C44-FF5E1A555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592"/>
              <a:ext cx="32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12" name="Rectangle 35">
              <a:extLst>
                <a:ext uri="{FF2B5EF4-FFF2-40B4-BE49-F238E27FC236}">
                  <a16:creationId xmlns:a16="http://schemas.microsoft.com/office/drawing/2014/main" id="{9944AA63-B6AE-488F-A485-E848576AF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2592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13" name="Rectangle 36">
              <a:extLst>
                <a:ext uri="{FF2B5EF4-FFF2-40B4-BE49-F238E27FC236}">
                  <a16:creationId xmlns:a16="http://schemas.microsoft.com/office/drawing/2014/main" id="{C8464CC0-58D2-4FBE-A1A4-CD4A026F6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592"/>
              <a:ext cx="29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14" name="Rectangle 37">
              <a:extLst>
                <a:ext uri="{FF2B5EF4-FFF2-40B4-BE49-F238E27FC236}">
                  <a16:creationId xmlns:a16="http://schemas.microsoft.com/office/drawing/2014/main" id="{81B04E3B-413B-475F-9427-AB90113D3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2592"/>
              <a:ext cx="30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15" name="Rectangle 38">
              <a:extLst>
                <a:ext uri="{FF2B5EF4-FFF2-40B4-BE49-F238E27FC236}">
                  <a16:creationId xmlns:a16="http://schemas.microsoft.com/office/drawing/2014/main" id="{30181468-8BEB-448D-937F-4F00091D7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2592"/>
              <a:ext cx="309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16" name="Rectangle 39">
              <a:extLst>
                <a:ext uri="{FF2B5EF4-FFF2-40B4-BE49-F238E27FC236}">
                  <a16:creationId xmlns:a16="http://schemas.microsoft.com/office/drawing/2014/main" id="{17AD66B9-55DF-4514-872A-002EDEE2A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2592"/>
              <a:ext cx="281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17" name="Rectangle 40">
              <a:extLst>
                <a:ext uri="{FF2B5EF4-FFF2-40B4-BE49-F238E27FC236}">
                  <a16:creationId xmlns:a16="http://schemas.microsoft.com/office/drawing/2014/main" id="{ADEEEE06-8101-46A4-A8F6-21A050EB1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592"/>
              <a:ext cx="33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18" name="Rectangle 41">
              <a:extLst>
                <a:ext uri="{FF2B5EF4-FFF2-40B4-BE49-F238E27FC236}">
                  <a16:creationId xmlns:a16="http://schemas.microsoft.com/office/drawing/2014/main" id="{93A9FAD5-44C7-434C-B865-AFB44E689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2592"/>
              <a:ext cx="30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19" name="Rectangle 42">
              <a:extLst>
                <a:ext uri="{FF2B5EF4-FFF2-40B4-BE49-F238E27FC236}">
                  <a16:creationId xmlns:a16="http://schemas.microsoft.com/office/drawing/2014/main" id="{66B430ED-BEDB-47A4-8B9E-368CDE9FC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2592"/>
              <a:ext cx="36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20" name="Rectangle 43">
              <a:extLst>
                <a:ext uri="{FF2B5EF4-FFF2-40B4-BE49-F238E27FC236}">
                  <a16:creationId xmlns:a16="http://schemas.microsoft.com/office/drawing/2014/main" id="{92F82028-928E-401E-9F44-916AE24C4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2382"/>
              <a:ext cx="412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21" name="Rectangle 44">
              <a:extLst>
                <a:ext uri="{FF2B5EF4-FFF2-40B4-BE49-F238E27FC236}">
                  <a16:creationId xmlns:a16="http://schemas.microsoft.com/office/drawing/2014/main" id="{D2CCA4E6-5FB1-4BFB-9FA5-463CE496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2171"/>
              <a:ext cx="41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22" name="Rectangle 45">
              <a:extLst>
                <a:ext uri="{FF2B5EF4-FFF2-40B4-BE49-F238E27FC236}">
                  <a16:creationId xmlns:a16="http://schemas.microsoft.com/office/drawing/2014/main" id="{9A4CBD43-A47A-4CF4-B85A-9BD410C7F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960"/>
              <a:ext cx="41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23" name="Rectangle 46">
              <a:extLst>
                <a:ext uri="{FF2B5EF4-FFF2-40B4-BE49-F238E27FC236}">
                  <a16:creationId xmlns:a16="http://schemas.microsoft.com/office/drawing/2014/main" id="{E2647744-FA23-497D-9B45-A2ECFD305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749"/>
              <a:ext cx="41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24" name="Rectangle 47">
              <a:extLst>
                <a:ext uri="{FF2B5EF4-FFF2-40B4-BE49-F238E27FC236}">
                  <a16:creationId xmlns:a16="http://schemas.microsoft.com/office/drawing/2014/main" id="{666AB3BA-621B-4967-B545-7891A4592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539"/>
              <a:ext cx="412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25" name="Rectangle 48">
              <a:extLst>
                <a:ext uri="{FF2B5EF4-FFF2-40B4-BE49-F238E27FC236}">
                  <a16:creationId xmlns:a16="http://schemas.microsoft.com/office/drawing/2014/main" id="{8457B6C3-DB6A-4A75-B9DA-194AFF95A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328"/>
              <a:ext cx="41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26" name="Rectangle 49">
              <a:extLst>
                <a:ext uri="{FF2B5EF4-FFF2-40B4-BE49-F238E27FC236}">
                  <a16:creationId xmlns:a16="http://schemas.microsoft.com/office/drawing/2014/main" id="{5D99AF35-CEF8-4C29-818B-262EF30A7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117"/>
              <a:ext cx="41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27" name="Rectangle 50">
              <a:extLst>
                <a:ext uri="{FF2B5EF4-FFF2-40B4-BE49-F238E27FC236}">
                  <a16:creationId xmlns:a16="http://schemas.microsoft.com/office/drawing/2014/main" id="{12B6A4E1-ADB6-4B1E-9689-87615FE6D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906"/>
              <a:ext cx="412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28" name="Rectangle 51">
              <a:extLst>
                <a:ext uri="{FF2B5EF4-FFF2-40B4-BE49-F238E27FC236}">
                  <a16:creationId xmlns:a16="http://schemas.microsoft.com/office/drawing/2014/main" id="{1052402D-9372-48D5-9A84-20B24EBEE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696"/>
              <a:ext cx="412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29" name="Rectangle 52">
              <a:extLst>
                <a:ext uri="{FF2B5EF4-FFF2-40B4-BE49-F238E27FC236}">
                  <a16:creationId xmlns:a16="http://schemas.microsoft.com/office/drawing/2014/main" id="{75E45A22-1B5B-48AE-AC05-F2DE17B16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462"/>
              <a:ext cx="412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30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EX</a:t>
              </a:r>
            </a:p>
          </p:txBody>
        </p:sp>
        <p:sp>
          <p:nvSpPr>
            <p:cNvPr id="75830" name="Rectangle 53">
              <a:extLst>
                <a:ext uri="{FF2B5EF4-FFF2-40B4-BE49-F238E27FC236}">
                  <a16:creationId xmlns:a16="http://schemas.microsoft.com/office/drawing/2014/main" id="{37D32711-ADE9-43DC-946F-F63EC036F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2382"/>
              <a:ext cx="326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31" name="Rectangle 54">
              <a:extLst>
                <a:ext uri="{FF2B5EF4-FFF2-40B4-BE49-F238E27FC236}">
                  <a16:creationId xmlns:a16="http://schemas.microsoft.com/office/drawing/2014/main" id="{C2BBCEFD-DA6D-4DBD-9454-585AB2E02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2171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32" name="Rectangle 55">
              <a:extLst>
                <a:ext uri="{FF2B5EF4-FFF2-40B4-BE49-F238E27FC236}">
                  <a16:creationId xmlns:a16="http://schemas.microsoft.com/office/drawing/2014/main" id="{362335D0-FF8A-4688-9C98-6F7362AAF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960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33" name="Rectangle 56">
              <a:extLst>
                <a:ext uri="{FF2B5EF4-FFF2-40B4-BE49-F238E27FC236}">
                  <a16:creationId xmlns:a16="http://schemas.microsoft.com/office/drawing/2014/main" id="{B9A47418-5D25-4911-B3F4-A6C5D044E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749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34" name="Rectangle 57">
              <a:extLst>
                <a:ext uri="{FF2B5EF4-FFF2-40B4-BE49-F238E27FC236}">
                  <a16:creationId xmlns:a16="http://schemas.microsoft.com/office/drawing/2014/main" id="{0649F321-D39C-4000-A6C3-BECFC6CC1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539"/>
              <a:ext cx="326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35" name="Rectangle 58">
              <a:extLst>
                <a:ext uri="{FF2B5EF4-FFF2-40B4-BE49-F238E27FC236}">
                  <a16:creationId xmlns:a16="http://schemas.microsoft.com/office/drawing/2014/main" id="{12892289-56F1-455E-9114-7829C9A3A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328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36" name="Rectangle 59">
              <a:extLst>
                <a:ext uri="{FF2B5EF4-FFF2-40B4-BE49-F238E27FC236}">
                  <a16:creationId xmlns:a16="http://schemas.microsoft.com/office/drawing/2014/main" id="{B19EDFEC-E32D-43D8-A3D7-D9FF26468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1117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37" name="Rectangle 60">
              <a:extLst>
                <a:ext uri="{FF2B5EF4-FFF2-40B4-BE49-F238E27FC236}">
                  <a16:creationId xmlns:a16="http://schemas.microsoft.com/office/drawing/2014/main" id="{A6C8EB9C-6356-4E83-8EE4-DAEBEE0B0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906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38" name="Rectangle 61">
              <a:extLst>
                <a:ext uri="{FF2B5EF4-FFF2-40B4-BE49-F238E27FC236}">
                  <a16:creationId xmlns:a16="http://schemas.microsoft.com/office/drawing/2014/main" id="{1893D030-61BD-45B3-83CC-830B6B6A3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696"/>
              <a:ext cx="326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39" name="Rectangle 62">
              <a:extLst>
                <a:ext uri="{FF2B5EF4-FFF2-40B4-BE49-F238E27FC236}">
                  <a16:creationId xmlns:a16="http://schemas.microsoft.com/office/drawing/2014/main" id="{682A464B-4E9D-44C1-BB8B-B8EB47074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462"/>
              <a:ext cx="326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75840" name="Rectangle 63">
              <a:extLst>
                <a:ext uri="{FF2B5EF4-FFF2-40B4-BE49-F238E27FC236}">
                  <a16:creationId xmlns:a16="http://schemas.microsoft.com/office/drawing/2014/main" id="{533E0FB6-444B-4348-BA4D-3920B8F87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2382"/>
              <a:ext cx="370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41" name="Rectangle 64">
              <a:extLst>
                <a:ext uri="{FF2B5EF4-FFF2-40B4-BE49-F238E27FC236}">
                  <a16:creationId xmlns:a16="http://schemas.microsoft.com/office/drawing/2014/main" id="{CDB64D20-CECB-4B93-8E6F-8350F28DC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2382"/>
              <a:ext cx="326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42" name="Rectangle 65">
              <a:extLst>
                <a:ext uri="{FF2B5EF4-FFF2-40B4-BE49-F238E27FC236}">
                  <a16:creationId xmlns:a16="http://schemas.microsoft.com/office/drawing/2014/main" id="{A0F58FB1-3A85-4650-BB8B-8FF0B9E59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382"/>
              <a:ext cx="327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43" name="Rectangle 66">
              <a:extLst>
                <a:ext uri="{FF2B5EF4-FFF2-40B4-BE49-F238E27FC236}">
                  <a16:creationId xmlns:a16="http://schemas.microsoft.com/office/drawing/2014/main" id="{CEE6CA2D-7ABD-4251-A101-1E5C735EE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382"/>
              <a:ext cx="298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44" name="Rectangle 67">
              <a:extLst>
                <a:ext uri="{FF2B5EF4-FFF2-40B4-BE49-F238E27FC236}">
                  <a16:creationId xmlns:a16="http://schemas.microsoft.com/office/drawing/2014/main" id="{F4C59936-FBE5-4F01-B6FC-97CB9982A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2382"/>
              <a:ext cx="300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45" name="Rectangle 68">
              <a:extLst>
                <a:ext uri="{FF2B5EF4-FFF2-40B4-BE49-F238E27FC236}">
                  <a16:creationId xmlns:a16="http://schemas.microsoft.com/office/drawing/2014/main" id="{170792A8-79A8-4DBD-B77D-53DAB6EB5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2382"/>
              <a:ext cx="309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46" name="Rectangle 69">
              <a:extLst>
                <a:ext uri="{FF2B5EF4-FFF2-40B4-BE49-F238E27FC236}">
                  <a16:creationId xmlns:a16="http://schemas.microsoft.com/office/drawing/2014/main" id="{84CEC1A9-6197-44E0-81D2-017BDDB7B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2382"/>
              <a:ext cx="281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47" name="Rectangle 70">
              <a:extLst>
                <a:ext uri="{FF2B5EF4-FFF2-40B4-BE49-F238E27FC236}">
                  <a16:creationId xmlns:a16="http://schemas.microsoft.com/office/drawing/2014/main" id="{891C0C4E-6547-4495-B56F-AD49C49FC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382"/>
              <a:ext cx="338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48" name="Rectangle 71">
              <a:extLst>
                <a:ext uri="{FF2B5EF4-FFF2-40B4-BE49-F238E27FC236}">
                  <a16:creationId xmlns:a16="http://schemas.microsoft.com/office/drawing/2014/main" id="{6BC0589E-0771-4750-979E-31E660495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2382"/>
              <a:ext cx="307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49" name="Rectangle 72">
              <a:extLst>
                <a:ext uri="{FF2B5EF4-FFF2-40B4-BE49-F238E27FC236}">
                  <a16:creationId xmlns:a16="http://schemas.microsoft.com/office/drawing/2014/main" id="{946633C1-A21E-4FE1-B134-25A39B7BB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2382"/>
              <a:ext cx="36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50" name="Rectangle 73">
              <a:extLst>
                <a:ext uri="{FF2B5EF4-FFF2-40B4-BE49-F238E27FC236}">
                  <a16:creationId xmlns:a16="http://schemas.microsoft.com/office/drawing/2014/main" id="{DAE6C1E0-4B1A-4934-9E6A-0F16677D9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2171"/>
              <a:ext cx="37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51" name="Rectangle 74">
              <a:extLst>
                <a:ext uri="{FF2B5EF4-FFF2-40B4-BE49-F238E27FC236}">
                  <a16:creationId xmlns:a16="http://schemas.microsoft.com/office/drawing/2014/main" id="{49D8EA02-8336-48EF-8B0F-5456980AB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2171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52" name="Rectangle 75">
              <a:extLst>
                <a:ext uri="{FF2B5EF4-FFF2-40B4-BE49-F238E27FC236}">
                  <a16:creationId xmlns:a16="http://schemas.microsoft.com/office/drawing/2014/main" id="{EA64F79E-7F3A-4671-81F1-FAD61B1C6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171"/>
              <a:ext cx="32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53" name="Rectangle 76">
              <a:extLst>
                <a:ext uri="{FF2B5EF4-FFF2-40B4-BE49-F238E27FC236}">
                  <a16:creationId xmlns:a16="http://schemas.microsoft.com/office/drawing/2014/main" id="{FF786080-B9C3-4CC3-A8B9-71FCB0E5F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171"/>
              <a:ext cx="29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54" name="Rectangle 77">
              <a:extLst>
                <a:ext uri="{FF2B5EF4-FFF2-40B4-BE49-F238E27FC236}">
                  <a16:creationId xmlns:a16="http://schemas.microsoft.com/office/drawing/2014/main" id="{8548A182-9A61-423A-8ADF-070C85B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2171"/>
              <a:ext cx="30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55" name="Rectangle 78">
              <a:extLst>
                <a:ext uri="{FF2B5EF4-FFF2-40B4-BE49-F238E27FC236}">
                  <a16:creationId xmlns:a16="http://schemas.microsoft.com/office/drawing/2014/main" id="{E80316DA-8C7F-4512-9193-44DBA26CD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2171"/>
              <a:ext cx="309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56" name="Rectangle 79">
              <a:extLst>
                <a:ext uri="{FF2B5EF4-FFF2-40B4-BE49-F238E27FC236}">
                  <a16:creationId xmlns:a16="http://schemas.microsoft.com/office/drawing/2014/main" id="{C3675887-399B-47A8-A7A9-42B6B5C3A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2171"/>
              <a:ext cx="281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57" name="Rectangle 80">
              <a:extLst>
                <a:ext uri="{FF2B5EF4-FFF2-40B4-BE49-F238E27FC236}">
                  <a16:creationId xmlns:a16="http://schemas.microsoft.com/office/drawing/2014/main" id="{BD296CAF-0930-41F5-830E-FD8C53BFC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171"/>
              <a:ext cx="33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58" name="Rectangle 81">
              <a:extLst>
                <a:ext uri="{FF2B5EF4-FFF2-40B4-BE49-F238E27FC236}">
                  <a16:creationId xmlns:a16="http://schemas.microsoft.com/office/drawing/2014/main" id="{B6C98C30-61C1-432E-B52F-97A66C888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2171"/>
              <a:ext cx="30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59" name="Rectangle 82">
              <a:extLst>
                <a:ext uri="{FF2B5EF4-FFF2-40B4-BE49-F238E27FC236}">
                  <a16:creationId xmlns:a16="http://schemas.microsoft.com/office/drawing/2014/main" id="{9F9BA4F3-1F58-4DDE-9FA0-59144B8FA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2171"/>
              <a:ext cx="36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60" name="Rectangle 83">
              <a:extLst>
                <a:ext uri="{FF2B5EF4-FFF2-40B4-BE49-F238E27FC236}">
                  <a16:creationId xmlns:a16="http://schemas.microsoft.com/office/drawing/2014/main" id="{8D34B7E3-554C-42DB-B02B-16DDE2159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1960"/>
              <a:ext cx="37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61" name="Rectangle 84">
              <a:extLst>
                <a:ext uri="{FF2B5EF4-FFF2-40B4-BE49-F238E27FC236}">
                  <a16:creationId xmlns:a16="http://schemas.microsoft.com/office/drawing/2014/main" id="{D9D52888-E9BE-4991-98DB-FEAB9A1EC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960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62" name="Rectangle 85">
              <a:extLst>
                <a:ext uri="{FF2B5EF4-FFF2-40B4-BE49-F238E27FC236}">
                  <a16:creationId xmlns:a16="http://schemas.microsoft.com/office/drawing/2014/main" id="{C74C955B-ED2E-4750-8B66-F37BFD72B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1960"/>
              <a:ext cx="32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63" name="Rectangle 86">
              <a:extLst>
                <a:ext uri="{FF2B5EF4-FFF2-40B4-BE49-F238E27FC236}">
                  <a16:creationId xmlns:a16="http://schemas.microsoft.com/office/drawing/2014/main" id="{19150A41-9726-48F7-9503-53CB0F687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960"/>
              <a:ext cx="29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64" name="Rectangle 87">
              <a:extLst>
                <a:ext uri="{FF2B5EF4-FFF2-40B4-BE49-F238E27FC236}">
                  <a16:creationId xmlns:a16="http://schemas.microsoft.com/office/drawing/2014/main" id="{F50AB17C-B010-41F6-9AB8-E7D0EDE8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1960"/>
              <a:ext cx="30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65" name="Rectangle 88">
              <a:extLst>
                <a:ext uri="{FF2B5EF4-FFF2-40B4-BE49-F238E27FC236}">
                  <a16:creationId xmlns:a16="http://schemas.microsoft.com/office/drawing/2014/main" id="{66FA9F00-32DB-45FE-8B6F-B1E4CF7F9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1960"/>
              <a:ext cx="309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66" name="Rectangle 89">
              <a:extLst>
                <a:ext uri="{FF2B5EF4-FFF2-40B4-BE49-F238E27FC236}">
                  <a16:creationId xmlns:a16="http://schemas.microsoft.com/office/drawing/2014/main" id="{23023F52-AC21-4CEE-A0AD-B9D8EC93C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1960"/>
              <a:ext cx="281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67" name="Rectangle 90">
              <a:extLst>
                <a:ext uri="{FF2B5EF4-FFF2-40B4-BE49-F238E27FC236}">
                  <a16:creationId xmlns:a16="http://schemas.microsoft.com/office/drawing/2014/main" id="{A6C0618B-03D7-4E24-A0EC-67EA6B04F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1960"/>
              <a:ext cx="33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68" name="Rectangle 91">
              <a:extLst>
                <a:ext uri="{FF2B5EF4-FFF2-40B4-BE49-F238E27FC236}">
                  <a16:creationId xmlns:a16="http://schemas.microsoft.com/office/drawing/2014/main" id="{C3EFB0C9-4DFE-44FA-9025-DF7641CDC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960"/>
              <a:ext cx="30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69" name="Rectangle 92">
              <a:extLst>
                <a:ext uri="{FF2B5EF4-FFF2-40B4-BE49-F238E27FC236}">
                  <a16:creationId xmlns:a16="http://schemas.microsoft.com/office/drawing/2014/main" id="{891E19A5-E077-42CB-A9D8-141A46262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1960"/>
              <a:ext cx="36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70" name="Rectangle 93">
              <a:extLst>
                <a:ext uri="{FF2B5EF4-FFF2-40B4-BE49-F238E27FC236}">
                  <a16:creationId xmlns:a16="http://schemas.microsoft.com/office/drawing/2014/main" id="{DF49C402-4A0B-46B3-BF9E-A0F8FE967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1749"/>
              <a:ext cx="37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71" name="Rectangle 94">
              <a:extLst>
                <a:ext uri="{FF2B5EF4-FFF2-40B4-BE49-F238E27FC236}">
                  <a16:creationId xmlns:a16="http://schemas.microsoft.com/office/drawing/2014/main" id="{BFE13DCB-E996-404D-B32C-9D4DE7A9B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749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72" name="Rectangle 95">
              <a:extLst>
                <a:ext uri="{FF2B5EF4-FFF2-40B4-BE49-F238E27FC236}">
                  <a16:creationId xmlns:a16="http://schemas.microsoft.com/office/drawing/2014/main" id="{470E5E3E-4AF6-49A0-AC11-8AA8E55AE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1749"/>
              <a:ext cx="32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73" name="Rectangle 96">
              <a:extLst>
                <a:ext uri="{FF2B5EF4-FFF2-40B4-BE49-F238E27FC236}">
                  <a16:creationId xmlns:a16="http://schemas.microsoft.com/office/drawing/2014/main" id="{42264B48-3BF5-45AA-9064-30209603C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749"/>
              <a:ext cx="29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74" name="Rectangle 97">
              <a:extLst>
                <a:ext uri="{FF2B5EF4-FFF2-40B4-BE49-F238E27FC236}">
                  <a16:creationId xmlns:a16="http://schemas.microsoft.com/office/drawing/2014/main" id="{6C41FBF2-E031-43CC-AA0C-5DBFC3E2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1749"/>
              <a:ext cx="30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75" name="Rectangle 98">
              <a:extLst>
                <a:ext uri="{FF2B5EF4-FFF2-40B4-BE49-F238E27FC236}">
                  <a16:creationId xmlns:a16="http://schemas.microsoft.com/office/drawing/2014/main" id="{CBC9B9AB-B667-40CA-81F1-D4ECFCEA2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1749"/>
              <a:ext cx="309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76" name="Rectangle 99">
              <a:extLst>
                <a:ext uri="{FF2B5EF4-FFF2-40B4-BE49-F238E27FC236}">
                  <a16:creationId xmlns:a16="http://schemas.microsoft.com/office/drawing/2014/main" id="{254A80EE-F0E5-4973-B641-C614D3C40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1749"/>
              <a:ext cx="281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77" name="Rectangle 100">
              <a:extLst>
                <a:ext uri="{FF2B5EF4-FFF2-40B4-BE49-F238E27FC236}">
                  <a16:creationId xmlns:a16="http://schemas.microsoft.com/office/drawing/2014/main" id="{8FE49165-ACFF-4E00-8246-B9D4E5C7A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1749"/>
              <a:ext cx="33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78" name="Rectangle 101">
              <a:extLst>
                <a:ext uri="{FF2B5EF4-FFF2-40B4-BE49-F238E27FC236}">
                  <a16:creationId xmlns:a16="http://schemas.microsoft.com/office/drawing/2014/main" id="{542E6355-8088-4770-8CA0-C81EE1CFC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749"/>
              <a:ext cx="30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79" name="Rectangle 102">
              <a:extLst>
                <a:ext uri="{FF2B5EF4-FFF2-40B4-BE49-F238E27FC236}">
                  <a16:creationId xmlns:a16="http://schemas.microsoft.com/office/drawing/2014/main" id="{3A4413D7-7231-4528-85D4-063A76D97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1749"/>
              <a:ext cx="36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80" name="Rectangle 103">
              <a:extLst>
                <a:ext uri="{FF2B5EF4-FFF2-40B4-BE49-F238E27FC236}">
                  <a16:creationId xmlns:a16="http://schemas.microsoft.com/office/drawing/2014/main" id="{A8636FAD-8796-452F-8917-E8CD2BC39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1539"/>
              <a:ext cx="370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81" name="Rectangle 104">
              <a:extLst>
                <a:ext uri="{FF2B5EF4-FFF2-40B4-BE49-F238E27FC236}">
                  <a16:creationId xmlns:a16="http://schemas.microsoft.com/office/drawing/2014/main" id="{A035E705-C854-4441-8B9F-58C27F32E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539"/>
              <a:ext cx="326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82" name="Rectangle 105">
              <a:extLst>
                <a:ext uri="{FF2B5EF4-FFF2-40B4-BE49-F238E27FC236}">
                  <a16:creationId xmlns:a16="http://schemas.microsoft.com/office/drawing/2014/main" id="{D8F661F0-45A8-4BE7-9B4F-7A91D1208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1539"/>
              <a:ext cx="327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83" name="Rectangle 106">
              <a:extLst>
                <a:ext uri="{FF2B5EF4-FFF2-40B4-BE49-F238E27FC236}">
                  <a16:creationId xmlns:a16="http://schemas.microsoft.com/office/drawing/2014/main" id="{B791D9C5-7D30-42A8-AFF0-736384B42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539"/>
              <a:ext cx="298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84" name="Rectangle 107">
              <a:extLst>
                <a:ext uri="{FF2B5EF4-FFF2-40B4-BE49-F238E27FC236}">
                  <a16:creationId xmlns:a16="http://schemas.microsoft.com/office/drawing/2014/main" id="{42690D96-95ED-4B37-B8C6-5C13736E6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1539"/>
              <a:ext cx="300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85" name="Rectangle 108">
              <a:extLst>
                <a:ext uri="{FF2B5EF4-FFF2-40B4-BE49-F238E27FC236}">
                  <a16:creationId xmlns:a16="http://schemas.microsoft.com/office/drawing/2014/main" id="{EF4150AC-A61A-4EC6-8A8C-AE3E33EA9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1539"/>
              <a:ext cx="309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86" name="Rectangle 109">
              <a:extLst>
                <a:ext uri="{FF2B5EF4-FFF2-40B4-BE49-F238E27FC236}">
                  <a16:creationId xmlns:a16="http://schemas.microsoft.com/office/drawing/2014/main" id="{50D58E73-C58F-48AE-9CC5-515C86674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1539"/>
              <a:ext cx="281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87" name="Rectangle 110">
              <a:extLst>
                <a:ext uri="{FF2B5EF4-FFF2-40B4-BE49-F238E27FC236}">
                  <a16:creationId xmlns:a16="http://schemas.microsoft.com/office/drawing/2014/main" id="{3C4CB769-1233-4CFC-B71B-C3CFC6F21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1539"/>
              <a:ext cx="338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88" name="Rectangle 111">
              <a:extLst>
                <a:ext uri="{FF2B5EF4-FFF2-40B4-BE49-F238E27FC236}">
                  <a16:creationId xmlns:a16="http://schemas.microsoft.com/office/drawing/2014/main" id="{481FEE70-61A6-4263-AB23-3FE5AE6A3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39"/>
              <a:ext cx="307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89" name="Rectangle 112">
              <a:extLst>
                <a:ext uri="{FF2B5EF4-FFF2-40B4-BE49-F238E27FC236}">
                  <a16:creationId xmlns:a16="http://schemas.microsoft.com/office/drawing/2014/main" id="{1AB71D60-9726-41CE-9C17-E3EC09BD0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1539"/>
              <a:ext cx="36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90" name="Rectangle 113">
              <a:extLst>
                <a:ext uri="{FF2B5EF4-FFF2-40B4-BE49-F238E27FC236}">
                  <a16:creationId xmlns:a16="http://schemas.microsoft.com/office/drawing/2014/main" id="{88A09C1E-95CA-4E7D-ABD8-4430A7471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1328"/>
              <a:ext cx="37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91" name="Rectangle 114">
              <a:extLst>
                <a:ext uri="{FF2B5EF4-FFF2-40B4-BE49-F238E27FC236}">
                  <a16:creationId xmlns:a16="http://schemas.microsoft.com/office/drawing/2014/main" id="{0B842A0D-37D3-4F8A-B1D2-6AFB24C90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328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92" name="Rectangle 115">
              <a:extLst>
                <a:ext uri="{FF2B5EF4-FFF2-40B4-BE49-F238E27FC236}">
                  <a16:creationId xmlns:a16="http://schemas.microsoft.com/office/drawing/2014/main" id="{A90C8D8A-6F21-4961-9ED3-1945097D3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1328"/>
              <a:ext cx="32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93" name="Rectangle 116">
              <a:extLst>
                <a:ext uri="{FF2B5EF4-FFF2-40B4-BE49-F238E27FC236}">
                  <a16:creationId xmlns:a16="http://schemas.microsoft.com/office/drawing/2014/main" id="{C548CE5C-9651-4270-9C02-DF8A7143A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328"/>
              <a:ext cx="29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94" name="Rectangle 117">
              <a:extLst>
                <a:ext uri="{FF2B5EF4-FFF2-40B4-BE49-F238E27FC236}">
                  <a16:creationId xmlns:a16="http://schemas.microsoft.com/office/drawing/2014/main" id="{968DB792-1814-48EC-814E-61CBE5695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1328"/>
              <a:ext cx="30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895" name="Rectangle 118">
              <a:extLst>
                <a:ext uri="{FF2B5EF4-FFF2-40B4-BE49-F238E27FC236}">
                  <a16:creationId xmlns:a16="http://schemas.microsoft.com/office/drawing/2014/main" id="{6D4B502E-4980-455F-9DC0-346ED3398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1328"/>
              <a:ext cx="309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896" name="Rectangle 119">
              <a:extLst>
                <a:ext uri="{FF2B5EF4-FFF2-40B4-BE49-F238E27FC236}">
                  <a16:creationId xmlns:a16="http://schemas.microsoft.com/office/drawing/2014/main" id="{C91A1BED-2C25-43DD-AF5C-088B44D7D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1328"/>
              <a:ext cx="281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97" name="Rectangle 120">
              <a:extLst>
                <a:ext uri="{FF2B5EF4-FFF2-40B4-BE49-F238E27FC236}">
                  <a16:creationId xmlns:a16="http://schemas.microsoft.com/office/drawing/2014/main" id="{001A37BB-3C8C-47AA-A993-79A39B1DA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1328"/>
              <a:ext cx="33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98" name="Rectangle 121">
              <a:extLst>
                <a:ext uri="{FF2B5EF4-FFF2-40B4-BE49-F238E27FC236}">
                  <a16:creationId xmlns:a16="http://schemas.microsoft.com/office/drawing/2014/main" id="{DD9E4C7A-35CD-44E2-9FD5-594E5858B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328"/>
              <a:ext cx="30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899" name="Rectangle 122">
              <a:extLst>
                <a:ext uri="{FF2B5EF4-FFF2-40B4-BE49-F238E27FC236}">
                  <a16:creationId xmlns:a16="http://schemas.microsoft.com/office/drawing/2014/main" id="{E0CDF2A2-46F5-4E73-8E45-B056033D4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1328"/>
              <a:ext cx="36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00" name="Rectangle 123">
              <a:extLst>
                <a:ext uri="{FF2B5EF4-FFF2-40B4-BE49-F238E27FC236}">
                  <a16:creationId xmlns:a16="http://schemas.microsoft.com/office/drawing/2014/main" id="{72964B9F-9A13-431B-9973-AA2AE140D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1117"/>
              <a:ext cx="37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01" name="Rectangle 124">
              <a:extLst>
                <a:ext uri="{FF2B5EF4-FFF2-40B4-BE49-F238E27FC236}">
                  <a16:creationId xmlns:a16="http://schemas.microsoft.com/office/drawing/2014/main" id="{56B79D9B-6CF3-4FFB-9C02-259E87915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117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902" name="Rectangle 125">
              <a:extLst>
                <a:ext uri="{FF2B5EF4-FFF2-40B4-BE49-F238E27FC236}">
                  <a16:creationId xmlns:a16="http://schemas.microsoft.com/office/drawing/2014/main" id="{E14FC688-7753-44E0-A0E9-5CFEFA7B8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1117"/>
              <a:ext cx="32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03" name="Rectangle 126">
              <a:extLst>
                <a:ext uri="{FF2B5EF4-FFF2-40B4-BE49-F238E27FC236}">
                  <a16:creationId xmlns:a16="http://schemas.microsoft.com/office/drawing/2014/main" id="{16E4ABF8-7FEF-468B-BEB4-A3CCBD174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1117"/>
              <a:ext cx="29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904" name="Rectangle 127">
              <a:extLst>
                <a:ext uri="{FF2B5EF4-FFF2-40B4-BE49-F238E27FC236}">
                  <a16:creationId xmlns:a16="http://schemas.microsoft.com/office/drawing/2014/main" id="{3444D3AB-40B8-4A31-87B1-CBDE50D53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1117"/>
              <a:ext cx="30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05" name="Rectangle 128">
              <a:extLst>
                <a:ext uri="{FF2B5EF4-FFF2-40B4-BE49-F238E27FC236}">
                  <a16:creationId xmlns:a16="http://schemas.microsoft.com/office/drawing/2014/main" id="{EF7BFB9B-A8AC-402C-913C-60219E469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1117"/>
              <a:ext cx="309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06" name="Rectangle 129">
              <a:extLst>
                <a:ext uri="{FF2B5EF4-FFF2-40B4-BE49-F238E27FC236}">
                  <a16:creationId xmlns:a16="http://schemas.microsoft.com/office/drawing/2014/main" id="{2876A330-D80D-4B13-AE37-6069BBE50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1117"/>
              <a:ext cx="281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07" name="Rectangle 130">
              <a:extLst>
                <a:ext uri="{FF2B5EF4-FFF2-40B4-BE49-F238E27FC236}">
                  <a16:creationId xmlns:a16="http://schemas.microsoft.com/office/drawing/2014/main" id="{D5A4B479-16E4-4231-8CB0-6FCAA60B5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1117"/>
              <a:ext cx="33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08" name="Rectangle 131">
              <a:extLst>
                <a:ext uri="{FF2B5EF4-FFF2-40B4-BE49-F238E27FC236}">
                  <a16:creationId xmlns:a16="http://schemas.microsoft.com/office/drawing/2014/main" id="{DAB3BD20-9368-4611-B35E-05F93D244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117"/>
              <a:ext cx="30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09" name="Rectangle 132">
              <a:extLst>
                <a:ext uri="{FF2B5EF4-FFF2-40B4-BE49-F238E27FC236}">
                  <a16:creationId xmlns:a16="http://schemas.microsoft.com/office/drawing/2014/main" id="{4097A3CC-D322-4C85-BE6F-840C31CF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1117"/>
              <a:ext cx="36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10" name="Rectangle 133">
              <a:extLst>
                <a:ext uri="{FF2B5EF4-FFF2-40B4-BE49-F238E27FC236}">
                  <a16:creationId xmlns:a16="http://schemas.microsoft.com/office/drawing/2014/main" id="{5C53E9DC-C8A6-4D0E-A2DD-E0F2C2FC0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906"/>
              <a:ext cx="37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11" name="Rectangle 134">
              <a:extLst>
                <a:ext uri="{FF2B5EF4-FFF2-40B4-BE49-F238E27FC236}">
                  <a16:creationId xmlns:a16="http://schemas.microsoft.com/office/drawing/2014/main" id="{C65B4415-4F15-4C5A-9341-61B901F6F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906"/>
              <a:ext cx="326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12" name="Rectangle 135">
              <a:extLst>
                <a:ext uri="{FF2B5EF4-FFF2-40B4-BE49-F238E27FC236}">
                  <a16:creationId xmlns:a16="http://schemas.microsoft.com/office/drawing/2014/main" id="{C4DA35A9-424F-4FD2-A073-31C8D3370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906"/>
              <a:ext cx="32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913" name="Rectangle 136">
              <a:extLst>
                <a:ext uri="{FF2B5EF4-FFF2-40B4-BE49-F238E27FC236}">
                  <a16:creationId xmlns:a16="http://schemas.microsoft.com/office/drawing/2014/main" id="{89DD14B8-E462-452F-9B0F-21B621245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906"/>
              <a:ext cx="29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14" name="Rectangle 137">
              <a:extLst>
                <a:ext uri="{FF2B5EF4-FFF2-40B4-BE49-F238E27FC236}">
                  <a16:creationId xmlns:a16="http://schemas.microsoft.com/office/drawing/2014/main" id="{748D9073-F585-4966-9821-DEB638B4B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906"/>
              <a:ext cx="300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15" name="Rectangle 138">
              <a:extLst>
                <a:ext uri="{FF2B5EF4-FFF2-40B4-BE49-F238E27FC236}">
                  <a16:creationId xmlns:a16="http://schemas.microsoft.com/office/drawing/2014/main" id="{8F1783EA-C8B0-4F87-ACD8-E825A1FFC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906"/>
              <a:ext cx="309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16" name="Rectangle 139">
              <a:extLst>
                <a:ext uri="{FF2B5EF4-FFF2-40B4-BE49-F238E27FC236}">
                  <a16:creationId xmlns:a16="http://schemas.microsoft.com/office/drawing/2014/main" id="{3AF8EAE7-D0A8-45C2-8310-CAD90D4D2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906"/>
              <a:ext cx="281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17" name="Rectangle 140">
              <a:extLst>
                <a:ext uri="{FF2B5EF4-FFF2-40B4-BE49-F238E27FC236}">
                  <a16:creationId xmlns:a16="http://schemas.microsoft.com/office/drawing/2014/main" id="{B05737EA-6EFE-4CB4-9752-716204866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906"/>
              <a:ext cx="338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18" name="Rectangle 141">
              <a:extLst>
                <a:ext uri="{FF2B5EF4-FFF2-40B4-BE49-F238E27FC236}">
                  <a16:creationId xmlns:a16="http://schemas.microsoft.com/office/drawing/2014/main" id="{6025CA85-D636-40CD-B666-54C40208D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06"/>
              <a:ext cx="307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19" name="Rectangle 142">
              <a:extLst>
                <a:ext uri="{FF2B5EF4-FFF2-40B4-BE49-F238E27FC236}">
                  <a16:creationId xmlns:a16="http://schemas.microsoft.com/office/drawing/2014/main" id="{1983F40A-C47C-4182-905E-EA54F1E74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906"/>
              <a:ext cx="363" cy="2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20" name="Rectangle 143">
              <a:extLst>
                <a:ext uri="{FF2B5EF4-FFF2-40B4-BE49-F238E27FC236}">
                  <a16:creationId xmlns:a16="http://schemas.microsoft.com/office/drawing/2014/main" id="{A1E6BFBC-B7B3-4FD9-82BF-B2CB52E1C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696"/>
              <a:ext cx="370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21" name="Rectangle 144">
              <a:extLst>
                <a:ext uri="{FF2B5EF4-FFF2-40B4-BE49-F238E27FC236}">
                  <a16:creationId xmlns:a16="http://schemas.microsoft.com/office/drawing/2014/main" id="{8FAB3490-13E4-4BFF-8266-F318B323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696"/>
              <a:ext cx="326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22" name="Rectangle 145">
              <a:extLst>
                <a:ext uri="{FF2B5EF4-FFF2-40B4-BE49-F238E27FC236}">
                  <a16:creationId xmlns:a16="http://schemas.microsoft.com/office/drawing/2014/main" id="{350EBFD3-7C9C-4C25-BD21-8161AB90A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696"/>
              <a:ext cx="327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23" name="Rectangle 146">
              <a:extLst>
                <a:ext uri="{FF2B5EF4-FFF2-40B4-BE49-F238E27FC236}">
                  <a16:creationId xmlns:a16="http://schemas.microsoft.com/office/drawing/2014/main" id="{FE203E3E-EFE6-47A8-A316-C5F65DDDB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696"/>
              <a:ext cx="298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24" name="Rectangle 147">
              <a:extLst>
                <a:ext uri="{FF2B5EF4-FFF2-40B4-BE49-F238E27FC236}">
                  <a16:creationId xmlns:a16="http://schemas.microsoft.com/office/drawing/2014/main" id="{95EE5E06-CBBF-41FA-A3A1-7B3AB8A84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696"/>
              <a:ext cx="300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25" name="Rectangle 148">
              <a:extLst>
                <a:ext uri="{FF2B5EF4-FFF2-40B4-BE49-F238E27FC236}">
                  <a16:creationId xmlns:a16="http://schemas.microsoft.com/office/drawing/2014/main" id="{68D844D3-1D1C-472D-9CBA-991746B1D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696"/>
              <a:ext cx="309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26" name="Rectangle 149">
              <a:extLst>
                <a:ext uri="{FF2B5EF4-FFF2-40B4-BE49-F238E27FC236}">
                  <a16:creationId xmlns:a16="http://schemas.microsoft.com/office/drawing/2014/main" id="{A3A7D0A7-532F-495C-AE2E-350A0EF6D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696"/>
              <a:ext cx="281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27" name="Rectangle 150">
              <a:extLst>
                <a:ext uri="{FF2B5EF4-FFF2-40B4-BE49-F238E27FC236}">
                  <a16:creationId xmlns:a16="http://schemas.microsoft.com/office/drawing/2014/main" id="{F80ABF92-994F-458F-9812-D16A71073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696"/>
              <a:ext cx="338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28" name="Rectangle 151">
              <a:extLst>
                <a:ext uri="{FF2B5EF4-FFF2-40B4-BE49-F238E27FC236}">
                  <a16:creationId xmlns:a16="http://schemas.microsoft.com/office/drawing/2014/main" id="{735DA190-B97F-4BFF-A0B6-B589CC416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696"/>
              <a:ext cx="307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</a:p>
          </p:txBody>
        </p:sp>
        <p:sp>
          <p:nvSpPr>
            <p:cNvPr id="75929" name="Rectangle 152">
              <a:extLst>
                <a:ext uri="{FF2B5EF4-FFF2-40B4-BE49-F238E27FC236}">
                  <a16:creationId xmlns:a16="http://schemas.microsoft.com/office/drawing/2014/main" id="{8518813C-09BC-4861-B52F-B149FAE59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696"/>
              <a:ext cx="363" cy="2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5930" name="Rectangle 153">
              <a:extLst>
                <a:ext uri="{FF2B5EF4-FFF2-40B4-BE49-F238E27FC236}">
                  <a16:creationId xmlns:a16="http://schemas.microsoft.com/office/drawing/2014/main" id="{9848D84C-ACAF-46D0-B7CB-EB4C9FC95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462"/>
              <a:ext cx="370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75931" name="Rectangle 154">
              <a:extLst>
                <a:ext uri="{FF2B5EF4-FFF2-40B4-BE49-F238E27FC236}">
                  <a16:creationId xmlns:a16="http://schemas.microsoft.com/office/drawing/2014/main" id="{5FB58559-C8DB-491C-B516-B81BE3E3B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462"/>
              <a:ext cx="326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932" name="Rectangle 155">
              <a:extLst>
                <a:ext uri="{FF2B5EF4-FFF2-40B4-BE49-F238E27FC236}">
                  <a16:creationId xmlns:a16="http://schemas.microsoft.com/office/drawing/2014/main" id="{E746622F-18F3-4698-97B3-287F16423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462"/>
              <a:ext cx="327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30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75933" name="Rectangle 156">
              <a:extLst>
                <a:ext uri="{FF2B5EF4-FFF2-40B4-BE49-F238E27FC236}">
                  <a16:creationId xmlns:a16="http://schemas.microsoft.com/office/drawing/2014/main" id="{FD9F410E-CDEB-4A22-B3FE-78EA68676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462"/>
              <a:ext cx="298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</a:p>
          </p:txBody>
        </p:sp>
        <p:sp>
          <p:nvSpPr>
            <p:cNvPr id="75934" name="Rectangle 157">
              <a:extLst>
                <a:ext uri="{FF2B5EF4-FFF2-40B4-BE49-F238E27FC236}">
                  <a16:creationId xmlns:a16="http://schemas.microsoft.com/office/drawing/2014/main" id="{CED199E1-1812-492D-B755-D357CE6F5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462"/>
              <a:ext cx="300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</a:p>
          </p:txBody>
        </p:sp>
        <p:sp>
          <p:nvSpPr>
            <p:cNvPr id="75935" name="Rectangle 158">
              <a:extLst>
                <a:ext uri="{FF2B5EF4-FFF2-40B4-BE49-F238E27FC236}">
                  <a16:creationId xmlns:a16="http://schemas.microsoft.com/office/drawing/2014/main" id="{F17EA8AD-A156-4679-919F-9DE97CE14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462"/>
              <a:ext cx="309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75936" name="Rectangle 159">
              <a:extLst>
                <a:ext uri="{FF2B5EF4-FFF2-40B4-BE49-F238E27FC236}">
                  <a16:creationId xmlns:a16="http://schemas.microsoft.com/office/drawing/2014/main" id="{B84CEF2C-47A6-48BC-B2E0-21C3BC7D7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462"/>
              <a:ext cx="281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75937" name="Rectangle 160">
              <a:extLst>
                <a:ext uri="{FF2B5EF4-FFF2-40B4-BE49-F238E27FC236}">
                  <a16:creationId xmlns:a16="http://schemas.microsoft.com/office/drawing/2014/main" id="{A3F54DD3-7F57-41B0-A169-013F3C3A3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462"/>
              <a:ext cx="338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75938" name="Rectangle 161">
              <a:extLst>
                <a:ext uri="{FF2B5EF4-FFF2-40B4-BE49-F238E27FC236}">
                  <a16:creationId xmlns:a16="http://schemas.microsoft.com/office/drawing/2014/main" id="{5603571E-EEDB-4343-9985-ADA8A521C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462"/>
              <a:ext cx="307" cy="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5939" name="Line 162">
              <a:extLst>
                <a:ext uri="{FF2B5EF4-FFF2-40B4-BE49-F238E27FC236}">
                  <a16:creationId xmlns:a16="http://schemas.microsoft.com/office/drawing/2014/main" id="{7D694BB0-81A2-4713-B2BF-A8DF10FF5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462"/>
              <a:ext cx="4672" cy="0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0" name="Line 163">
              <a:extLst>
                <a:ext uri="{FF2B5EF4-FFF2-40B4-BE49-F238E27FC236}">
                  <a16:creationId xmlns:a16="http://schemas.microsoft.com/office/drawing/2014/main" id="{D0C7EDF9-4036-4C12-96C2-D9793863F9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696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1" name="Line 164">
              <a:extLst>
                <a:ext uri="{FF2B5EF4-FFF2-40B4-BE49-F238E27FC236}">
                  <a16:creationId xmlns:a16="http://schemas.microsoft.com/office/drawing/2014/main" id="{32094A80-6F5B-40D8-8E38-5305735925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906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2" name="Line 165">
              <a:extLst>
                <a:ext uri="{FF2B5EF4-FFF2-40B4-BE49-F238E27FC236}">
                  <a16:creationId xmlns:a16="http://schemas.microsoft.com/office/drawing/2014/main" id="{F42703E9-FA37-41E9-9CE9-A6F573500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1117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3" name="Line 166">
              <a:extLst>
                <a:ext uri="{FF2B5EF4-FFF2-40B4-BE49-F238E27FC236}">
                  <a16:creationId xmlns:a16="http://schemas.microsoft.com/office/drawing/2014/main" id="{78AC2C72-7107-44DA-9457-1F580BDD6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1328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4" name="Line 167">
              <a:extLst>
                <a:ext uri="{FF2B5EF4-FFF2-40B4-BE49-F238E27FC236}">
                  <a16:creationId xmlns:a16="http://schemas.microsoft.com/office/drawing/2014/main" id="{E1800B41-1C67-4B7F-B8B8-6DFE1BBD11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1539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5" name="Line 168">
              <a:extLst>
                <a:ext uri="{FF2B5EF4-FFF2-40B4-BE49-F238E27FC236}">
                  <a16:creationId xmlns:a16="http://schemas.microsoft.com/office/drawing/2014/main" id="{1CC37CD1-19B2-4204-AA4D-A116C97F9A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1749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6" name="Line 169">
              <a:extLst>
                <a:ext uri="{FF2B5EF4-FFF2-40B4-BE49-F238E27FC236}">
                  <a16:creationId xmlns:a16="http://schemas.microsoft.com/office/drawing/2014/main" id="{0765C945-6D59-4271-989E-4A677F111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1960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7" name="Line 170">
              <a:extLst>
                <a:ext uri="{FF2B5EF4-FFF2-40B4-BE49-F238E27FC236}">
                  <a16:creationId xmlns:a16="http://schemas.microsoft.com/office/drawing/2014/main" id="{A7EC4784-1ED7-4C34-ACEA-8151EB7C3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2171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8" name="Line 171">
              <a:extLst>
                <a:ext uri="{FF2B5EF4-FFF2-40B4-BE49-F238E27FC236}">
                  <a16:creationId xmlns:a16="http://schemas.microsoft.com/office/drawing/2014/main" id="{B4099B61-AFEE-432F-A0D0-5E107B8E8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2382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49" name="Line 172">
              <a:extLst>
                <a:ext uri="{FF2B5EF4-FFF2-40B4-BE49-F238E27FC236}">
                  <a16:creationId xmlns:a16="http://schemas.microsoft.com/office/drawing/2014/main" id="{6DADCC5A-6B35-4F3F-B0E7-92A2C3C256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2803"/>
              <a:ext cx="4672" cy="0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0" name="Line 173">
              <a:extLst>
                <a:ext uri="{FF2B5EF4-FFF2-40B4-BE49-F238E27FC236}">
                  <a16:creationId xmlns:a16="http://schemas.microsoft.com/office/drawing/2014/main" id="{2405913F-8099-4A3E-A624-EE778832C1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462"/>
              <a:ext cx="0" cy="2341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1" name="Line 174">
              <a:extLst>
                <a:ext uri="{FF2B5EF4-FFF2-40B4-BE49-F238E27FC236}">
                  <a16:creationId xmlns:a16="http://schemas.microsoft.com/office/drawing/2014/main" id="{A65C0EA6-0A22-49EA-ACA1-0D6B4292DE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8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2" name="Line 175">
              <a:extLst>
                <a:ext uri="{FF2B5EF4-FFF2-40B4-BE49-F238E27FC236}">
                  <a16:creationId xmlns:a16="http://schemas.microsoft.com/office/drawing/2014/main" id="{FA88A745-A7A1-4506-A9EE-2387154F8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5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3" name="Line 176">
              <a:extLst>
                <a:ext uri="{FF2B5EF4-FFF2-40B4-BE49-F238E27FC236}">
                  <a16:creationId xmlns:a16="http://schemas.microsoft.com/office/drawing/2014/main" id="{46417DF2-F459-40CF-8E75-922C1BE3CB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3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4" name="Line 177">
              <a:extLst>
                <a:ext uri="{FF2B5EF4-FFF2-40B4-BE49-F238E27FC236}">
                  <a16:creationId xmlns:a16="http://schemas.microsoft.com/office/drawing/2014/main" id="{21A3F1AA-3777-417C-88F0-44EB512323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4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5" name="Line 178">
              <a:extLst>
                <a:ext uri="{FF2B5EF4-FFF2-40B4-BE49-F238E27FC236}">
                  <a16:creationId xmlns:a16="http://schemas.microsoft.com/office/drawing/2014/main" id="{0C4069FC-5678-4AFB-8960-F3D262FB99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3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6" name="Line 179">
              <a:extLst>
                <a:ext uri="{FF2B5EF4-FFF2-40B4-BE49-F238E27FC236}">
                  <a16:creationId xmlns:a16="http://schemas.microsoft.com/office/drawing/2014/main" id="{4F113411-0A6A-4539-82EB-43EC0F84B3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3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7" name="Line 180">
              <a:extLst>
                <a:ext uri="{FF2B5EF4-FFF2-40B4-BE49-F238E27FC236}">
                  <a16:creationId xmlns:a16="http://schemas.microsoft.com/office/drawing/2014/main" id="{9DB41BDB-A7A5-43EC-B3C4-2B2E20EF63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7" y="462"/>
              <a:ext cx="0" cy="2341"/>
            </a:xfrm>
            <a:prstGeom prst="line">
              <a:avLst/>
            </a:prstGeom>
            <a:noFill/>
            <a:ln w="38100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8" name="Line 181">
              <a:extLst>
                <a:ext uri="{FF2B5EF4-FFF2-40B4-BE49-F238E27FC236}">
                  <a16:creationId xmlns:a16="http://schemas.microsoft.com/office/drawing/2014/main" id="{FE3B4944-9F40-4DCB-BC39-B10B3FC55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59" name="Line 182">
              <a:extLst>
                <a:ext uri="{FF2B5EF4-FFF2-40B4-BE49-F238E27FC236}">
                  <a16:creationId xmlns:a16="http://schemas.microsoft.com/office/drawing/2014/main" id="{85B1113D-8412-45F1-B68C-6405E14A9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0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0" name="Line 183">
              <a:extLst>
                <a:ext uri="{FF2B5EF4-FFF2-40B4-BE49-F238E27FC236}">
                  <a16:creationId xmlns:a16="http://schemas.microsoft.com/office/drawing/2014/main" id="{E53928B7-965E-404D-B129-BDBF3A5F98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4" y="462"/>
              <a:ext cx="0" cy="2341"/>
            </a:xfrm>
            <a:prstGeom prst="line">
              <a:avLst/>
            </a:prstGeom>
            <a:noFill/>
            <a:ln w="28575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1" name="Line 184">
              <a:extLst>
                <a:ext uri="{FF2B5EF4-FFF2-40B4-BE49-F238E27FC236}">
                  <a16:creationId xmlns:a16="http://schemas.microsoft.com/office/drawing/2014/main" id="{7E84B8E6-CD85-40DF-BC78-4AA01C57AD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1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2" name="Line 185">
              <a:extLst>
                <a:ext uri="{FF2B5EF4-FFF2-40B4-BE49-F238E27FC236}">
                  <a16:creationId xmlns:a16="http://schemas.microsoft.com/office/drawing/2014/main" id="{C5C2AD16-E6B8-4050-A721-2B8021AB5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0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3" name="Line 186">
              <a:extLst>
                <a:ext uri="{FF2B5EF4-FFF2-40B4-BE49-F238E27FC236}">
                  <a16:creationId xmlns:a16="http://schemas.microsoft.com/office/drawing/2014/main" id="{C5F0ACA1-C3CD-4428-9221-CD83E2EB9F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2592"/>
              <a:ext cx="4672" cy="0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4" name="Line 187">
              <a:extLst>
                <a:ext uri="{FF2B5EF4-FFF2-40B4-BE49-F238E27FC236}">
                  <a16:creationId xmlns:a16="http://schemas.microsoft.com/office/drawing/2014/main" id="{C57F001B-E866-43E2-906E-B81D0664A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5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5" name="Line 188">
              <a:extLst>
                <a:ext uri="{FF2B5EF4-FFF2-40B4-BE49-F238E27FC236}">
                  <a16:creationId xmlns:a16="http://schemas.microsoft.com/office/drawing/2014/main" id="{3D207BFC-75CD-416A-9977-183F946E95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2" y="462"/>
              <a:ext cx="0" cy="2341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6" name="Rectangle 189">
              <a:extLst>
                <a:ext uri="{FF2B5EF4-FFF2-40B4-BE49-F238E27FC236}">
                  <a16:creationId xmlns:a16="http://schemas.microsoft.com/office/drawing/2014/main" id="{01D450F3-4EF2-4F4F-9EE6-666C9F5D3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" y="463"/>
              <a:ext cx="362" cy="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ea typeface="宋体" panose="02010600030101010101" pitchFamily="2" charset="-122"/>
                  <a:cs typeface="+mn-cs"/>
                </a:rPr>
                <a:t>ST</a:t>
              </a:r>
              <a:endParaRPr kumimoji="1" lang="en-US" altLang="zh-CN" sz="2000" b="1" i="0" u="none" strike="noStrike" kern="1200" cap="none" spc="0" normalizeH="0" baseline="-30000" noProof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7" name="Line 190">
              <a:extLst>
                <a:ext uri="{FF2B5EF4-FFF2-40B4-BE49-F238E27FC236}">
                  <a16:creationId xmlns:a16="http://schemas.microsoft.com/office/drawing/2014/main" id="{5F89BDA6-5F6B-48D0-A5B6-4BC82A7CD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1" y="510"/>
              <a:ext cx="24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8" name="Line 191">
              <a:extLst>
                <a:ext uri="{FF2B5EF4-FFF2-40B4-BE49-F238E27FC236}">
                  <a16:creationId xmlns:a16="http://schemas.microsoft.com/office/drawing/2014/main" id="{F991A64E-D369-4872-A920-7A02DD6147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9" y="508"/>
              <a:ext cx="135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69" name="Line 192">
              <a:extLst>
                <a:ext uri="{FF2B5EF4-FFF2-40B4-BE49-F238E27FC236}">
                  <a16:creationId xmlns:a16="http://schemas.microsoft.com/office/drawing/2014/main" id="{60403D37-41EB-4F0C-8E81-CD5884409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" y="507"/>
              <a:ext cx="135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70" name="Line 193">
              <a:extLst>
                <a:ext uri="{FF2B5EF4-FFF2-40B4-BE49-F238E27FC236}">
                  <a16:creationId xmlns:a16="http://schemas.microsoft.com/office/drawing/2014/main" id="{37545DC2-2060-409A-8FE7-CDF1723F4B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5" y="496"/>
              <a:ext cx="135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971" name="Line 194">
              <a:extLst>
                <a:ext uri="{FF2B5EF4-FFF2-40B4-BE49-F238E27FC236}">
                  <a16:creationId xmlns:a16="http://schemas.microsoft.com/office/drawing/2014/main" id="{7C2825F6-2A19-4A90-8F5C-7228DF50F0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4" y="508"/>
              <a:ext cx="135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81795" name="Group 195">
            <a:extLst>
              <a:ext uri="{FF2B5EF4-FFF2-40B4-BE49-F238E27FC236}">
                <a16:creationId xmlns:a16="http://schemas.microsoft.com/office/drawing/2014/main" id="{EB7E145F-28BC-4607-B0BA-3A1831A27303}"/>
              </a:ext>
            </a:extLst>
          </p:cNvPr>
          <p:cNvGrpSpPr>
            <a:grpSpLocks/>
          </p:cNvGrpSpPr>
          <p:nvPr/>
        </p:nvGrpSpPr>
        <p:grpSpPr bwMode="auto">
          <a:xfrm>
            <a:off x="757238" y="6151563"/>
            <a:ext cx="7475537" cy="519112"/>
            <a:chOff x="477" y="3875"/>
            <a:chExt cx="4709" cy="327"/>
          </a:xfrm>
        </p:grpSpPr>
        <p:sp>
          <p:nvSpPr>
            <p:cNvPr id="75784" name="Text Box 196">
              <a:extLst>
                <a:ext uri="{FF2B5EF4-FFF2-40B4-BE49-F238E27FC236}">
                  <a16:creationId xmlns:a16="http://schemas.microsoft.com/office/drawing/2014/main" id="{CB95D231-6C4C-4D7F-8CD4-FE0EBFEAF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" y="3875"/>
              <a:ext cx="4709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(4)Y</a:t>
              </a:r>
              <a:r>
                <a:rPr kumimoji="1" lang="en-US" altLang="zh-CN" sz="28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EX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—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扩展端。“电路工作，有编码输入”</a:t>
              </a:r>
            </a:p>
          </p:txBody>
        </p:sp>
        <p:sp>
          <p:nvSpPr>
            <p:cNvPr id="75785" name="Line 197">
              <a:extLst>
                <a:ext uri="{FF2B5EF4-FFF2-40B4-BE49-F238E27FC236}">
                  <a16:creationId xmlns:a16="http://schemas.microsoft.com/office/drawing/2014/main" id="{789E0EB2-4AD4-45B4-8FD6-DA47DF477B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1" y="3918"/>
              <a:ext cx="20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98" name="Line 197">
            <a:extLst>
              <a:ext uri="{FF2B5EF4-FFF2-40B4-BE49-F238E27FC236}">
                <a16:creationId xmlns:a16="http://schemas.microsoft.com/office/drawing/2014/main" id="{93408A21-4EED-4D1D-A97E-FD9024CE5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1228091" y="5681345"/>
            <a:ext cx="322262" cy="0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9" name="Line 193">
            <a:extLst>
              <a:ext uri="{FF2B5EF4-FFF2-40B4-BE49-F238E27FC236}">
                <a16:creationId xmlns:a16="http://schemas.microsoft.com/office/drawing/2014/main" id="{3B227555-E1FD-4ABC-94FE-DD87E1B526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6018" y="800654"/>
            <a:ext cx="214313" cy="0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206094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1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1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8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816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816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1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81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816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816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817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817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602" grpId="0" autoUpdateAnimBg="0"/>
      <p:bldP spid="281603" grpId="0" autoUpdateAnimBg="0"/>
      <p:bldP spid="281607" grpId="0" autoUpdateAnimBg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Rectangle 2">
            <a:extLst>
              <a:ext uri="{FF2B5EF4-FFF2-40B4-BE49-F238E27FC236}">
                <a16:creationId xmlns:a16="http://schemas.microsoft.com/office/drawing/2014/main" id="{D6FBBD98-1B86-4E94-8EB3-5CE4C67A71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98463" y="368300"/>
            <a:ext cx="4778375" cy="6223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chemeClr val="tx1"/>
                </a:solidFill>
                <a:latin typeface="宋体" panose="02010600030101010101" pitchFamily="2" charset="-122"/>
              </a:rPr>
              <a:t>集成优先编码器</a:t>
            </a:r>
            <a:r>
              <a:rPr lang="en-US" altLang="zh-CN" sz="2800" b="1" dirty="0">
                <a:solidFill>
                  <a:schemeClr val="tx1"/>
                </a:solidFill>
              </a:rPr>
              <a:t>——</a:t>
            </a:r>
            <a:r>
              <a:rPr lang="en-US" altLang="zh-CN" sz="2800" b="1" dirty="0">
                <a:solidFill>
                  <a:schemeClr val="tx1"/>
                </a:solidFill>
                <a:latin typeface="宋体" panose="02010600030101010101" pitchFamily="2" charset="-122"/>
              </a:rPr>
              <a:t>74</a:t>
            </a:r>
            <a:r>
              <a:rPr lang="en-US" altLang="zh-CN" sz="2800" b="1" dirty="0">
                <a:solidFill>
                  <a:schemeClr val="tx1"/>
                </a:solidFill>
                <a:latin typeface="宋体" panose="02010600030101010101" pitchFamily="2" charset="-122"/>
                <a:sym typeface="Symbol" panose="05050102010706020507" pitchFamily="18" charset="2"/>
              </a:rPr>
              <a:t></a:t>
            </a:r>
            <a:r>
              <a:rPr lang="en-US" altLang="zh-CN" sz="2800" b="1" dirty="0">
                <a:solidFill>
                  <a:schemeClr val="tx1"/>
                </a:solidFill>
                <a:latin typeface="宋体" panose="02010600030101010101" pitchFamily="2" charset="-122"/>
              </a:rPr>
              <a:t>148</a:t>
            </a:r>
          </a:p>
        </p:txBody>
      </p:sp>
      <p:grpSp>
        <p:nvGrpSpPr>
          <p:cNvPr id="282627" name="Group 3">
            <a:extLst>
              <a:ext uri="{FF2B5EF4-FFF2-40B4-BE49-F238E27FC236}">
                <a16:creationId xmlns:a16="http://schemas.microsoft.com/office/drawing/2014/main" id="{603D1F8B-241B-483B-8AE0-C62FC08A3DB8}"/>
              </a:ext>
            </a:extLst>
          </p:cNvPr>
          <p:cNvGrpSpPr>
            <a:grpSpLocks/>
          </p:cNvGrpSpPr>
          <p:nvPr/>
        </p:nvGrpSpPr>
        <p:grpSpPr bwMode="auto">
          <a:xfrm>
            <a:off x="377825" y="1247775"/>
            <a:ext cx="8558213" cy="5059363"/>
            <a:chOff x="238" y="786"/>
            <a:chExt cx="5391" cy="3187"/>
          </a:xfrm>
        </p:grpSpPr>
        <p:sp>
          <p:nvSpPr>
            <p:cNvPr id="76804" name="Line 4">
              <a:extLst>
                <a:ext uri="{FF2B5EF4-FFF2-40B4-BE49-F238E27FC236}">
                  <a16:creationId xmlns:a16="http://schemas.microsoft.com/office/drawing/2014/main" id="{E176E850-11D9-47DB-855E-3E33ABB611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07" y="1412"/>
              <a:ext cx="4" cy="17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05" name="Line 5">
              <a:extLst>
                <a:ext uri="{FF2B5EF4-FFF2-40B4-BE49-F238E27FC236}">
                  <a16:creationId xmlns:a16="http://schemas.microsoft.com/office/drawing/2014/main" id="{D22D065B-86E5-4FC3-B8B8-36FB107022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9" y="1402"/>
              <a:ext cx="1090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06" name="Line 6">
              <a:extLst>
                <a:ext uri="{FF2B5EF4-FFF2-40B4-BE49-F238E27FC236}">
                  <a16:creationId xmlns:a16="http://schemas.microsoft.com/office/drawing/2014/main" id="{9BC6BB26-71E4-480E-B946-7C3ED6852B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7" y="1417"/>
              <a:ext cx="2" cy="17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07" name="Line 7">
              <a:extLst>
                <a:ext uri="{FF2B5EF4-FFF2-40B4-BE49-F238E27FC236}">
                  <a16:creationId xmlns:a16="http://schemas.microsoft.com/office/drawing/2014/main" id="{9EC3C5D0-5610-4EBE-AF5C-C08C3F47FE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49" y="1412"/>
              <a:ext cx="1" cy="17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08" name="Line 8">
              <a:extLst>
                <a:ext uri="{FF2B5EF4-FFF2-40B4-BE49-F238E27FC236}">
                  <a16:creationId xmlns:a16="http://schemas.microsoft.com/office/drawing/2014/main" id="{133F5F9B-230C-4367-8BCF-F6B749B773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4" y="1412"/>
              <a:ext cx="1" cy="17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09" name="Line 9">
              <a:extLst>
                <a:ext uri="{FF2B5EF4-FFF2-40B4-BE49-F238E27FC236}">
                  <a16:creationId xmlns:a16="http://schemas.microsoft.com/office/drawing/2014/main" id="{85DEB9FF-FEFA-438E-9EF3-832DA76C60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1" y="1402"/>
              <a:ext cx="1" cy="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0" name="Line 10">
              <a:extLst>
                <a:ext uri="{FF2B5EF4-FFF2-40B4-BE49-F238E27FC236}">
                  <a16:creationId xmlns:a16="http://schemas.microsoft.com/office/drawing/2014/main" id="{C6B7D0E4-F286-4A12-8883-3BC729323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9" y="1402"/>
              <a:ext cx="1089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1" name="Line 11">
              <a:extLst>
                <a:ext uri="{FF2B5EF4-FFF2-40B4-BE49-F238E27FC236}">
                  <a16:creationId xmlns:a16="http://schemas.microsoft.com/office/drawing/2014/main" id="{90C5887C-50B6-4F8F-910A-10175D302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8" y="1412"/>
              <a:ext cx="1" cy="17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2" name="Line 12">
              <a:extLst>
                <a:ext uri="{FF2B5EF4-FFF2-40B4-BE49-F238E27FC236}">
                  <a16:creationId xmlns:a16="http://schemas.microsoft.com/office/drawing/2014/main" id="{020ED6EA-8153-4BFD-924C-E807EE7DE8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3" y="1402"/>
              <a:ext cx="1090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3" name="Line 13">
              <a:extLst>
                <a:ext uri="{FF2B5EF4-FFF2-40B4-BE49-F238E27FC236}">
                  <a16:creationId xmlns:a16="http://schemas.microsoft.com/office/drawing/2014/main" id="{1EDCB551-177B-4AFD-8885-DE3975BE7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3" y="1402"/>
              <a:ext cx="1" cy="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4" name="Line 14">
              <a:extLst>
                <a:ext uri="{FF2B5EF4-FFF2-40B4-BE49-F238E27FC236}">
                  <a16:creationId xmlns:a16="http://schemas.microsoft.com/office/drawing/2014/main" id="{F520AAF2-F6A5-40E9-910F-FF84144D64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15" y="1402"/>
              <a:ext cx="0" cy="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5" name="Line 15">
              <a:extLst>
                <a:ext uri="{FF2B5EF4-FFF2-40B4-BE49-F238E27FC236}">
                  <a16:creationId xmlns:a16="http://schemas.microsoft.com/office/drawing/2014/main" id="{649A3044-50D3-4BE3-AF29-65A2618619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3" y="1412"/>
              <a:ext cx="1" cy="17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6" name="Rectangle 16">
              <a:extLst>
                <a:ext uri="{FF2B5EF4-FFF2-40B4-BE49-F238E27FC236}">
                  <a16:creationId xmlns:a16="http://schemas.microsoft.com/office/drawing/2014/main" id="{E0761FC2-ECF9-4F01-9782-844D7B544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0" y="2861"/>
              <a:ext cx="337" cy="197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7" name="Rectangle 17">
              <a:extLst>
                <a:ext uri="{FF2B5EF4-FFF2-40B4-BE49-F238E27FC236}">
                  <a16:creationId xmlns:a16="http://schemas.microsoft.com/office/drawing/2014/main" id="{A597EAEE-CD21-4782-BAAF-CF6148019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2" y="2861"/>
              <a:ext cx="337" cy="197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8" name="Rectangle 18">
              <a:extLst>
                <a:ext uri="{FF2B5EF4-FFF2-40B4-BE49-F238E27FC236}">
                  <a16:creationId xmlns:a16="http://schemas.microsoft.com/office/drawing/2014/main" id="{59D5CEA5-8177-4D30-9BB9-0F7A8EB61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850"/>
              <a:ext cx="337" cy="197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19" name="Rectangle 19">
              <a:extLst>
                <a:ext uri="{FF2B5EF4-FFF2-40B4-BE49-F238E27FC236}">
                  <a16:creationId xmlns:a16="http://schemas.microsoft.com/office/drawing/2014/main" id="{A9BE2397-AC10-493F-B8B1-35DEC8DC8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850"/>
              <a:ext cx="337" cy="197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0" name="Rectangle 20">
              <a:extLst>
                <a:ext uri="{FF2B5EF4-FFF2-40B4-BE49-F238E27FC236}">
                  <a16:creationId xmlns:a16="http://schemas.microsoft.com/office/drawing/2014/main" id="{ED67F88D-F6EF-4D1D-A828-D1F9DA2E5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2850"/>
              <a:ext cx="337" cy="197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1" name="Rectangle 21">
              <a:extLst>
                <a:ext uri="{FF2B5EF4-FFF2-40B4-BE49-F238E27FC236}">
                  <a16:creationId xmlns:a16="http://schemas.microsoft.com/office/drawing/2014/main" id="{CA05BFD5-348B-41F3-A8AE-C69E768F4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838"/>
              <a:ext cx="338" cy="199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2" name="Rectangle 22">
              <a:extLst>
                <a:ext uri="{FF2B5EF4-FFF2-40B4-BE49-F238E27FC236}">
                  <a16:creationId xmlns:a16="http://schemas.microsoft.com/office/drawing/2014/main" id="{90139F71-EEBA-4193-AF0A-791FB0EDC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" y="2850"/>
              <a:ext cx="338" cy="197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3" name="Rectangle 23">
              <a:extLst>
                <a:ext uri="{FF2B5EF4-FFF2-40B4-BE49-F238E27FC236}">
                  <a16:creationId xmlns:a16="http://schemas.microsoft.com/office/drawing/2014/main" id="{3AD349EF-A64B-48B6-B068-38A89D6CB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8" y="2850"/>
              <a:ext cx="338" cy="197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4" name="Rectangle 24">
              <a:extLst>
                <a:ext uri="{FF2B5EF4-FFF2-40B4-BE49-F238E27FC236}">
                  <a16:creationId xmlns:a16="http://schemas.microsoft.com/office/drawing/2014/main" id="{15F8E3E5-B157-41BA-AAF1-94AE9A6E8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2367"/>
              <a:ext cx="337" cy="198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5" name="Rectangle 25">
              <a:extLst>
                <a:ext uri="{FF2B5EF4-FFF2-40B4-BE49-F238E27FC236}">
                  <a16:creationId xmlns:a16="http://schemas.microsoft.com/office/drawing/2014/main" id="{7626BC4B-D535-4A52-98CE-ACE70C455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367"/>
              <a:ext cx="337" cy="198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6" name="Rectangle 26">
              <a:extLst>
                <a:ext uri="{FF2B5EF4-FFF2-40B4-BE49-F238E27FC236}">
                  <a16:creationId xmlns:a16="http://schemas.microsoft.com/office/drawing/2014/main" id="{EC21F954-2D6B-46BA-8D92-20A6C0512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356"/>
              <a:ext cx="338" cy="197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7" name="Rectangle 27">
              <a:extLst>
                <a:ext uri="{FF2B5EF4-FFF2-40B4-BE49-F238E27FC236}">
                  <a16:creationId xmlns:a16="http://schemas.microsoft.com/office/drawing/2014/main" id="{DEA62FAF-84B4-4E18-BF20-6282264D1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9" y="1226"/>
              <a:ext cx="1090" cy="362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8" name="Rectangle 28">
              <a:extLst>
                <a:ext uri="{FF2B5EF4-FFF2-40B4-BE49-F238E27FC236}">
                  <a16:creationId xmlns:a16="http://schemas.microsoft.com/office/drawing/2014/main" id="{DDE1A9FE-1885-457D-810C-A190B6283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1226"/>
              <a:ext cx="1089" cy="362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29" name="Rectangle 29">
              <a:extLst>
                <a:ext uri="{FF2B5EF4-FFF2-40B4-BE49-F238E27FC236}">
                  <a16:creationId xmlns:a16="http://schemas.microsoft.com/office/drawing/2014/main" id="{FFDDE8CC-2960-4122-9686-2237D0C42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1226"/>
              <a:ext cx="1090" cy="362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0" name="Rectangle 30">
              <a:extLst>
                <a:ext uri="{FF2B5EF4-FFF2-40B4-BE49-F238E27FC236}">
                  <a16:creationId xmlns:a16="http://schemas.microsoft.com/office/drawing/2014/main" id="{AF7084F7-8F9D-47FA-A796-A381823BC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379"/>
              <a:ext cx="337" cy="198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1" name="Rectangle 31">
              <a:extLst>
                <a:ext uri="{FF2B5EF4-FFF2-40B4-BE49-F238E27FC236}">
                  <a16:creationId xmlns:a16="http://schemas.microsoft.com/office/drawing/2014/main" id="{56C09AA5-6C8A-417F-9143-A01FBB7C9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2" y="2367"/>
              <a:ext cx="337" cy="198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2" name="Rectangle 32">
              <a:extLst>
                <a:ext uri="{FF2B5EF4-FFF2-40B4-BE49-F238E27FC236}">
                  <a16:creationId xmlns:a16="http://schemas.microsoft.com/office/drawing/2014/main" id="{A41006F8-C894-4FCB-88B8-2C81753A3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" y="1303"/>
              <a:ext cx="1050" cy="262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3" name="Line 33">
              <a:extLst>
                <a:ext uri="{FF2B5EF4-FFF2-40B4-BE49-F238E27FC236}">
                  <a16:creationId xmlns:a16="http://schemas.microsoft.com/office/drawing/2014/main" id="{18A9741F-FC0D-4B22-A288-B4191C12C3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0" y="1928"/>
              <a:ext cx="1" cy="92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4" name="Line 34">
              <a:extLst>
                <a:ext uri="{FF2B5EF4-FFF2-40B4-BE49-F238E27FC236}">
                  <a16:creationId xmlns:a16="http://schemas.microsoft.com/office/drawing/2014/main" id="{D08A2ABD-F5CF-4656-9045-B56013F92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" y="2565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5" name="Oval 35">
              <a:extLst>
                <a:ext uri="{FF2B5EF4-FFF2-40B4-BE49-F238E27FC236}">
                  <a16:creationId xmlns:a16="http://schemas.microsoft.com/office/drawing/2014/main" id="{95B1FC1F-E1CB-4476-9F0E-F7203B362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696"/>
              <a:ext cx="51" cy="44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6" name="Line 36">
              <a:extLst>
                <a:ext uri="{FF2B5EF4-FFF2-40B4-BE49-F238E27FC236}">
                  <a16:creationId xmlns:a16="http://schemas.microsoft.com/office/drawing/2014/main" id="{29AF40E2-6F20-4A0B-B5C9-C8F41CBE4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1" y="2553"/>
              <a:ext cx="1" cy="1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7" name="Oval 37">
              <a:extLst>
                <a:ext uri="{FF2B5EF4-FFF2-40B4-BE49-F238E27FC236}">
                  <a16:creationId xmlns:a16="http://schemas.microsoft.com/office/drawing/2014/main" id="{365A2286-80AD-4C89-AEAD-C59561513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96"/>
              <a:ext cx="52" cy="44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8" name="Line 38">
              <a:extLst>
                <a:ext uri="{FF2B5EF4-FFF2-40B4-BE49-F238E27FC236}">
                  <a16:creationId xmlns:a16="http://schemas.microsoft.com/office/drawing/2014/main" id="{CCC3BC89-1264-43AD-A686-9C193C0A17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6" y="1741"/>
              <a:ext cx="1" cy="110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39" name="Oval 39">
              <a:extLst>
                <a:ext uri="{FF2B5EF4-FFF2-40B4-BE49-F238E27FC236}">
                  <a16:creationId xmlns:a16="http://schemas.microsoft.com/office/drawing/2014/main" id="{197A6401-7F4D-43D4-9185-EDADF323B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" y="1720"/>
              <a:ext cx="53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0" name="Line 40">
              <a:extLst>
                <a:ext uri="{FF2B5EF4-FFF2-40B4-BE49-F238E27FC236}">
                  <a16:creationId xmlns:a16="http://schemas.microsoft.com/office/drawing/2014/main" id="{10057F79-CDE5-4845-B677-78FEEAEBE7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4" y="1577"/>
              <a:ext cx="1" cy="1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1" name="Line 41">
              <a:extLst>
                <a:ext uri="{FF2B5EF4-FFF2-40B4-BE49-F238E27FC236}">
                  <a16:creationId xmlns:a16="http://schemas.microsoft.com/office/drawing/2014/main" id="{A6B6BD6C-B9E1-4828-BAE7-22AEA508AB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4" y="1741"/>
              <a:ext cx="571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2" name="Line 42">
              <a:extLst>
                <a:ext uri="{FF2B5EF4-FFF2-40B4-BE49-F238E27FC236}">
                  <a16:creationId xmlns:a16="http://schemas.microsoft.com/office/drawing/2014/main" id="{64C70D45-3F50-44C4-97D9-AB66F2D698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6" y="1599"/>
              <a:ext cx="1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3" name="Line 43">
              <a:extLst>
                <a:ext uri="{FF2B5EF4-FFF2-40B4-BE49-F238E27FC236}">
                  <a16:creationId xmlns:a16="http://schemas.microsoft.com/office/drawing/2014/main" id="{EE2F27B8-7F00-4700-93EA-D4CCE87BC5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9" y="1588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4" name="Line 44">
              <a:extLst>
                <a:ext uri="{FF2B5EF4-FFF2-40B4-BE49-F238E27FC236}">
                  <a16:creationId xmlns:a16="http://schemas.microsoft.com/office/drawing/2014/main" id="{96FFC153-7EC2-4F4C-B761-A2DBCE494D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9" y="1741"/>
              <a:ext cx="297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5" name="Line 45">
              <a:extLst>
                <a:ext uri="{FF2B5EF4-FFF2-40B4-BE49-F238E27FC236}">
                  <a16:creationId xmlns:a16="http://schemas.microsoft.com/office/drawing/2014/main" id="{596B1D25-1F26-4141-AE2C-F1DAC2B5B4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6" y="1588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6" name="Oval 46">
              <a:extLst>
                <a:ext uri="{FF2B5EF4-FFF2-40B4-BE49-F238E27FC236}">
                  <a16:creationId xmlns:a16="http://schemas.microsoft.com/office/drawing/2014/main" id="{6BABBB7D-0E14-4A99-AC0E-D7B1E32C0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1720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7" name="Line 47">
              <a:extLst>
                <a:ext uri="{FF2B5EF4-FFF2-40B4-BE49-F238E27FC236}">
                  <a16:creationId xmlns:a16="http://schemas.microsoft.com/office/drawing/2014/main" id="{66A4738E-1903-47BB-93DC-323948E2F2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1" y="1588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8" name="Line 48">
              <a:extLst>
                <a:ext uri="{FF2B5EF4-FFF2-40B4-BE49-F238E27FC236}">
                  <a16:creationId xmlns:a16="http://schemas.microsoft.com/office/drawing/2014/main" id="{79A368D6-85EC-4F1D-8394-9A0946040F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2" y="1588"/>
              <a:ext cx="2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49" name="Line 49">
              <a:extLst>
                <a:ext uri="{FF2B5EF4-FFF2-40B4-BE49-F238E27FC236}">
                  <a16:creationId xmlns:a16="http://schemas.microsoft.com/office/drawing/2014/main" id="{22D11696-236C-472B-BE08-3FB8091D8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0" y="1588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0" name="Line 50">
              <a:extLst>
                <a:ext uri="{FF2B5EF4-FFF2-40B4-BE49-F238E27FC236}">
                  <a16:creationId xmlns:a16="http://schemas.microsoft.com/office/drawing/2014/main" id="{2EABE0C7-24B2-41C2-A880-7C66C97797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1" y="1588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1" name="Oval 51">
              <a:extLst>
                <a:ext uri="{FF2B5EF4-FFF2-40B4-BE49-F238E27FC236}">
                  <a16:creationId xmlns:a16="http://schemas.microsoft.com/office/drawing/2014/main" id="{FDF5460C-16BA-4669-96E6-BA27E4F4D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1720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2" name="Line 52">
              <a:extLst>
                <a:ext uri="{FF2B5EF4-FFF2-40B4-BE49-F238E27FC236}">
                  <a16:creationId xmlns:a16="http://schemas.microsoft.com/office/drawing/2014/main" id="{77E8E9D6-822A-4A86-8D49-1F2E252BC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8" y="1588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3" name="Line 53">
              <a:extLst>
                <a:ext uri="{FF2B5EF4-FFF2-40B4-BE49-F238E27FC236}">
                  <a16:creationId xmlns:a16="http://schemas.microsoft.com/office/drawing/2014/main" id="{A61491A0-42BA-4CE2-AFCF-7633E69B1E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8" y="1588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4" name="Line 54">
              <a:extLst>
                <a:ext uri="{FF2B5EF4-FFF2-40B4-BE49-F238E27FC236}">
                  <a16:creationId xmlns:a16="http://schemas.microsoft.com/office/drawing/2014/main" id="{E8165E8F-5439-4E64-B5E1-BD06A65D85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1" y="1588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5" name="Oval 55">
              <a:extLst>
                <a:ext uri="{FF2B5EF4-FFF2-40B4-BE49-F238E27FC236}">
                  <a16:creationId xmlns:a16="http://schemas.microsoft.com/office/drawing/2014/main" id="{BFFC47AC-4A0F-40EF-9669-44493E3F2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1720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6" name="Line 56">
              <a:extLst>
                <a:ext uri="{FF2B5EF4-FFF2-40B4-BE49-F238E27FC236}">
                  <a16:creationId xmlns:a16="http://schemas.microsoft.com/office/drawing/2014/main" id="{CC627A54-F9DC-4E4D-89A3-4C7C82F97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5" y="1599"/>
              <a:ext cx="1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7" name="Oval 57">
              <a:extLst>
                <a:ext uri="{FF2B5EF4-FFF2-40B4-BE49-F238E27FC236}">
                  <a16:creationId xmlns:a16="http://schemas.microsoft.com/office/drawing/2014/main" id="{A1F92927-E4BF-4112-9084-49E606104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1720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8" name="Line 58">
              <a:extLst>
                <a:ext uri="{FF2B5EF4-FFF2-40B4-BE49-F238E27FC236}">
                  <a16:creationId xmlns:a16="http://schemas.microsoft.com/office/drawing/2014/main" id="{FC1E7916-6664-4149-93CA-F444486AC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5" y="1741"/>
              <a:ext cx="1" cy="1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59" name="Line 59">
              <a:extLst>
                <a:ext uri="{FF2B5EF4-FFF2-40B4-BE49-F238E27FC236}">
                  <a16:creationId xmlns:a16="http://schemas.microsoft.com/office/drawing/2014/main" id="{844E8310-F8E1-4735-8F2A-40C5E27BD5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5" y="1741"/>
              <a:ext cx="24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0" name="Line 60">
              <a:extLst>
                <a:ext uri="{FF2B5EF4-FFF2-40B4-BE49-F238E27FC236}">
                  <a16:creationId xmlns:a16="http://schemas.microsoft.com/office/drawing/2014/main" id="{D55BEEA5-BAD2-4AC7-B2E7-47FFB0A6D7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8" y="1741"/>
              <a:ext cx="220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1" name="Oval 61">
              <a:extLst>
                <a:ext uri="{FF2B5EF4-FFF2-40B4-BE49-F238E27FC236}">
                  <a16:creationId xmlns:a16="http://schemas.microsoft.com/office/drawing/2014/main" id="{DA24B10C-6FDC-4EF6-B050-63BCB90FF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1720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2" name="Line 62">
              <a:extLst>
                <a:ext uri="{FF2B5EF4-FFF2-40B4-BE49-F238E27FC236}">
                  <a16:creationId xmlns:a16="http://schemas.microsoft.com/office/drawing/2014/main" id="{BC3AAFD0-A11A-4744-BF2D-FB1FBB6190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1" y="1741"/>
              <a:ext cx="247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3" name="Oval 63">
              <a:extLst>
                <a:ext uri="{FF2B5EF4-FFF2-40B4-BE49-F238E27FC236}">
                  <a16:creationId xmlns:a16="http://schemas.microsoft.com/office/drawing/2014/main" id="{0FA78DC4-A53B-4471-B3F0-13CA5C0DD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720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4" name="Line 64">
              <a:extLst>
                <a:ext uri="{FF2B5EF4-FFF2-40B4-BE49-F238E27FC236}">
                  <a16:creationId xmlns:a16="http://schemas.microsoft.com/office/drawing/2014/main" id="{9235A6E7-D9A9-45DD-8AF5-DF5496F467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8" y="1741"/>
              <a:ext cx="493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5" name="Line 65">
              <a:extLst>
                <a:ext uri="{FF2B5EF4-FFF2-40B4-BE49-F238E27FC236}">
                  <a16:creationId xmlns:a16="http://schemas.microsoft.com/office/drawing/2014/main" id="{195BAA30-48A3-4949-ABD7-5CF5F3D66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1" y="1741"/>
              <a:ext cx="299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6" name="Oval 66">
              <a:extLst>
                <a:ext uri="{FF2B5EF4-FFF2-40B4-BE49-F238E27FC236}">
                  <a16:creationId xmlns:a16="http://schemas.microsoft.com/office/drawing/2014/main" id="{E0FC6B56-D347-4C78-AB59-63AD7E433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1720"/>
              <a:ext cx="51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7" name="Line 67">
              <a:extLst>
                <a:ext uri="{FF2B5EF4-FFF2-40B4-BE49-F238E27FC236}">
                  <a16:creationId xmlns:a16="http://schemas.microsoft.com/office/drawing/2014/main" id="{14CA117E-D6B7-4D8E-94A9-1ED551016E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0" y="1741"/>
              <a:ext cx="232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8" name="Oval 68">
              <a:extLst>
                <a:ext uri="{FF2B5EF4-FFF2-40B4-BE49-F238E27FC236}">
                  <a16:creationId xmlns:a16="http://schemas.microsoft.com/office/drawing/2014/main" id="{8F98480A-84CD-4D00-8692-264FCC1C6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1720"/>
              <a:ext cx="51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69" name="Line 69">
              <a:extLst>
                <a:ext uri="{FF2B5EF4-FFF2-40B4-BE49-F238E27FC236}">
                  <a16:creationId xmlns:a16="http://schemas.microsoft.com/office/drawing/2014/main" id="{5051009A-7ED0-422B-BCA8-7DD668C711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2" y="1741"/>
              <a:ext cx="234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0" name="Oval 70">
              <a:extLst>
                <a:ext uri="{FF2B5EF4-FFF2-40B4-BE49-F238E27FC236}">
                  <a16:creationId xmlns:a16="http://schemas.microsoft.com/office/drawing/2014/main" id="{BF50E34F-01E5-4722-A474-ED0B3C79C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720"/>
              <a:ext cx="51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1" name="Line 71">
              <a:extLst>
                <a:ext uri="{FF2B5EF4-FFF2-40B4-BE49-F238E27FC236}">
                  <a16:creationId xmlns:a16="http://schemas.microsoft.com/office/drawing/2014/main" id="{DE1B15AD-C6C8-47CC-B070-1A12F4CFC2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6" y="1588"/>
              <a:ext cx="2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2" name="Line 72">
              <a:extLst>
                <a:ext uri="{FF2B5EF4-FFF2-40B4-BE49-F238E27FC236}">
                  <a16:creationId xmlns:a16="http://schemas.microsoft.com/office/drawing/2014/main" id="{FCA40DA6-3D5E-4F7B-B859-B1371D6EB1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1" y="1741"/>
              <a:ext cx="285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3" name="Line 73">
              <a:extLst>
                <a:ext uri="{FF2B5EF4-FFF2-40B4-BE49-F238E27FC236}">
                  <a16:creationId xmlns:a16="http://schemas.microsoft.com/office/drawing/2014/main" id="{7A802442-0FE1-4CF2-8745-85391C5E36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6" y="1741"/>
              <a:ext cx="273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4" name="Oval 74">
              <a:extLst>
                <a:ext uri="{FF2B5EF4-FFF2-40B4-BE49-F238E27FC236}">
                  <a16:creationId xmlns:a16="http://schemas.microsoft.com/office/drawing/2014/main" id="{B344200E-141F-4ABD-888A-BAFE9EFE6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3" y="1720"/>
              <a:ext cx="51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5" name="Line 75">
              <a:extLst>
                <a:ext uri="{FF2B5EF4-FFF2-40B4-BE49-F238E27FC236}">
                  <a16:creationId xmlns:a16="http://schemas.microsoft.com/office/drawing/2014/main" id="{230F8940-5E13-43B6-B693-3EE7FFBF7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9" y="2565"/>
              <a:ext cx="1" cy="14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6" name="Oval 76">
              <a:extLst>
                <a:ext uri="{FF2B5EF4-FFF2-40B4-BE49-F238E27FC236}">
                  <a16:creationId xmlns:a16="http://schemas.microsoft.com/office/drawing/2014/main" id="{5097E0FF-4609-424E-AFC7-C2319B68B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686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7" name="Line 77">
              <a:extLst>
                <a:ext uri="{FF2B5EF4-FFF2-40B4-BE49-F238E27FC236}">
                  <a16:creationId xmlns:a16="http://schemas.microsoft.com/office/drawing/2014/main" id="{221AEB05-1BA4-406B-9868-0A0642128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9" y="2708"/>
              <a:ext cx="324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8" name="Line 78">
              <a:extLst>
                <a:ext uri="{FF2B5EF4-FFF2-40B4-BE49-F238E27FC236}">
                  <a16:creationId xmlns:a16="http://schemas.microsoft.com/office/drawing/2014/main" id="{312C2BCD-237A-41A2-9D46-A6943A587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9" y="2708"/>
              <a:ext cx="1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79" name="Line 79">
              <a:extLst>
                <a:ext uri="{FF2B5EF4-FFF2-40B4-BE49-F238E27FC236}">
                  <a16:creationId xmlns:a16="http://schemas.microsoft.com/office/drawing/2014/main" id="{716D82E8-8FD6-474A-99FB-73723812B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3" y="1654"/>
              <a:ext cx="1" cy="105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0" name="Line 80">
              <a:extLst>
                <a:ext uri="{FF2B5EF4-FFF2-40B4-BE49-F238E27FC236}">
                  <a16:creationId xmlns:a16="http://schemas.microsoft.com/office/drawing/2014/main" id="{B8F24603-0898-4982-974A-E28829A364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3" y="1654"/>
              <a:ext cx="933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1" name="Line 81">
              <a:extLst>
                <a:ext uri="{FF2B5EF4-FFF2-40B4-BE49-F238E27FC236}">
                  <a16:creationId xmlns:a16="http://schemas.microsoft.com/office/drawing/2014/main" id="{2D1693B4-A187-4C9E-97BC-8A3555D717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66" y="1588"/>
              <a:ext cx="2" cy="6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2" name="Line 82">
              <a:extLst>
                <a:ext uri="{FF2B5EF4-FFF2-40B4-BE49-F238E27FC236}">
                  <a16:creationId xmlns:a16="http://schemas.microsoft.com/office/drawing/2014/main" id="{AED2FAB0-555A-426B-9401-325DDC5C8F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8" y="1928"/>
              <a:ext cx="1" cy="93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3" name="Line 83">
              <a:extLst>
                <a:ext uri="{FF2B5EF4-FFF2-40B4-BE49-F238E27FC236}">
                  <a16:creationId xmlns:a16="http://schemas.microsoft.com/office/drawing/2014/main" id="{5B6493E9-4BF8-4319-85D6-9827058C14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8" y="1928"/>
              <a:ext cx="480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4" name="Line 84">
              <a:extLst>
                <a:ext uri="{FF2B5EF4-FFF2-40B4-BE49-F238E27FC236}">
                  <a16:creationId xmlns:a16="http://schemas.microsoft.com/office/drawing/2014/main" id="{8DD3859A-8D71-4229-87BC-D81AE66F3B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8" y="1588"/>
              <a:ext cx="1" cy="3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5" name="Line 85">
              <a:extLst>
                <a:ext uri="{FF2B5EF4-FFF2-40B4-BE49-F238E27FC236}">
                  <a16:creationId xmlns:a16="http://schemas.microsoft.com/office/drawing/2014/main" id="{FDC1BBC2-936C-4FCA-8808-D42E29AAE9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0" y="1588"/>
              <a:ext cx="1" cy="69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6" name="Line 86">
              <a:extLst>
                <a:ext uri="{FF2B5EF4-FFF2-40B4-BE49-F238E27FC236}">
                  <a16:creationId xmlns:a16="http://schemas.microsoft.com/office/drawing/2014/main" id="{CAE0579C-90A7-4F9A-B9E0-5841CF57FD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0" y="1588"/>
              <a:ext cx="39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7" name="Line 87">
              <a:extLst>
                <a:ext uri="{FF2B5EF4-FFF2-40B4-BE49-F238E27FC236}">
                  <a16:creationId xmlns:a16="http://schemas.microsoft.com/office/drawing/2014/main" id="{1A0E9B9E-DDAC-41C5-BC1C-7014C19B1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1" y="2718"/>
              <a:ext cx="271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8" name="Line 88">
              <a:extLst>
                <a:ext uri="{FF2B5EF4-FFF2-40B4-BE49-F238E27FC236}">
                  <a16:creationId xmlns:a16="http://schemas.microsoft.com/office/drawing/2014/main" id="{52AB8DAF-03C4-4E11-BD37-881660B5D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1" y="2718"/>
              <a:ext cx="1" cy="12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89" name="Line 89">
              <a:extLst>
                <a:ext uri="{FF2B5EF4-FFF2-40B4-BE49-F238E27FC236}">
                  <a16:creationId xmlns:a16="http://schemas.microsoft.com/office/drawing/2014/main" id="{3F80C54F-EA4F-4B3B-B56D-1504098955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12" y="2071"/>
              <a:ext cx="2" cy="64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0" name="Line 90">
              <a:extLst>
                <a:ext uri="{FF2B5EF4-FFF2-40B4-BE49-F238E27FC236}">
                  <a16:creationId xmlns:a16="http://schemas.microsoft.com/office/drawing/2014/main" id="{B2FCDF66-B994-457F-8BE8-0C1EBA52BE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37" y="2071"/>
              <a:ext cx="1375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1" name="Oval 91">
              <a:extLst>
                <a:ext uri="{FF2B5EF4-FFF2-40B4-BE49-F238E27FC236}">
                  <a16:creationId xmlns:a16="http://schemas.microsoft.com/office/drawing/2014/main" id="{B3A9F4C1-EDDD-46A9-8638-C00129EA9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2048"/>
              <a:ext cx="51" cy="45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2" name="Line 92">
              <a:extLst>
                <a:ext uri="{FF2B5EF4-FFF2-40B4-BE49-F238E27FC236}">
                  <a16:creationId xmlns:a16="http://schemas.microsoft.com/office/drawing/2014/main" id="{E4F4006E-65DA-4826-B1D1-270DDF963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7" y="1588"/>
              <a:ext cx="2" cy="48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3" name="Line 93">
              <a:extLst>
                <a:ext uri="{FF2B5EF4-FFF2-40B4-BE49-F238E27FC236}">
                  <a16:creationId xmlns:a16="http://schemas.microsoft.com/office/drawing/2014/main" id="{DD73D1E2-AC8E-480A-998D-B428026D2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4" y="2005"/>
              <a:ext cx="1" cy="27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4" name="Line 94">
              <a:extLst>
                <a:ext uri="{FF2B5EF4-FFF2-40B4-BE49-F238E27FC236}">
                  <a16:creationId xmlns:a16="http://schemas.microsoft.com/office/drawing/2014/main" id="{375403AA-50C5-4AC2-9425-B88EEBF57F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03" y="2005"/>
              <a:ext cx="1531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5" name="Line 95">
              <a:extLst>
                <a:ext uri="{FF2B5EF4-FFF2-40B4-BE49-F238E27FC236}">
                  <a16:creationId xmlns:a16="http://schemas.microsoft.com/office/drawing/2014/main" id="{DDE01667-C6EB-4E82-B270-8F54A78E1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3" y="1588"/>
              <a:ext cx="1" cy="41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6" name="Oval 96">
              <a:extLst>
                <a:ext uri="{FF2B5EF4-FFF2-40B4-BE49-F238E27FC236}">
                  <a16:creationId xmlns:a16="http://schemas.microsoft.com/office/drawing/2014/main" id="{B14A2FBA-F23E-40AF-86F0-571D9A66D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982"/>
              <a:ext cx="53" cy="45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7" name="Line 97">
              <a:extLst>
                <a:ext uri="{FF2B5EF4-FFF2-40B4-BE49-F238E27FC236}">
                  <a16:creationId xmlns:a16="http://schemas.microsoft.com/office/drawing/2014/main" id="{5A29B4E7-03DB-44B1-96CE-A86CDA25C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059"/>
              <a:ext cx="1" cy="7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8" name="Line 98">
              <a:extLst>
                <a:ext uri="{FF2B5EF4-FFF2-40B4-BE49-F238E27FC236}">
                  <a16:creationId xmlns:a16="http://schemas.microsoft.com/office/drawing/2014/main" id="{7825A586-6609-40C8-8842-F23A2556CE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2059"/>
              <a:ext cx="428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899" name="Line 99">
              <a:extLst>
                <a:ext uri="{FF2B5EF4-FFF2-40B4-BE49-F238E27FC236}">
                  <a16:creationId xmlns:a16="http://schemas.microsoft.com/office/drawing/2014/main" id="{EF2BA483-3A0B-4353-8477-725AC6821E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7" y="1850"/>
              <a:ext cx="1" cy="20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0" name="Oval 100">
              <a:extLst>
                <a:ext uri="{FF2B5EF4-FFF2-40B4-BE49-F238E27FC236}">
                  <a16:creationId xmlns:a16="http://schemas.microsoft.com/office/drawing/2014/main" id="{0E27587C-C586-4390-8877-84D19EEE1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1" y="1830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1" name="Line 101">
              <a:extLst>
                <a:ext uri="{FF2B5EF4-FFF2-40B4-BE49-F238E27FC236}">
                  <a16:creationId xmlns:a16="http://schemas.microsoft.com/office/drawing/2014/main" id="{4DC11520-F8E2-4FD8-97EB-DB8C6DBCCC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" y="2718"/>
              <a:ext cx="324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2" name="Line 102">
              <a:extLst>
                <a:ext uri="{FF2B5EF4-FFF2-40B4-BE49-F238E27FC236}">
                  <a16:creationId xmlns:a16="http://schemas.microsoft.com/office/drawing/2014/main" id="{07AA0C65-292E-484D-B565-73846A9F2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" y="2718"/>
              <a:ext cx="1" cy="13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3" name="Line 103">
              <a:extLst>
                <a:ext uri="{FF2B5EF4-FFF2-40B4-BE49-F238E27FC236}">
                  <a16:creationId xmlns:a16="http://schemas.microsoft.com/office/drawing/2014/main" id="{73566B23-4134-48EF-80FE-2B7168E40B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58" y="1950"/>
              <a:ext cx="1" cy="76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4" name="Line 104">
              <a:extLst>
                <a:ext uri="{FF2B5EF4-FFF2-40B4-BE49-F238E27FC236}">
                  <a16:creationId xmlns:a16="http://schemas.microsoft.com/office/drawing/2014/main" id="{56C34CBF-F09B-4C14-8842-5A1F1C71F4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58" y="1950"/>
              <a:ext cx="454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5" name="Line 105">
              <a:extLst>
                <a:ext uri="{FF2B5EF4-FFF2-40B4-BE49-F238E27FC236}">
                  <a16:creationId xmlns:a16="http://schemas.microsoft.com/office/drawing/2014/main" id="{DFDE8CF6-4F80-463A-BB93-5E95C3A552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2" y="1588"/>
              <a:ext cx="1" cy="3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6" name="Line 106">
              <a:extLst>
                <a:ext uri="{FF2B5EF4-FFF2-40B4-BE49-F238E27FC236}">
                  <a16:creationId xmlns:a16="http://schemas.microsoft.com/office/drawing/2014/main" id="{43EE3A43-F741-456E-884B-75DFC83298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73" y="2708"/>
              <a:ext cx="207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7" name="Line 107">
              <a:extLst>
                <a:ext uri="{FF2B5EF4-FFF2-40B4-BE49-F238E27FC236}">
                  <a16:creationId xmlns:a16="http://schemas.microsoft.com/office/drawing/2014/main" id="{F4BDB48A-A217-4C7C-AC50-2F67115211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61" y="1599"/>
              <a:ext cx="1" cy="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8" name="Line 108">
              <a:extLst>
                <a:ext uri="{FF2B5EF4-FFF2-40B4-BE49-F238E27FC236}">
                  <a16:creationId xmlns:a16="http://schemas.microsoft.com/office/drawing/2014/main" id="{F0ECB081-EDF7-47B1-B604-99C16CA197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3" y="1654"/>
              <a:ext cx="1" cy="105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09" name="Line 109">
              <a:extLst>
                <a:ext uri="{FF2B5EF4-FFF2-40B4-BE49-F238E27FC236}">
                  <a16:creationId xmlns:a16="http://schemas.microsoft.com/office/drawing/2014/main" id="{C5E2BD0D-1DE1-4B07-B1D1-39B0B131DF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1654"/>
              <a:ext cx="1388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0" name="Line 110">
              <a:extLst>
                <a:ext uri="{FF2B5EF4-FFF2-40B4-BE49-F238E27FC236}">
                  <a16:creationId xmlns:a16="http://schemas.microsoft.com/office/drawing/2014/main" id="{482BD261-7FCD-409A-A1CE-E8215E0388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0" y="2565"/>
              <a:ext cx="1" cy="14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1" name="Oval 111">
              <a:extLst>
                <a:ext uri="{FF2B5EF4-FFF2-40B4-BE49-F238E27FC236}">
                  <a16:creationId xmlns:a16="http://schemas.microsoft.com/office/drawing/2014/main" id="{18AABB70-E557-4A15-A208-B2D28ECB8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4" y="2686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2" name="Line 112">
              <a:extLst>
                <a:ext uri="{FF2B5EF4-FFF2-40B4-BE49-F238E27FC236}">
                  <a16:creationId xmlns:a16="http://schemas.microsoft.com/office/drawing/2014/main" id="{0CC0EBC1-77C6-485E-82B5-CFB74EE8D9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0" y="2708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3" name="Line 113">
              <a:extLst>
                <a:ext uri="{FF2B5EF4-FFF2-40B4-BE49-F238E27FC236}">
                  <a16:creationId xmlns:a16="http://schemas.microsoft.com/office/drawing/2014/main" id="{A79C8CA3-578C-424D-B564-55FD6A0626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2" y="2071"/>
              <a:ext cx="740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4" name="Line 114">
              <a:extLst>
                <a:ext uri="{FF2B5EF4-FFF2-40B4-BE49-F238E27FC236}">
                  <a16:creationId xmlns:a16="http://schemas.microsoft.com/office/drawing/2014/main" id="{8105B4DF-0BB6-48F5-B653-AFBBE87676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52" y="1599"/>
              <a:ext cx="1" cy="4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5" name="Line 115">
              <a:extLst>
                <a:ext uri="{FF2B5EF4-FFF2-40B4-BE49-F238E27FC236}">
                  <a16:creationId xmlns:a16="http://schemas.microsoft.com/office/drawing/2014/main" id="{000F4B01-A4A6-4E43-864B-93BBE34D40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3" y="1588"/>
              <a:ext cx="1" cy="2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6" name="Oval 116">
              <a:extLst>
                <a:ext uri="{FF2B5EF4-FFF2-40B4-BE49-F238E27FC236}">
                  <a16:creationId xmlns:a16="http://schemas.microsoft.com/office/drawing/2014/main" id="{C602FC38-A4F4-451E-9C62-D6FFEB976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1830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7" name="Line 117">
              <a:extLst>
                <a:ext uri="{FF2B5EF4-FFF2-40B4-BE49-F238E27FC236}">
                  <a16:creationId xmlns:a16="http://schemas.microsoft.com/office/drawing/2014/main" id="{7D55FC42-59C2-4BDE-ACE8-C10A6F2073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3" y="1850"/>
              <a:ext cx="1154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8" name="Line 118">
              <a:extLst>
                <a:ext uri="{FF2B5EF4-FFF2-40B4-BE49-F238E27FC236}">
                  <a16:creationId xmlns:a16="http://schemas.microsoft.com/office/drawing/2014/main" id="{0228A83D-3BB4-43CA-A221-4AD7BDC4A1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7" y="1588"/>
              <a:ext cx="1" cy="2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19" name="Line 119">
              <a:extLst>
                <a:ext uri="{FF2B5EF4-FFF2-40B4-BE49-F238E27FC236}">
                  <a16:creationId xmlns:a16="http://schemas.microsoft.com/office/drawing/2014/main" id="{58F7294F-6711-4822-BEEA-CDC7511762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7" y="1588"/>
              <a:ext cx="1" cy="2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0" name="Line 120">
              <a:extLst>
                <a:ext uri="{FF2B5EF4-FFF2-40B4-BE49-F238E27FC236}">
                  <a16:creationId xmlns:a16="http://schemas.microsoft.com/office/drawing/2014/main" id="{66B1248B-DD87-4D0E-A654-7549C0053F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7" y="1850"/>
              <a:ext cx="124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1" name="Line 121">
              <a:extLst>
                <a:ext uri="{FF2B5EF4-FFF2-40B4-BE49-F238E27FC236}">
                  <a16:creationId xmlns:a16="http://schemas.microsoft.com/office/drawing/2014/main" id="{0C639179-613F-4E36-826F-DD0480190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9" y="1588"/>
              <a:ext cx="1" cy="3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2" name="Line 122">
              <a:extLst>
                <a:ext uri="{FF2B5EF4-FFF2-40B4-BE49-F238E27FC236}">
                  <a16:creationId xmlns:a16="http://schemas.microsoft.com/office/drawing/2014/main" id="{9B8F2148-5025-4E78-9156-D93EEEF1F0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9" y="1950"/>
              <a:ext cx="649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3" name="Oval 123">
              <a:extLst>
                <a:ext uri="{FF2B5EF4-FFF2-40B4-BE49-F238E27FC236}">
                  <a16:creationId xmlns:a16="http://schemas.microsoft.com/office/drawing/2014/main" id="{FE7E3E4A-2F9C-4597-A890-3DC54A80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1928"/>
              <a:ext cx="52" cy="45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4" name="Line 124">
              <a:extLst>
                <a:ext uri="{FF2B5EF4-FFF2-40B4-BE49-F238E27FC236}">
                  <a16:creationId xmlns:a16="http://schemas.microsoft.com/office/drawing/2014/main" id="{487B85EF-547B-43B4-AD6A-7829DA218E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7" y="1588"/>
              <a:ext cx="1" cy="3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5" name="Line 125">
              <a:extLst>
                <a:ext uri="{FF2B5EF4-FFF2-40B4-BE49-F238E27FC236}">
                  <a16:creationId xmlns:a16="http://schemas.microsoft.com/office/drawing/2014/main" id="{976761FB-D505-47E5-813B-E1D3366610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0" y="1928"/>
              <a:ext cx="1037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6" name="Oval 126">
              <a:extLst>
                <a:ext uri="{FF2B5EF4-FFF2-40B4-BE49-F238E27FC236}">
                  <a16:creationId xmlns:a16="http://schemas.microsoft.com/office/drawing/2014/main" id="{A6C3E63B-2251-4A5A-87E7-256FA645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906"/>
              <a:ext cx="52" cy="44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7" name="Line 127">
              <a:extLst>
                <a:ext uri="{FF2B5EF4-FFF2-40B4-BE49-F238E27FC236}">
                  <a16:creationId xmlns:a16="http://schemas.microsoft.com/office/drawing/2014/main" id="{3651D836-4720-4269-B4C4-22F6F71D8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3" y="1588"/>
              <a:ext cx="1" cy="59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8" name="Line 128">
              <a:extLst>
                <a:ext uri="{FF2B5EF4-FFF2-40B4-BE49-F238E27FC236}">
                  <a16:creationId xmlns:a16="http://schemas.microsoft.com/office/drawing/2014/main" id="{3C30A83B-02AE-4B56-8706-75DE470299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3" y="2181"/>
              <a:ext cx="325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29" name="Line 129">
              <a:extLst>
                <a:ext uri="{FF2B5EF4-FFF2-40B4-BE49-F238E27FC236}">
                  <a16:creationId xmlns:a16="http://schemas.microsoft.com/office/drawing/2014/main" id="{0B61FED1-CA04-4F65-9DFD-2FC69A4FC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8" y="1588"/>
              <a:ext cx="1" cy="59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0" name="Oval 130">
              <a:extLst>
                <a:ext uri="{FF2B5EF4-FFF2-40B4-BE49-F238E27FC236}">
                  <a16:creationId xmlns:a16="http://schemas.microsoft.com/office/drawing/2014/main" id="{45555F9F-4F20-44D2-9710-A9AE3F644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2159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1" name="Line 131">
              <a:extLst>
                <a:ext uri="{FF2B5EF4-FFF2-40B4-BE49-F238E27FC236}">
                  <a16:creationId xmlns:a16="http://schemas.microsoft.com/office/drawing/2014/main" id="{999C8060-17E3-4A38-9EF9-9DD26C916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9" y="1588"/>
              <a:ext cx="1" cy="41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2" name="Oval 132">
              <a:extLst>
                <a:ext uri="{FF2B5EF4-FFF2-40B4-BE49-F238E27FC236}">
                  <a16:creationId xmlns:a16="http://schemas.microsoft.com/office/drawing/2014/main" id="{4EEC628F-271A-4E82-A061-927082BCD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1982"/>
              <a:ext cx="52" cy="45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3" name="Line 133">
              <a:extLst>
                <a:ext uri="{FF2B5EF4-FFF2-40B4-BE49-F238E27FC236}">
                  <a16:creationId xmlns:a16="http://schemas.microsoft.com/office/drawing/2014/main" id="{058AD0E4-4ACA-425F-82DC-4E56E749ED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9" y="2005"/>
              <a:ext cx="234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4" name="Line 134">
              <a:extLst>
                <a:ext uri="{FF2B5EF4-FFF2-40B4-BE49-F238E27FC236}">
                  <a16:creationId xmlns:a16="http://schemas.microsoft.com/office/drawing/2014/main" id="{214CC964-6D4C-4561-A68B-40070F3519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6" y="1588"/>
              <a:ext cx="1" cy="34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5" name="Line 135">
              <a:extLst>
                <a:ext uri="{FF2B5EF4-FFF2-40B4-BE49-F238E27FC236}">
                  <a16:creationId xmlns:a16="http://schemas.microsoft.com/office/drawing/2014/main" id="{00D1A7B8-ACAF-42FA-921F-96AC2EA8DE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6" y="1928"/>
              <a:ext cx="194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6" name="Line 136">
              <a:extLst>
                <a:ext uri="{FF2B5EF4-FFF2-40B4-BE49-F238E27FC236}">
                  <a16:creationId xmlns:a16="http://schemas.microsoft.com/office/drawing/2014/main" id="{B6EB8575-B9DF-45E0-BAB3-B8CDB33A36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2" y="1588"/>
              <a:ext cx="1" cy="41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7" name="Line 137">
              <a:extLst>
                <a:ext uri="{FF2B5EF4-FFF2-40B4-BE49-F238E27FC236}">
                  <a16:creationId xmlns:a16="http://schemas.microsoft.com/office/drawing/2014/main" id="{08BF2DF4-3305-47B4-AA11-92B9392796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2" y="2005"/>
              <a:ext cx="247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8" name="Line 138">
              <a:extLst>
                <a:ext uri="{FF2B5EF4-FFF2-40B4-BE49-F238E27FC236}">
                  <a16:creationId xmlns:a16="http://schemas.microsoft.com/office/drawing/2014/main" id="{B19F78A9-B6D1-4571-9FD3-616BB90281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8" y="984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39" name="Line 139">
              <a:extLst>
                <a:ext uri="{FF2B5EF4-FFF2-40B4-BE49-F238E27FC236}">
                  <a16:creationId xmlns:a16="http://schemas.microsoft.com/office/drawing/2014/main" id="{DF4101A2-0273-4603-AD10-2EB3988DA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9" y="995"/>
              <a:ext cx="1" cy="29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0" name="Line 140">
              <a:extLst>
                <a:ext uri="{FF2B5EF4-FFF2-40B4-BE49-F238E27FC236}">
                  <a16:creationId xmlns:a16="http://schemas.microsoft.com/office/drawing/2014/main" id="{3961510C-FAEF-4092-AF55-475495D82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" y="995"/>
              <a:ext cx="1" cy="2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1" name="Line 141">
              <a:extLst>
                <a:ext uri="{FF2B5EF4-FFF2-40B4-BE49-F238E27FC236}">
                  <a16:creationId xmlns:a16="http://schemas.microsoft.com/office/drawing/2014/main" id="{0655D4BF-000C-4DC2-85A8-548D168E4E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0" y="1654"/>
              <a:ext cx="1" cy="172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2" name="Line 142">
              <a:extLst>
                <a:ext uri="{FF2B5EF4-FFF2-40B4-BE49-F238E27FC236}">
                  <a16:creationId xmlns:a16="http://schemas.microsoft.com/office/drawing/2014/main" id="{45B3A50F-F02C-40B5-A3FE-A1BF188898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7" y="1654"/>
              <a:ext cx="1" cy="165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3" name="Line 143">
              <a:extLst>
                <a:ext uri="{FF2B5EF4-FFF2-40B4-BE49-F238E27FC236}">
                  <a16:creationId xmlns:a16="http://schemas.microsoft.com/office/drawing/2014/main" id="{B0DB8159-AB5A-4F6E-8AC9-7FA65C28BD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" y="1654"/>
              <a:ext cx="1" cy="17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4" name="Line 144">
              <a:extLst>
                <a:ext uri="{FF2B5EF4-FFF2-40B4-BE49-F238E27FC236}">
                  <a16:creationId xmlns:a16="http://schemas.microsoft.com/office/drawing/2014/main" id="{04A7B909-9CE3-409A-B77E-82EF339E73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" y="3442"/>
              <a:ext cx="1894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5" name="Oval 145">
              <a:extLst>
                <a:ext uri="{FF2B5EF4-FFF2-40B4-BE49-F238E27FC236}">
                  <a16:creationId xmlns:a16="http://schemas.microsoft.com/office/drawing/2014/main" id="{E79DD5B2-ADC7-42BB-A167-94454360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3421"/>
              <a:ext cx="52" cy="44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6" name="Line 146">
              <a:extLst>
                <a:ext uri="{FF2B5EF4-FFF2-40B4-BE49-F238E27FC236}">
                  <a16:creationId xmlns:a16="http://schemas.microsoft.com/office/drawing/2014/main" id="{CA405D35-EFEA-4547-8586-1135F338DD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7" y="3312"/>
              <a:ext cx="2854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7" name="Oval 147">
              <a:extLst>
                <a:ext uri="{FF2B5EF4-FFF2-40B4-BE49-F238E27FC236}">
                  <a16:creationId xmlns:a16="http://schemas.microsoft.com/office/drawing/2014/main" id="{4C76571C-3ED7-4B5D-B8ED-57C83C08A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289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8" name="Line 148">
              <a:extLst>
                <a:ext uri="{FF2B5EF4-FFF2-40B4-BE49-F238E27FC236}">
                  <a16:creationId xmlns:a16="http://schemas.microsoft.com/office/drawing/2014/main" id="{E9B91EC9-4F4B-48EE-B5A8-C4326B78F5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0" y="3376"/>
              <a:ext cx="2439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49" name="Oval 149">
              <a:extLst>
                <a:ext uri="{FF2B5EF4-FFF2-40B4-BE49-F238E27FC236}">
                  <a16:creationId xmlns:a16="http://schemas.microsoft.com/office/drawing/2014/main" id="{02BFE1E8-53D8-4229-B991-E30E4FC12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3355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0" name="Line 150">
              <a:extLst>
                <a:ext uri="{FF2B5EF4-FFF2-40B4-BE49-F238E27FC236}">
                  <a16:creationId xmlns:a16="http://schemas.microsoft.com/office/drawing/2014/main" id="{358B63AD-FB07-43BF-9F95-02274D1204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9" y="3135"/>
              <a:ext cx="1" cy="24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1" name="Line 151">
              <a:extLst>
                <a:ext uri="{FF2B5EF4-FFF2-40B4-BE49-F238E27FC236}">
                  <a16:creationId xmlns:a16="http://schemas.microsoft.com/office/drawing/2014/main" id="{FE095F7B-46E1-4F31-8AB9-4C4A18447F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0" y="3442"/>
              <a:ext cx="1" cy="2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2" name="Line 152">
              <a:extLst>
                <a:ext uri="{FF2B5EF4-FFF2-40B4-BE49-F238E27FC236}">
                  <a16:creationId xmlns:a16="http://schemas.microsoft.com/office/drawing/2014/main" id="{1B0AE23F-9A09-4CFA-BD1E-A1D3C961F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1" y="3312"/>
              <a:ext cx="1" cy="3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3" name="Line 153">
              <a:extLst>
                <a:ext uri="{FF2B5EF4-FFF2-40B4-BE49-F238E27FC236}">
                  <a16:creationId xmlns:a16="http://schemas.microsoft.com/office/drawing/2014/main" id="{BBD576E1-8960-4A7C-8740-39A62BEBA7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1" y="3124"/>
              <a:ext cx="1" cy="1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4" name="Line 154">
              <a:extLst>
                <a:ext uri="{FF2B5EF4-FFF2-40B4-BE49-F238E27FC236}">
                  <a16:creationId xmlns:a16="http://schemas.microsoft.com/office/drawing/2014/main" id="{8BD1A31F-724A-4343-8251-E34B8FDA1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0" y="3135"/>
              <a:ext cx="1" cy="30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5" name="Line 155">
              <a:extLst>
                <a:ext uri="{FF2B5EF4-FFF2-40B4-BE49-F238E27FC236}">
                  <a16:creationId xmlns:a16="http://schemas.microsoft.com/office/drawing/2014/main" id="{0C140955-BF06-4103-B2A2-C0DF71CC3C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9" y="3376"/>
              <a:ext cx="1" cy="33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6" name="Line 156">
              <a:extLst>
                <a:ext uri="{FF2B5EF4-FFF2-40B4-BE49-F238E27FC236}">
                  <a16:creationId xmlns:a16="http://schemas.microsoft.com/office/drawing/2014/main" id="{0C364C64-E8FE-4927-9930-898B6777B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" y="1654"/>
              <a:ext cx="11" cy="206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7" name="Line 157">
              <a:extLst>
                <a:ext uri="{FF2B5EF4-FFF2-40B4-BE49-F238E27FC236}">
                  <a16:creationId xmlns:a16="http://schemas.microsoft.com/office/drawing/2014/main" id="{A89D17F9-14EA-4E50-B4FD-DF37AE2C0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1" y="1654"/>
              <a:ext cx="1" cy="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8" name="Line 158">
              <a:extLst>
                <a:ext uri="{FF2B5EF4-FFF2-40B4-BE49-F238E27FC236}">
                  <a16:creationId xmlns:a16="http://schemas.microsoft.com/office/drawing/2014/main" id="{8D98DB88-BDBC-426A-A720-4E66660CB4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1" y="1741"/>
              <a:ext cx="493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59" name="Oval 159">
              <a:extLst>
                <a:ext uri="{FF2B5EF4-FFF2-40B4-BE49-F238E27FC236}">
                  <a16:creationId xmlns:a16="http://schemas.microsoft.com/office/drawing/2014/main" id="{16317A01-9F78-4CDD-9D9D-21EEA03CE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" y="1720"/>
              <a:ext cx="51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0" name="Line 160">
              <a:extLst>
                <a:ext uri="{FF2B5EF4-FFF2-40B4-BE49-F238E27FC236}">
                  <a16:creationId xmlns:a16="http://schemas.microsoft.com/office/drawing/2014/main" id="{A7074D76-2D5A-4E08-80CB-D308D38C7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" y="1203"/>
              <a:ext cx="636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1" name="Oval 161">
              <a:extLst>
                <a:ext uri="{FF2B5EF4-FFF2-40B4-BE49-F238E27FC236}">
                  <a16:creationId xmlns:a16="http://schemas.microsoft.com/office/drawing/2014/main" id="{5FA265A1-C503-4659-A8AC-C3E4FB9E2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1183"/>
              <a:ext cx="52" cy="43"/>
            </a:xfrm>
            <a:prstGeom prst="ellipse">
              <a:avLst/>
            </a:prstGeom>
            <a:solidFill>
              <a:srgbClr val="FF0000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2" name="Line 162">
              <a:extLst>
                <a:ext uri="{FF2B5EF4-FFF2-40B4-BE49-F238E27FC236}">
                  <a16:creationId xmlns:a16="http://schemas.microsoft.com/office/drawing/2014/main" id="{9A376898-A1A0-4596-BC9F-C6D66BEB3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" y="1203"/>
              <a:ext cx="1" cy="1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3" name="Line 163">
              <a:extLst>
                <a:ext uri="{FF2B5EF4-FFF2-40B4-BE49-F238E27FC236}">
                  <a16:creationId xmlns:a16="http://schemas.microsoft.com/office/drawing/2014/main" id="{FB123A78-7FFF-40CA-A4DC-85E03A4ED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3" y="1203"/>
              <a:ext cx="1" cy="4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4" name="Line 164">
              <a:extLst>
                <a:ext uri="{FF2B5EF4-FFF2-40B4-BE49-F238E27FC236}">
                  <a16:creationId xmlns:a16="http://schemas.microsoft.com/office/drawing/2014/main" id="{989385C6-46AC-4304-AB28-21F6FDBDA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3" y="1665"/>
              <a:ext cx="168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5" name="Line 165">
              <a:extLst>
                <a:ext uri="{FF2B5EF4-FFF2-40B4-BE49-F238E27FC236}">
                  <a16:creationId xmlns:a16="http://schemas.microsoft.com/office/drawing/2014/main" id="{758808BD-52A8-4D79-B802-74D06F963A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1" y="1577"/>
              <a:ext cx="1" cy="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6" name="Line 166">
              <a:extLst>
                <a:ext uri="{FF2B5EF4-FFF2-40B4-BE49-F238E27FC236}">
                  <a16:creationId xmlns:a16="http://schemas.microsoft.com/office/drawing/2014/main" id="{0C9CD30C-4495-4FB6-B9E3-88400BB910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6" y="1741"/>
              <a:ext cx="325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7" name="Oval 167">
              <a:extLst>
                <a:ext uri="{FF2B5EF4-FFF2-40B4-BE49-F238E27FC236}">
                  <a16:creationId xmlns:a16="http://schemas.microsoft.com/office/drawing/2014/main" id="{CDA8947E-C061-4C9D-A989-4B48F9BFC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1720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8" name="Line 168">
              <a:extLst>
                <a:ext uri="{FF2B5EF4-FFF2-40B4-BE49-F238E27FC236}">
                  <a16:creationId xmlns:a16="http://schemas.microsoft.com/office/drawing/2014/main" id="{0D5846F2-F230-451E-9257-4FD7F43BD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8" y="2181"/>
              <a:ext cx="1" cy="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69" name="Line 169">
              <a:extLst>
                <a:ext uri="{FF2B5EF4-FFF2-40B4-BE49-F238E27FC236}">
                  <a16:creationId xmlns:a16="http://schemas.microsoft.com/office/drawing/2014/main" id="{C6462004-83D7-46EA-99F2-5AFD8FE835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9" y="2136"/>
              <a:ext cx="117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0" name="Line 170">
              <a:extLst>
                <a:ext uri="{FF2B5EF4-FFF2-40B4-BE49-F238E27FC236}">
                  <a16:creationId xmlns:a16="http://schemas.microsoft.com/office/drawing/2014/main" id="{A4117895-3143-4799-88B2-71EBF6E5E5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3" y="1588"/>
              <a:ext cx="1" cy="5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1" name="Line 171">
              <a:extLst>
                <a:ext uri="{FF2B5EF4-FFF2-40B4-BE49-F238E27FC236}">
                  <a16:creationId xmlns:a16="http://schemas.microsoft.com/office/drawing/2014/main" id="{62AA8D65-F94E-4458-9704-CDBA8BF847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8" y="2136"/>
              <a:ext cx="259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2" name="Line 172">
              <a:extLst>
                <a:ext uri="{FF2B5EF4-FFF2-40B4-BE49-F238E27FC236}">
                  <a16:creationId xmlns:a16="http://schemas.microsoft.com/office/drawing/2014/main" id="{BC7F42B9-4B37-431A-BD21-47970C747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8" y="1588"/>
              <a:ext cx="1" cy="5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3" name="Line 173">
              <a:extLst>
                <a:ext uri="{FF2B5EF4-FFF2-40B4-BE49-F238E27FC236}">
                  <a16:creationId xmlns:a16="http://schemas.microsoft.com/office/drawing/2014/main" id="{7A048154-B358-4713-BFD1-F76B7DD12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6" y="2136"/>
              <a:ext cx="337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4" name="Line 174">
              <a:extLst>
                <a:ext uri="{FF2B5EF4-FFF2-40B4-BE49-F238E27FC236}">
                  <a16:creationId xmlns:a16="http://schemas.microsoft.com/office/drawing/2014/main" id="{F014E77B-AE9D-4AA0-8588-FF7478506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9" y="2136"/>
              <a:ext cx="1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5" name="Line 175">
              <a:extLst>
                <a:ext uri="{FF2B5EF4-FFF2-40B4-BE49-F238E27FC236}">
                  <a16:creationId xmlns:a16="http://schemas.microsoft.com/office/drawing/2014/main" id="{54F42F02-B298-4BC6-9484-996DA48954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7" y="1588"/>
              <a:ext cx="2" cy="5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6" name="Oval 176">
              <a:extLst>
                <a:ext uri="{FF2B5EF4-FFF2-40B4-BE49-F238E27FC236}">
                  <a16:creationId xmlns:a16="http://schemas.microsoft.com/office/drawing/2014/main" id="{99CE5F5E-2D7F-4F72-9578-BBFF206CD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115"/>
              <a:ext cx="51" cy="44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7" name="Line 177">
              <a:extLst>
                <a:ext uri="{FF2B5EF4-FFF2-40B4-BE49-F238E27FC236}">
                  <a16:creationId xmlns:a16="http://schemas.microsoft.com/office/drawing/2014/main" id="{DEDF2C59-35D8-48BB-B52A-CC9449026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6" y="1588"/>
              <a:ext cx="1" cy="5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8" name="Oval 178">
              <a:extLst>
                <a:ext uri="{FF2B5EF4-FFF2-40B4-BE49-F238E27FC236}">
                  <a16:creationId xmlns:a16="http://schemas.microsoft.com/office/drawing/2014/main" id="{D77EA45A-C0FC-400B-98B4-49B603414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115"/>
              <a:ext cx="51" cy="44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79" name="Line 179">
              <a:extLst>
                <a:ext uri="{FF2B5EF4-FFF2-40B4-BE49-F238E27FC236}">
                  <a16:creationId xmlns:a16="http://schemas.microsoft.com/office/drawing/2014/main" id="{BBF5279F-32E4-4BAE-A596-2C52D4D568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7" y="2136"/>
              <a:ext cx="792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0" name="Oval 180">
              <a:extLst>
                <a:ext uri="{FF2B5EF4-FFF2-40B4-BE49-F238E27FC236}">
                  <a16:creationId xmlns:a16="http://schemas.microsoft.com/office/drawing/2014/main" id="{DA9046DB-CBD8-455D-A82F-BB8BAC6B6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115"/>
              <a:ext cx="52" cy="44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1" name="Line 181">
              <a:extLst>
                <a:ext uri="{FF2B5EF4-FFF2-40B4-BE49-F238E27FC236}">
                  <a16:creationId xmlns:a16="http://schemas.microsoft.com/office/drawing/2014/main" id="{EB1B9098-6D05-4FF8-B4C8-61D7840016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7" y="3180"/>
              <a:ext cx="3775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2" name="Oval 182">
              <a:extLst>
                <a:ext uri="{FF2B5EF4-FFF2-40B4-BE49-F238E27FC236}">
                  <a16:creationId xmlns:a16="http://schemas.microsoft.com/office/drawing/2014/main" id="{7CB82A5A-EB17-4C85-9C3A-518AE4F89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" y="3157"/>
              <a:ext cx="52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3" name="Line 183">
              <a:extLst>
                <a:ext uri="{FF2B5EF4-FFF2-40B4-BE49-F238E27FC236}">
                  <a16:creationId xmlns:a16="http://schemas.microsoft.com/office/drawing/2014/main" id="{10F29FC9-CF09-4A45-B11A-CFEEE68EC5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2" y="3180"/>
              <a:ext cx="1" cy="51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4" name="Line 184">
              <a:extLst>
                <a:ext uri="{FF2B5EF4-FFF2-40B4-BE49-F238E27FC236}">
                  <a16:creationId xmlns:a16="http://schemas.microsoft.com/office/drawing/2014/main" id="{F48E2B49-391E-48E0-8E2E-F54EEC3D74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7" y="1654"/>
              <a:ext cx="1" cy="152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5" name="Line 185">
              <a:extLst>
                <a:ext uri="{FF2B5EF4-FFF2-40B4-BE49-F238E27FC236}">
                  <a16:creationId xmlns:a16="http://schemas.microsoft.com/office/drawing/2014/main" id="{951D89D4-0998-4210-872A-59EE5EE7F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2" y="3135"/>
              <a:ext cx="1" cy="4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6" name="Line 186">
              <a:extLst>
                <a:ext uri="{FF2B5EF4-FFF2-40B4-BE49-F238E27FC236}">
                  <a16:creationId xmlns:a16="http://schemas.microsoft.com/office/drawing/2014/main" id="{EB419DE7-78F3-440E-AB2C-271ED18698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6" y="3135"/>
              <a:ext cx="1" cy="57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7" name="Line 187">
              <a:extLst>
                <a:ext uri="{FF2B5EF4-FFF2-40B4-BE49-F238E27FC236}">
                  <a16:creationId xmlns:a16="http://schemas.microsoft.com/office/drawing/2014/main" id="{843D55B9-66B4-47AE-8DC7-D30F0B1B7C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" y="984"/>
              <a:ext cx="1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8" name="Line 188">
              <a:extLst>
                <a:ext uri="{FF2B5EF4-FFF2-40B4-BE49-F238E27FC236}">
                  <a16:creationId xmlns:a16="http://schemas.microsoft.com/office/drawing/2014/main" id="{37A0E7F5-815B-4A53-8FED-E4A317CE2D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3" y="984"/>
              <a:ext cx="2" cy="15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89" name="Line 189">
              <a:extLst>
                <a:ext uri="{FF2B5EF4-FFF2-40B4-BE49-F238E27FC236}">
                  <a16:creationId xmlns:a16="http://schemas.microsoft.com/office/drawing/2014/main" id="{1D2FD232-A7FA-44F0-A965-DE8D77465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" y="1654"/>
              <a:ext cx="1" cy="159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0" name="Line 190">
              <a:extLst>
                <a:ext uri="{FF2B5EF4-FFF2-40B4-BE49-F238E27FC236}">
                  <a16:creationId xmlns:a16="http://schemas.microsoft.com/office/drawing/2014/main" id="{9094E54E-99CC-4EE6-B399-C239102D8B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" y="3246"/>
              <a:ext cx="3230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1" name="Oval 191">
              <a:extLst>
                <a:ext uri="{FF2B5EF4-FFF2-40B4-BE49-F238E27FC236}">
                  <a16:creationId xmlns:a16="http://schemas.microsoft.com/office/drawing/2014/main" id="{FFF3A07F-4B4E-4FFA-A428-6C5E9B1FB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3223"/>
              <a:ext cx="51" cy="43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2" name="Line 192">
              <a:extLst>
                <a:ext uri="{FF2B5EF4-FFF2-40B4-BE49-F238E27FC236}">
                  <a16:creationId xmlns:a16="http://schemas.microsoft.com/office/drawing/2014/main" id="{FF930563-338E-4D10-AB4A-A6417D75B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" y="3135"/>
              <a:ext cx="1" cy="1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3" name="Line 193">
              <a:extLst>
                <a:ext uri="{FF2B5EF4-FFF2-40B4-BE49-F238E27FC236}">
                  <a16:creationId xmlns:a16="http://schemas.microsoft.com/office/drawing/2014/main" id="{4D4574F4-642C-492B-BC0A-C9EA31CC9A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" y="3246"/>
              <a:ext cx="1" cy="46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4" name="Line 194">
              <a:extLst>
                <a:ext uri="{FF2B5EF4-FFF2-40B4-BE49-F238E27FC236}">
                  <a16:creationId xmlns:a16="http://schemas.microsoft.com/office/drawing/2014/main" id="{99D7D694-2616-4BB4-A4A0-72AE355EB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" y="3508"/>
              <a:ext cx="1530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5" name="Oval 195">
              <a:extLst>
                <a:ext uri="{FF2B5EF4-FFF2-40B4-BE49-F238E27FC236}">
                  <a16:creationId xmlns:a16="http://schemas.microsoft.com/office/drawing/2014/main" id="{3E347EE4-741D-4894-9DFE-C03DE55A3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4" y="3486"/>
              <a:ext cx="52" cy="45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6" name="Line 196">
              <a:extLst>
                <a:ext uri="{FF2B5EF4-FFF2-40B4-BE49-F238E27FC236}">
                  <a16:creationId xmlns:a16="http://schemas.microsoft.com/office/drawing/2014/main" id="{923EA27F-C24E-4652-B32B-B2731AF91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0" y="3146"/>
              <a:ext cx="1" cy="3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7" name="Line 197">
              <a:extLst>
                <a:ext uri="{FF2B5EF4-FFF2-40B4-BE49-F238E27FC236}">
                  <a16:creationId xmlns:a16="http://schemas.microsoft.com/office/drawing/2014/main" id="{11053DD1-29F7-44A2-A2C4-8B2BDBACA8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" y="1654"/>
              <a:ext cx="1" cy="185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8" name="Line 198">
              <a:extLst>
                <a:ext uri="{FF2B5EF4-FFF2-40B4-BE49-F238E27FC236}">
                  <a16:creationId xmlns:a16="http://schemas.microsoft.com/office/drawing/2014/main" id="{804F315B-7141-4DC2-ADFA-EE987D07EB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0" y="3508"/>
              <a:ext cx="1" cy="20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999" name="Line 199">
              <a:extLst>
                <a:ext uri="{FF2B5EF4-FFF2-40B4-BE49-F238E27FC236}">
                  <a16:creationId xmlns:a16="http://schemas.microsoft.com/office/drawing/2014/main" id="{416A71A0-BCBA-4D93-B752-37020D1480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" y="3574"/>
              <a:ext cx="1115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0" name="Oval 200">
              <a:extLst>
                <a:ext uri="{FF2B5EF4-FFF2-40B4-BE49-F238E27FC236}">
                  <a16:creationId xmlns:a16="http://schemas.microsoft.com/office/drawing/2014/main" id="{BCA59298-75B2-4385-AD06-C9DEA2FCE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3551"/>
              <a:ext cx="52" cy="46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1" name="Line 201">
              <a:extLst>
                <a:ext uri="{FF2B5EF4-FFF2-40B4-BE49-F238E27FC236}">
                  <a16:creationId xmlns:a16="http://schemas.microsoft.com/office/drawing/2014/main" id="{14AF6E39-76CA-4A75-A1DB-5C5250484E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" y="1654"/>
              <a:ext cx="1" cy="192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2" name="Line 202">
              <a:extLst>
                <a:ext uri="{FF2B5EF4-FFF2-40B4-BE49-F238E27FC236}">
                  <a16:creationId xmlns:a16="http://schemas.microsoft.com/office/drawing/2014/main" id="{55CB88D8-592E-4517-A9AD-415D1DE771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8" y="3146"/>
              <a:ext cx="1" cy="4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3" name="Line 203">
              <a:extLst>
                <a:ext uri="{FF2B5EF4-FFF2-40B4-BE49-F238E27FC236}">
                  <a16:creationId xmlns:a16="http://schemas.microsoft.com/office/drawing/2014/main" id="{9BB6056B-F033-45A9-95B8-0C79B945A7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8" y="3574"/>
              <a:ext cx="1" cy="14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4" name="Oval 204">
              <a:extLst>
                <a:ext uri="{FF2B5EF4-FFF2-40B4-BE49-F238E27FC236}">
                  <a16:creationId xmlns:a16="http://schemas.microsoft.com/office/drawing/2014/main" id="{8AE2EC68-ABD8-48CF-9955-CB6C34405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1137"/>
              <a:ext cx="104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5" name="Oval 205">
              <a:extLst>
                <a:ext uri="{FF2B5EF4-FFF2-40B4-BE49-F238E27FC236}">
                  <a16:creationId xmlns:a16="http://schemas.microsoft.com/office/drawing/2014/main" id="{D79E53E3-8743-49BE-BCB8-8C26903B9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1565"/>
              <a:ext cx="104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6" name="Oval 206">
              <a:extLst>
                <a:ext uri="{FF2B5EF4-FFF2-40B4-BE49-F238E27FC236}">
                  <a16:creationId xmlns:a16="http://schemas.microsoft.com/office/drawing/2014/main" id="{B85D70EF-4DD1-4A61-8645-D9EC8C862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1565"/>
              <a:ext cx="103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7" name="Oval 207">
              <a:extLst>
                <a:ext uri="{FF2B5EF4-FFF2-40B4-BE49-F238E27FC236}">
                  <a16:creationId xmlns:a16="http://schemas.microsoft.com/office/drawing/2014/main" id="{9BC3A8BF-F92F-4E46-8623-963759BEB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" y="1565"/>
              <a:ext cx="103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8" name="Oval 208">
              <a:extLst>
                <a:ext uri="{FF2B5EF4-FFF2-40B4-BE49-F238E27FC236}">
                  <a16:creationId xmlns:a16="http://schemas.microsoft.com/office/drawing/2014/main" id="{95658751-CDF1-403D-A57F-C16B05FDC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" y="1565"/>
              <a:ext cx="103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09" name="Oval 209">
              <a:extLst>
                <a:ext uri="{FF2B5EF4-FFF2-40B4-BE49-F238E27FC236}">
                  <a16:creationId xmlns:a16="http://schemas.microsoft.com/office/drawing/2014/main" id="{F62FC9F0-2615-4C4B-A62E-F5609E0F3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" y="1565"/>
              <a:ext cx="105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0" name="Oval 210">
              <a:extLst>
                <a:ext uri="{FF2B5EF4-FFF2-40B4-BE49-F238E27FC236}">
                  <a16:creationId xmlns:a16="http://schemas.microsoft.com/office/drawing/2014/main" id="{606956FC-0931-46A8-B1BE-E3413044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565"/>
              <a:ext cx="105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1" name="Oval 211">
              <a:extLst>
                <a:ext uri="{FF2B5EF4-FFF2-40B4-BE49-F238E27FC236}">
                  <a16:creationId xmlns:a16="http://schemas.microsoft.com/office/drawing/2014/main" id="{9490A384-E7B9-40BC-A1B0-E0F5CD1B9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" y="1565"/>
              <a:ext cx="103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2" name="Oval 212">
              <a:extLst>
                <a:ext uri="{FF2B5EF4-FFF2-40B4-BE49-F238E27FC236}">
                  <a16:creationId xmlns:a16="http://schemas.microsoft.com/office/drawing/2014/main" id="{9AFB01A4-B87A-41D0-A872-8C29173F7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2278"/>
              <a:ext cx="103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3" name="Oval 213">
              <a:extLst>
                <a:ext uri="{FF2B5EF4-FFF2-40B4-BE49-F238E27FC236}">
                  <a16:creationId xmlns:a16="http://schemas.microsoft.com/office/drawing/2014/main" id="{7DB63D2C-B9FD-4408-949A-624B3B324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2268"/>
              <a:ext cx="103" cy="87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4" name="Oval 214">
              <a:extLst>
                <a:ext uri="{FF2B5EF4-FFF2-40B4-BE49-F238E27FC236}">
                  <a16:creationId xmlns:a16="http://schemas.microsoft.com/office/drawing/2014/main" id="{38744A82-B628-4E0A-B421-EEA75477E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278"/>
              <a:ext cx="104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5" name="Oval 215">
              <a:extLst>
                <a:ext uri="{FF2B5EF4-FFF2-40B4-BE49-F238E27FC236}">
                  <a16:creationId xmlns:a16="http://schemas.microsoft.com/office/drawing/2014/main" id="{A922A2BB-3B1B-414F-99C9-680B11C63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3047"/>
              <a:ext cx="104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6" name="Oval 216">
              <a:extLst>
                <a:ext uri="{FF2B5EF4-FFF2-40B4-BE49-F238E27FC236}">
                  <a16:creationId xmlns:a16="http://schemas.microsoft.com/office/drawing/2014/main" id="{7364205B-B807-41BC-9A7D-D315D254E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3037"/>
              <a:ext cx="103" cy="87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7" name="Oval 217">
              <a:extLst>
                <a:ext uri="{FF2B5EF4-FFF2-40B4-BE49-F238E27FC236}">
                  <a16:creationId xmlns:a16="http://schemas.microsoft.com/office/drawing/2014/main" id="{C8F73EEC-486F-4941-B1CE-41843BF87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3047"/>
              <a:ext cx="103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8" name="Oval 218">
              <a:extLst>
                <a:ext uri="{FF2B5EF4-FFF2-40B4-BE49-F238E27FC236}">
                  <a16:creationId xmlns:a16="http://schemas.microsoft.com/office/drawing/2014/main" id="{11F7DA70-CB92-4EC2-A88A-54240E074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3047"/>
              <a:ext cx="103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19" name="Oval 219">
              <a:extLst>
                <a:ext uri="{FF2B5EF4-FFF2-40B4-BE49-F238E27FC236}">
                  <a16:creationId xmlns:a16="http://schemas.microsoft.com/office/drawing/2014/main" id="{F1356BBB-9FE6-4F69-AD80-0D5996522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4" y="3047"/>
              <a:ext cx="105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0" name="Oval 220">
              <a:extLst>
                <a:ext uri="{FF2B5EF4-FFF2-40B4-BE49-F238E27FC236}">
                  <a16:creationId xmlns:a16="http://schemas.microsoft.com/office/drawing/2014/main" id="{3991EE4B-584C-44EA-B95B-95C1AF733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3047"/>
              <a:ext cx="104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1" name="Oval 221">
              <a:extLst>
                <a:ext uri="{FF2B5EF4-FFF2-40B4-BE49-F238E27FC236}">
                  <a16:creationId xmlns:a16="http://schemas.microsoft.com/office/drawing/2014/main" id="{ADD4F475-4EF1-4EB4-A44A-A5F79C201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3058"/>
              <a:ext cx="104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2" name="Oval 222">
              <a:extLst>
                <a:ext uri="{FF2B5EF4-FFF2-40B4-BE49-F238E27FC236}">
                  <a16:creationId xmlns:a16="http://schemas.microsoft.com/office/drawing/2014/main" id="{83E332E5-FD78-4F3A-A45C-FD383D7FE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058"/>
              <a:ext cx="103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3" name="Oval 223">
              <a:extLst>
                <a:ext uri="{FF2B5EF4-FFF2-40B4-BE49-F238E27FC236}">
                  <a16:creationId xmlns:a16="http://schemas.microsoft.com/office/drawing/2014/main" id="{A0B7AD06-2E2C-45F5-A3F0-FDAEF9404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2278"/>
              <a:ext cx="104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4" name="Oval 224">
              <a:extLst>
                <a:ext uri="{FF2B5EF4-FFF2-40B4-BE49-F238E27FC236}">
                  <a16:creationId xmlns:a16="http://schemas.microsoft.com/office/drawing/2014/main" id="{350EE2AA-A3FA-498F-84C2-F6D0A7E4F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1137"/>
              <a:ext cx="103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5" name="Oval 225">
              <a:extLst>
                <a:ext uri="{FF2B5EF4-FFF2-40B4-BE49-F238E27FC236}">
                  <a16:creationId xmlns:a16="http://schemas.microsoft.com/office/drawing/2014/main" id="{A4A0A60A-359F-4923-B8FE-7C5F3D802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2" y="1137"/>
              <a:ext cx="104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6" name="Oval 226">
              <a:extLst>
                <a:ext uri="{FF2B5EF4-FFF2-40B4-BE49-F238E27FC236}">
                  <a16:creationId xmlns:a16="http://schemas.microsoft.com/office/drawing/2014/main" id="{72740889-E695-4A87-A783-21A6C3345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" y="1291"/>
              <a:ext cx="104" cy="88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7" name="Oval 227">
              <a:extLst>
                <a:ext uri="{FF2B5EF4-FFF2-40B4-BE49-F238E27FC236}">
                  <a16:creationId xmlns:a16="http://schemas.microsoft.com/office/drawing/2014/main" id="{DB1BA432-863C-4F14-98F8-95574CB91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1565"/>
              <a:ext cx="103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8" name="Oval 228">
              <a:extLst>
                <a:ext uri="{FF2B5EF4-FFF2-40B4-BE49-F238E27FC236}">
                  <a16:creationId xmlns:a16="http://schemas.microsoft.com/office/drawing/2014/main" id="{63C7EA65-CBEB-4823-8DE2-44EDDD162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565"/>
              <a:ext cx="104" cy="89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29" name="Rectangle 229">
              <a:extLst>
                <a:ext uri="{FF2B5EF4-FFF2-40B4-BE49-F238E27FC236}">
                  <a16:creationId xmlns:a16="http://schemas.microsoft.com/office/drawing/2014/main" id="{09690F6A-CBD5-4FA8-BD03-5515DBF58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837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77030" name="Rectangle 230">
              <a:extLst>
                <a:ext uri="{FF2B5EF4-FFF2-40B4-BE49-F238E27FC236}">
                  <a16:creationId xmlns:a16="http://schemas.microsoft.com/office/drawing/2014/main" id="{1226F160-E8B8-444E-8B87-6ED9CED28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772"/>
              <a:ext cx="4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31" name="Rectangle 231">
              <a:extLst>
                <a:ext uri="{FF2B5EF4-FFF2-40B4-BE49-F238E27FC236}">
                  <a16:creationId xmlns:a16="http://schemas.microsoft.com/office/drawing/2014/main" id="{BF23F5F3-FAEA-48F4-93C8-20F7DF524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7" y="3772"/>
              <a:ext cx="242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endParaRPr kumimoji="1" lang="en-US" altLang="zh-CN" sz="1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32" name="Rectangle 232">
              <a:extLst>
                <a:ext uri="{FF2B5EF4-FFF2-40B4-BE49-F238E27FC236}">
                  <a16:creationId xmlns:a16="http://schemas.microsoft.com/office/drawing/2014/main" id="{12E788FE-C63E-485B-A81D-BCB0A2D70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3" y="3772"/>
              <a:ext cx="4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33" name="Rectangle 233">
              <a:extLst>
                <a:ext uri="{FF2B5EF4-FFF2-40B4-BE49-F238E27FC236}">
                  <a16:creationId xmlns:a16="http://schemas.microsoft.com/office/drawing/2014/main" id="{D8CF5483-94B5-4905-80FB-5988264B5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" y="3826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34" name="Rectangle 234">
              <a:extLst>
                <a:ext uri="{FF2B5EF4-FFF2-40B4-BE49-F238E27FC236}">
                  <a16:creationId xmlns:a16="http://schemas.microsoft.com/office/drawing/2014/main" id="{F4D1CDF0-7DFB-40B5-9D23-E4CE5BD15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3760"/>
              <a:ext cx="4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35" name="Rectangle 235">
              <a:extLst>
                <a:ext uri="{FF2B5EF4-FFF2-40B4-BE49-F238E27FC236}">
                  <a16:creationId xmlns:a16="http://schemas.microsoft.com/office/drawing/2014/main" id="{32106C13-FC69-419A-8FA3-978BFA6F8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" y="3826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77036" name="Rectangle 236">
              <a:extLst>
                <a:ext uri="{FF2B5EF4-FFF2-40B4-BE49-F238E27FC236}">
                  <a16:creationId xmlns:a16="http://schemas.microsoft.com/office/drawing/2014/main" id="{C0B7B401-4410-4CB2-8F50-BDAF35249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3772"/>
              <a:ext cx="4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37" name="Rectangle 237">
              <a:extLst>
                <a:ext uri="{FF2B5EF4-FFF2-40B4-BE49-F238E27FC236}">
                  <a16:creationId xmlns:a16="http://schemas.microsoft.com/office/drawing/2014/main" id="{8C9386E1-0B24-4A7A-8449-A4D31C99F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3826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</a:p>
          </p:txBody>
        </p:sp>
        <p:sp>
          <p:nvSpPr>
            <p:cNvPr id="77038" name="Rectangle 238">
              <a:extLst>
                <a:ext uri="{FF2B5EF4-FFF2-40B4-BE49-F238E27FC236}">
                  <a16:creationId xmlns:a16="http://schemas.microsoft.com/office/drawing/2014/main" id="{101F7990-C8C1-41FE-862F-F04AD9AE2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3837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77039" name="Rectangle 239">
              <a:extLst>
                <a:ext uri="{FF2B5EF4-FFF2-40B4-BE49-F238E27FC236}">
                  <a16:creationId xmlns:a16="http://schemas.microsoft.com/office/drawing/2014/main" id="{275292D5-E646-403C-B2FE-DBFBC0BFE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3837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77040" name="Rectangle 240">
              <a:extLst>
                <a:ext uri="{FF2B5EF4-FFF2-40B4-BE49-F238E27FC236}">
                  <a16:creationId xmlns:a16="http://schemas.microsoft.com/office/drawing/2014/main" id="{D9F9C013-DE5A-4FAB-AF17-6A01716AB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3760"/>
              <a:ext cx="4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41" name="Rectangle 241">
              <a:extLst>
                <a:ext uri="{FF2B5EF4-FFF2-40B4-BE49-F238E27FC236}">
                  <a16:creationId xmlns:a16="http://schemas.microsoft.com/office/drawing/2014/main" id="{82C3BD36-4F08-4DA4-A534-22576E64B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3837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</a:p>
          </p:txBody>
        </p:sp>
        <p:sp>
          <p:nvSpPr>
            <p:cNvPr id="77042" name="Rectangle 242">
              <a:extLst>
                <a:ext uri="{FF2B5EF4-FFF2-40B4-BE49-F238E27FC236}">
                  <a16:creationId xmlns:a16="http://schemas.microsoft.com/office/drawing/2014/main" id="{CF4F1D39-9FBC-4C8D-A5FF-7C8BE04E3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3772"/>
              <a:ext cx="4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43" name="Rectangle 243">
              <a:extLst>
                <a:ext uri="{FF2B5EF4-FFF2-40B4-BE49-F238E27FC236}">
                  <a16:creationId xmlns:a16="http://schemas.microsoft.com/office/drawing/2014/main" id="{475AC922-DC97-4CC7-B8DA-1476DDBEA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3760"/>
              <a:ext cx="4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44" name="Rectangle 244">
              <a:extLst>
                <a:ext uri="{FF2B5EF4-FFF2-40B4-BE49-F238E27FC236}">
                  <a16:creationId xmlns:a16="http://schemas.microsoft.com/office/drawing/2014/main" id="{BB309DE4-89BC-49C5-8FB1-EA3052A18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786"/>
              <a:ext cx="76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1" lang="en-US" altLang="zh-CN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45" name="Rectangle 245">
              <a:extLst>
                <a:ext uri="{FF2B5EF4-FFF2-40B4-BE49-F238E27FC236}">
                  <a16:creationId xmlns:a16="http://schemas.microsoft.com/office/drawing/2014/main" id="{C1F10E93-1C92-42D8-AFA3-8F0586173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852"/>
              <a:ext cx="57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7046" name="Rectangle 246">
              <a:extLst>
                <a:ext uri="{FF2B5EF4-FFF2-40B4-BE49-F238E27FC236}">
                  <a16:creationId xmlns:a16="http://schemas.microsoft.com/office/drawing/2014/main" id="{20FD176E-C5D3-4A83-A111-4CC0D71F5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852"/>
              <a:ext cx="57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47" name="Rectangle 247">
              <a:extLst>
                <a:ext uri="{FF2B5EF4-FFF2-40B4-BE49-F238E27FC236}">
                  <a16:creationId xmlns:a16="http://schemas.microsoft.com/office/drawing/2014/main" id="{CF5A02D6-2D4A-45E7-801E-313590B32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786"/>
              <a:ext cx="76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1" lang="en-US" altLang="zh-CN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48" name="Rectangle 248">
              <a:extLst>
                <a:ext uri="{FF2B5EF4-FFF2-40B4-BE49-F238E27FC236}">
                  <a16:creationId xmlns:a16="http://schemas.microsoft.com/office/drawing/2014/main" id="{C6302E11-78E3-4056-B451-79D313452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6" y="852"/>
              <a:ext cx="57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77049" name="Rectangle 249">
              <a:extLst>
                <a:ext uri="{FF2B5EF4-FFF2-40B4-BE49-F238E27FC236}">
                  <a16:creationId xmlns:a16="http://schemas.microsoft.com/office/drawing/2014/main" id="{465A7C08-C75F-4F24-8FE5-B412F9016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2" y="786"/>
              <a:ext cx="76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1" lang="en-US" altLang="zh-CN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50" name="Rectangle 250">
              <a:extLst>
                <a:ext uri="{FF2B5EF4-FFF2-40B4-BE49-F238E27FC236}">
                  <a16:creationId xmlns:a16="http://schemas.microsoft.com/office/drawing/2014/main" id="{43A958CE-E98C-4A8B-B1B4-EBC42EEA1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" y="814"/>
              <a:ext cx="251" cy="173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1800" b="1" i="1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</a:t>
              </a:r>
              <a:endParaRPr kumimoji="1" lang="en-US" altLang="zh-CN" sz="18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51" name="Rectangle 251">
              <a:extLst>
                <a:ext uri="{FF2B5EF4-FFF2-40B4-BE49-F238E27FC236}">
                  <a16:creationId xmlns:a16="http://schemas.microsoft.com/office/drawing/2014/main" id="{8F426928-0657-4F0F-B4A4-1FC3A56E7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809"/>
              <a:ext cx="303" cy="154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1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1600" b="1" i="1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EX</a:t>
              </a:r>
              <a:endParaRPr kumimoji="1" lang="en-US" altLang="zh-CN" sz="16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52" name="Rectangle 252">
              <a:extLst>
                <a:ext uri="{FF2B5EF4-FFF2-40B4-BE49-F238E27FC236}">
                  <a16:creationId xmlns:a16="http://schemas.microsoft.com/office/drawing/2014/main" id="{47784286-454A-47BA-951E-56C19EA50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" y="3816"/>
              <a:ext cx="56" cy="135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7053" name="Rectangle 253">
              <a:extLst>
                <a:ext uri="{FF2B5EF4-FFF2-40B4-BE49-F238E27FC236}">
                  <a16:creationId xmlns:a16="http://schemas.microsoft.com/office/drawing/2014/main" id="{EEE0D9E5-F9A5-4ABA-86D5-A7CF3DADF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" y="3750"/>
              <a:ext cx="44" cy="135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54" name="Rectangle 254">
              <a:extLst>
                <a:ext uri="{FF2B5EF4-FFF2-40B4-BE49-F238E27FC236}">
                  <a16:creationId xmlns:a16="http://schemas.microsoft.com/office/drawing/2014/main" id="{587B1EED-3624-493F-B21E-25C3EEE5B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4" y="2383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55" name="Rectangle 255">
              <a:extLst>
                <a:ext uri="{FF2B5EF4-FFF2-40B4-BE49-F238E27FC236}">
                  <a16:creationId xmlns:a16="http://schemas.microsoft.com/office/drawing/2014/main" id="{278B7674-617B-45E5-B541-8E3E5BE26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376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56" name="Rectangle 256">
              <a:extLst>
                <a:ext uri="{FF2B5EF4-FFF2-40B4-BE49-F238E27FC236}">
                  <a16:creationId xmlns:a16="http://schemas.microsoft.com/office/drawing/2014/main" id="{8B8C3BDD-981A-4FFE-BC80-1C5A15E28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2373"/>
              <a:ext cx="57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57" name="Rectangle 257">
              <a:extLst>
                <a:ext uri="{FF2B5EF4-FFF2-40B4-BE49-F238E27FC236}">
                  <a16:creationId xmlns:a16="http://schemas.microsoft.com/office/drawing/2014/main" id="{1E80DCC9-6120-44AF-A4B4-57BC67300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373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58" name="Rectangle 258">
              <a:extLst>
                <a:ext uri="{FF2B5EF4-FFF2-40B4-BE49-F238E27FC236}">
                  <a16:creationId xmlns:a16="http://schemas.microsoft.com/office/drawing/2014/main" id="{F6E55EBD-0E42-4186-9DCD-2C4CB575A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2877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59" name="Rectangle 259">
              <a:extLst>
                <a:ext uri="{FF2B5EF4-FFF2-40B4-BE49-F238E27FC236}">
                  <a16:creationId xmlns:a16="http://schemas.microsoft.com/office/drawing/2014/main" id="{A84DF855-58BC-42BE-9605-F71B3EF8E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2863"/>
              <a:ext cx="56" cy="135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60" name="Rectangle 260">
              <a:extLst>
                <a:ext uri="{FF2B5EF4-FFF2-40B4-BE49-F238E27FC236}">
                  <a16:creationId xmlns:a16="http://schemas.microsoft.com/office/drawing/2014/main" id="{3B33FA74-7C4B-40CD-A0CF-CE79FDC8C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867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61" name="Rectangle 261">
              <a:extLst>
                <a:ext uri="{FF2B5EF4-FFF2-40B4-BE49-F238E27FC236}">
                  <a16:creationId xmlns:a16="http://schemas.microsoft.com/office/drawing/2014/main" id="{6245798B-A8DA-4E14-AD94-6E907B293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863"/>
              <a:ext cx="56" cy="135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62" name="Rectangle 262">
              <a:extLst>
                <a:ext uri="{FF2B5EF4-FFF2-40B4-BE49-F238E27FC236}">
                  <a16:creationId xmlns:a16="http://schemas.microsoft.com/office/drawing/2014/main" id="{AA16603B-8E01-4790-9CB0-93034AC6F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2842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63" name="Rectangle 263">
              <a:extLst>
                <a:ext uri="{FF2B5EF4-FFF2-40B4-BE49-F238E27FC236}">
                  <a16:creationId xmlns:a16="http://schemas.microsoft.com/office/drawing/2014/main" id="{04F47C41-26D2-4919-BEB4-AA9F199B1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2869"/>
              <a:ext cx="56" cy="135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64" name="Rectangle 264">
              <a:extLst>
                <a:ext uri="{FF2B5EF4-FFF2-40B4-BE49-F238E27FC236}">
                  <a16:creationId xmlns:a16="http://schemas.microsoft.com/office/drawing/2014/main" id="{236D5187-2651-4C19-828D-A8D2C0895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2859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65" name="Rectangle 265">
              <a:extLst>
                <a:ext uri="{FF2B5EF4-FFF2-40B4-BE49-F238E27FC236}">
                  <a16:creationId xmlns:a16="http://schemas.microsoft.com/office/drawing/2014/main" id="{47417B38-3C75-4AB5-8D40-A6B0ACAEC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4" y="2867"/>
              <a:ext cx="57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77066" name="Rectangle 266">
              <a:extLst>
                <a:ext uri="{FF2B5EF4-FFF2-40B4-BE49-F238E27FC236}">
                  <a16:creationId xmlns:a16="http://schemas.microsoft.com/office/drawing/2014/main" id="{A009FCD0-F75D-42B8-8DA8-FCA700328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" y="1357"/>
              <a:ext cx="170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≥1</a:t>
              </a:r>
              <a:endParaRPr kumimoji="1" lang="en-US" altLang="zh-CN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67" name="Rectangle 267">
              <a:extLst>
                <a:ext uri="{FF2B5EF4-FFF2-40B4-BE49-F238E27FC236}">
                  <a16:creationId xmlns:a16="http://schemas.microsoft.com/office/drawing/2014/main" id="{4D482D39-81FF-4C15-A312-C1EEB6B4B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1248"/>
              <a:ext cx="170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≥1</a:t>
              </a:r>
              <a:endParaRPr kumimoji="1" lang="en-US" altLang="zh-CN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68" name="Rectangle 268">
              <a:extLst>
                <a:ext uri="{FF2B5EF4-FFF2-40B4-BE49-F238E27FC236}">
                  <a16:creationId xmlns:a16="http://schemas.microsoft.com/office/drawing/2014/main" id="{9FABAB7D-A1ED-4222-9175-EE2D47485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245"/>
              <a:ext cx="170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≥1</a:t>
              </a:r>
              <a:endParaRPr kumimoji="1" lang="en-US" altLang="zh-CN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69" name="Rectangle 269">
              <a:extLst>
                <a:ext uri="{FF2B5EF4-FFF2-40B4-BE49-F238E27FC236}">
                  <a16:creationId xmlns:a16="http://schemas.microsoft.com/office/drawing/2014/main" id="{38C9CCF1-5EB1-4C03-8116-DEA6E1A15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1248"/>
              <a:ext cx="170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宋体" panose="02010600030101010101" pitchFamily="2" charset="-122"/>
                  <a:ea typeface="宋体" panose="02010600030101010101" pitchFamily="2" charset="-122"/>
                  <a:cs typeface="+mn-cs"/>
                </a:rPr>
                <a:t>≥1</a:t>
              </a:r>
              <a:endParaRPr kumimoji="1" lang="en-US" altLang="zh-CN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70" name="Rectangle 270">
              <a:extLst>
                <a:ext uri="{FF2B5EF4-FFF2-40B4-BE49-F238E27FC236}">
                  <a16:creationId xmlns:a16="http://schemas.microsoft.com/office/drawing/2014/main" id="{68CCE1F2-0DB5-44A4-B694-E7C9E79F9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" y="1412"/>
              <a:ext cx="94" cy="13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77071" name="Rectangle 271">
              <a:extLst>
                <a:ext uri="{FF2B5EF4-FFF2-40B4-BE49-F238E27FC236}">
                  <a16:creationId xmlns:a16="http://schemas.microsoft.com/office/drawing/2014/main" id="{0DC97FF4-C92A-4816-AF95-D4309A1DA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1409"/>
              <a:ext cx="9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77072" name="Rectangle 272">
              <a:extLst>
                <a:ext uri="{FF2B5EF4-FFF2-40B4-BE49-F238E27FC236}">
                  <a16:creationId xmlns:a16="http://schemas.microsoft.com/office/drawing/2014/main" id="{FD06633C-6198-4912-BD00-11D58542C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8" y="1397"/>
              <a:ext cx="9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77073" name="Rectangle 273">
              <a:extLst>
                <a:ext uri="{FF2B5EF4-FFF2-40B4-BE49-F238E27FC236}">
                  <a16:creationId xmlns:a16="http://schemas.microsoft.com/office/drawing/2014/main" id="{27A1D0D3-D29E-44EA-8D6B-4B2E484C9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1409"/>
              <a:ext cx="94" cy="13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77074" name="Line 274">
              <a:extLst>
                <a:ext uri="{FF2B5EF4-FFF2-40B4-BE49-F238E27FC236}">
                  <a16:creationId xmlns:a16="http://schemas.microsoft.com/office/drawing/2014/main" id="{21C10EBB-FD63-4367-897C-CD1B7DF886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0" y="3771"/>
              <a:ext cx="10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075" name="Line 275">
              <a:extLst>
                <a:ext uri="{FF2B5EF4-FFF2-40B4-BE49-F238E27FC236}">
                  <a16:creationId xmlns:a16="http://schemas.microsoft.com/office/drawing/2014/main" id="{63246194-F59D-4914-A23C-3C3C9AB46A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0" y="803"/>
              <a:ext cx="10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76" name="Line 275">
            <a:extLst>
              <a:ext uri="{FF2B5EF4-FFF2-40B4-BE49-F238E27FC236}">
                <a16:creationId xmlns:a16="http://schemas.microsoft.com/office/drawing/2014/main" id="{36A843C3-7F5D-4C56-840E-84467AA66B6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10298" y="1296988"/>
            <a:ext cx="17303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007324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26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26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82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2626" grpId="0" autoUpdateAnimBg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Rectangle 2">
            <a:extLst>
              <a:ext uri="{FF2B5EF4-FFF2-40B4-BE49-F238E27FC236}">
                <a16:creationId xmlns:a16="http://schemas.microsoft.com/office/drawing/2014/main" id="{17853A18-7CD7-41C7-A7B0-0F57A5D548A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5588" y="234950"/>
            <a:ext cx="1550987" cy="569913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1】</a:t>
            </a:r>
          </a:p>
        </p:txBody>
      </p:sp>
      <p:grpSp>
        <p:nvGrpSpPr>
          <p:cNvPr id="283651" name="Group 3">
            <a:extLst>
              <a:ext uri="{FF2B5EF4-FFF2-40B4-BE49-F238E27FC236}">
                <a16:creationId xmlns:a16="http://schemas.microsoft.com/office/drawing/2014/main" id="{4ED54E6E-E07E-4724-8FFC-4B995B0EA4F7}"/>
              </a:ext>
            </a:extLst>
          </p:cNvPr>
          <p:cNvGrpSpPr>
            <a:grpSpLocks/>
          </p:cNvGrpSpPr>
          <p:nvPr/>
        </p:nvGrpSpPr>
        <p:grpSpPr bwMode="auto">
          <a:xfrm>
            <a:off x="5318125" y="1830388"/>
            <a:ext cx="993775" cy="1871662"/>
            <a:chOff x="3262" y="1153"/>
            <a:chExt cx="626" cy="1179"/>
          </a:xfrm>
        </p:grpSpPr>
        <p:sp>
          <p:nvSpPr>
            <p:cNvPr id="77922" name="Line 4">
              <a:extLst>
                <a:ext uri="{FF2B5EF4-FFF2-40B4-BE49-F238E27FC236}">
                  <a16:creationId xmlns:a16="http://schemas.microsoft.com/office/drawing/2014/main" id="{7D6A5E34-48FD-4DC6-8C1B-05FF45E951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2" y="2196"/>
              <a:ext cx="0" cy="1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923" name="Line 5">
              <a:extLst>
                <a:ext uri="{FF2B5EF4-FFF2-40B4-BE49-F238E27FC236}">
                  <a16:creationId xmlns:a16="http://schemas.microsoft.com/office/drawing/2014/main" id="{64F0DE8C-BD6D-4BBA-9B58-01C7DF0B7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2" y="2332"/>
              <a:ext cx="3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924" name="Line 6">
              <a:extLst>
                <a:ext uri="{FF2B5EF4-FFF2-40B4-BE49-F238E27FC236}">
                  <a16:creationId xmlns:a16="http://schemas.microsoft.com/office/drawing/2014/main" id="{A66F44E6-1B6D-4AB1-8E6D-6AC4B9CA9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88" y="1153"/>
              <a:ext cx="0" cy="18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925" name="Line 7">
              <a:extLst>
                <a:ext uri="{FF2B5EF4-FFF2-40B4-BE49-F238E27FC236}">
                  <a16:creationId xmlns:a16="http://schemas.microsoft.com/office/drawing/2014/main" id="{90FA8CF4-A7BA-448F-B565-4F99C097F3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43" y="1153"/>
              <a:ext cx="24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926" name="Line 8">
              <a:extLst>
                <a:ext uri="{FF2B5EF4-FFF2-40B4-BE49-F238E27FC236}">
                  <a16:creationId xmlns:a16="http://schemas.microsoft.com/office/drawing/2014/main" id="{30AFF1DA-10D3-4D6C-A5BF-BA7ABA7784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" y="1153"/>
              <a:ext cx="0" cy="117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83657" name="Group 9">
            <a:extLst>
              <a:ext uri="{FF2B5EF4-FFF2-40B4-BE49-F238E27FC236}">
                <a16:creationId xmlns:a16="http://schemas.microsoft.com/office/drawing/2014/main" id="{F4217609-8A51-4A06-A85D-B72F8A39E493}"/>
              </a:ext>
            </a:extLst>
          </p:cNvPr>
          <p:cNvGrpSpPr>
            <a:grpSpLocks/>
          </p:cNvGrpSpPr>
          <p:nvPr/>
        </p:nvGrpSpPr>
        <p:grpSpPr bwMode="auto">
          <a:xfrm>
            <a:off x="2781300" y="3486150"/>
            <a:ext cx="595313" cy="1944688"/>
            <a:chOff x="1752" y="2196"/>
            <a:chExt cx="375" cy="1225"/>
          </a:xfrm>
        </p:grpSpPr>
        <p:sp>
          <p:nvSpPr>
            <p:cNvPr id="77920" name="Line 10">
              <a:extLst>
                <a:ext uri="{FF2B5EF4-FFF2-40B4-BE49-F238E27FC236}">
                  <a16:creationId xmlns:a16="http://schemas.microsoft.com/office/drawing/2014/main" id="{ADF722B3-8102-4CA9-8906-B208506BB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8" y="2196"/>
              <a:ext cx="0" cy="95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921" name="Rectangle 11">
              <a:extLst>
                <a:ext uri="{FF2B5EF4-FFF2-40B4-BE49-F238E27FC236}">
                  <a16:creationId xmlns:a16="http://schemas.microsoft.com/office/drawing/2014/main" id="{6BBD6DFE-876A-4E5B-8346-E9539B919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3133"/>
              <a:ext cx="375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400" b="1" i="0" u="none" strike="noStrike" kern="1200" cap="none" spc="0" normalizeH="0" baseline="-3000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3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</p:grpSp>
      <p:grpSp>
        <p:nvGrpSpPr>
          <p:cNvPr id="283660" name="Group 12">
            <a:extLst>
              <a:ext uri="{FF2B5EF4-FFF2-40B4-BE49-F238E27FC236}">
                <a16:creationId xmlns:a16="http://schemas.microsoft.com/office/drawing/2014/main" id="{3583EFFB-1522-4EEA-9318-D51DDAD80484}"/>
              </a:ext>
            </a:extLst>
          </p:cNvPr>
          <p:cNvGrpSpPr>
            <a:grpSpLocks/>
          </p:cNvGrpSpPr>
          <p:nvPr/>
        </p:nvGrpSpPr>
        <p:grpSpPr bwMode="auto">
          <a:xfrm>
            <a:off x="3365500" y="912813"/>
            <a:ext cx="5630863" cy="1203325"/>
            <a:chOff x="2032" y="575"/>
            <a:chExt cx="3547" cy="758"/>
          </a:xfrm>
        </p:grpSpPr>
        <p:sp>
          <p:nvSpPr>
            <p:cNvPr id="77912" name="Line 13">
              <a:extLst>
                <a:ext uri="{FF2B5EF4-FFF2-40B4-BE49-F238E27FC236}">
                  <a16:creationId xmlns:a16="http://schemas.microsoft.com/office/drawing/2014/main" id="{4693CB97-D801-4685-8228-8C3341EBDA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3" y="835"/>
              <a:ext cx="0" cy="4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913" name="Line 14">
              <a:extLst>
                <a:ext uri="{FF2B5EF4-FFF2-40B4-BE49-F238E27FC236}">
                  <a16:creationId xmlns:a16="http://schemas.microsoft.com/office/drawing/2014/main" id="{894D6193-C439-4AA3-AA4B-A5ADE45908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6" y="835"/>
              <a:ext cx="0" cy="4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914" name="Line 15">
              <a:extLst>
                <a:ext uri="{FF2B5EF4-FFF2-40B4-BE49-F238E27FC236}">
                  <a16:creationId xmlns:a16="http://schemas.microsoft.com/office/drawing/2014/main" id="{97A473F7-F2B5-41F9-A293-69D33FD2A9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1" y="835"/>
              <a:ext cx="0" cy="4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915" name="Line 16">
              <a:extLst>
                <a:ext uri="{FF2B5EF4-FFF2-40B4-BE49-F238E27FC236}">
                  <a16:creationId xmlns:a16="http://schemas.microsoft.com/office/drawing/2014/main" id="{D229100E-13E5-4FFE-93A1-5017D9737F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9" y="835"/>
              <a:ext cx="0" cy="4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916" name="Text Box 17">
              <a:extLst>
                <a:ext uri="{FF2B5EF4-FFF2-40B4-BE49-F238E27FC236}">
                  <a16:creationId xmlns:a16="http://schemas.microsoft.com/office/drawing/2014/main" id="{7BE371FD-A53C-4F2B-9E40-C9FC895D9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" y="576"/>
              <a:ext cx="271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77917" name="Text Box 18">
              <a:extLst>
                <a:ext uri="{FF2B5EF4-FFF2-40B4-BE49-F238E27FC236}">
                  <a16:creationId xmlns:a16="http://schemas.microsoft.com/office/drawing/2014/main" id="{1A09D2FA-C316-48A6-9D6E-CCA1A53A7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2" y="587"/>
              <a:ext cx="271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77918" name="Text Box 19">
              <a:extLst>
                <a:ext uri="{FF2B5EF4-FFF2-40B4-BE49-F238E27FC236}">
                  <a16:creationId xmlns:a16="http://schemas.microsoft.com/office/drawing/2014/main" id="{CC3A0895-8F86-4A8D-B461-673DD9B6C0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5" y="587"/>
              <a:ext cx="271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</a:p>
          </p:txBody>
        </p:sp>
        <p:sp>
          <p:nvSpPr>
            <p:cNvPr id="77919" name="Text Box 20">
              <a:extLst>
                <a:ext uri="{FF2B5EF4-FFF2-40B4-BE49-F238E27FC236}">
                  <a16:creationId xmlns:a16="http://schemas.microsoft.com/office/drawing/2014/main" id="{985FA98A-812E-4555-923D-6E29AFCED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2" y="575"/>
              <a:ext cx="3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</p:grpSp>
      <p:sp>
        <p:nvSpPr>
          <p:cNvPr id="283669" name="Text Box 21">
            <a:extLst>
              <a:ext uri="{FF2B5EF4-FFF2-40B4-BE49-F238E27FC236}">
                <a16:creationId xmlns:a16="http://schemas.microsoft.com/office/drawing/2014/main" id="{8E595A69-97B4-4596-8E88-7C572FC0E8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2350" y="5648325"/>
            <a:ext cx="7350125" cy="9461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若高位片有“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0”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输入，高位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=1,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禁止低位片。若高位片无“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0”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输入，高位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Y</a:t>
            </a:r>
            <a:r>
              <a:rPr kumimoji="0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S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=0,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低位片工作。</a:t>
            </a:r>
          </a:p>
        </p:txBody>
      </p:sp>
      <p:sp>
        <p:nvSpPr>
          <p:cNvPr id="283670" name="Text Box 22">
            <a:extLst>
              <a:ext uri="{FF2B5EF4-FFF2-40B4-BE49-F238E27FC236}">
                <a16:creationId xmlns:a16="http://schemas.microsoft.com/office/drawing/2014/main" id="{A169E876-37F9-4B2A-B381-D4C50EBA19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50" y="1612900"/>
            <a:ext cx="2565400" cy="45720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输入  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 </a:t>
            </a:r>
            <a:r>
              <a: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400" b="1" i="0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</a:p>
        </p:txBody>
      </p:sp>
      <p:grpSp>
        <p:nvGrpSpPr>
          <p:cNvPr id="283671" name="Group 23">
            <a:extLst>
              <a:ext uri="{FF2B5EF4-FFF2-40B4-BE49-F238E27FC236}">
                <a16:creationId xmlns:a16="http://schemas.microsoft.com/office/drawing/2014/main" id="{25FB8513-BA35-43B5-B64B-5E773F4CF3E3}"/>
              </a:ext>
            </a:extLst>
          </p:cNvPr>
          <p:cNvGrpSpPr>
            <a:grpSpLocks/>
          </p:cNvGrpSpPr>
          <p:nvPr/>
        </p:nvGrpSpPr>
        <p:grpSpPr bwMode="auto">
          <a:xfrm>
            <a:off x="104775" y="2133600"/>
            <a:ext cx="2406650" cy="519113"/>
            <a:chOff x="66" y="1344"/>
            <a:chExt cx="1516" cy="327"/>
          </a:xfrm>
        </p:grpSpPr>
        <p:grpSp>
          <p:nvGrpSpPr>
            <p:cNvPr id="77908" name="Group 24">
              <a:extLst>
                <a:ext uri="{FF2B5EF4-FFF2-40B4-BE49-F238E27FC236}">
                  <a16:creationId xmlns:a16="http://schemas.microsoft.com/office/drawing/2014/main" id="{3FDBA9FD-9E1B-4BAD-8CA8-3DC4B9FE93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" y="1344"/>
              <a:ext cx="621" cy="327"/>
              <a:chOff x="260" y="2270"/>
              <a:chExt cx="621" cy="327"/>
            </a:xfrm>
          </p:grpSpPr>
          <p:sp>
            <p:nvSpPr>
              <p:cNvPr id="77910" name="Text Box 25">
                <a:extLst>
                  <a:ext uri="{FF2B5EF4-FFF2-40B4-BE49-F238E27FC236}">
                    <a16:creationId xmlns:a16="http://schemas.microsoft.com/office/drawing/2014/main" id="{4C62B832-617D-4AE4-9E50-C7DEA95C88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" y="2270"/>
                <a:ext cx="62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=0</a:t>
                </a:r>
              </a:p>
            </p:txBody>
          </p:sp>
          <p:sp>
            <p:nvSpPr>
              <p:cNvPr id="77911" name="Line 26">
                <a:extLst>
                  <a:ext uri="{FF2B5EF4-FFF2-40B4-BE49-F238E27FC236}">
                    <a16:creationId xmlns:a16="http://schemas.microsoft.com/office/drawing/2014/main" id="{7AA0F9AB-12E9-4C1A-BA86-A0CD4F3419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" y="2315"/>
                <a:ext cx="9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7909" name="Text Box 27">
              <a:extLst>
                <a:ext uri="{FF2B5EF4-FFF2-40B4-BE49-F238E27FC236}">
                  <a16:creationId xmlns:a16="http://schemas.microsoft.com/office/drawing/2014/main" id="{E035E56E-7DFA-4D10-9EAD-AA9149422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" y="1367"/>
              <a:ext cx="938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1   1   1   1</a:t>
              </a:r>
            </a:p>
          </p:txBody>
        </p:sp>
      </p:grpSp>
      <p:grpSp>
        <p:nvGrpSpPr>
          <p:cNvPr id="283676" name="Group 28">
            <a:extLst>
              <a:ext uri="{FF2B5EF4-FFF2-40B4-BE49-F238E27FC236}">
                <a16:creationId xmlns:a16="http://schemas.microsoft.com/office/drawing/2014/main" id="{4230064E-4B9F-4D80-8B47-F01AB25DBD97}"/>
              </a:ext>
            </a:extLst>
          </p:cNvPr>
          <p:cNvGrpSpPr>
            <a:grpSpLocks/>
          </p:cNvGrpSpPr>
          <p:nvPr/>
        </p:nvGrpSpPr>
        <p:grpSpPr bwMode="auto">
          <a:xfrm>
            <a:off x="104775" y="2649538"/>
            <a:ext cx="2406650" cy="519112"/>
            <a:chOff x="66" y="1344"/>
            <a:chExt cx="1516" cy="327"/>
          </a:xfrm>
        </p:grpSpPr>
        <p:grpSp>
          <p:nvGrpSpPr>
            <p:cNvPr id="77904" name="Group 29">
              <a:extLst>
                <a:ext uri="{FF2B5EF4-FFF2-40B4-BE49-F238E27FC236}">
                  <a16:creationId xmlns:a16="http://schemas.microsoft.com/office/drawing/2014/main" id="{FBFF3F81-7E5F-419A-ADCB-9F12695FC9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" y="1344"/>
              <a:ext cx="621" cy="327"/>
              <a:chOff x="260" y="2270"/>
              <a:chExt cx="621" cy="327"/>
            </a:xfrm>
          </p:grpSpPr>
          <p:sp>
            <p:nvSpPr>
              <p:cNvPr id="77906" name="Text Box 30">
                <a:extLst>
                  <a:ext uri="{FF2B5EF4-FFF2-40B4-BE49-F238E27FC236}">
                    <a16:creationId xmlns:a16="http://schemas.microsoft.com/office/drawing/2014/main" id="{C5AE1292-F405-48FD-B04D-A46C17F5A8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" y="2270"/>
                <a:ext cx="62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=0</a:t>
                </a:r>
              </a:p>
            </p:txBody>
          </p:sp>
          <p:sp>
            <p:nvSpPr>
              <p:cNvPr id="77907" name="Line 31">
                <a:extLst>
                  <a:ext uri="{FF2B5EF4-FFF2-40B4-BE49-F238E27FC236}">
                    <a16:creationId xmlns:a16="http://schemas.microsoft.com/office/drawing/2014/main" id="{E5505845-8B3B-4311-A959-AF42D93D52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" y="2315"/>
                <a:ext cx="9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7905" name="Text Box 32">
              <a:extLst>
                <a:ext uri="{FF2B5EF4-FFF2-40B4-BE49-F238E27FC236}">
                  <a16:creationId xmlns:a16="http://schemas.microsoft.com/office/drawing/2014/main" id="{4D91A845-208D-427B-A0AF-069444C125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" y="1367"/>
              <a:ext cx="938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1   1   1   0</a:t>
              </a:r>
            </a:p>
          </p:txBody>
        </p:sp>
      </p:grpSp>
      <p:grpSp>
        <p:nvGrpSpPr>
          <p:cNvPr id="283681" name="Group 33">
            <a:extLst>
              <a:ext uri="{FF2B5EF4-FFF2-40B4-BE49-F238E27FC236}">
                <a16:creationId xmlns:a16="http://schemas.microsoft.com/office/drawing/2014/main" id="{011208F7-AEC1-44E9-AE38-1FE409EAFE72}"/>
              </a:ext>
            </a:extLst>
          </p:cNvPr>
          <p:cNvGrpSpPr>
            <a:grpSpLocks/>
          </p:cNvGrpSpPr>
          <p:nvPr/>
        </p:nvGrpSpPr>
        <p:grpSpPr bwMode="auto">
          <a:xfrm>
            <a:off x="104775" y="3687763"/>
            <a:ext cx="2406650" cy="519112"/>
            <a:chOff x="66" y="1344"/>
            <a:chExt cx="1516" cy="327"/>
          </a:xfrm>
        </p:grpSpPr>
        <p:grpSp>
          <p:nvGrpSpPr>
            <p:cNvPr id="77900" name="Group 34">
              <a:extLst>
                <a:ext uri="{FF2B5EF4-FFF2-40B4-BE49-F238E27FC236}">
                  <a16:creationId xmlns:a16="http://schemas.microsoft.com/office/drawing/2014/main" id="{50D91C05-9058-4A1F-AF02-AA635AADD7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" y="1344"/>
              <a:ext cx="621" cy="327"/>
              <a:chOff x="260" y="2270"/>
              <a:chExt cx="621" cy="327"/>
            </a:xfrm>
          </p:grpSpPr>
          <p:sp>
            <p:nvSpPr>
              <p:cNvPr id="77902" name="Text Box 35">
                <a:extLst>
                  <a:ext uri="{FF2B5EF4-FFF2-40B4-BE49-F238E27FC236}">
                    <a16:creationId xmlns:a16="http://schemas.microsoft.com/office/drawing/2014/main" id="{66FB87A4-292E-4349-832B-C801C742E7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" y="2270"/>
                <a:ext cx="62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=0</a:t>
                </a:r>
              </a:p>
            </p:txBody>
          </p:sp>
          <p:sp>
            <p:nvSpPr>
              <p:cNvPr id="77903" name="Line 36">
                <a:extLst>
                  <a:ext uri="{FF2B5EF4-FFF2-40B4-BE49-F238E27FC236}">
                    <a16:creationId xmlns:a16="http://schemas.microsoft.com/office/drawing/2014/main" id="{F42451E2-CBBE-4D69-9187-27F26FBA77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" y="2315"/>
                <a:ext cx="9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7901" name="Text Box 37">
              <a:extLst>
                <a:ext uri="{FF2B5EF4-FFF2-40B4-BE49-F238E27FC236}">
                  <a16:creationId xmlns:a16="http://schemas.microsoft.com/office/drawing/2014/main" id="{5DA13513-56AC-44AE-8E6A-5EC5F286A5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" y="1367"/>
              <a:ext cx="938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1   0   0   0</a:t>
              </a:r>
            </a:p>
          </p:txBody>
        </p:sp>
      </p:grpSp>
      <p:grpSp>
        <p:nvGrpSpPr>
          <p:cNvPr id="283686" name="Group 38">
            <a:extLst>
              <a:ext uri="{FF2B5EF4-FFF2-40B4-BE49-F238E27FC236}">
                <a16:creationId xmlns:a16="http://schemas.microsoft.com/office/drawing/2014/main" id="{7D666AFC-C03C-45D6-9BA3-937059EB0CC7}"/>
              </a:ext>
            </a:extLst>
          </p:cNvPr>
          <p:cNvGrpSpPr>
            <a:grpSpLocks/>
          </p:cNvGrpSpPr>
          <p:nvPr/>
        </p:nvGrpSpPr>
        <p:grpSpPr bwMode="auto">
          <a:xfrm>
            <a:off x="87313" y="4152900"/>
            <a:ext cx="2406650" cy="519113"/>
            <a:chOff x="66" y="2789"/>
            <a:chExt cx="1516" cy="327"/>
          </a:xfrm>
        </p:grpSpPr>
        <p:grpSp>
          <p:nvGrpSpPr>
            <p:cNvPr id="77896" name="Group 39">
              <a:extLst>
                <a:ext uri="{FF2B5EF4-FFF2-40B4-BE49-F238E27FC236}">
                  <a16:creationId xmlns:a16="http://schemas.microsoft.com/office/drawing/2014/main" id="{E6EF752B-3C54-4E84-A75A-C21493E671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" y="2789"/>
              <a:ext cx="621" cy="327"/>
              <a:chOff x="66" y="2789"/>
              <a:chExt cx="621" cy="327"/>
            </a:xfrm>
          </p:grpSpPr>
          <p:sp>
            <p:nvSpPr>
              <p:cNvPr id="77898" name="Text Box 40">
                <a:extLst>
                  <a:ext uri="{FF2B5EF4-FFF2-40B4-BE49-F238E27FC236}">
                    <a16:creationId xmlns:a16="http://schemas.microsoft.com/office/drawing/2014/main" id="{F6332782-4AB7-49B7-B3A3-4407A44493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" y="2789"/>
                <a:ext cx="62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8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=0</a:t>
                </a:r>
              </a:p>
            </p:txBody>
          </p:sp>
          <p:sp>
            <p:nvSpPr>
              <p:cNvPr id="77899" name="Line 41">
                <a:extLst>
                  <a:ext uri="{FF2B5EF4-FFF2-40B4-BE49-F238E27FC236}">
                    <a16:creationId xmlns:a16="http://schemas.microsoft.com/office/drawing/2014/main" id="{F624C457-01F8-403C-BAED-A01EBDFC8F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2" y="2834"/>
                <a:ext cx="9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7897" name="Text Box 42">
              <a:extLst>
                <a:ext uri="{FF2B5EF4-FFF2-40B4-BE49-F238E27FC236}">
                  <a16:creationId xmlns:a16="http://schemas.microsoft.com/office/drawing/2014/main" id="{A5F02705-59D0-45C9-8E0A-79109A42EC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" y="2812"/>
              <a:ext cx="938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0   1   1   1</a:t>
              </a:r>
            </a:p>
          </p:txBody>
        </p:sp>
      </p:grpSp>
      <p:grpSp>
        <p:nvGrpSpPr>
          <p:cNvPr id="283691" name="Group 43">
            <a:extLst>
              <a:ext uri="{FF2B5EF4-FFF2-40B4-BE49-F238E27FC236}">
                <a16:creationId xmlns:a16="http://schemas.microsoft.com/office/drawing/2014/main" id="{E2F51AA7-6C01-479A-935E-30BB21D45C3C}"/>
              </a:ext>
            </a:extLst>
          </p:cNvPr>
          <p:cNvGrpSpPr>
            <a:grpSpLocks/>
          </p:cNvGrpSpPr>
          <p:nvPr/>
        </p:nvGrpSpPr>
        <p:grpSpPr bwMode="auto">
          <a:xfrm>
            <a:off x="69850" y="4943475"/>
            <a:ext cx="2406650" cy="519113"/>
            <a:chOff x="66" y="2789"/>
            <a:chExt cx="1516" cy="327"/>
          </a:xfrm>
        </p:grpSpPr>
        <p:grpSp>
          <p:nvGrpSpPr>
            <p:cNvPr id="77892" name="Group 44">
              <a:extLst>
                <a:ext uri="{FF2B5EF4-FFF2-40B4-BE49-F238E27FC236}">
                  <a16:creationId xmlns:a16="http://schemas.microsoft.com/office/drawing/2014/main" id="{653BBEDE-B991-4E0F-976D-83DD4DBBE4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" y="2789"/>
              <a:ext cx="621" cy="327"/>
              <a:chOff x="66" y="2789"/>
              <a:chExt cx="621" cy="327"/>
            </a:xfrm>
          </p:grpSpPr>
          <p:sp>
            <p:nvSpPr>
              <p:cNvPr id="77894" name="Text Box 45">
                <a:extLst>
                  <a:ext uri="{FF2B5EF4-FFF2-40B4-BE49-F238E27FC236}">
                    <a16:creationId xmlns:a16="http://schemas.microsoft.com/office/drawing/2014/main" id="{478DC895-8DA2-416B-8FAF-2978E30C6B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" y="2789"/>
                <a:ext cx="621" cy="327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r>
                  <a:rPr kumimoji="1" lang="en-US" altLang="zh-CN" sz="28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15</a:t>
                </a: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=0</a:t>
                </a:r>
              </a:p>
            </p:txBody>
          </p:sp>
          <p:sp>
            <p:nvSpPr>
              <p:cNvPr id="77895" name="Line 46">
                <a:extLst>
                  <a:ext uri="{FF2B5EF4-FFF2-40B4-BE49-F238E27FC236}">
                    <a16:creationId xmlns:a16="http://schemas.microsoft.com/office/drawing/2014/main" id="{FA684160-786F-4DB5-8531-97A9297E82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2" y="2834"/>
                <a:ext cx="9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7893" name="Text Box 47">
              <a:extLst>
                <a:ext uri="{FF2B5EF4-FFF2-40B4-BE49-F238E27FC236}">
                  <a16:creationId xmlns:a16="http://schemas.microsoft.com/office/drawing/2014/main" id="{7E3673C1-F04D-46FB-9C1F-08A799FF7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" y="2812"/>
              <a:ext cx="938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0   0   0   0</a:t>
              </a:r>
            </a:p>
          </p:txBody>
        </p:sp>
      </p:grpSp>
      <p:grpSp>
        <p:nvGrpSpPr>
          <p:cNvPr id="283696" name="Group 48">
            <a:extLst>
              <a:ext uri="{FF2B5EF4-FFF2-40B4-BE49-F238E27FC236}">
                <a16:creationId xmlns:a16="http://schemas.microsoft.com/office/drawing/2014/main" id="{4D14F230-B257-4D40-B445-9831E402F69B}"/>
              </a:ext>
            </a:extLst>
          </p:cNvPr>
          <p:cNvGrpSpPr>
            <a:grpSpLocks/>
          </p:cNvGrpSpPr>
          <p:nvPr/>
        </p:nvGrpSpPr>
        <p:grpSpPr bwMode="auto">
          <a:xfrm>
            <a:off x="2760663" y="1828800"/>
            <a:ext cx="215900" cy="268288"/>
            <a:chOff x="1739" y="1152"/>
            <a:chExt cx="136" cy="169"/>
          </a:xfrm>
        </p:grpSpPr>
        <p:sp>
          <p:nvSpPr>
            <p:cNvPr id="77890" name="Line 49">
              <a:extLst>
                <a:ext uri="{FF2B5EF4-FFF2-40B4-BE49-F238E27FC236}">
                  <a16:creationId xmlns:a16="http://schemas.microsoft.com/office/drawing/2014/main" id="{0C96BD60-9143-41A2-B97E-14BC523EE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7" y="1163"/>
              <a:ext cx="0" cy="15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91" name="Line 50">
              <a:extLst>
                <a:ext uri="{FF2B5EF4-FFF2-40B4-BE49-F238E27FC236}">
                  <a16:creationId xmlns:a16="http://schemas.microsoft.com/office/drawing/2014/main" id="{9D5210ED-8A13-49B4-B593-87CCCBBF7D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9" y="1152"/>
              <a:ext cx="1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283699" name="Text Box 51">
            <a:extLst>
              <a:ext uri="{FF2B5EF4-FFF2-40B4-BE49-F238E27FC236}">
                <a16:creationId xmlns:a16="http://schemas.microsoft.com/office/drawing/2014/main" id="{86376FFC-C40B-4990-B53D-6BBF4202D4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000" y="268288"/>
            <a:ext cx="659765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将 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8 - 3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优先编码器扩展为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16-4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优先编码器</a:t>
            </a:r>
          </a:p>
        </p:txBody>
      </p:sp>
      <p:grpSp>
        <p:nvGrpSpPr>
          <p:cNvPr id="283700" name="Group 52">
            <a:extLst>
              <a:ext uri="{FF2B5EF4-FFF2-40B4-BE49-F238E27FC236}">
                <a16:creationId xmlns:a16="http://schemas.microsoft.com/office/drawing/2014/main" id="{4299BA01-14A5-4410-BB9B-D71F908A4CA8}"/>
              </a:ext>
            </a:extLst>
          </p:cNvPr>
          <p:cNvGrpSpPr>
            <a:grpSpLocks/>
          </p:cNvGrpSpPr>
          <p:nvPr/>
        </p:nvGrpSpPr>
        <p:grpSpPr bwMode="auto">
          <a:xfrm>
            <a:off x="2708275" y="2117725"/>
            <a:ext cx="2911475" cy="1368425"/>
            <a:chOff x="1706" y="1334"/>
            <a:chExt cx="1834" cy="862"/>
          </a:xfrm>
        </p:grpSpPr>
        <p:sp>
          <p:nvSpPr>
            <p:cNvPr id="77879" name="Rectangle 53">
              <a:extLst>
                <a:ext uri="{FF2B5EF4-FFF2-40B4-BE49-F238E27FC236}">
                  <a16:creationId xmlns:a16="http://schemas.microsoft.com/office/drawing/2014/main" id="{72A9DE1A-D479-4B10-8D50-2C65A3429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6" y="1334"/>
              <a:ext cx="1769" cy="86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80" name="Line 54">
              <a:extLst>
                <a:ext uri="{FF2B5EF4-FFF2-40B4-BE49-F238E27FC236}">
                  <a16:creationId xmlns:a16="http://schemas.microsoft.com/office/drawing/2014/main" id="{02A6B6BD-BAF5-4AB5-97EC-B7A5BCE34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4" y="1391"/>
              <a:ext cx="160" cy="1"/>
            </a:xfrm>
            <a:prstGeom prst="line">
              <a:avLst/>
            </a:prstGeom>
            <a:noFill/>
            <a:ln w="14288">
              <a:solidFill>
                <a:srgbClr val="65A9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81" name="Rectangle 55">
              <a:extLst>
                <a:ext uri="{FF2B5EF4-FFF2-40B4-BE49-F238E27FC236}">
                  <a16:creationId xmlns:a16="http://schemas.microsoft.com/office/drawing/2014/main" id="{0BB31BA7-4847-42E4-A5E6-D017B9294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" y="1389"/>
              <a:ext cx="237" cy="2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82" name="Rectangle 56">
              <a:extLst>
                <a:ext uri="{FF2B5EF4-FFF2-40B4-BE49-F238E27FC236}">
                  <a16:creationId xmlns:a16="http://schemas.microsoft.com/office/drawing/2014/main" id="{2CC8B910-1466-4110-9FBF-3F0CC66B6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1878"/>
              <a:ext cx="319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4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2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77883" name="Rectangle 57">
              <a:extLst>
                <a:ext uri="{FF2B5EF4-FFF2-40B4-BE49-F238E27FC236}">
                  <a16:creationId xmlns:a16="http://schemas.microsoft.com/office/drawing/2014/main" id="{A0AB29AD-8F0D-4776-8C39-281336AC1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1878"/>
              <a:ext cx="375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400" b="1" i="0" u="none" strike="noStrike" kern="1200" cap="none" spc="0" normalizeH="0" baseline="-3000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77884" name="Rectangle 58">
              <a:extLst>
                <a:ext uri="{FF2B5EF4-FFF2-40B4-BE49-F238E27FC236}">
                  <a16:creationId xmlns:a16="http://schemas.microsoft.com/office/drawing/2014/main" id="{62F6B524-AD64-46E9-96CB-59977E1B8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878"/>
              <a:ext cx="319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4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77885" name="Rectangle 59">
              <a:extLst>
                <a:ext uri="{FF2B5EF4-FFF2-40B4-BE49-F238E27FC236}">
                  <a16:creationId xmlns:a16="http://schemas.microsoft.com/office/drawing/2014/main" id="{5D461450-0080-47BE-9BCB-9C17E947B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878"/>
              <a:ext cx="326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24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S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77886" name="Rectangle 60">
              <a:extLst>
                <a:ext uri="{FF2B5EF4-FFF2-40B4-BE49-F238E27FC236}">
                  <a16:creationId xmlns:a16="http://schemas.microsoft.com/office/drawing/2014/main" id="{CAE009AF-E308-488E-84BF-CA126207A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1878"/>
              <a:ext cx="432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24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EX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77887" name="Text Box 61">
              <a:extLst>
                <a:ext uri="{FF2B5EF4-FFF2-40B4-BE49-F238E27FC236}">
                  <a16:creationId xmlns:a16="http://schemas.microsoft.com/office/drawing/2014/main" id="{920BF23D-429D-46C7-A56F-93C0316F3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0" y="1379"/>
              <a:ext cx="1225" cy="231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dist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7 6 5 4 3 2 1 0</a:t>
              </a:r>
            </a:p>
          </p:txBody>
        </p:sp>
        <p:sp>
          <p:nvSpPr>
            <p:cNvPr id="77888" name="Text Box 62">
              <a:extLst>
                <a:ext uri="{FF2B5EF4-FFF2-40B4-BE49-F238E27FC236}">
                  <a16:creationId xmlns:a16="http://schemas.microsoft.com/office/drawing/2014/main" id="{B9B44721-B60F-4895-B871-B05F2A3DA2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9" y="1614"/>
              <a:ext cx="1332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148(2)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89" name="Line 63">
              <a:extLst>
                <a:ext uri="{FF2B5EF4-FFF2-40B4-BE49-F238E27FC236}">
                  <a16:creationId xmlns:a16="http://schemas.microsoft.com/office/drawing/2014/main" id="{6B206A4F-3BE2-4D90-BC4D-7911F967F3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4" y="1920"/>
              <a:ext cx="163" cy="0"/>
            </a:xfrm>
            <a:prstGeom prst="line">
              <a:avLst/>
            </a:prstGeom>
            <a:noFill/>
            <a:ln w="38100">
              <a:solidFill>
                <a:srgbClr val="65A9D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83712" name="Group 64">
            <a:extLst>
              <a:ext uri="{FF2B5EF4-FFF2-40B4-BE49-F238E27FC236}">
                <a16:creationId xmlns:a16="http://schemas.microsoft.com/office/drawing/2014/main" id="{E9D3D01C-B9DD-44DD-88D1-08511C3DFFA7}"/>
              </a:ext>
            </a:extLst>
          </p:cNvPr>
          <p:cNvGrpSpPr>
            <a:grpSpLocks/>
          </p:cNvGrpSpPr>
          <p:nvPr/>
        </p:nvGrpSpPr>
        <p:grpSpPr bwMode="auto">
          <a:xfrm>
            <a:off x="6115050" y="2117725"/>
            <a:ext cx="2890838" cy="1368425"/>
            <a:chOff x="3852" y="1334"/>
            <a:chExt cx="1821" cy="862"/>
          </a:xfrm>
        </p:grpSpPr>
        <p:sp>
          <p:nvSpPr>
            <p:cNvPr id="77868" name="Rectangle 65">
              <a:extLst>
                <a:ext uri="{FF2B5EF4-FFF2-40B4-BE49-F238E27FC236}">
                  <a16:creationId xmlns:a16="http://schemas.microsoft.com/office/drawing/2014/main" id="{D9226F9E-A2BB-4C40-A032-EA113D3EA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1334"/>
              <a:ext cx="1769" cy="86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69" name="Line 66">
              <a:extLst>
                <a:ext uri="{FF2B5EF4-FFF2-40B4-BE49-F238E27FC236}">
                  <a16:creationId xmlns:a16="http://schemas.microsoft.com/office/drawing/2014/main" id="{FB0DB43C-D2AB-4857-B9DB-2F5DFC3D8E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9" y="1390"/>
              <a:ext cx="160" cy="1"/>
            </a:xfrm>
            <a:prstGeom prst="line">
              <a:avLst/>
            </a:prstGeom>
            <a:noFill/>
            <a:ln w="14288">
              <a:solidFill>
                <a:srgbClr val="65A9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70" name="Rectangle 67">
              <a:extLst>
                <a:ext uri="{FF2B5EF4-FFF2-40B4-BE49-F238E27FC236}">
                  <a16:creationId xmlns:a16="http://schemas.microsoft.com/office/drawing/2014/main" id="{F0E0DF8E-6EE2-46A2-AA8A-5B15BB3CA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394"/>
              <a:ext cx="237" cy="2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ST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71" name="Rectangle 68">
              <a:extLst>
                <a:ext uri="{FF2B5EF4-FFF2-40B4-BE49-F238E27FC236}">
                  <a16:creationId xmlns:a16="http://schemas.microsoft.com/office/drawing/2014/main" id="{F866782F-DE6D-400B-BF4D-93F6DF6B4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1878"/>
              <a:ext cx="319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400" b="1" i="0" u="none" strike="noStrike" kern="1200" cap="none" spc="0" normalizeH="0" baseline="-3000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2</a:t>
              </a:r>
              <a:endPara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77872" name="Rectangle 69">
              <a:extLst>
                <a:ext uri="{FF2B5EF4-FFF2-40B4-BE49-F238E27FC236}">
                  <a16:creationId xmlns:a16="http://schemas.microsoft.com/office/drawing/2014/main" id="{9062D416-15F4-46AB-A8FE-388B9956E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1878"/>
              <a:ext cx="375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400" b="1" i="0" u="none" strike="noStrike" kern="1200" cap="none" spc="0" normalizeH="0" baseline="-3000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1</a:t>
              </a: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77873" name="Rectangle 70">
              <a:extLst>
                <a:ext uri="{FF2B5EF4-FFF2-40B4-BE49-F238E27FC236}">
                  <a16:creationId xmlns:a16="http://schemas.microsoft.com/office/drawing/2014/main" id="{2606723F-30F1-48C7-9E23-8A750E6FF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9" y="1878"/>
              <a:ext cx="319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A</a:t>
              </a:r>
              <a:r>
                <a:rPr kumimoji="0" lang="en-US" altLang="zh-CN" sz="24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0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77874" name="Rectangle 71">
              <a:extLst>
                <a:ext uri="{FF2B5EF4-FFF2-40B4-BE49-F238E27FC236}">
                  <a16:creationId xmlns:a16="http://schemas.microsoft.com/office/drawing/2014/main" id="{D5E7D509-C9EB-405F-90AD-EFD4F3E2D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7" y="1878"/>
              <a:ext cx="326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24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S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77875" name="Text Box 72">
              <a:extLst>
                <a:ext uri="{FF2B5EF4-FFF2-40B4-BE49-F238E27FC236}">
                  <a16:creationId xmlns:a16="http://schemas.microsoft.com/office/drawing/2014/main" id="{629E68F8-0ECA-45BD-8EB2-A717C0039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96" y="1379"/>
              <a:ext cx="1225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dist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  <a:cs typeface="+mn-cs"/>
                </a:rPr>
                <a:t>7 6 5 4 3 2 1 0</a:t>
              </a:r>
            </a:p>
          </p:txBody>
        </p:sp>
        <p:sp>
          <p:nvSpPr>
            <p:cNvPr id="77876" name="Text Box 73">
              <a:extLst>
                <a:ext uri="{FF2B5EF4-FFF2-40B4-BE49-F238E27FC236}">
                  <a16:creationId xmlns:a16="http://schemas.microsoft.com/office/drawing/2014/main" id="{E65A88C3-224B-4B05-B10B-6C7AB0B2CA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9" y="1648"/>
              <a:ext cx="1332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148(1)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877" name="Rectangle 74">
              <a:extLst>
                <a:ext uri="{FF2B5EF4-FFF2-40B4-BE49-F238E27FC236}">
                  <a16:creationId xmlns:a16="http://schemas.microsoft.com/office/drawing/2014/main" id="{E5AEC781-CC32-4927-B503-C75643FCA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890"/>
              <a:ext cx="432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Y</a:t>
              </a:r>
              <a:r>
                <a:rPr kumimoji="0" lang="en-US" altLang="zh-CN" sz="2400" b="1" i="0" u="none" strike="noStrike" kern="1200" cap="none" spc="0" normalizeH="0" baseline="-30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ea typeface="宋体" panose="02010600030101010101" pitchFamily="2" charset="-122"/>
                  <a:cs typeface="Times New Roman" panose="02020603050405020304" pitchFamily="18" charset="0"/>
                </a:rPr>
                <a:t>EX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77878" name="Line 75">
              <a:extLst>
                <a:ext uri="{FF2B5EF4-FFF2-40B4-BE49-F238E27FC236}">
                  <a16:creationId xmlns:a16="http://schemas.microsoft.com/office/drawing/2014/main" id="{92D513C0-45D8-4007-ADE4-484186E93F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1" y="1942"/>
              <a:ext cx="163" cy="0"/>
            </a:xfrm>
            <a:prstGeom prst="line">
              <a:avLst/>
            </a:prstGeom>
            <a:noFill/>
            <a:ln w="38100">
              <a:solidFill>
                <a:srgbClr val="65A9D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83724" name="Group 76">
            <a:extLst>
              <a:ext uri="{FF2B5EF4-FFF2-40B4-BE49-F238E27FC236}">
                <a16:creationId xmlns:a16="http://schemas.microsoft.com/office/drawing/2014/main" id="{27C8A2C6-2200-42AE-B727-1B51909AB368}"/>
              </a:ext>
            </a:extLst>
          </p:cNvPr>
          <p:cNvGrpSpPr>
            <a:grpSpLocks/>
          </p:cNvGrpSpPr>
          <p:nvPr/>
        </p:nvGrpSpPr>
        <p:grpSpPr bwMode="auto">
          <a:xfrm>
            <a:off x="3395663" y="3474575"/>
            <a:ext cx="4932362" cy="1970088"/>
            <a:chOff x="2139" y="2196"/>
            <a:chExt cx="3107" cy="1241"/>
          </a:xfrm>
        </p:grpSpPr>
        <p:grpSp>
          <p:nvGrpSpPr>
            <p:cNvPr id="77842" name="Group 77">
              <a:extLst>
                <a:ext uri="{FF2B5EF4-FFF2-40B4-BE49-F238E27FC236}">
                  <a16:creationId xmlns:a16="http://schemas.microsoft.com/office/drawing/2014/main" id="{A4CA21CB-FC58-4BCB-B630-B7E4AD5BF5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9" y="2196"/>
              <a:ext cx="3107" cy="1241"/>
              <a:chOff x="2139" y="2196"/>
              <a:chExt cx="3107" cy="1241"/>
            </a:xfrm>
          </p:grpSpPr>
          <p:grpSp>
            <p:nvGrpSpPr>
              <p:cNvPr id="77846" name="Group 78">
                <a:extLst>
                  <a:ext uri="{FF2B5EF4-FFF2-40B4-BE49-F238E27FC236}">
                    <a16:creationId xmlns:a16="http://schemas.microsoft.com/office/drawing/2014/main" id="{3DE7CEEA-4216-4673-ADF5-7762493421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96" y="2196"/>
                <a:ext cx="2950" cy="499"/>
                <a:chOff x="1779" y="2264"/>
                <a:chExt cx="3402" cy="499"/>
              </a:xfrm>
            </p:grpSpPr>
            <p:sp>
              <p:nvSpPr>
                <p:cNvPr id="77856" name="Line 79">
                  <a:extLst>
                    <a:ext uri="{FF2B5EF4-FFF2-40B4-BE49-F238E27FC236}">
                      <a16:creationId xmlns:a16="http://schemas.microsoft.com/office/drawing/2014/main" id="{D2CE138F-9880-4217-85FB-A8F6EF713D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79" y="2264"/>
                  <a:ext cx="0" cy="499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57" name="Line 80">
                  <a:extLst>
                    <a:ext uri="{FF2B5EF4-FFF2-40B4-BE49-F238E27FC236}">
                      <a16:creationId xmlns:a16="http://schemas.microsoft.com/office/drawing/2014/main" id="{812A88DD-893F-43EB-9423-E2BEA9249B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2" y="2264"/>
                  <a:ext cx="0" cy="499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58" name="Line 81">
                  <a:extLst>
                    <a:ext uri="{FF2B5EF4-FFF2-40B4-BE49-F238E27FC236}">
                      <a16:creationId xmlns:a16="http://schemas.microsoft.com/office/drawing/2014/main" id="{FD142E20-D7E7-453D-898F-C0DD75580B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6" y="2264"/>
                  <a:ext cx="0" cy="499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59" name="Line 82">
                  <a:extLst>
                    <a:ext uri="{FF2B5EF4-FFF2-40B4-BE49-F238E27FC236}">
                      <a16:creationId xmlns:a16="http://schemas.microsoft.com/office/drawing/2014/main" id="{F8D69F1A-682B-4566-8C8C-E4509E8AD6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00" y="2264"/>
                  <a:ext cx="0" cy="22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60" name="Line 83">
                  <a:extLst>
                    <a:ext uri="{FF2B5EF4-FFF2-40B4-BE49-F238E27FC236}">
                      <a16:creationId xmlns:a16="http://schemas.microsoft.com/office/drawing/2014/main" id="{1079F6B7-B2A3-41FF-87D6-397ED41B49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18" y="2264"/>
                  <a:ext cx="0" cy="31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61" name="Line 84">
                  <a:extLst>
                    <a:ext uri="{FF2B5EF4-FFF2-40B4-BE49-F238E27FC236}">
                      <a16:creationId xmlns:a16="http://schemas.microsoft.com/office/drawing/2014/main" id="{F7580ED5-A52B-4981-936F-E757D936B5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181" y="2264"/>
                  <a:ext cx="0" cy="40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62" name="Line 85">
                  <a:extLst>
                    <a:ext uri="{FF2B5EF4-FFF2-40B4-BE49-F238E27FC236}">
                      <a16:creationId xmlns:a16="http://schemas.microsoft.com/office/drawing/2014/main" id="{CAA9397C-A53A-4C59-80DA-DD894334A7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22" y="2672"/>
                  <a:ext cx="235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63" name="Line 86">
                  <a:extLst>
                    <a:ext uri="{FF2B5EF4-FFF2-40B4-BE49-F238E27FC236}">
                      <a16:creationId xmlns:a16="http://schemas.microsoft.com/office/drawing/2014/main" id="{01958B23-A8FA-4B0E-A4A7-4EB1D4E8C3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22" y="2672"/>
                  <a:ext cx="0" cy="9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64" name="Line 87">
                  <a:extLst>
                    <a:ext uri="{FF2B5EF4-FFF2-40B4-BE49-F238E27FC236}">
                      <a16:creationId xmlns:a16="http://schemas.microsoft.com/office/drawing/2014/main" id="{579706E6-3436-463F-A607-A4EDE6978B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69" y="2581"/>
                  <a:ext cx="244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65" name="Line 88">
                  <a:extLst>
                    <a:ext uri="{FF2B5EF4-FFF2-40B4-BE49-F238E27FC236}">
                      <a16:creationId xmlns:a16="http://schemas.microsoft.com/office/drawing/2014/main" id="{E922F30F-6680-49D0-BF8A-2BFA9C992D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69" y="2581"/>
                  <a:ext cx="0" cy="18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66" name="Line 89">
                  <a:extLst>
                    <a:ext uri="{FF2B5EF4-FFF2-40B4-BE49-F238E27FC236}">
                      <a16:creationId xmlns:a16="http://schemas.microsoft.com/office/drawing/2014/main" id="{77A10C0D-F29F-4696-B250-DEB23B991C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15" y="2491"/>
                  <a:ext cx="258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77867" name="Line 90">
                  <a:extLst>
                    <a:ext uri="{FF2B5EF4-FFF2-40B4-BE49-F238E27FC236}">
                      <a16:creationId xmlns:a16="http://schemas.microsoft.com/office/drawing/2014/main" id="{A73748D0-F305-4D6F-8A56-51BEE81034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15" y="2491"/>
                  <a:ext cx="0" cy="27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77847" name="Rectangle 91">
                <a:extLst>
                  <a:ext uri="{FF2B5EF4-FFF2-40B4-BE49-F238E27FC236}">
                    <a16:creationId xmlns:a16="http://schemas.microsoft.com/office/drawing/2014/main" id="{12C2BDE4-146B-4E50-9AC6-B0F3AE26E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9" y="2695"/>
                <a:ext cx="318" cy="22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848" name="Rectangle 92">
                <a:extLst>
                  <a:ext uri="{FF2B5EF4-FFF2-40B4-BE49-F238E27FC236}">
                    <a16:creationId xmlns:a16="http://schemas.microsoft.com/office/drawing/2014/main" id="{C4FE0602-2FC8-4EB6-8C1F-28AC70FFA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2695"/>
                <a:ext cx="317" cy="22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849" name="Rectangle 93">
                <a:extLst>
                  <a:ext uri="{FF2B5EF4-FFF2-40B4-BE49-F238E27FC236}">
                    <a16:creationId xmlns:a16="http://schemas.microsoft.com/office/drawing/2014/main" id="{5EE6C03F-5318-4BCD-B271-916677A71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2695"/>
                <a:ext cx="317" cy="22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850" name="Line 94">
                <a:extLst>
                  <a:ext uri="{FF2B5EF4-FFF2-40B4-BE49-F238E27FC236}">
                    <a16:creationId xmlns:a16="http://schemas.microsoft.com/office/drawing/2014/main" id="{D541174A-0F63-4F99-A52B-D0D2A26E5F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21" y="2922"/>
                <a:ext cx="0" cy="22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851" name="Line 95">
                <a:extLst>
                  <a:ext uri="{FF2B5EF4-FFF2-40B4-BE49-F238E27FC236}">
                    <a16:creationId xmlns:a16="http://schemas.microsoft.com/office/drawing/2014/main" id="{433B6C45-E897-48ED-A09A-03BC7AC81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4" y="2922"/>
                <a:ext cx="0" cy="22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852" name="Line 96">
                <a:extLst>
                  <a:ext uri="{FF2B5EF4-FFF2-40B4-BE49-F238E27FC236}">
                    <a16:creationId xmlns:a16="http://schemas.microsoft.com/office/drawing/2014/main" id="{60AB0F49-B69D-4457-8023-5A4C50C3B9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28" y="2922"/>
                <a:ext cx="0" cy="22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7853" name="Rectangle 97">
                <a:extLst>
                  <a:ext uri="{FF2B5EF4-FFF2-40B4-BE49-F238E27FC236}">
                    <a16:creationId xmlns:a16="http://schemas.microsoft.com/office/drawing/2014/main" id="{00397C3F-907A-46E4-8821-72A48C27A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3149"/>
                <a:ext cx="319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400" b="1" i="0" u="none" strike="noStrike" kern="1200" cap="none" spc="0" normalizeH="0" baseline="-30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ea typeface="宋体" panose="02010600030101010101" pitchFamily="2" charset="-122"/>
                    <a:cs typeface="Times New Roman" panose="02020603050405020304" pitchFamily="18" charset="0"/>
                  </a:rPr>
                  <a:t>2</a:t>
                </a:r>
                <a:endParaRPr kumimoji="0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77854" name="Rectangle 98">
                <a:extLst>
                  <a:ext uri="{FF2B5EF4-FFF2-40B4-BE49-F238E27FC236}">
                    <a16:creationId xmlns:a16="http://schemas.microsoft.com/office/drawing/2014/main" id="{898D4B59-20F6-4AF1-B946-D3D2495DA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3149"/>
                <a:ext cx="375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400" b="1" i="0" u="none" strike="noStrike" kern="1200" cap="none" spc="0" normalizeH="0" baseline="-3000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1</a:t>
                </a:r>
                <a:r>
                  <a:rPr kumimoji="0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ahoma" panose="020B0604030504040204" pitchFamily="34" charset="0"/>
                    <a:ea typeface="宋体" panose="02010600030101010101" pitchFamily="2" charset="-122"/>
                    <a:cs typeface="+mn-cs"/>
                  </a:rPr>
                  <a:t> </a:t>
                </a:r>
              </a:p>
            </p:txBody>
          </p:sp>
          <p:sp>
            <p:nvSpPr>
              <p:cNvPr id="77855" name="Rectangle 99">
                <a:extLst>
                  <a:ext uri="{FF2B5EF4-FFF2-40B4-BE49-F238E27FC236}">
                    <a16:creationId xmlns:a16="http://schemas.microsoft.com/office/drawing/2014/main" id="{D49CFC72-91B7-4BCC-8878-932DE2392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3149"/>
                <a:ext cx="319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Times New Roman" panose="02020603050405020304" pitchFamily="18" charset="0"/>
                  </a:rPr>
                  <a:t>A</a:t>
                </a:r>
                <a:r>
                  <a:rPr kumimoji="0" lang="en-US" altLang="zh-CN" sz="2400" b="1" i="0" u="none" strike="noStrike" kern="1200" cap="none" spc="0" normalizeH="0" baseline="-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ea typeface="宋体" panose="02010600030101010101" pitchFamily="2" charset="-122"/>
                    <a:cs typeface="Times New Roman" panose="02020603050405020304" pitchFamily="18" charset="0"/>
                  </a:rPr>
                  <a:t>0</a:t>
                </a:r>
                <a:endPara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 panose="020B0604030504040204" pitchFamily="34" charset="0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77843" name="Text Box 100">
              <a:extLst>
                <a:ext uri="{FF2B5EF4-FFF2-40B4-BE49-F238E27FC236}">
                  <a16:creationId xmlns:a16="http://schemas.microsoft.com/office/drawing/2014/main" id="{344F432B-0AE7-4B7A-9819-CE923BB8C9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1" y="2674"/>
              <a:ext cx="316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77844" name="Text Box 101">
              <a:extLst>
                <a:ext uri="{FF2B5EF4-FFF2-40B4-BE49-F238E27FC236}">
                  <a16:creationId xmlns:a16="http://schemas.microsoft.com/office/drawing/2014/main" id="{840578BD-F960-4F15-B007-3A1601B0C1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75" y="2684"/>
              <a:ext cx="316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77845" name="Text Box 102">
              <a:extLst>
                <a:ext uri="{FF2B5EF4-FFF2-40B4-BE49-F238E27FC236}">
                  <a16:creationId xmlns:a16="http://schemas.microsoft.com/office/drawing/2014/main" id="{C22544A3-0D15-4DB2-9B79-B30AC2D564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0" y="2674"/>
              <a:ext cx="316" cy="21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  <p:sp>
        <p:nvSpPr>
          <p:cNvPr id="103" name="Line 63">
            <a:extLst>
              <a:ext uri="{FF2B5EF4-FFF2-40B4-BE49-F238E27FC236}">
                <a16:creationId xmlns:a16="http://schemas.microsoft.com/office/drawing/2014/main" id="{D2B4B1D9-A48E-4086-AD94-AF69BABD5B0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8743" y="3078480"/>
            <a:ext cx="258763" cy="0"/>
          </a:xfrm>
          <a:prstGeom prst="line">
            <a:avLst/>
          </a:prstGeom>
          <a:noFill/>
          <a:ln w="38100">
            <a:solidFill>
              <a:srgbClr val="65A9D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Line 63">
            <a:extLst>
              <a:ext uri="{FF2B5EF4-FFF2-40B4-BE49-F238E27FC236}">
                <a16:creationId xmlns:a16="http://schemas.microsoft.com/office/drawing/2014/main" id="{2D30C85A-A985-4B19-A39A-26048C8CED4D}"/>
              </a:ext>
            </a:extLst>
          </p:cNvPr>
          <p:cNvSpPr>
            <a:spLocks noChangeShapeType="1"/>
          </p:cNvSpPr>
          <p:nvPr/>
        </p:nvSpPr>
        <p:spPr bwMode="auto">
          <a:xfrm>
            <a:off x="8566150" y="3048000"/>
            <a:ext cx="258763" cy="0"/>
          </a:xfrm>
          <a:prstGeom prst="line">
            <a:avLst/>
          </a:prstGeom>
          <a:noFill/>
          <a:ln w="38100">
            <a:solidFill>
              <a:srgbClr val="65A9D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732943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836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36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36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836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83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283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36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836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83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83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83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83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83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283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0" dur="500"/>
                                        <p:tgtEl>
                                          <p:spTgt spid="283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9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0" fill="hold"/>
                                        <p:tgtEl>
                                          <p:spTgt spid="2836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0" fill="hold"/>
                                        <p:tgtEl>
                                          <p:spTgt spid="2836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83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283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9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0" fill="hold"/>
                                        <p:tgtEl>
                                          <p:spTgt spid="2836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0" fill="hold"/>
                                        <p:tgtEl>
                                          <p:spTgt spid="2836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3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3650" grpId="0" autoUpdateAnimBg="0"/>
      <p:bldP spid="283669" grpId="0" animBg="1" autoUpdateAnimBg="0"/>
      <p:bldP spid="283670" grpId="0" animBg="1" autoUpdateAnimBg="0"/>
      <p:bldP spid="283699" grpId="0" animBg="1" autoUpdateAnimBg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Rectangle 2">
            <a:extLst>
              <a:ext uri="{FF2B5EF4-FFF2-40B4-BE49-F238E27FC236}">
                <a16:creationId xmlns:a16="http://schemas.microsoft.com/office/drawing/2014/main" id="{9C746896-4FC8-4CBB-8CC9-A2F33EDB05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5925" y="322263"/>
            <a:ext cx="1533525" cy="533400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3300"/>
                </a:solidFill>
              </a:rPr>
              <a:t>【</a:t>
            </a:r>
            <a:r>
              <a:rPr lang="zh-CN" altLang="en-US" sz="2800" b="1" dirty="0">
                <a:solidFill>
                  <a:srgbClr val="FF3300"/>
                </a:solidFill>
              </a:rPr>
              <a:t>例</a:t>
            </a:r>
            <a:r>
              <a:rPr lang="en-US" altLang="zh-CN" sz="2800" b="1" dirty="0">
                <a:solidFill>
                  <a:srgbClr val="FF3300"/>
                </a:solidFill>
              </a:rPr>
              <a:t>2】</a:t>
            </a:r>
          </a:p>
        </p:txBody>
      </p:sp>
      <p:sp>
        <p:nvSpPr>
          <p:cNvPr id="284675" name="Text Box 3">
            <a:extLst>
              <a:ext uri="{FF2B5EF4-FFF2-40B4-BE49-F238E27FC236}">
                <a16:creationId xmlns:a16="http://schemas.microsoft.com/office/drawing/2014/main" id="{FC29B0D8-18C5-4AA3-A5E1-0A7BDEFFE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438" y="290513"/>
            <a:ext cx="6438900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分析下面组合逻辑电路的逻辑功能</a:t>
            </a:r>
          </a:p>
        </p:txBody>
      </p:sp>
      <p:sp>
        <p:nvSpPr>
          <p:cNvPr id="284676" name="Text Box 4">
            <a:extLst>
              <a:ext uri="{FF2B5EF4-FFF2-40B4-BE49-F238E27FC236}">
                <a16:creationId xmlns:a16="http://schemas.microsoft.com/office/drawing/2014/main" id="{02FD347C-4F7F-4DF6-8795-128632612F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7938" y="5467350"/>
            <a:ext cx="3817937" cy="5191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8421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码优先编码器</a:t>
            </a:r>
          </a:p>
        </p:txBody>
      </p:sp>
      <p:grpSp>
        <p:nvGrpSpPr>
          <p:cNvPr id="284677" name="Group 5">
            <a:extLst>
              <a:ext uri="{FF2B5EF4-FFF2-40B4-BE49-F238E27FC236}">
                <a16:creationId xmlns:a16="http://schemas.microsoft.com/office/drawing/2014/main" id="{393F7C7C-9534-4112-90FA-E27483BD0270}"/>
              </a:ext>
            </a:extLst>
          </p:cNvPr>
          <p:cNvGrpSpPr>
            <a:grpSpLocks/>
          </p:cNvGrpSpPr>
          <p:nvPr/>
        </p:nvGrpSpPr>
        <p:grpSpPr bwMode="auto">
          <a:xfrm>
            <a:off x="1804988" y="1217613"/>
            <a:ext cx="5435600" cy="3998913"/>
            <a:chOff x="1137" y="767"/>
            <a:chExt cx="3424" cy="2519"/>
          </a:xfrm>
        </p:grpSpPr>
        <p:grpSp>
          <p:nvGrpSpPr>
            <p:cNvPr id="78854" name="Group 6">
              <a:extLst>
                <a:ext uri="{FF2B5EF4-FFF2-40B4-BE49-F238E27FC236}">
                  <a16:creationId xmlns:a16="http://schemas.microsoft.com/office/drawing/2014/main" id="{C95FC41F-A017-4537-98E2-AFCF80E776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37" y="767"/>
              <a:ext cx="3424" cy="2519"/>
              <a:chOff x="1137" y="767"/>
              <a:chExt cx="3424" cy="2519"/>
            </a:xfrm>
          </p:grpSpPr>
          <p:sp>
            <p:nvSpPr>
              <p:cNvPr id="78865" name="Rectangle 7">
                <a:extLst>
                  <a:ext uri="{FF2B5EF4-FFF2-40B4-BE49-F238E27FC236}">
                    <a16:creationId xmlns:a16="http://schemas.microsoft.com/office/drawing/2014/main" id="{F5197617-FB09-4CBC-A409-804FB70FC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763"/>
                <a:ext cx="2376" cy="907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66" name="Rectangle 8">
                <a:extLst>
                  <a:ext uri="{FF2B5EF4-FFF2-40B4-BE49-F238E27FC236}">
                    <a16:creationId xmlns:a16="http://schemas.microsoft.com/office/drawing/2014/main" id="{E8508EF0-A8F1-4DE4-9137-63D339086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1227"/>
                <a:ext cx="332" cy="23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67" name="Rectangle 9">
                <a:extLst>
                  <a:ext uri="{FF2B5EF4-FFF2-40B4-BE49-F238E27FC236}">
                    <a16:creationId xmlns:a16="http://schemas.microsoft.com/office/drawing/2014/main" id="{D7C2C508-D775-4602-A1FF-3E5C1DE7C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1227"/>
                <a:ext cx="332" cy="23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68" name="Rectangle 10">
                <a:extLst>
                  <a:ext uri="{FF2B5EF4-FFF2-40B4-BE49-F238E27FC236}">
                    <a16:creationId xmlns:a16="http://schemas.microsoft.com/office/drawing/2014/main" id="{0EE40906-98C6-4DD2-842F-F79C76E01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214"/>
                <a:ext cx="332" cy="23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69" name="Rectangle 11">
                <a:extLst>
                  <a:ext uri="{FF2B5EF4-FFF2-40B4-BE49-F238E27FC236}">
                    <a16:creationId xmlns:a16="http://schemas.microsoft.com/office/drawing/2014/main" id="{D55564E1-F2CE-4E8D-963B-A7725E2E1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415"/>
                <a:ext cx="332" cy="23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0" name="Line 12">
                <a:extLst>
                  <a:ext uri="{FF2B5EF4-FFF2-40B4-BE49-F238E27FC236}">
                    <a16:creationId xmlns:a16="http://schemas.microsoft.com/office/drawing/2014/main" id="{C521F9FC-467B-4D69-98FA-5FC8B29A99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6" y="1457"/>
                <a:ext cx="1" cy="20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1" name="Line 13">
                <a:extLst>
                  <a:ext uri="{FF2B5EF4-FFF2-40B4-BE49-F238E27FC236}">
                    <a16:creationId xmlns:a16="http://schemas.microsoft.com/office/drawing/2014/main" id="{6BC4C325-5056-4253-A2A9-FA91CFDCBD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0" y="1482"/>
                <a:ext cx="1" cy="17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2" name="Line 14">
                <a:extLst>
                  <a:ext uri="{FF2B5EF4-FFF2-40B4-BE49-F238E27FC236}">
                    <a16:creationId xmlns:a16="http://schemas.microsoft.com/office/drawing/2014/main" id="{BCE38260-62E6-425C-935B-B952FEAAD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20" y="1010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3" name="Line 15">
                <a:extLst>
                  <a:ext uri="{FF2B5EF4-FFF2-40B4-BE49-F238E27FC236}">
                    <a16:creationId xmlns:a16="http://schemas.microsoft.com/office/drawing/2014/main" id="{C98DE7AF-2832-47D5-8900-3F88DB51D4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6" y="1010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4" name="Line 16">
                <a:extLst>
                  <a:ext uri="{FF2B5EF4-FFF2-40B4-BE49-F238E27FC236}">
                    <a16:creationId xmlns:a16="http://schemas.microsoft.com/office/drawing/2014/main" id="{837D0B71-0721-4124-8227-A300F4775B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6" y="997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5" name="Line 17">
                <a:extLst>
                  <a:ext uri="{FF2B5EF4-FFF2-40B4-BE49-F238E27FC236}">
                    <a16:creationId xmlns:a16="http://schemas.microsoft.com/office/drawing/2014/main" id="{4BE4620F-47FE-40ED-AA61-63B2ADDFB2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84" y="2645"/>
                <a:ext cx="38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6" name="Line 18">
                <a:extLst>
                  <a:ext uri="{FF2B5EF4-FFF2-40B4-BE49-F238E27FC236}">
                    <a16:creationId xmlns:a16="http://schemas.microsoft.com/office/drawing/2014/main" id="{7F0AB094-F49E-491A-9BBE-20E537E9F0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2" y="2645"/>
                <a:ext cx="1" cy="24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7" name="Line 19">
                <a:extLst>
                  <a:ext uri="{FF2B5EF4-FFF2-40B4-BE49-F238E27FC236}">
                    <a16:creationId xmlns:a16="http://schemas.microsoft.com/office/drawing/2014/main" id="{DF308285-4CE3-4BD3-963B-C567548BA0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37" y="1572"/>
                <a:ext cx="26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8" name="Line 20">
                <a:extLst>
                  <a:ext uri="{FF2B5EF4-FFF2-40B4-BE49-F238E27FC236}">
                    <a16:creationId xmlns:a16="http://schemas.microsoft.com/office/drawing/2014/main" id="{92640A28-77F2-4CFD-80CF-55FA5C5AA6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7" y="1572"/>
                <a:ext cx="1" cy="12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79" name="Line 21">
                <a:extLst>
                  <a:ext uri="{FF2B5EF4-FFF2-40B4-BE49-F238E27FC236}">
                    <a16:creationId xmlns:a16="http://schemas.microsoft.com/office/drawing/2014/main" id="{0E980715-FDAF-4C5F-81A5-DF22F7B55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7" y="2772"/>
                <a:ext cx="268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0" name="Line 22">
                <a:extLst>
                  <a:ext uri="{FF2B5EF4-FFF2-40B4-BE49-F238E27FC236}">
                    <a16:creationId xmlns:a16="http://schemas.microsoft.com/office/drawing/2014/main" id="{A42F7C12-D00B-46FD-93D1-B6A790209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20" y="2223"/>
                <a:ext cx="281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1" name="Line 23">
                <a:extLst>
                  <a:ext uri="{FF2B5EF4-FFF2-40B4-BE49-F238E27FC236}">
                    <a16:creationId xmlns:a16="http://schemas.microsoft.com/office/drawing/2014/main" id="{9C6E4203-AC7B-41F3-9527-27F6A36F9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80" y="2223"/>
                <a:ext cx="281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2" name="Line 24">
                <a:extLst>
                  <a:ext uri="{FF2B5EF4-FFF2-40B4-BE49-F238E27FC236}">
                    <a16:creationId xmlns:a16="http://schemas.microsoft.com/office/drawing/2014/main" id="{9611F5BE-3B9B-492F-9F37-0B71DC9F2C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5" y="2772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3" name="Line 25">
                <a:extLst>
                  <a:ext uri="{FF2B5EF4-FFF2-40B4-BE49-F238E27FC236}">
                    <a16:creationId xmlns:a16="http://schemas.microsoft.com/office/drawing/2014/main" id="{A31C3AB6-0542-4DEC-922C-3B72EA76D2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772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4" name="Line 26">
                <a:extLst>
                  <a:ext uri="{FF2B5EF4-FFF2-40B4-BE49-F238E27FC236}">
                    <a16:creationId xmlns:a16="http://schemas.microsoft.com/office/drawing/2014/main" id="{5060027B-B56E-44C4-A106-7F5399352C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13" y="2772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5" name="Line 27">
                <a:extLst>
                  <a:ext uri="{FF2B5EF4-FFF2-40B4-BE49-F238E27FC236}">
                    <a16:creationId xmlns:a16="http://schemas.microsoft.com/office/drawing/2014/main" id="{918F5C2F-B9BC-492A-B57F-0D3490659F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32" y="2772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6" name="Line 28">
                <a:extLst>
                  <a:ext uri="{FF2B5EF4-FFF2-40B4-BE49-F238E27FC236}">
                    <a16:creationId xmlns:a16="http://schemas.microsoft.com/office/drawing/2014/main" id="{D733B08F-C823-40D5-8AC8-84D5A5431B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7" y="2772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7" name="Line 29">
                <a:extLst>
                  <a:ext uri="{FF2B5EF4-FFF2-40B4-BE49-F238E27FC236}">
                    <a16:creationId xmlns:a16="http://schemas.microsoft.com/office/drawing/2014/main" id="{A937FC20-96C4-4105-AAEA-475EE6C7CC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77" y="2772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8" name="Line 30">
                <a:extLst>
                  <a:ext uri="{FF2B5EF4-FFF2-40B4-BE49-F238E27FC236}">
                    <a16:creationId xmlns:a16="http://schemas.microsoft.com/office/drawing/2014/main" id="{0C1728BC-7A0B-4B77-9E49-C5184809C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59" y="2772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89" name="Line 31">
                <a:extLst>
                  <a:ext uri="{FF2B5EF4-FFF2-40B4-BE49-F238E27FC236}">
                    <a16:creationId xmlns:a16="http://schemas.microsoft.com/office/drawing/2014/main" id="{650FDAC6-E813-4BC8-966C-A6A7058658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96" y="2772"/>
                <a:ext cx="1" cy="11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0" name="Line 32">
                <a:extLst>
                  <a:ext uri="{FF2B5EF4-FFF2-40B4-BE49-F238E27FC236}">
                    <a16:creationId xmlns:a16="http://schemas.microsoft.com/office/drawing/2014/main" id="{EEE2BFB2-B04C-4C42-8753-195A37CF6C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6" y="1444"/>
                <a:ext cx="1" cy="21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1" name="Line 33">
                <a:extLst>
                  <a:ext uri="{FF2B5EF4-FFF2-40B4-BE49-F238E27FC236}">
                    <a16:creationId xmlns:a16="http://schemas.microsoft.com/office/drawing/2014/main" id="{6C0387A4-778A-4727-936E-594E806840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0" y="933"/>
                <a:ext cx="1" cy="129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2" name="Oval 34">
                <a:extLst>
                  <a:ext uri="{FF2B5EF4-FFF2-40B4-BE49-F238E27FC236}">
                    <a16:creationId xmlns:a16="http://schemas.microsoft.com/office/drawing/2014/main" id="{8C476155-77BB-4AEC-8B0C-BB2D12C05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198"/>
                <a:ext cx="51" cy="51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3" name="Line 35">
                <a:extLst>
                  <a:ext uri="{FF2B5EF4-FFF2-40B4-BE49-F238E27FC236}">
                    <a16:creationId xmlns:a16="http://schemas.microsoft.com/office/drawing/2014/main" id="{3E022EE0-5E47-452C-85D1-CA9235CDB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5" y="2645"/>
                <a:ext cx="1" cy="12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4" name="Oval 36">
                <a:extLst>
                  <a:ext uri="{FF2B5EF4-FFF2-40B4-BE49-F238E27FC236}">
                    <a16:creationId xmlns:a16="http://schemas.microsoft.com/office/drawing/2014/main" id="{410D8771-7E24-4976-B41B-D7FADD5C3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747"/>
                <a:ext cx="51" cy="51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5" name="Line 37">
                <a:extLst>
                  <a:ext uri="{FF2B5EF4-FFF2-40B4-BE49-F238E27FC236}">
                    <a16:creationId xmlns:a16="http://schemas.microsoft.com/office/drawing/2014/main" id="{4C814A1E-6373-4831-8B0C-6BC1D44EDF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0" y="2223"/>
                <a:ext cx="1" cy="9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6" name="Line 38">
                <a:extLst>
                  <a:ext uri="{FF2B5EF4-FFF2-40B4-BE49-F238E27FC236}">
                    <a16:creationId xmlns:a16="http://schemas.microsoft.com/office/drawing/2014/main" id="{5CADC687-DC5C-45E2-B36C-BBD8B76D19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5" y="2772"/>
                <a:ext cx="1" cy="12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7" name="Oval 39">
                <a:extLst>
                  <a:ext uri="{FF2B5EF4-FFF2-40B4-BE49-F238E27FC236}">
                    <a16:creationId xmlns:a16="http://schemas.microsoft.com/office/drawing/2014/main" id="{D1A42CCE-EE72-4B82-8D09-E9F26BDFA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670"/>
                <a:ext cx="103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8" name="Oval 40">
                <a:extLst>
                  <a:ext uri="{FF2B5EF4-FFF2-40B4-BE49-F238E27FC236}">
                    <a16:creationId xmlns:a16="http://schemas.microsoft.com/office/drawing/2014/main" id="{EC15B762-A2E8-4DA7-BA8D-6906F30B3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2670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899" name="Oval 41">
                <a:extLst>
                  <a:ext uri="{FF2B5EF4-FFF2-40B4-BE49-F238E27FC236}">
                    <a16:creationId xmlns:a16="http://schemas.microsoft.com/office/drawing/2014/main" id="{E3E76CD2-6359-4722-85A5-4C3E97BCE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670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0" name="Oval 42">
                <a:extLst>
                  <a:ext uri="{FF2B5EF4-FFF2-40B4-BE49-F238E27FC236}">
                    <a16:creationId xmlns:a16="http://schemas.microsoft.com/office/drawing/2014/main" id="{63987109-1EA4-4DD0-A58D-55A631CA5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3" y="2670"/>
                <a:ext cx="103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1" name="Oval 43">
                <a:extLst>
                  <a:ext uri="{FF2B5EF4-FFF2-40B4-BE49-F238E27FC236}">
                    <a16:creationId xmlns:a16="http://schemas.microsoft.com/office/drawing/2014/main" id="{5CDE0A19-1838-4494-AF47-00CA08147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6" y="2670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2" name="Oval 44">
                <a:extLst>
                  <a:ext uri="{FF2B5EF4-FFF2-40B4-BE49-F238E27FC236}">
                    <a16:creationId xmlns:a16="http://schemas.microsoft.com/office/drawing/2014/main" id="{E006DEAA-CB5B-4931-89E5-28E6B4A4E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2670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3" name="Oval 45">
                <a:extLst>
                  <a:ext uri="{FF2B5EF4-FFF2-40B4-BE49-F238E27FC236}">
                    <a16:creationId xmlns:a16="http://schemas.microsoft.com/office/drawing/2014/main" id="{66FD0EA8-048C-4983-8037-8154F9520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670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4" name="Oval 46">
                <a:extLst>
                  <a:ext uri="{FF2B5EF4-FFF2-40B4-BE49-F238E27FC236}">
                    <a16:creationId xmlns:a16="http://schemas.microsoft.com/office/drawing/2014/main" id="{FABDAD48-9F00-42A8-B089-654DAC124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670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5" name="Oval 47">
                <a:extLst>
                  <a:ext uri="{FF2B5EF4-FFF2-40B4-BE49-F238E27FC236}">
                    <a16:creationId xmlns:a16="http://schemas.microsoft.com/office/drawing/2014/main" id="{8C664067-D367-44A7-A4EB-070DF6949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313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6" name="Oval 48">
                <a:extLst>
                  <a:ext uri="{FF2B5EF4-FFF2-40B4-BE49-F238E27FC236}">
                    <a16:creationId xmlns:a16="http://schemas.microsoft.com/office/drawing/2014/main" id="{38F7FCAF-7B6B-4E13-8911-70341AEC0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" y="1661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7" name="Oval 49">
                <a:extLst>
                  <a:ext uri="{FF2B5EF4-FFF2-40B4-BE49-F238E27FC236}">
                    <a16:creationId xmlns:a16="http://schemas.microsoft.com/office/drawing/2014/main" id="{7466AC85-9548-43AE-813E-F05A7FBAF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8" y="1661"/>
                <a:ext cx="103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8" name="Oval 50">
                <a:extLst>
                  <a:ext uri="{FF2B5EF4-FFF2-40B4-BE49-F238E27FC236}">
                    <a16:creationId xmlns:a16="http://schemas.microsoft.com/office/drawing/2014/main" id="{E07F28C9-F8D9-40CF-9F8F-7C1EF83D0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1661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09" name="Oval 51">
                <a:extLst>
                  <a:ext uri="{FF2B5EF4-FFF2-40B4-BE49-F238E27FC236}">
                    <a16:creationId xmlns:a16="http://schemas.microsoft.com/office/drawing/2014/main" id="{9BD4262C-C198-4A91-AC66-F26FECD61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61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10" name="Oval 52">
                <a:extLst>
                  <a:ext uri="{FF2B5EF4-FFF2-40B4-BE49-F238E27FC236}">
                    <a16:creationId xmlns:a16="http://schemas.microsoft.com/office/drawing/2014/main" id="{31F80127-F147-4BE9-9B46-716A0EE79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" y="1112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11" name="Oval 53">
                <a:extLst>
                  <a:ext uri="{FF2B5EF4-FFF2-40B4-BE49-F238E27FC236}">
                    <a16:creationId xmlns:a16="http://schemas.microsoft.com/office/drawing/2014/main" id="{61D7673D-4315-4D13-94A4-1554E577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1125"/>
                <a:ext cx="103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12" name="Oval 54">
                <a:extLst>
                  <a:ext uri="{FF2B5EF4-FFF2-40B4-BE49-F238E27FC236}">
                    <a16:creationId xmlns:a16="http://schemas.microsoft.com/office/drawing/2014/main" id="{3D82B6FF-4DE1-429B-BBC0-3D233E83E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2" y="1125"/>
                <a:ext cx="102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13" name="Oval 55">
                <a:extLst>
                  <a:ext uri="{FF2B5EF4-FFF2-40B4-BE49-F238E27FC236}">
                    <a16:creationId xmlns:a16="http://schemas.microsoft.com/office/drawing/2014/main" id="{179CF1F3-B2F9-46AD-B41F-E9F57FF5F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172"/>
                <a:ext cx="103" cy="10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14" name="Rectangle 56">
                <a:extLst>
                  <a:ext uri="{FF2B5EF4-FFF2-40B4-BE49-F238E27FC236}">
                    <a16:creationId xmlns:a16="http://schemas.microsoft.com/office/drawing/2014/main" id="{A8A5074C-2236-4E95-BB29-5B0A78632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2482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78915" name="Rectangle 57">
                <a:extLst>
                  <a:ext uri="{FF2B5EF4-FFF2-40B4-BE49-F238E27FC236}">
                    <a16:creationId xmlns:a16="http://schemas.microsoft.com/office/drawing/2014/main" id="{FA8AEE38-8CAD-4EC8-A7C3-9F0393E92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865"/>
                <a:ext cx="80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8916" name="Rectangle 58">
                <a:extLst>
                  <a:ext uri="{FF2B5EF4-FFF2-40B4-BE49-F238E27FC236}">
                    <a16:creationId xmlns:a16="http://schemas.microsoft.com/office/drawing/2014/main" id="{CEC49DEA-6C6B-47E3-8AE7-9E0D736F1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405"/>
                <a:ext cx="62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17" name="Rectangle 59">
                <a:extLst>
                  <a:ext uri="{FF2B5EF4-FFF2-40B4-BE49-F238E27FC236}">
                    <a16:creationId xmlns:a16="http://schemas.microsoft.com/office/drawing/2014/main" id="{F42D7FBC-9E98-49A1-8136-57052393C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482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78918" name="Rectangle 60">
                <a:extLst>
                  <a:ext uri="{FF2B5EF4-FFF2-40B4-BE49-F238E27FC236}">
                    <a16:creationId xmlns:a16="http://schemas.microsoft.com/office/drawing/2014/main" id="{D2947349-BBD8-46FC-9C94-A5DF80BF4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2405"/>
                <a:ext cx="62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19" name="Rectangle 61">
                <a:extLst>
                  <a:ext uri="{FF2B5EF4-FFF2-40B4-BE49-F238E27FC236}">
                    <a16:creationId xmlns:a16="http://schemas.microsoft.com/office/drawing/2014/main" id="{985A22F2-FE8F-4952-975E-6DF400FE9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1891"/>
                <a:ext cx="80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8920" name="Rectangle 62">
                <a:extLst>
                  <a:ext uri="{FF2B5EF4-FFF2-40B4-BE49-F238E27FC236}">
                    <a16:creationId xmlns:a16="http://schemas.microsoft.com/office/drawing/2014/main" id="{5F8EE4CE-51C5-4281-B58D-D264A300C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" y="1789"/>
                <a:ext cx="107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21" name="Rectangle 63">
                <a:extLst>
                  <a:ext uri="{FF2B5EF4-FFF2-40B4-BE49-F238E27FC236}">
                    <a16:creationId xmlns:a16="http://schemas.microsoft.com/office/drawing/2014/main" id="{BB633017-6787-44F8-A791-990336012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2482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</a:p>
            </p:txBody>
          </p:sp>
          <p:sp>
            <p:nvSpPr>
              <p:cNvPr id="78922" name="Rectangle 64">
                <a:extLst>
                  <a:ext uri="{FF2B5EF4-FFF2-40B4-BE49-F238E27FC236}">
                    <a16:creationId xmlns:a16="http://schemas.microsoft.com/office/drawing/2014/main" id="{0D77ABB0-10CC-42D2-809E-CFA10DC55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2" y="2405"/>
                <a:ext cx="62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23" name="Rectangle 65">
                <a:extLst>
                  <a:ext uri="{FF2B5EF4-FFF2-40B4-BE49-F238E27FC236}">
                    <a16:creationId xmlns:a16="http://schemas.microsoft.com/office/drawing/2014/main" id="{594E6445-01E8-4BB7-8EDF-8E7C29578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482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</a:p>
            </p:txBody>
          </p:sp>
          <p:sp>
            <p:nvSpPr>
              <p:cNvPr id="78924" name="Rectangle 66">
                <a:extLst>
                  <a:ext uri="{FF2B5EF4-FFF2-40B4-BE49-F238E27FC236}">
                    <a16:creationId xmlns:a16="http://schemas.microsoft.com/office/drawing/2014/main" id="{FFA23210-F579-4B6B-B2A2-FAF5572E9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405"/>
                <a:ext cx="62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25" name="Rectangle 67">
                <a:extLst>
                  <a:ext uri="{FF2B5EF4-FFF2-40B4-BE49-F238E27FC236}">
                    <a16:creationId xmlns:a16="http://schemas.microsoft.com/office/drawing/2014/main" id="{911B7A40-DA6D-42EE-9C4E-52B8713B2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495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78926" name="Rectangle 68">
                <a:extLst>
                  <a:ext uri="{FF2B5EF4-FFF2-40B4-BE49-F238E27FC236}">
                    <a16:creationId xmlns:a16="http://schemas.microsoft.com/office/drawing/2014/main" id="{B2BAD887-AE77-461E-8B78-AE4515623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405"/>
                <a:ext cx="62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27" name="Rectangle 69">
                <a:extLst>
                  <a:ext uri="{FF2B5EF4-FFF2-40B4-BE49-F238E27FC236}">
                    <a16:creationId xmlns:a16="http://schemas.microsoft.com/office/drawing/2014/main" id="{18227E26-E60F-4606-A923-E3AC4498A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2418"/>
                <a:ext cx="62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28" name="Rectangle 70">
                <a:extLst>
                  <a:ext uri="{FF2B5EF4-FFF2-40B4-BE49-F238E27FC236}">
                    <a16:creationId xmlns:a16="http://schemas.microsoft.com/office/drawing/2014/main" id="{1EFFA6D6-0E2F-4A4D-BB78-09BEB5D4F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482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78929" name="Rectangle 71">
                <a:extLst>
                  <a:ext uri="{FF2B5EF4-FFF2-40B4-BE49-F238E27FC236}">
                    <a16:creationId xmlns:a16="http://schemas.microsoft.com/office/drawing/2014/main" id="{2ABF0EB0-C2F3-45C4-A8E6-9399B2A0B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05"/>
                <a:ext cx="62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30" name="Rectangle 72">
                <a:extLst>
                  <a:ext uri="{FF2B5EF4-FFF2-40B4-BE49-F238E27FC236}">
                    <a16:creationId xmlns:a16="http://schemas.microsoft.com/office/drawing/2014/main" id="{241F39A4-F17A-4A20-8535-14D79A2A9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1891"/>
                <a:ext cx="80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78931" name="Rectangle 73">
                <a:extLst>
                  <a:ext uri="{FF2B5EF4-FFF2-40B4-BE49-F238E27FC236}">
                    <a16:creationId xmlns:a16="http://schemas.microsoft.com/office/drawing/2014/main" id="{A7282D32-73A2-4EAD-89AB-BF9D9D910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405"/>
                <a:ext cx="62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32" name="Rectangle 74">
                <a:extLst>
                  <a:ext uri="{FF2B5EF4-FFF2-40B4-BE49-F238E27FC236}">
                    <a16:creationId xmlns:a16="http://schemas.microsoft.com/office/drawing/2014/main" id="{CD243154-CB12-4D3B-9BD0-9B1E8FCC1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7" y="2125"/>
                <a:ext cx="702" cy="233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74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</a:t>
                </a: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宋体" panose="02010600030101010101" pitchFamily="2" charset="-122"/>
                    <a:ea typeface="宋体" panose="02010600030101010101" pitchFamily="2" charset="-122"/>
                    <a:cs typeface="+mn-cs"/>
                  </a:rPr>
                  <a:t>148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33" name="Rectangle 75">
                <a:extLst>
                  <a:ext uri="{FF2B5EF4-FFF2-40B4-BE49-F238E27FC236}">
                    <a16:creationId xmlns:a16="http://schemas.microsoft.com/office/drawing/2014/main" id="{397E4E70-0F4D-4E0A-AA96-AF34D3A32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1814"/>
                <a:ext cx="107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34" name="Rectangle 76">
                <a:extLst>
                  <a:ext uri="{FF2B5EF4-FFF2-40B4-BE49-F238E27FC236}">
                    <a16:creationId xmlns:a16="http://schemas.microsoft.com/office/drawing/2014/main" id="{7D5A6842-5CC9-4083-9FF2-A4FD6975E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192"/>
                <a:ext cx="196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TS</a:t>
                </a:r>
                <a:endPara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35" name="Rectangle 77">
                <a:extLst>
                  <a:ext uri="{FF2B5EF4-FFF2-40B4-BE49-F238E27FC236}">
                    <a16:creationId xmlns:a16="http://schemas.microsoft.com/office/drawing/2014/main" id="{87F3D172-41F3-469D-88ED-4F134D534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159"/>
                <a:ext cx="280" cy="323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S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36" name="Rectangle 78">
                <a:extLst>
                  <a:ext uri="{FF2B5EF4-FFF2-40B4-BE49-F238E27FC236}">
                    <a16:creationId xmlns:a16="http://schemas.microsoft.com/office/drawing/2014/main" id="{42D2F542-4432-489B-A125-98F237D8C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6" y="1803"/>
                <a:ext cx="290" cy="233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1" u="none" strike="noStrike" kern="1200" cap="none" spc="0" normalizeH="0" baseline="-25000" noProof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EX</a:t>
                </a:r>
                <a:endPara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37" name="Rectangle 79">
                <a:extLst>
                  <a:ext uri="{FF2B5EF4-FFF2-40B4-BE49-F238E27FC236}">
                    <a16:creationId xmlns:a16="http://schemas.microsoft.com/office/drawing/2014/main" id="{425EF5C0-44FA-45E3-8634-59F2E7BD6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482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8938" name="Rectangle 80">
                <a:extLst>
                  <a:ext uri="{FF2B5EF4-FFF2-40B4-BE49-F238E27FC236}">
                    <a16:creationId xmlns:a16="http://schemas.microsoft.com/office/drawing/2014/main" id="{151939B6-0554-4A22-A5BA-153EDADF6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482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8939" name="Rectangle 81">
                <a:extLst>
                  <a:ext uri="{FF2B5EF4-FFF2-40B4-BE49-F238E27FC236}">
                    <a16:creationId xmlns:a16="http://schemas.microsoft.com/office/drawing/2014/main" id="{0E84809D-145B-47C7-B1BA-1ADE5A06D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" y="1814"/>
                <a:ext cx="107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endPara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40" name="Rectangle 82">
                <a:extLst>
                  <a:ext uri="{FF2B5EF4-FFF2-40B4-BE49-F238E27FC236}">
                    <a16:creationId xmlns:a16="http://schemas.microsoft.com/office/drawing/2014/main" id="{20182048-1AE5-4C14-AAA2-C462865B7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3" y="2964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41" name="Rectangle 83">
                <a:extLst>
                  <a:ext uri="{FF2B5EF4-FFF2-40B4-BE49-F238E27FC236}">
                    <a16:creationId xmlns:a16="http://schemas.microsoft.com/office/drawing/2014/main" id="{0D9373E7-2142-4517-8828-E7D2920F1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964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42" name="Rectangle 84">
                <a:extLst>
                  <a:ext uri="{FF2B5EF4-FFF2-40B4-BE49-F238E27FC236}">
                    <a16:creationId xmlns:a16="http://schemas.microsoft.com/office/drawing/2014/main" id="{FEF2D839-4A1D-40EF-8411-6664CEBBD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053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78943" name="Rectangle 85">
                <a:extLst>
                  <a:ext uri="{FF2B5EF4-FFF2-40B4-BE49-F238E27FC236}">
                    <a16:creationId xmlns:a16="http://schemas.microsoft.com/office/drawing/2014/main" id="{D7A242CC-4BB4-415C-9FEF-6F9FDEA2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1" y="3041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5</a:t>
                </a:r>
              </a:p>
            </p:txBody>
          </p:sp>
          <p:sp>
            <p:nvSpPr>
              <p:cNvPr id="78944" name="Rectangle 86">
                <a:extLst>
                  <a:ext uri="{FF2B5EF4-FFF2-40B4-BE49-F238E27FC236}">
                    <a16:creationId xmlns:a16="http://schemas.microsoft.com/office/drawing/2014/main" id="{450C888A-F5EE-4E65-99BD-1C8073FB8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3041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7</a:t>
                </a:r>
              </a:p>
            </p:txBody>
          </p:sp>
          <p:sp>
            <p:nvSpPr>
              <p:cNvPr id="78945" name="Rectangle 87">
                <a:extLst>
                  <a:ext uri="{FF2B5EF4-FFF2-40B4-BE49-F238E27FC236}">
                    <a16:creationId xmlns:a16="http://schemas.microsoft.com/office/drawing/2014/main" id="{E61ABCBC-48D4-448A-A031-FBE30360F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0" y="2977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46" name="Rectangle 88">
                <a:extLst>
                  <a:ext uri="{FF2B5EF4-FFF2-40B4-BE49-F238E27FC236}">
                    <a16:creationId xmlns:a16="http://schemas.microsoft.com/office/drawing/2014/main" id="{B5455535-8EC2-4828-B79F-05B1E0BBC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7" y="3041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8947" name="Rectangle 89">
                <a:extLst>
                  <a:ext uri="{FF2B5EF4-FFF2-40B4-BE49-F238E27FC236}">
                    <a16:creationId xmlns:a16="http://schemas.microsoft.com/office/drawing/2014/main" id="{B86DD163-306F-4DF2-8CD8-89A0E9637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3041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6</a:t>
                </a:r>
              </a:p>
            </p:txBody>
          </p:sp>
          <p:sp>
            <p:nvSpPr>
              <p:cNvPr id="78948" name="Rectangle 90">
                <a:extLst>
                  <a:ext uri="{FF2B5EF4-FFF2-40B4-BE49-F238E27FC236}">
                    <a16:creationId xmlns:a16="http://schemas.microsoft.com/office/drawing/2014/main" id="{FB7053A4-00DB-4233-A561-6F6E9F509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9" y="3041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8949" name="Rectangle 91">
                <a:extLst>
                  <a:ext uri="{FF2B5EF4-FFF2-40B4-BE49-F238E27FC236}">
                    <a16:creationId xmlns:a16="http://schemas.microsoft.com/office/drawing/2014/main" id="{6958DE8A-C591-46F3-9CA7-D0826633F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6" y="2964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50" name="Rectangle 92">
                <a:extLst>
                  <a:ext uri="{FF2B5EF4-FFF2-40B4-BE49-F238E27FC236}">
                    <a16:creationId xmlns:a16="http://schemas.microsoft.com/office/drawing/2014/main" id="{A1E909A1-77AA-4DB9-8107-E5E035503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964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51" name="Rectangle 93">
                <a:extLst>
                  <a:ext uri="{FF2B5EF4-FFF2-40B4-BE49-F238E27FC236}">
                    <a16:creationId xmlns:a16="http://schemas.microsoft.com/office/drawing/2014/main" id="{A6A08D68-E95A-4184-AE39-B7507D97B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2964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52" name="Rectangle 94">
                <a:extLst>
                  <a:ext uri="{FF2B5EF4-FFF2-40B4-BE49-F238E27FC236}">
                    <a16:creationId xmlns:a16="http://schemas.microsoft.com/office/drawing/2014/main" id="{D7E3A584-ACA0-45D9-8F64-34C18D59A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41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78953" name="Rectangle 95">
                <a:extLst>
                  <a:ext uri="{FF2B5EF4-FFF2-40B4-BE49-F238E27FC236}">
                    <a16:creationId xmlns:a16="http://schemas.microsoft.com/office/drawing/2014/main" id="{5DDE7191-FF42-4E8A-B943-718E16112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8" y="3041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78954" name="Rectangle 96">
                <a:extLst>
                  <a:ext uri="{FF2B5EF4-FFF2-40B4-BE49-F238E27FC236}">
                    <a16:creationId xmlns:a16="http://schemas.microsoft.com/office/drawing/2014/main" id="{F311230D-E79D-4C47-9F3D-CFBB133CD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964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55" name="Rectangle 97">
                <a:extLst>
                  <a:ext uri="{FF2B5EF4-FFF2-40B4-BE49-F238E27FC236}">
                    <a16:creationId xmlns:a16="http://schemas.microsoft.com/office/drawing/2014/main" id="{C33AFE86-DFE4-4B84-97CB-61F858D13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2964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56" name="Rectangle 98">
                <a:extLst>
                  <a:ext uri="{FF2B5EF4-FFF2-40B4-BE49-F238E27FC236}">
                    <a16:creationId xmlns:a16="http://schemas.microsoft.com/office/drawing/2014/main" id="{1AADFE0B-5448-460C-9877-65637E16B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0" y="1265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8957" name="Rectangle 99">
                <a:extLst>
                  <a:ext uri="{FF2B5EF4-FFF2-40B4-BE49-F238E27FC236}">
                    <a16:creationId xmlns:a16="http://schemas.microsoft.com/office/drawing/2014/main" id="{DD3C1C24-98E5-4B93-8CAC-6BF8AB01C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252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8958" name="Rectangle 100">
                <a:extLst>
                  <a:ext uri="{FF2B5EF4-FFF2-40B4-BE49-F238E27FC236}">
                    <a16:creationId xmlns:a16="http://schemas.microsoft.com/office/drawing/2014/main" id="{02097F49-D0E2-49FD-AD08-CC7310C11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964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59" name="Rectangle 101">
                <a:extLst>
                  <a:ext uri="{FF2B5EF4-FFF2-40B4-BE49-F238E27FC236}">
                    <a16:creationId xmlns:a16="http://schemas.microsoft.com/office/drawing/2014/main" id="{F9E769F9-1342-4E7D-BFA9-C75BC05BF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3041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9</a:t>
                </a:r>
              </a:p>
            </p:txBody>
          </p:sp>
          <p:sp>
            <p:nvSpPr>
              <p:cNvPr id="78960" name="Rectangle 102">
                <a:extLst>
                  <a:ext uri="{FF2B5EF4-FFF2-40B4-BE49-F238E27FC236}">
                    <a16:creationId xmlns:a16="http://schemas.microsoft.com/office/drawing/2014/main" id="{9AF05053-C01F-4939-BEA6-2B0CEE6E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3041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8</a:t>
                </a:r>
              </a:p>
            </p:txBody>
          </p:sp>
          <p:sp>
            <p:nvSpPr>
              <p:cNvPr id="78961" name="Rectangle 103">
                <a:extLst>
                  <a:ext uri="{FF2B5EF4-FFF2-40B4-BE49-F238E27FC236}">
                    <a16:creationId xmlns:a16="http://schemas.microsoft.com/office/drawing/2014/main" id="{557293DF-8E4A-4BAA-BC76-81501C372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2964"/>
                <a:ext cx="76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I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62" name="Rectangle 104">
                <a:extLst>
                  <a:ext uri="{FF2B5EF4-FFF2-40B4-BE49-F238E27FC236}">
                    <a16:creationId xmlns:a16="http://schemas.microsoft.com/office/drawing/2014/main" id="{EBAC4818-2521-4DB3-BDF0-6AC124D8E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780"/>
                <a:ext cx="118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63" name="Rectangle 105">
                <a:extLst>
                  <a:ext uri="{FF2B5EF4-FFF2-40B4-BE49-F238E27FC236}">
                    <a16:creationId xmlns:a16="http://schemas.microsoft.com/office/drawing/2014/main" id="{43EBF0F2-6E1A-41D0-A312-654443878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8" y="856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78964" name="Rectangle 106">
                <a:extLst>
                  <a:ext uri="{FF2B5EF4-FFF2-40B4-BE49-F238E27FC236}">
                    <a16:creationId xmlns:a16="http://schemas.microsoft.com/office/drawing/2014/main" id="{F6DF32A7-B11B-4BD9-A095-A419F322C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7" y="767"/>
                <a:ext cx="118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65" name="Rectangle 107">
                <a:extLst>
                  <a:ext uri="{FF2B5EF4-FFF2-40B4-BE49-F238E27FC236}">
                    <a16:creationId xmlns:a16="http://schemas.microsoft.com/office/drawing/2014/main" id="{BB01D25D-1532-40F4-AF05-13982B395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844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8966" name="Rectangle 108">
                <a:extLst>
                  <a:ext uri="{FF2B5EF4-FFF2-40B4-BE49-F238E27FC236}">
                    <a16:creationId xmlns:a16="http://schemas.microsoft.com/office/drawing/2014/main" id="{C66CB9CB-5003-47D3-BB36-F010B20AD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" y="780"/>
                <a:ext cx="118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67" name="Rectangle 109">
                <a:extLst>
                  <a:ext uri="{FF2B5EF4-FFF2-40B4-BE49-F238E27FC236}">
                    <a16:creationId xmlns:a16="http://schemas.microsoft.com/office/drawing/2014/main" id="{38BB84A3-0940-40DC-9FE8-9B074C282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856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8968" name="Rectangle 110">
                <a:extLst>
                  <a:ext uri="{FF2B5EF4-FFF2-40B4-BE49-F238E27FC236}">
                    <a16:creationId xmlns:a16="http://schemas.microsoft.com/office/drawing/2014/main" id="{9B8FB6E9-E72F-42CC-A462-172F7E5E9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767"/>
                <a:ext cx="118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69" name="Rectangle 111">
                <a:extLst>
                  <a:ext uri="{FF2B5EF4-FFF2-40B4-BE49-F238E27FC236}">
                    <a16:creationId xmlns:a16="http://schemas.microsoft.com/office/drawing/2014/main" id="{04469067-2837-474D-8175-CC4B5E55E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844"/>
                <a:ext cx="97" cy="2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78970" name="Rectangle 112">
                <a:extLst>
                  <a:ext uri="{FF2B5EF4-FFF2-40B4-BE49-F238E27FC236}">
                    <a16:creationId xmlns:a16="http://schemas.microsoft.com/office/drawing/2014/main" id="{B60FF337-24AB-4F4E-8B39-4E1CA9082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1265"/>
                <a:ext cx="133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78971" name="Rectangle 113">
                <a:extLst>
                  <a:ext uri="{FF2B5EF4-FFF2-40B4-BE49-F238E27FC236}">
                    <a16:creationId xmlns:a16="http://schemas.microsoft.com/office/drawing/2014/main" id="{087FB89E-9AB5-4F91-85BC-70BC7594F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2453"/>
                <a:ext cx="133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&amp;</a:t>
                </a:r>
              </a:p>
            </p:txBody>
          </p:sp>
          <p:sp>
            <p:nvSpPr>
              <p:cNvPr id="78972" name="Rectangle 114">
                <a:extLst>
                  <a:ext uri="{FF2B5EF4-FFF2-40B4-BE49-F238E27FC236}">
                    <a16:creationId xmlns:a16="http://schemas.microsoft.com/office/drawing/2014/main" id="{0051C671-97B4-49D8-BD91-ED18B4110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1252"/>
                <a:ext cx="124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G</a:t>
                </a:r>
              </a:p>
            </p:txBody>
          </p:sp>
          <p:sp>
            <p:nvSpPr>
              <p:cNvPr id="78973" name="Rectangle 115">
                <a:extLst>
                  <a:ext uri="{FF2B5EF4-FFF2-40B4-BE49-F238E27FC236}">
                    <a16:creationId xmlns:a16="http://schemas.microsoft.com/office/drawing/2014/main" id="{8DE0BE0E-988B-4BD6-8D7C-C892498E7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1252"/>
                <a:ext cx="124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G</a:t>
                </a:r>
              </a:p>
            </p:txBody>
          </p:sp>
          <p:sp>
            <p:nvSpPr>
              <p:cNvPr id="78974" name="Rectangle 116">
                <a:extLst>
                  <a:ext uri="{FF2B5EF4-FFF2-40B4-BE49-F238E27FC236}">
                    <a16:creationId xmlns:a16="http://schemas.microsoft.com/office/drawing/2014/main" id="{AE3C7CB1-9DCC-4265-9AC1-1B7869E4A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1265"/>
                <a:ext cx="124" cy="192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G</a:t>
                </a:r>
              </a:p>
            </p:txBody>
          </p:sp>
          <p:sp>
            <p:nvSpPr>
              <p:cNvPr id="78975" name="Rectangle 117">
                <a:extLst>
                  <a:ext uri="{FF2B5EF4-FFF2-40B4-BE49-F238E27FC236}">
                    <a16:creationId xmlns:a16="http://schemas.microsoft.com/office/drawing/2014/main" id="{37E2439B-06CD-4364-9275-58A5C0FA7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5" y="2453"/>
                <a:ext cx="124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G</a:t>
                </a:r>
              </a:p>
            </p:txBody>
          </p:sp>
          <p:sp>
            <p:nvSpPr>
              <p:cNvPr id="78976" name="Rectangle 118">
                <a:extLst>
                  <a:ext uri="{FF2B5EF4-FFF2-40B4-BE49-F238E27FC236}">
                    <a16:creationId xmlns:a16="http://schemas.microsoft.com/office/drawing/2014/main" id="{AE3DA7F5-486D-4338-BC6D-741C17E11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1329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78977" name="Rectangle 119">
                <a:extLst>
                  <a:ext uri="{FF2B5EF4-FFF2-40B4-BE49-F238E27FC236}">
                    <a16:creationId xmlns:a16="http://schemas.microsoft.com/office/drawing/2014/main" id="{B9D26528-38BC-4CAF-9878-982D0B8A4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303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78978" name="Rectangle 120">
                <a:extLst>
                  <a:ext uri="{FF2B5EF4-FFF2-40B4-BE49-F238E27FC236}">
                    <a16:creationId xmlns:a16="http://schemas.microsoft.com/office/drawing/2014/main" id="{268D6561-8FBF-4007-A605-98B259032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1316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78979" name="Rectangle 121">
                <a:extLst>
                  <a:ext uri="{FF2B5EF4-FFF2-40B4-BE49-F238E27FC236}">
                    <a16:creationId xmlns:a16="http://schemas.microsoft.com/office/drawing/2014/main" id="{EFF8E836-AD9B-45BF-BC56-58ABA3AF2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7" y="2491"/>
                <a:ext cx="80" cy="192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</a:t>
                </a:r>
              </a:p>
            </p:txBody>
          </p:sp>
          <p:sp>
            <p:nvSpPr>
              <p:cNvPr id="78980" name="Line 122">
                <a:extLst>
                  <a:ext uri="{FF2B5EF4-FFF2-40B4-BE49-F238E27FC236}">
                    <a16:creationId xmlns:a16="http://schemas.microsoft.com/office/drawing/2014/main" id="{1669372B-4448-4EA3-AD29-B1DF0892D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31" y="1457"/>
                <a:ext cx="0" cy="19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81" name="Line 123">
                <a:extLst>
                  <a:ext uri="{FF2B5EF4-FFF2-40B4-BE49-F238E27FC236}">
                    <a16:creationId xmlns:a16="http://schemas.microsoft.com/office/drawing/2014/main" id="{CEBECC58-9F72-40E3-814F-01C7766E9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8" y="1457"/>
                <a:ext cx="0" cy="11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82" name="Line 124">
                <a:extLst>
                  <a:ext uri="{FF2B5EF4-FFF2-40B4-BE49-F238E27FC236}">
                    <a16:creationId xmlns:a16="http://schemas.microsoft.com/office/drawing/2014/main" id="{1BD0DF9B-34A0-4D2A-8AAF-CF57EE3442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2134"/>
                <a:ext cx="168" cy="0"/>
              </a:xfrm>
              <a:prstGeom prst="line">
                <a:avLst/>
              </a:prstGeom>
              <a:noFill/>
              <a:ln w="38100">
                <a:solidFill>
                  <a:srgbClr val="65A9D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78983" name="Line 125">
                <a:extLst>
                  <a:ext uri="{FF2B5EF4-FFF2-40B4-BE49-F238E27FC236}">
                    <a16:creationId xmlns:a16="http://schemas.microsoft.com/office/drawing/2014/main" id="{9A2509A7-93D8-40D1-83D0-4384A3020A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80" y="1818"/>
                <a:ext cx="214" cy="0"/>
              </a:xfrm>
              <a:prstGeom prst="line">
                <a:avLst/>
              </a:prstGeom>
              <a:noFill/>
              <a:ln w="38100">
                <a:solidFill>
                  <a:srgbClr val="65A9D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78855" name="Line 126">
              <a:extLst>
                <a:ext uri="{FF2B5EF4-FFF2-40B4-BE49-F238E27FC236}">
                  <a16:creationId xmlns:a16="http://schemas.microsoft.com/office/drawing/2014/main" id="{410C48BA-3256-4736-98F5-E1F1D23303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976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56" name="Line 127">
              <a:extLst>
                <a:ext uri="{FF2B5EF4-FFF2-40B4-BE49-F238E27FC236}">
                  <a16:creationId xmlns:a16="http://schemas.microsoft.com/office/drawing/2014/main" id="{3E5CB094-8ABC-4113-BB17-83BB15B0AE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4" y="2984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57" name="Line 128">
              <a:extLst>
                <a:ext uri="{FF2B5EF4-FFF2-40B4-BE49-F238E27FC236}">
                  <a16:creationId xmlns:a16="http://schemas.microsoft.com/office/drawing/2014/main" id="{89E47040-1C9C-41BD-8990-A61C2E2580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2984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58" name="Line 129">
              <a:extLst>
                <a:ext uri="{FF2B5EF4-FFF2-40B4-BE49-F238E27FC236}">
                  <a16:creationId xmlns:a16="http://schemas.microsoft.com/office/drawing/2014/main" id="{5F55A462-4EF6-49B0-8B7C-AB9465DA4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8" y="2984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59" name="Line 130">
              <a:extLst>
                <a:ext uri="{FF2B5EF4-FFF2-40B4-BE49-F238E27FC236}">
                  <a16:creationId xmlns:a16="http://schemas.microsoft.com/office/drawing/2014/main" id="{241E807D-404E-4B05-94C2-CAC239F03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6" y="2976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60" name="Line 131">
              <a:extLst>
                <a:ext uri="{FF2B5EF4-FFF2-40B4-BE49-F238E27FC236}">
                  <a16:creationId xmlns:a16="http://schemas.microsoft.com/office/drawing/2014/main" id="{E534539F-1436-4AF2-96F9-C62376577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2992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61" name="Line 132">
              <a:extLst>
                <a:ext uri="{FF2B5EF4-FFF2-40B4-BE49-F238E27FC236}">
                  <a16:creationId xmlns:a16="http://schemas.microsoft.com/office/drawing/2014/main" id="{8B4F4697-B775-40E5-AD65-CBBC90F2E1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0" y="2976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62" name="Line 133">
              <a:extLst>
                <a:ext uri="{FF2B5EF4-FFF2-40B4-BE49-F238E27FC236}">
                  <a16:creationId xmlns:a16="http://schemas.microsoft.com/office/drawing/2014/main" id="{5ED5DA66-4904-4065-8B63-2C158EDAA0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6" y="2984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63" name="Line 134">
              <a:extLst>
                <a:ext uri="{FF2B5EF4-FFF2-40B4-BE49-F238E27FC236}">
                  <a16:creationId xmlns:a16="http://schemas.microsoft.com/office/drawing/2014/main" id="{9BA8C46D-6175-4601-BC7C-EA6F3CCF13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6" y="2976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864" name="Line 135">
              <a:extLst>
                <a:ext uri="{FF2B5EF4-FFF2-40B4-BE49-F238E27FC236}">
                  <a16:creationId xmlns:a16="http://schemas.microsoft.com/office/drawing/2014/main" id="{EE71C47E-0ACF-4F8F-AE54-ECFC029A0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0" y="2984"/>
              <a:ext cx="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8324810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84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6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84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674" grpId="0" autoUpdateAnimBg="0"/>
      <p:bldP spid="284675" grpId="0" animBg="1" autoUpdateAnimBg="0"/>
      <p:bldP spid="284676" grpId="0" animBg="1" autoUpdateAnimBg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2">
            <a:extLst>
              <a:ext uri="{FF2B5EF4-FFF2-40B4-BE49-F238E27FC236}">
                <a16:creationId xmlns:a16="http://schemas.microsoft.com/office/drawing/2014/main" id="{AF61361C-4E0B-425E-BA75-042DC1D762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3538" y="268288"/>
            <a:ext cx="3881437" cy="496887"/>
          </a:xfrm>
          <a:ln>
            <a:noFill/>
          </a:ln>
        </p:spPr>
        <p:txBody>
          <a:bodyPr/>
          <a:lstStyle/>
          <a:p>
            <a:pPr algn="l" eaLnBrk="1" hangingPunct="1">
              <a:defRPr/>
            </a:pPr>
            <a:r>
              <a:rPr lang="zh-CN" altLang="en-US" sz="3200" b="1" dirty="0">
                <a:solidFill>
                  <a:srgbClr val="1F08F8"/>
                </a:solidFill>
              </a:rPr>
              <a:t>五、   数码比较器</a:t>
            </a:r>
          </a:p>
        </p:txBody>
      </p:sp>
      <p:sp>
        <p:nvSpPr>
          <p:cNvPr id="171011" name="Rectangle 3">
            <a:extLst>
              <a:ext uri="{FF2B5EF4-FFF2-40B4-BE49-F238E27FC236}">
                <a16:creationId xmlns:a16="http://schemas.microsoft.com/office/drawing/2014/main" id="{D6EE9557-E4A8-4552-BFCD-64DB11CAD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625" y="898525"/>
            <a:ext cx="321945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、一位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数值比较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器</a:t>
            </a:r>
          </a:p>
        </p:txBody>
      </p:sp>
      <p:sp>
        <p:nvSpPr>
          <p:cNvPr id="171012" name="Rectangle 4">
            <a:extLst>
              <a:ext uri="{FF2B5EF4-FFF2-40B4-BE49-F238E27FC236}">
                <a16:creationId xmlns:a16="http://schemas.microsoft.com/office/drawing/2014/main" id="{E9E6D455-DF92-426A-9B1F-110E7C4B5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1582738"/>
            <a:ext cx="8080375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1.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定义：用来比较两个一位二进制数大小的电路。</a:t>
            </a:r>
          </a:p>
        </p:txBody>
      </p:sp>
      <p:sp>
        <p:nvSpPr>
          <p:cNvPr id="171013" name="Rectangle 5">
            <a:extLst>
              <a:ext uri="{FF2B5EF4-FFF2-40B4-BE49-F238E27FC236}">
                <a16:creationId xmlns:a16="http://schemas.microsoft.com/office/drawing/2014/main" id="{511062C4-4DE4-45F0-8BC8-673F56D03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274888"/>
            <a:ext cx="1885950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2.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真值表：</a:t>
            </a:r>
          </a:p>
        </p:txBody>
      </p:sp>
      <p:grpSp>
        <p:nvGrpSpPr>
          <p:cNvPr id="171014" name="Group 6">
            <a:extLst>
              <a:ext uri="{FF2B5EF4-FFF2-40B4-BE49-F238E27FC236}">
                <a16:creationId xmlns:a16="http://schemas.microsoft.com/office/drawing/2014/main" id="{21A37002-927D-43EE-8B46-2CD1C07E6048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3001962"/>
            <a:ext cx="3336924" cy="1876424"/>
            <a:chOff x="252" y="1959"/>
            <a:chExt cx="2102" cy="1182"/>
          </a:xfrm>
        </p:grpSpPr>
        <p:sp>
          <p:nvSpPr>
            <p:cNvPr id="95295" name="Line 7">
              <a:extLst>
                <a:ext uri="{FF2B5EF4-FFF2-40B4-BE49-F238E27FC236}">
                  <a16:creationId xmlns:a16="http://schemas.microsoft.com/office/drawing/2014/main" id="{450AB273-915C-4E73-B1CF-D7BD971394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" y="1982"/>
              <a:ext cx="2016" cy="0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96" name="Line 8">
              <a:extLst>
                <a:ext uri="{FF2B5EF4-FFF2-40B4-BE49-F238E27FC236}">
                  <a16:creationId xmlns:a16="http://schemas.microsoft.com/office/drawing/2014/main" id="{65952278-1087-478F-A9B2-269BA0E6AC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" y="2270"/>
              <a:ext cx="2016" cy="0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97" name="Line 9">
              <a:extLst>
                <a:ext uri="{FF2B5EF4-FFF2-40B4-BE49-F238E27FC236}">
                  <a16:creationId xmlns:a16="http://schemas.microsoft.com/office/drawing/2014/main" id="{5C938669-2461-4886-A306-01610FF5AB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7" y="1982"/>
              <a:ext cx="0" cy="1152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98" name="Text Box 10">
              <a:extLst>
                <a:ext uri="{FF2B5EF4-FFF2-40B4-BE49-F238E27FC236}">
                  <a16:creationId xmlns:a16="http://schemas.microsoft.com/office/drawing/2014/main" id="{68C85072-657F-4ADC-852C-CE56BCD807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" y="1959"/>
              <a:ext cx="134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1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B</a:t>
              </a:r>
              <a:r>
                <a:rPr kumimoji="1" lang="en-US" altLang="zh-CN" sz="2400" b="1" i="1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400" b="1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95299" name="Text Box 11">
              <a:extLst>
                <a:ext uri="{FF2B5EF4-FFF2-40B4-BE49-F238E27FC236}">
                  <a16:creationId xmlns:a16="http://schemas.microsoft.com/office/drawing/2014/main" id="{C546BB94-E3ED-4439-9C69-3B15485F89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" y="2270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0     0       0</a:t>
              </a:r>
            </a:p>
          </p:txBody>
        </p:sp>
        <p:sp>
          <p:nvSpPr>
            <p:cNvPr id="95300" name="Text Box 12">
              <a:extLst>
                <a:ext uri="{FF2B5EF4-FFF2-40B4-BE49-F238E27FC236}">
                  <a16:creationId xmlns:a16="http://schemas.microsoft.com/office/drawing/2014/main" id="{2FF74A92-E79E-4068-9E4C-6F6DC5E10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" y="2462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0     1       0</a:t>
              </a:r>
            </a:p>
          </p:txBody>
        </p:sp>
        <p:sp>
          <p:nvSpPr>
            <p:cNvPr id="95301" name="Text Box 13">
              <a:extLst>
                <a:ext uri="{FF2B5EF4-FFF2-40B4-BE49-F238E27FC236}">
                  <a16:creationId xmlns:a16="http://schemas.microsoft.com/office/drawing/2014/main" id="{4B7CE5DA-304E-419B-BD36-740AA90590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" y="2654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1     0       1</a:t>
              </a:r>
            </a:p>
          </p:txBody>
        </p:sp>
        <p:sp>
          <p:nvSpPr>
            <p:cNvPr id="95302" name="Text Box 14">
              <a:extLst>
                <a:ext uri="{FF2B5EF4-FFF2-40B4-BE49-F238E27FC236}">
                  <a16:creationId xmlns:a16="http://schemas.microsoft.com/office/drawing/2014/main" id="{748989AE-3C36-4BDE-ACE8-41F8D13F82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" y="2846"/>
              <a:ext cx="10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1     1       0</a:t>
              </a:r>
            </a:p>
          </p:txBody>
        </p:sp>
        <p:sp>
          <p:nvSpPr>
            <p:cNvPr id="95303" name="Line 15">
              <a:extLst>
                <a:ext uri="{FF2B5EF4-FFF2-40B4-BE49-F238E27FC236}">
                  <a16:creationId xmlns:a16="http://schemas.microsoft.com/office/drawing/2014/main" id="{427C9CAA-A4F9-409B-B18B-6676B6FA0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" y="3141"/>
              <a:ext cx="2064" cy="0"/>
            </a:xfrm>
            <a:prstGeom prst="line">
              <a:avLst/>
            </a:prstGeom>
            <a:noFill/>
            <a:ln w="28575">
              <a:solidFill>
                <a:srgbClr val="9090F4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304" name="Text Box 16">
              <a:extLst>
                <a:ext uri="{FF2B5EF4-FFF2-40B4-BE49-F238E27FC236}">
                  <a16:creationId xmlns:a16="http://schemas.microsoft.com/office/drawing/2014/main" id="{36E20F0C-4827-4EBA-B55A-8730B0EAD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3" y="2270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5305" name="Text Box 17">
              <a:extLst>
                <a:ext uri="{FF2B5EF4-FFF2-40B4-BE49-F238E27FC236}">
                  <a16:creationId xmlns:a16="http://schemas.microsoft.com/office/drawing/2014/main" id="{AA50386B-23C4-456B-878F-C9980F94F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3" y="2654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5306" name="Text Box 18">
              <a:extLst>
                <a:ext uri="{FF2B5EF4-FFF2-40B4-BE49-F238E27FC236}">
                  <a16:creationId xmlns:a16="http://schemas.microsoft.com/office/drawing/2014/main" id="{1E847CBF-34F3-4440-A362-54FB6E337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3" y="2462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5307" name="Text Box 19">
              <a:extLst>
                <a:ext uri="{FF2B5EF4-FFF2-40B4-BE49-F238E27FC236}">
                  <a16:creationId xmlns:a16="http://schemas.microsoft.com/office/drawing/2014/main" id="{499D1BD2-E9C3-48AA-947B-80F8A6952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3" y="2846"/>
              <a:ext cx="3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5308" name="Rectangle 20">
              <a:extLst>
                <a:ext uri="{FF2B5EF4-FFF2-40B4-BE49-F238E27FC236}">
                  <a16:creationId xmlns:a16="http://schemas.microsoft.com/office/drawing/2014/main" id="{B3B4F8E6-9105-4BBE-8D91-9C77108B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7" y="1982"/>
              <a:ext cx="50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95309" name="Rectangle 21">
              <a:extLst>
                <a:ext uri="{FF2B5EF4-FFF2-40B4-BE49-F238E27FC236}">
                  <a16:creationId xmlns:a16="http://schemas.microsoft.com/office/drawing/2014/main" id="{3A24174A-F3B4-4F35-8FC1-9364D4B7F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9" y="1982"/>
              <a:ext cx="50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  <p:sp>
          <p:nvSpPr>
            <p:cNvPr id="95310" name="Rectangle 22">
              <a:extLst>
                <a:ext uri="{FF2B5EF4-FFF2-40B4-BE49-F238E27FC236}">
                  <a16:creationId xmlns:a16="http://schemas.microsoft.com/office/drawing/2014/main" id="{031AE00C-1EC2-4408-8E02-6BE76D233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270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5311" name="Rectangle 23">
              <a:extLst>
                <a:ext uri="{FF2B5EF4-FFF2-40B4-BE49-F238E27FC236}">
                  <a16:creationId xmlns:a16="http://schemas.microsoft.com/office/drawing/2014/main" id="{D2B30857-62DA-47C3-87E2-008822CF8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462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5312" name="Rectangle 24">
              <a:extLst>
                <a:ext uri="{FF2B5EF4-FFF2-40B4-BE49-F238E27FC236}">
                  <a16:creationId xmlns:a16="http://schemas.microsoft.com/office/drawing/2014/main" id="{CFE13409-82BB-4E37-9E36-D6BCA6EB8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654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5313" name="Rectangle 25">
              <a:extLst>
                <a:ext uri="{FF2B5EF4-FFF2-40B4-BE49-F238E27FC236}">
                  <a16:creationId xmlns:a16="http://schemas.microsoft.com/office/drawing/2014/main" id="{463C6391-66D7-480F-AFEE-93B480E35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846"/>
              <a:ext cx="21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171034" name="Group 26">
            <a:extLst>
              <a:ext uri="{FF2B5EF4-FFF2-40B4-BE49-F238E27FC236}">
                <a16:creationId xmlns:a16="http://schemas.microsoft.com/office/drawing/2014/main" id="{5C60B30F-9032-485B-9DDF-CEC8D1D291D3}"/>
              </a:ext>
            </a:extLst>
          </p:cNvPr>
          <p:cNvGrpSpPr>
            <a:grpSpLocks/>
          </p:cNvGrpSpPr>
          <p:nvPr/>
        </p:nvGrpSpPr>
        <p:grpSpPr bwMode="auto">
          <a:xfrm>
            <a:off x="292100" y="5145088"/>
            <a:ext cx="1744663" cy="519112"/>
            <a:chOff x="294" y="3241"/>
            <a:chExt cx="1099" cy="327"/>
          </a:xfrm>
        </p:grpSpPr>
        <p:sp>
          <p:nvSpPr>
            <p:cNvPr id="95293" name="Rectangle 27">
              <a:extLst>
                <a:ext uri="{FF2B5EF4-FFF2-40B4-BE49-F238E27FC236}">
                  <a16:creationId xmlns:a16="http://schemas.microsoft.com/office/drawing/2014/main" id="{C15B7D29-235F-4AF2-BC03-A4AAC17EC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" y="3241"/>
              <a:ext cx="1099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1" u="none" strike="noStrike" kern="1200" cap="none" spc="0" normalizeH="0" baseline="-2500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1" u="none" strike="noStrike" kern="1200" cap="none" spc="0" normalizeH="0" baseline="-2500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94" name="Line 28">
              <a:extLst>
                <a:ext uri="{FF2B5EF4-FFF2-40B4-BE49-F238E27FC236}">
                  <a16:creationId xmlns:a16="http://schemas.microsoft.com/office/drawing/2014/main" id="{A69DC252-1E94-4F0B-AF91-1C54995E82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4" y="3298"/>
              <a:ext cx="14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1037" name="Group 29">
            <a:extLst>
              <a:ext uri="{FF2B5EF4-FFF2-40B4-BE49-F238E27FC236}">
                <a16:creationId xmlns:a16="http://schemas.microsoft.com/office/drawing/2014/main" id="{CB1B77CA-8E94-4A35-9171-665594201A80}"/>
              </a:ext>
            </a:extLst>
          </p:cNvPr>
          <p:cNvGrpSpPr>
            <a:grpSpLocks/>
          </p:cNvGrpSpPr>
          <p:nvPr/>
        </p:nvGrpSpPr>
        <p:grpSpPr bwMode="auto">
          <a:xfrm>
            <a:off x="2322513" y="5180013"/>
            <a:ext cx="1744662" cy="519112"/>
            <a:chOff x="1573" y="3274"/>
            <a:chExt cx="1099" cy="327"/>
          </a:xfrm>
        </p:grpSpPr>
        <p:sp>
          <p:nvSpPr>
            <p:cNvPr id="95291" name="Rectangle 30">
              <a:extLst>
                <a:ext uri="{FF2B5EF4-FFF2-40B4-BE49-F238E27FC236}">
                  <a16:creationId xmlns:a16="http://schemas.microsoft.com/office/drawing/2014/main" id="{FAA62F8A-21A4-464F-B689-6B88E2712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3274"/>
              <a:ext cx="1099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1" u="none" strike="noStrike" kern="1200" cap="none" spc="0" normalizeH="0" baseline="-2500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1" u="none" strike="noStrike" kern="1200" cap="none" spc="0" normalizeH="0" baseline="-2500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endParaRPr kumimoji="1" lang="en-US" altLang="zh-CN" sz="2800" b="1" i="1" u="none" strike="noStrike" kern="1200" cap="none" spc="0" normalizeH="0" baseline="-25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92" name="Line 31">
              <a:extLst>
                <a:ext uri="{FF2B5EF4-FFF2-40B4-BE49-F238E27FC236}">
                  <a16:creationId xmlns:a16="http://schemas.microsoft.com/office/drawing/2014/main" id="{C8381377-67F3-4F95-A011-D81BBE5D8A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6" y="3328"/>
              <a:ext cx="14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71040" name="Rectangle 32">
            <a:extLst>
              <a:ext uri="{FF2B5EF4-FFF2-40B4-BE49-F238E27FC236}">
                <a16:creationId xmlns:a16="http://schemas.microsoft.com/office/drawing/2014/main" id="{28FDDD14-3AD7-4B56-81B8-CB206DD82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7413" y="2324100"/>
            <a:ext cx="198120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3.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  <a:cs typeface="+mn-cs"/>
              </a:rPr>
              <a:t>逻辑图：</a:t>
            </a:r>
          </a:p>
        </p:txBody>
      </p:sp>
      <p:grpSp>
        <p:nvGrpSpPr>
          <p:cNvPr id="171041" name="Group 33">
            <a:extLst>
              <a:ext uri="{FF2B5EF4-FFF2-40B4-BE49-F238E27FC236}">
                <a16:creationId xmlns:a16="http://schemas.microsoft.com/office/drawing/2014/main" id="{F33AD708-4B2F-48AE-94BB-6AB5FD37F939}"/>
              </a:ext>
            </a:extLst>
          </p:cNvPr>
          <p:cNvGrpSpPr>
            <a:grpSpLocks/>
          </p:cNvGrpSpPr>
          <p:nvPr/>
        </p:nvGrpSpPr>
        <p:grpSpPr bwMode="auto">
          <a:xfrm>
            <a:off x="252413" y="5930900"/>
            <a:ext cx="3760787" cy="519113"/>
            <a:chOff x="214" y="3791"/>
            <a:chExt cx="2369" cy="327"/>
          </a:xfrm>
        </p:grpSpPr>
        <p:sp>
          <p:nvSpPr>
            <p:cNvPr id="95286" name="Rectangle 34">
              <a:extLst>
                <a:ext uri="{FF2B5EF4-FFF2-40B4-BE49-F238E27FC236}">
                  <a16:creationId xmlns:a16="http://schemas.microsoft.com/office/drawing/2014/main" id="{5CF176AC-1295-4774-8F40-A44C08811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" y="3791"/>
              <a:ext cx="2369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800" b="1" i="1" u="none" strike="noStrike" kern="1200" cap="none" spc="0" normalizeH="0" baseline="-2500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1" u="none" strike="noStrike" kern="1200" cap="none" spc="0" normalizeH="0" baseline="-2500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+A</a:t>
              </a:r>
              <a:r>
                <a:rPr kumimoji="1" lang="en-US" altLang="zh-CN" sz="2800" b="1" i="1" u="none" strike="noStrike" kern="1200" cap="none" spc="0" normalizeH="0" baseline="-2500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800" b="1" i="1" u="none" strike="noStrike" kern="1200" cap="none" spc="0" normalizeH="0" baseline="-2500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=A</a:t>
              </a:r>
              <a:r>
                <a:rPr kumimoji="1" lang="en-US" altLang="zh-CN" sz="2800" b="1" i="1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B</a:t>
              </a:r>
              <a:r>
                <a:rPr kumimoji="1" lang="en-US" altLang="zh-CN" sz="2800" b="1" i="1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</a:p>
          </p:txBody>
        </p:sp>
        <p:sp>
          <p:nvSpPr>
            <p:cNvPr id="95287" name="Line 35">
              <a:extLst>
                <a:ext uri="{FF2B5EF4-FFF2-40B4-BE49-F238E27FC236}">
                  <a16:creationId xmlns:a16="http://schemas.microsoft.com/office/drawing/2014/main" id="{2924EB62-1BA7-4FAF-91B2-ECB78EF58C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4" y="3848"/>
              <a:ext cx="144" cy="0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88" name="Line 36">
              <a:extLst>
                <a:ext uri="{FF2B5EF4-FFF2-40B4-BE49-F238E27FC236}">
                  <a16:creationId xmlns:a16="http://schemas.microsoft.com/office/drawing/2014/main" id="{644563F1-0FA6-403C-B943-0E64F8ECCF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" y="3847"/>
              <a:ext cx="96" cy="0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89" name="Oval 37">
              <a:extLst>
                <a:ext uri="{FF2B5EF4-FFF2-40B4-BE49-F238E27FC236}">
                  <a16:creationId xmlns:a16="http://schemas.microsoft.com/office/drawing/2014/main" id="{1BE58A6E-8DF5-46B6-8F80-B6F13F9F4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8" y="3919"/>
              <a:ext cx="144" cy="14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</a:t>
              </a:r>
            </a:p>
          </p:txBody>
        </p:sp>
        <p:sp>
          <p:nvSpPr>
            <p:cNvPr id="95290" name="Line 38">
              <a:extLst>
                <a:ext uri="{FF2B5EF4-FFF2-40B4-BE49-F238E27FC236}">
                  <a16:creationId xmlns:a16="http://schemas.microsoft.com/office/drawing/2014/main" id="{B9D23FF8-B11D-4916-A33F-40F038D92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5" y="3849"/>
              <a:ext cx="480" cy="0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1047" name="Group 39">
            <a:extLst>
              <a:ext uri="{FF2B5EF4-FFF2-40B4-BE49-F238E27FC236}">
                <a16:creationId xmlns:a16="http://schemas.microsoft.com/office/drawing/2014/main" id="{5053B3CB-96C7-422D-BE0F-237FC56736EB}"/>
              </a:ext>
            </a:extLst>
          </p:cNvPr>
          <p:cNvGrpSpPr>
            <a:grpSpLocks/>
          </p:cNvGrpSpPr>
          <p:nvPr/>
        </p:nvGrpSpPr>
        <p:grpSpPr bwMode="auto">
          <a:xfrm>
            <a:off x="4146550" y="3267075"/>
            <a:ext cx="4687888" cy="2125663"/>
            <a:chOff x="2612" y="2058"/>
            <a:chExt cx="2953" cy="1339"/>
          </a:xfrm>
        </p:grpSpPr>
        <p:sp>
          <p:nvSpPr>
            <p:cNvPr id="95244" name="Rectangle 40">
              <a:extLst>
                <a:ext uri="{FF2B5EF4-FFF2-40B4-BE49-F238E27FC236}">
                  <a16:creationId xmlns:a16="http://schemas.microsoft.com/office/drawing/2014/main" id="{1F916E9B-E97C-4483-B3AF-F07D68FEA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243"/>
              <a:ext cx="240" cy="371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45" name="Rectangle 41">
              <a:extLst>
                <a:ext uri="{FF2B5EF4-FFF2-40B4-BE49-F238E27FC236}">
                  <a16:creationId xmlns:a16="http://schemas.microsoft.com/office/drawing/2014/main" id="{F7EAE999-96C8-4929-8B02-8315E41DC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923"/>
              <a:ext cx="240" cy="371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46" name="Rectangle 42">
              <a:extLst>
                <a:ext uri="{FF2B5EF4-FFF2-40B4-BE49-F238E27FC236}">
                  <a16:creationId xmlns:a16="http://schemas.microsoft.com/office/drawing/2014/main" id="{0572884A-0F8B-4250-8289-ED59C00B7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2260"/>
              <a:ext cx="240" cy="371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47" name="Rectangle 43">
              <a:extLst>
                <a:ext uri="{FF2B5EF4-FFF2-40B4-BE49-F238E27FC236}">
                  <a16:creationId xmlns:a16="http://schemas.microsoft.com/office/drawing/2014/main" id="{5694BB7F-3762-43DD-88FA-6818FEAE8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2940"/>
              <a:ext cx="240" cy="371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48" name="Oval 44">
              <a:extLst>
                <a:ext uri="{FF2B5EF4-FFF2-40B4-BE49-F238E27FC236}">
                  <a16:creationId xmlns:a16="http://schemas.microsoft.com/office/drawing/2014/main" id="{458EB645-23A1-4E2E-B240-D962C3767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2393"/>
              <a:ext cx="48" cy="62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49" name="Oval 45">
              <a:extLst>
                <a:ext uri="{FF2B5EF4-FFF2-40B4-BE49-F238E27FC236}">
                  <a16:creationId xmlns:a16="http://schemas.microsoft.com/office/drawing/2014/main" id="{1459D6E8-23C0-4177-97A9-C82803914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3089"/>
              <a:ext cx="48" cy="62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0" name="Rectangle 46">
              <a:extLst>
                <a:ext uri="{FF2B5EF4-FFF2-40B4-BE49-F238E27FC236}">
                  <a16:creationId xmlns:a16="http://schemas.microsoft.com/office/drawing/2014/main" id="{C04AE036-634E-4B18-AE24-93C89E76A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8" y="2520"/>
              <a:ext cx="282" cy="49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1" name="Line 47">
              <a:extLst>
                <a:ext uri="{FF2B5EF4-FFF2-40B4-BE49-F238E27FC236}">
                  <a16:creationId xmlns:a16="http://schemas.microsoft.com/office/drawing/2014/main" id="{1F924C0E-8AD8-4CCC-BC95-142F74768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2" y="2429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2" name="Line 48">
              <a:extLst>
                <a:ext uri="{FF2B5EF4-FFF2-40B4-BE49-F238E27FC236}">
                  <a16:creationId xmlns:a16="http://schemas.microsoft.com/office/drawing/2014/main" id="{421E7615-B93F-4CB8-B0FC-2DF3A8F9E0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2" y="3109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3" name="Line 49">
              <a:extLst>
                <a:ext uri="{FF2B5EF4-FFF2-40B4-BE49-F238E27FC236}">
                  <a16:creationId xmlns:a16="http://schemas.microsoft.com/office/drawing/2014/main" id="{8FB1073D-963E-48E4-A0C2-F3A00184F6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" y="2429"/>
              <a:ext cx="2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4" name="Line 50">
              <a:extLst>
                <a:ext uri="{FF2B5EF4-FFF2-40B4-BE49-F238E27FC236}">
                  <a16:creationId xmlns:a16="http://schemas.microsoft.com/office/drawing/2014/main" id="{431C263E-7440-4292-A61D-365F552BE0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" y="3109"/>
              <a:ext cx="2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5" name="Line 51">
              <a:extLst>
                <a:ext uri="{FF2B5EF4-FFF2-40B4-BE49-F238E27FC236}">
                  <a16:creationId xmlns:a16="http://schemas.microsoft.com/office/drawing/2014/main" id="{2D7C5F50-9FE2-4FAF-89DD-65812E438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16" y="2552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6" name="Line 52">
              <a:extLst>
                <a:ext uri="{FF2B5EF4-FFF2-40B4-BE49-F238E27FC236}">
                  <a16:creationId xmlns:a16="http://schemas.microsoft.com/office/drawing/2014/main" id="{4BB85E20-A6B0-4575-A900-8CBF7E150D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16" y="2985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7" name="Line 53">
              <a:extLst>
                <a:ext uri="{FF2B5EF4-FFF2-40B4-BE49-F238E27FC236}">
                  <a16:creationId xmlns:a16="http://schemas.microsoft.com/office/drawing/2014/main" id="{2081B8DF-2C31-445A-B901-A46B3712A9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92" y="2552"/>
              <a:ext cx="624" cy="37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8" name="Line 54">
              <a:extLst>
                <a:ext uri="{FF2B5EF4-FFF2-40B4-BE49-F238E27FC236}">
                  <a16:creationId xmlns:a16="http://schemas.microsoft.com/office/drawing/2014/main" id="{28CBE080-054E-40E8-9EA8-64AC4D267F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4" y="2614"/>
              <a:ext cx="672" cy="37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59" name="Line 55">
              <a:extLst>
                <a:ext uri="{FF2B5EF4-FFF2-40B4-BE49-F238E27FC236}">
                  <a16:creationId xmlns:a16="http://schemas.microsoft.com/office/drawing/2014/main" id="{4B29ACC1-BA7A-455C-A45D-9339A38AD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2" y="2923"/>
              <a:ext cx="0" cy="1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0" name="Line 56">
              <a:extLst>
                <a:ext uri="{FF2B5EF4-FFF2-40B4-BE49-F238E27FC236}">
                  <a16:creationId xmlns:a16="http://schemas.microsoft.com/office/drawing/2014/main" id="{C54E7A14-C530-49DE-9210-2507611BDA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4" y="242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1" name="Line 57">
              <a:extLst>
                <a:ext uri="{FF2B5EF4-FFF2-40B4-BE49-F238E27FC236}">
                  <a16:creationId xmlns:a16="http://schemas.microsoft.com/office/drawing/2014/main" id="{DB58DF8C-C96D-45A6-B070-DD434909A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0" y="2429"/>
              <a:ext cx="9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2" name="Line 58">
              <a:extLst>
                <a:ext uri="{FF2B5EF4-FFF2-40B4-BE49-F238E27FC236}">
                  <a16:creationId xmlns:a16="http://schemas.microsoft.com/office/drawing/2014/main" id="{B6699454-4B4E-4468-85B5-5F23BCB4D0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0" y="3109"/>
              <a:ext cx="100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3" name="Line 59">
              <a:extLst>
                <a:ext uri="{FF2B5EF4-FFF2-40B4-BE49-F238E27FC236}">
                  <a16:creationId xmlns:a16="http://schemas.microsoft.com/office/drawing/2014/main" id="{CA34EA28-4065-4C48-A75D-085A940CB6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4" y="242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4" name="Line 60">
              <a:extLst>
                <a:ext uri="{FF2B5EF4-FFF2-40B4-BE49-F238E27FC236}">
                  <a16:creationId xmlns:a16="http://schemas.microsoft.com/office/drawing/2014/main" id="{D44EB768-C54B-442F-8A09-C703CFC4BA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4" y="2923"/>
              <a:ext cx="0" cy="1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5" name="Line 61">
              <a:extLst>
                <a:ext uri="{FF2B5EF4-FFF2-40B4-BE49-F238E27FC236}">
                  <a16:creationId xmlns:a16="http://schemas.microsoft.com/office/drawing/2014/main" id="{612FDD99-0A95-437C-BA3E-C97E33CD7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4" y="2614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6" name="Line 62">
              <a:extLst>
                <a:ext uri="{FF2B5EF4-FFF2-40B4-BE49-F238E27FC236}">
                  <a16:creationId xmlns:a16="http://schemas.microsoft.com/office/drawing/2014/main" id="{777D111A-96D7-4A02-A760-6D758FBA3C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4" y="2923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7" name="Oval 63">
              <a:extLst>
                <a:ext uri="{FF2B5EF4-FFF2-40B4-BE49-F238E27FC236}">
                  <a16:creationId xmlns:a16="http://schemas.microsoft.com/office/drawing/2014/main" id="{290BE3A6-E62C-44EB-8B96-089E3C025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397"/>
              <a:ext cx="48" cy="61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8" name="Oval 64">
              <a:extLst>
                <a:ext uri="{FF2B5EF4-FFF2-40B4-BE49-F238E27FC236}">
                  <a16:creationId xmlns:a16="http://schemas.microsoft.com/office/drawing/2014/main" id="{C7A81840-D5B1-4A4B-B921-EB6A27CAB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3073"/>
              <a:ext cx="48" cy="61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69" name="Oval 65">
              <a:extLst>
                <a:ext uri="{FF2B5EF4-FFF2-40B4-BE49-F238E27FC236}">
                  <a16:creationId xmlns:a16="http://schemas.microsoft.com/office/drawing/2014/main" id="{064668E3-2EC9-4D34-B283-B215DB5E8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2386"/>
              <a:ext cx="48" cy="62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70" name="Oval 66">
              <a:extLst>
                <a:ext uri="{FF2B5EF4-FFF2-40B4-BE49-F238E27FC236}">
                  <a16:creationId xmlns:a16="http://schemas.microsoft.com/office/drawing/2014/main" id="{6AFB716C-2004-41EE-89E9-526A21AF5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3066"/>
              <a:ext cx="48" cy="62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71" name="Line 67">
              <a:extLst>
                <a:ext uri="{FF2B5EF4-FFF2-40B4-BE49-F238E27FC236}">
                  <a16:creationId xmlns:a16="http://schemas.microsoft.com/office/drawing/2014/main" id="{3D53CE5E-05D9-4689-B4D1-494A16F515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9" y="2760"/>
              <a:ext cx="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72" name="Rectangle 68">
              <a:extLst>
                <a:ext uri="{FF2B5EF4-FFF2-40B4-BE49-F238E27FC236}">
                  <a16:creationId xmlns:a16="http://schemas.microsoft.com/office/drawing/2014/main" id="{91F9390C-014B-476D-900B-5F67BE593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2182"/>
              <a:ext cx="29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1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</a:p>
          </p:txBody>
        </p:sp>
        <p:sp>
          <p:nvSpPr>
            <p:cNvPr id="95273" name="Rectangle 69">
              <a:extLst>
                <a:ext uri="{FF2B5EF4-FFF2-40B4-BE49-F238E27FC236}">
                  <a16:creationId xmlns:a16="http://schemas.microsoft.com/office/drawing/2014/main" id="{BD24FBBB-5826-4790-B807-516BEAA39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2861"/>
              <a:ext cx="28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1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</a:p>
          </p:txBody>
        </p:sp>
        <p:sp>
          <p:nvSpPr>
            <p:cNvPr id="95274" name="Rectangle 70">
              <a:extLst>
                <a:ext uri="{FF2B5EF4-FFF2-40B4-BE49-F238E27FC236}">
                  <a16:creationId xmlns:a16="http://schemas.microsoft.com/office/drawing/2014/main" id="{2B4E06ED-9E38-4FE7-B2E4-ACDBD2563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2" y="2182"/>
              <a:ext cx="50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95275" name="Rectangle 71">
              <a:extLst>
                <a:ext uri="{FF2B5EF4-FFF2-40B4-BE49-F238E27FC236}">
                  <a16:creationId xmlns:a16="http://schemas.microsoft.com/office/drawing/2014/main" id="{58809227-3042-46EC-B434-C73585570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2491"/>
              <a:ext cx="50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  <p:sp>
          <p:nvSpPr>
            <p:cNvPr id="95276" name="Rectangle 72">
              <a:extLst>
                <a:ext uri="{FF2B5EF4-FFF2-40B4-BE49-F238E27FC236}">
                  <a16:creationId xmlns:a16="http://schemas.microsoft.com/office/drawing/2014/main" id="{E9577CEA-5EEE-4974-B7AD-1FD2EAAD1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2861"/>
              <a:ext cx="50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95277" name="Rectangle 73">
              <a:extLst>
                <a:ext uri="{FF2B5EF4-FFF2-40B4-BE49-F238E27FC236}">
                  <a16:creationId xmlns:a16="http://schemas.microsoft.com/office/drawing/2014/main" id="{67BA3E9D-7923-4FF8-A367-5001B77C2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058"/>
              <a:ext cx="291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1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</a:p>
          </p:txBody>
        </p:sp>
        <p:sp>
          <p:nvSpPr>
            <p:cNvPr id="95278" name="Rectangle 74">
              <a:extLst>
                <a:ext uri="{FF2B5EF4-FFF2-40B4-BE49-F238E27FC236}">
                  <a16:creationId xmlns:a16="http://schemas.microsoft.com/office/drawing/2014/main" id="{BA3B3993-007E-4183-87C2-D04EDF920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3109"/>
              <a:ext cx="28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1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i</a:t>
              </a:r>
            </a:p>
          </p:txBody>
        </p:sp>
        <p:sp>
          <p:nvSpPr>
            <p:cNvPr id="95279" name="Line 75">
              <a:extLst>
                <a:ext uri="{FF2B5EF4-FFF2-40B4-BE49-F238E27FC236}">
                  <a16:creationId xmlns:a16="http://schemas.microsoft.com/office/drawing/2014/main" id="{EF26B55E-8BE0-4061-A146-0DAD957DD3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" y="3170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80" name="Line 76">
              <a:extLst>
                <a:ext uri="{FF2B5EF4-FFF2-40B4-BE49-F238E27FC236}">
                  <a16:creationId xmlns:a16="http://schemas.microsoft.com/office/drawing/2014/main" id="{AAE0387D-C337-4598-84EA-C90E2AA3C2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" y="2120"/>
              <a:ext cx="1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281" name="Text Box 77">
              <a:extLst>
                <a:ext uri="{FF2B5EF4-FFF2-40B4-BE49-F238E27FC236}">
                  <a16:creationId xmlns:a16="http://schemas.microsoft.com/office/drawing/2014/main" id="{E953BB8B-21B2-4989-8322-DB0FE655AE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0" y="2259"/>
              <a:ext cx="3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5282" name="Text Box 78">
              <a:extLst>
                <a:ext uri="{FF2B5EF4-FFF2-40B4-BE49-F238E27FC236}">
                  <a16:creationId xmlns:a16="http://schemas.microsoft.com/office/drawing/2014/main" id="{37F1CDE6-DA8B-4B98-A679-CD861AA560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8" y="2971"/>
              <a:ext cx="3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5283" name="Text Box 79">
              <a:extLst>
                <a:ext uri="{FF2B5EF4-FFF2-40B4-BE49-F238E27FC236}">
                  <a16:creationId xmlns:a16="http://schemas.microsoft.com/office/drawing/2014/main" id="{EA89A40E-0ED0-4678-8A22-8C54F4D4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7" y="2226"/>
              <a:ext cx="3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&amp;</a:t>
              </a:r>
            </a:p>
          </p:txBody>
        </p:sp>
        <p:sp>
          <p:nvSpPr>
            <p:cNvPr id="95284" name="Text Box 80">
              <a:extLst>
                <a:ext uri="{FF2B5EF4-FFF2-40B4-BE49-F238E27FC236}">
                  <a16:creationId xmlns:a16="http://schemas.microsoft.com/office/drawing/2014/main" id="{5FBDB751-89FE-45CC-A852-2A70C1D3D7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6" y="2904"/>
              <a:ext cx="3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&amp;</a:t>
              </a:r>
            </a:p>
          </p:txBody>
        </p:sp>
        <p:sp>
          <p:nvSpPr>
            <p:cNvPr id="95285" name="Text Box 81">
              <a:extLst>
                <a:ext uri="{FF2B5EF4-FFF2-40B4-BE49-F238E27FC236}">
                  <a16:creationId xmlns:a16="http://schemas.microsoft.com/office/drawing/2014/main" id="{377A78CA-016F-4959-A3D0-BB7A8326B3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1" y="2531"/>
              <a:ext cx="3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=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3944196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171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1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1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10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10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171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71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7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71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10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10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71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010" grpId="0" autoUpdateAnimBg="0"/>
      <p:bldP spid="171011" grpId="0" autoUpdateAnimBg="0"/>
      <p:bldP spid="171012" grpId="0" autoUpdateAnimBg="0"/>
      <p:bldP spid="171013" grpId="0" autoUpdateAnimBg="0"/>
      <p:bldP spid="171040" grpId="0" autoUpdateAnimBg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2">
            <a:extLst>
              <a:ext uri="{FF2B5EF4-FFF2-40B4-BE49-F238E27FC236}">
                <a16:creationId xmlns:a16="http://schemas.microsoft.com/office/drawing/2014/main" id="{D699806C-60A1-4061-A758-D7945C4A08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27025" y="146050"/>
            <a:ext cx="3524250" cy="514350"/>
          </a:xfrm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rgbClr val="FF9900"/>
                </a:solidFill>
              </a:rPr>
              <a:t>2</a:t>
            </a:r>
            <a:r>
              <a:rPr lang="zh-CN" altLang="en-US" sz="2800" b="1">
                <a:solidFill>
                  <a:srgbClr val="FF9900"/>
                </a:solidFill>
              </a:rPr>
              <a:t>、四位</a:t>
            </a:r>
            <a:r>
              <a:rPr lang="zh-CN" altLang="en-US" sz="2800" b="1">
                <a:solidFill>
                  <a:srgbClr val="FF9900"/>
                </a:solidFill>
                <a:latin typeface="宋体" panose="02010600030101010101" pitchFamily="2" charset="-122"/>
              </a:rPr>
              <a:t>数值比较</a:t>
            </a:r>
            <a:r>
              <a:rPr lang="zh-CN" altLang="en-US" sz="2800" b="1">
                <a:solidFill>
                  <a:srgbClr val="FF9900"/>
                </a:solidFill>
              </a:rPr>
              <a:t>器</a:t>
            </a:r>
          </a:p>
        </p:txBody>
      </p:sp>
      <p:sp>
        <p:nvSpPr>
          <p:cNvPr id="172035" name="Rectangle 3">
            <a:extLst>
              <a:ext uri="{FF2B5EF4-FFF2-40B4-BE49-F238E27FC236}">
                <a16:creationId xmlns:a16="http://schemas.microsoft.com/office/drawing/2014/main" id="{A17012A4-4E6C-44C8-9D6F-8B964660DE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025" y="757238"/>
            <a:ext cx="18161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A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172036" name="Rectangle 4">
            <a:extLst>
              <a:ext uri="{FF2B5EF4-FFF2-40B4-BE49-F238E27FC236}">
                <a16:creationId xmlns:a16="http://schemas.microsoft.com/office/drawing/2014/main" id="{0F33F9A7-DA51-48F3-91DA-68BC434A8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763" y="1308100"/>
            <a:ext cx="17335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3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2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1 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B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172037" name="Text Box 5">
            <a:extLst>
              <a:ext uri="{FF2B5EF4-FFF2-40B4-BE49-F238E27FC236}">
                <a16:creationId xmlns:a16="http://schemas.microsoft.com/office/drawing/2014/main" id="{78D055DD-8EB8-4F64-A256-D76ED1DD63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2788" y="1023938"/>
            <a:ext cx="321627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从高位开始比较，</a:t>
            </a:r>
          </a:p>
        </p:txBody>
      </p:sp>
      <p:sp>
        <p:nvSpPr>
          <p:cNvPr id="172038" name="Rectangle 6">
            <a:extLst>
              <a:ext uri="{FF2B5EF4-FFF2-40B4-BE49-F238E27FC236}">
                <a16:creationId xmlns:a16="http://schemas.microsoft.com/office/drawing/2014/main" id="{68EB2889-08CD-4974-807D-6EE2B6F6D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2663" y="719138"/>
            <a:ext cx="3938587" cy="1373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若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&gt;B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则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A&gt;B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若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&lt;B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则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A&lt;B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若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=B</a:t>
            </a:r>
            <a:r>
              <a:rPr kumimoji="0" lang="en-US" altLang="zh-CN" sz="2800" b="1" i="0" u="none" strike="noStrike" kern="1200" cap="none" spc="0" normalizeH="0" baseline="-3000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3  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则再比较低位</a:t>
            </a:r>
          </a:p>
        </p:txBody>
      </p:sp>
      <p:graphicFrame>
        <p:nvGraphicFramePr>
          <p:cNvPr id="172039" name="Group 7">
            <a:extLst>
              <a:ext uri="{FF2B5EF4-FFF2-40B4-BE49-F238E27FC236}">
                <a16:creationId xmlns:a16="http://schemas.microsoft.com/office/drawing/2014/main" id="{C264DE54-D4C4-41FA-A859-B19B94C363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1998073"/>
              </p:ext>
            </p:extLst>
          </p:nvPr>
        </p:nvGraphicFramePr>
        <p:xfrm>
          <a:off x="701675" y="2343150"/>
          <a:ext cx="7632700" cy="4064000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559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   B</a:t>
                      </a:r>
                      <a:r>
                        <a:rPr kumimoji="1" lang="en-US" altLang="zh-CN" sz="2000" b="1" i="0" u="none" strike="noStrike" cap="none" normalizeH="0" baseline="-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  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  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  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A&gt;B      A&lt;B      A=B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&gt;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1           0           0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&lt;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0           1           0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&gt;B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1           0           0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&lt;B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0           1           0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&gt;B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1           0           0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&lt;B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0           1           0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&gt;B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1           0           0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  <a:endParaRPr kumimoji="1" lang="en-US" altLang="zh-CN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宋体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&lt;B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0           1           0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06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horzOverflow="overflow">
                    <a:lnL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 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A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  <a:r>
                        <a:rPr kumimoji="1" lang="en-US" altLang="zh-CN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 =B</a:t>
                      </a:r>
                      <a:r>
                        <a:rPr kumimoji="1" lang="en-US" altLang="zh-CN" sz="2000" b="1" i="0" u="none" strike="noStrike" cap="none" normalizeH="0" baseline="-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  <a:cs typeface="Times New Roman" pitchFamily="18" charset="0"/>
                        </a:rPr>
                        <a:t>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1pPr>
                      <a:lvl2pPr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2pPr>
                      <a:lvl3pPr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3pPr>
                      <a:lvl4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4pPr>
                      <a:lvl5pPr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Times New Roman" pitchFamily="18" charset="0"/>
                          <a:ea typeface="宋体" pitchFamily="2" charset="-122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CN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宋体" pitchFamily="2" charset="-122"/>
                        </a:rPr>
                        <a:t>0           0           1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99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381020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2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2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2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2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20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20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2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20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20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20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20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034" grpId="0" autoUpdateAnimBg="0"/>
      <p:bldP spid="172035" grpId="0" autoUpdateAnimBg="0"/>
      <p:bldP spid="172036" grpId="0" autoUpdateAnimBg="0"/>
      <p:bldP spid="172037" grpId="0" autoUpdateAnimBg="0"/>
      <p:bldP spid="172038" grpId="0" autoUpdateAnimBg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2">
            <a:extLst>
              <a:ext uri="{FF2B5EF4-FFF2-40B4-BE49-F238E27FC236}">
                <a16:creationId xmlns:a16="http://schemas.microsoft.com/office/drawing/2014/main" id="{3793C418-F304-46D9-B9F8-07EE958257B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595313"/>
            <a:ext cx="6191250" cy="1290637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chemeClr val="tx1"/>
                </a:solidFill>
              </a:rPr>
              <a:t>集成化四位</a:t>
            </a:r>
            <a:r>
              <a:rPr lang="zh-CN" altLang="en-US" sz="2800" b="1" dirty="0">
                <a:solidFill>
                  <a:schemeClr val="tx1"/>
                </a:solidFill>
                <a:latin typeface="宋体" panose="02010600030101010101" pitchFamily="2" charset="-122"/>
              </a:rPr>
              <a:t>数值比较</a:t>
            </a:r>
            <a:r>
              <a:rPr lang="zh-CN" altLang="en-US" sz="2800" b="1" dirty="0">
                <a:solidFill>
                  <a:schemeClr val="tx1"/>
                </a:solidFill>
              </a:rPr>
              <a:t>器</a:t>
            </a:r>
            <a:r>
              <a:rPr lang="en-US" altLang="zh-CN" sz="2800" b="1" dirty="0">
                <a:solidFill>
                  <a:srgbClr val="FF0000"/>
                </a:solidFill>
              </a:rPr>
              <a:t>74</a:t>
            </a:r>
            <a:r>
              <a:rPr lang="en-US" altLang="zh-CN" sz="2800" b="1" dirty="0">
                <a:solidFill>
                  <a:srgbClr val="FF0000"/>
                </a:solidFill>
                <a:sym typeface="Symbol" panose="05050102010706020507" pitchFamily="18" charset="2"/>
              </a:rPr>
              <a:t>85</a:t>
            </a:r>
            <a:endParaRPr lang="en-US" altLang="zh-CN" sz="2800" b="1" dirty="0">
              <a:solidFill>
                <a:srgbClr val="FF0000"/>
              </a:solidFill>
            </a:endParaRPr>
          </a:p>
        </p:txBody>
      </p:sp>
      <p:grpSp>
        <p:nvGrpSpPr>
          <p:cNvPr id="226307" name="Group 3">
            <a:extLst>
              <a:ext uri="{FF2B5EF4-FFF2-40B4-BE49-F238E27FC236}">
                <a16:creationId xmlns:a16="http://schemas.microsoft.com/office/drawing/2014/main" id="{20795F3D-856C-4554-9930-1BEF0F7CF470}"/>
              </a:ext>
            </a:extLst>
          </p:cNvPr>
          <p:cNvGrpSpPr>
            <a:grpSpLocks/>
          </p:cNvGrpSpPr>
          <p:nvPr/>
        </p:nvGrpSpPr>
        <p:grpSpPr bwMode="auto">
          <a:xfrm>
            <a:off x="1968500" y="2528888"/>
            <a:ext cx="3408363" cy="2365375"/>
            <a:chOff x="2066" y="2571"/>
            <a:chExt cx="2147" cy="1490"/>
          </a:xfrm>
        </p:grpSpPr>
        <p:sp>
          <p:nvSpPr>
            <p:cNvPr id="97290" name="Rectangle 4">
              <a:extLst>
                <a:ext uri="{FF2B5EF4-FFF2-40B4-BE49-F238E27FC236}">
                  <a16:creationId xmlns:a16="http://schemas.microsoft.com/office/drawing/2014/main" id="{C1E9F351-D6F0-4EFE-9ACA-B6D75A47A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3003"/>
              <a:ext cx="1920" cy="72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91" name="Line 5">
              <a:extLst>
                <a:ext uri="{FF2B5EF4-FFF2-40B4-BE49-F238E27FC236}">
                  <a16:creationId xmlns:a16="http://schemas.microsoft.com/office/drawing/2014/main" id="{48C340DF-8DF2-43E5-819E-1D0F44B18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0" y="3734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92" name="Line 6">
              <a:extLst>
                <a:ext uri="{FF2B5EF4-FFF2-40B4-BE49-F238E27FC236}">
                  <a16:creationId xmlns:a16="http://schemas.microsoft.com/office/drawing/2014/main" id="{4D973EA1-9994-4D1E-825F-5A3DD5120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3734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93" name="Line 7">
              <a:extLst>
                <a:ext uri="{FF2B5EF4-FFF2-40B4-BE49-F238E27FC236}">
                  <a16:creationId xmlns:a16="http://schemas.microsoft.com/office/drawing/2014/main" id="{9B1B75E0-A563-49A3-B0CF-90FC75179B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0" y="3734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94" name="Line 8">
              <a:extLst>
                <a:ext uri="{FF2B5EF4-FFF2-40B4-BE49-F238E27FC236}">
                  <a16:creationId xmlns:a16="http://schemas.microsoft.com/office/drawing/2014/main" id="{483875DD-B7F4-4D72-91A9-4453FC10D4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0" y="3734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95" name="Line 9">
              <a:extLst>
                <a:ext uri="{FF2B5EF4-FFF2-40B4-BE49-F238E27FC236}">
                  <a16:creationId xmlns:a16="http://schemas.microsoft.com/office/drawing/2014/main" id="{9C8DC5C6-563E-42F8-AFFD-B55158FBA8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0" y="3734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96" name="Line 10">
              <a:extLst>
                <a:ext uri="{FF2B5EF4-FFF2-40B4-BE49-F238E27FC236}">
                  <a16:creationId xmlns:a16="http://schemas.microsoft.com/office/drawing/2014/main" id="{C137E920-BAF5-4DC8-A1B1-7352D0F1EE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8" y="3734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97" name="Line 11">
              <a:extLst>
                <a:ext uri="{FF2B5EF4-FFF2-40B4-BE49-F238E27FC236}">
                  <a16:creationId xmlns:a16="http://schemas.microsoft.com/office/drawing/2014/main" id="{F954F6F4-D6A3-465D-B3AB-4CE2F7ED7C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3734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98" name="Line 12">
              <a:extLst>
                <a:ext uri="{FF2B5EF4-FFF2-40B4-BE49-F238E27FC236}">
                  <a16:creationId xmlns:a16="http://schemas.microsoft.com/office/drawing/2014/main" id="{173EB125-8E99-458E-8617-53168BAD6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8" y="3734"/>
              <a:ext cx="0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99" name="Line 13">
              <a:extLst>
                <a:ext uri="{FF2B5EF4-FFF2-40B4-BE49-F238E27FC236}">
                  <a16:creationId xmlns:a16="http://schemas.microsoft.com/office/drawing/2014/main" id="{443063EA-C06B-4189-8053-E640F87602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6" y="2859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300" name="Line 14">
              <a:extLst>
                <a:ext uri="{FF2B5EF4-FFF2-40B4-BE49-F238E27FC236}">
                  <a16:creationId xmlns:a16="http://schemas.microsoft.com/office/drawing/2014/main" id="{E7FC8F85-789E-4B39-B16B-8AEBC0164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4" y="2859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301" name="Line 15">
              <a:extLst>
                <a:ext uri="{FF2B5EF4-FFF2-40B4-BE49-F238E27FC236}">
                  <a16:creationId xmlns:a16="http://schemas.microsoft.com/office/drawing/2014/main" id="{07F13490-E057-4A6A-A883-02FFB9C5C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2859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302" name="Rectangle 16">
              <a:extLst>
                <a:ext uri="{FF2B5EF4-FFF2-40B4-BE49-F238E27FC236}">
                  <a16:creationId xmlns:a16="http://schemas.microsoft.com/office/drawing/2014/main" id="{F5980D72-60B9-46D5-A99D-AAA1D9AC1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3773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97303" name="Rectangle 17">
              <a:extLst>
                <a:ext uri="{FF2B5EF4-FFF2-40B4-BE49-F238E27FC236}">
                  <a16:creationId xmlns:a16="http://schemas.microsoft.com/office/drawing/2014/main" id="{22CBF606-0200-48F9-9F4A-9B385D6B8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3773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7304" name="Rectangle 18">
              <a:extLst>
                <a:ext uri="{FF2B5EF4-FFF2-40B4-BE49-F238E27FC236}">
                  <a16:creationId xmlns:a16="http://schemas.microsoft.com/office/drawing/2014/main" id="{7B1FF014-9287-4169-800E-081A11BC3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3773"/>
              <a:ext cx="3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97305" name="Rectangle 19">
              <a:extLst>
                <a:ext uri="{FF2B5EF4-FFF2-40B4-BE49-F238E27FC236}">
                  <a16:creationId xmlns:a16="http://schemas.microsoft.com/office/drawing/2014/main" id="{5D58ACA9-CED7-4623-9437-97EAFED1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773"/>
              <a:ext cx="3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7306" name="Rectangle 20">
              <a:extLst>
                <a:ext uri="{FF2B5EF4-FFF2-40B4-BE49-F238E27FC236}">
                  <a16:creationId xmlns:a16="http://schemas.microsoft.com/office/drawing/2014/main" id="{5EA6C268-2F53-4A2B-8D1A-3B0F74946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3773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97307" name="Rectangle 21">
              <a:extLst>
                <a:ext uri="{FF2B5EF4-FFF2-40B4-BE49-F238E27FC236}">
                  <a16:creationId xmlns:a16="http://schemas.microsoft.com/office/drawing/2014/main" id="{C07C2147-D1DF-4082-BC91-7CFAE6818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3773"/>
              <a:ext cx="319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7308" name="Rectangle 22">
              <a:extLst>
                <a:ext uri="{FF2B5EF4-FFF2-40B4-BE49-F238E27FC236}">
                  <a16:creationId xmlns:a16="http://schemas.microsoft.com/office/drawing/2014/main" id="{6F849ACD-71E0-4357-93FB-3EC43A4D1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3773"/>
              <a:ext cx="3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97309" name="Rectangle 23">
              <a:extLst>
                <a:ext uri="{FF2B5EF4-FFF2-40B4-BE49-F238E27FC236}">
                  <a16:creationId xmlns:a16="http://schemas.microsoft.com/office/drawing/2014/main" id="{F2DD27C9-6EEA-473E-BE61-CF15C4CB3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3773"/>
              <a:ext cx="30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7310" name="Rectangle 24">
              <a:extLst>
                <a:ext uri="{FF2B5EF4-FFF2-40B4-BE49-F238E27FC236}">
                  <a16:creationId xmlns:a16="http://schemas.microsoft.com/office/drawing/2014/main" id="{EC71FDCC-478E-47D8-AD4F-7DD2E8EAA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571"/>
              <a:ext cx="50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97311" name="Rectangle 25">
              <a:extLst>
                <a:ext uri="{FF2B5EF4-FFF2-40B4-BE49-F238E27FC236}">
                  <a16:creationId xmlns:a16="http://schemas.microsoft.com/office/drawing/2014/main" id="{080D2876-B9FB-41E7-B2A5-C1FF22645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571"/>
              <a:ext cx="50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97312" name="Rectangle 26">
              <a:extLst>
                <a:ext uri="{FF2B5EF4-FFF2-40B4-BE49-F238E27FC236}">
                  <a16:creationId xmlns:a16="http://schemas.microsoft.com/office/drawing/2014/main" id="{D82A59EA-626A-4DCA-B28B-00FAA619A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571"/>
              <a:ext cx="505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  <p:sp>
          <p:nvSpPr>
            <p:cNvPr id="97313" name="Rectangle 27">
              <a:extLst>
                <a:ext uri="{FF2B5EF4-FFF2-40B4-BE49-F238E27FC236}">
                  <a16:creationId xmlns:a16="http://schemas.microsoft.com/office/drawing/2014/main" id="{0D247B41-BC61-47AB-B960-320708278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3193"/>
              <a:ext cx="710" cy="288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85</a:t>
              </a:r>
            </a:p>
          </p:txBody>
        </p:sp>
        <p:sp>
          <p:nvSpPr>
            <p:cNvPr id="97314" name="Text Box 28">
              <a:extLst>
                <a:ext uri="{FF2B5EF4-FFF2-40B4-BE49-F238E27FC236}">
                  <a16:creationId xmlns:a16="http://schemas.microsoft.com/office/drawing/2014/main" id="{3F87013B-1C44-40A8-B526-FAE9D3D416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6" y="3004"/>
              <a:ext cx="632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97315" name="Text Box 29">
              <a:extLst>
                <a:ext uri="{FF2B5EF4-FFF2-40B4-BE49-F238E27FC236}">
                  <a16:creationId xmlns:a16="http://schemas.microsoft.com/office/drawing/2014/main" id="{A50262FB-11C2-40CA-9219-CDEE7035C7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0" y="3196"/>
              <a:ext cx="632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97316" name="Text Box 30">
              <a:extLst>
                <a:ext uri="{FF2B5EF4-FFF2-40B4-BE49-F238E27FC236}">
                  <a16:creationId xmlns:a16="http://schemas.microsoft.com/office/drawing/2014/main" id="{DA7C6C75-D46F-4D2B-8EC8-AC815D0080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0" y="3399"/>
              <a:ext cx="541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  <p:sp>
          <p:nvSpPr>
            <p:cNvPr id="97317" name="Line 31">
              <a:extLst>
                <a:ext uri="{FF2B5EF4-FFF2-40B4-BE49-F238E27FC236}">
                  <a16:creationId xmlns:a16="http://schemas.microsoft.com/office/drawing/2014/main" id="{CF502C19-9B92-480F-A59E-8DE11B07E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" y="3140"/>
              <a:ext cx="17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318" name="Line 32">
              <a:extLst>
                <a:ext uri="{FF2B5EF4-FFF2-40B4-BE49-F238E27FC236}">
                  <a16:creationId xmlns:a16="http://schemas.microsoft.com/office/drawing/2014/main" id="{3A46BB1E-B77F-435D-A729-FBBECB98C8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" y="3332"/>
              <a:ext cx="17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319" name="Line 33">
              <a:extLst>
                <a:ext uri="{FF2B5EF4-FFF2-40B4-BE49-F238E27FC236}">
                  <a16:creationId xmlns:a16="http://schemas.microsoft.com/office/drawing/2014/main" id="{4C08FAC9-D198-4872-88F8-99DCD31CBE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3" y="3558"/>
              <a:ext cx="17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26338" name="Group 34">
            <a:extLst>
              <a:ext uri="{FF2B5EF4-FFF2-40B4-BE49-F238E27FC236}">
                <a16:creationId xmlns:a16="http://schemas.microsoft.com/office/drawing/2014/main" id="{F740BBB3-D9B5-48C7-A826-AE493EE27646}"/>
              </a:ext>
            </a:extLst>
          </p:cNvPr>
          <p:cNvGrpSpPr>
            <a:grpSpLocks/>
          </p:cNvGrpSpPr>
          <p:nvPr/>
        </p:nvGrpSpPr>
        <p:grpSpPr bwMode="auto">
          <a:xfrm>
            <a:off x="5483225" y="3200400"/>
            <a:ext cx="1651000" cy="946150"/>
            <a:chOff x="4280" y="2994"/>
            <a:chExt cx="1040" cy="596"/>
          </a:xfrm>
        </p:grpSpPr>
        <p:sp>
          <p:nvSpPr>
            <p:cNvPr id="97288" name="AutoShape 35">
              <a:extLst>
                <a:ext uri="{FF2B5EF4-FFF2-40B4-BE49-F238E27FC236}">
                  <a16:creationId xmlns:a16="http://schemas.microsoft.com/office/drawing/2014/main" id="{2B419B35-D96C-4619-B8B6-A59E7843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3072"/>
              <a:ext cx="125" cy="508"/>
            </a:xfrm>
            <a:prstGeom prst="rightBrace">
              <a:avLst>
                <a:gd name="adj1" fmla="val 33867"/>
                <a:gd name="adj2" fmla="val 50000"/>
              </a:avLst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7289" name="Text Box 36">
              <a:extLst>
                <a:ext uri="{FF2B5EF4-FFF2-40B4-BE49-F238E27FC236}">
                  <a16:creationId xmlns:a16="http://schemas.microsoft.com/office/drawing/2014/main" id="{EF8B86FD-6B20-4573-B54D-F3AA39C6A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9" y="2994"/>
              <a:ext cx="881" cy="596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低位比较输入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0548553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6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6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6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226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26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306" grpId="0" autoUpdateAnimBg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>
            <a:extLst>
              <a:ext uri="{FF2B5EF4-FFF2-40B4-BE49-F238E27FC236}">
                <a16:creationId xmlns:a16="http://schemas.microsoft.com/office/drawing/2014/main" id="{02DE3F3D-6F8C-40E0-8F06-5CC84B9182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6413" y="87313"/>
            <a:ext cx="2519362" cy="515937"/>
          </a:xfrm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rgbClr val="FF9900"/>
                </a:solidFill>
              </a:rPr>
              <a:t>74</a:t>
            </a:r>
            <a:r>
              <a:rPr lang="en-US" altLang="zh-CN" sz="2800" b="1">
                <a:solidFill>
                  <a:srgbClr val="FF9900"/>
                </a:solidFill>
                <a:sym typeface="Symbol" panose="05050102010706020507" pitchFamily="18" charset="2"/>
              </a:rPr>
              <a:t>85</a:t>
            </a:r>
            <a:endParaRPr lang="zh-CN" altLang="en-US" sz="2800" b="1">
              <a:solidFill>
                <a:srgbClr val="FF9900"/>
              </a:solidFill>
              <a:sym typeface="Symbol" panose="05050102010706020507" pitchFamily="18" charset="2"/>
            </a:endParaRPr>
          </a:p>
        </p:txBody>
      </p:sp>
      <p:pic>
        <p:nvPicPr>
          <p:cNvPr id="98307" name="Picture 5">
            <a:extLst>
              <a:ext uri="{FF2B5EF4-FFF2-40B4-BE49-F238E27FC236}">
                <a16:creationId xmlns:a16="http://schemas.microsoft.com/office/drawing/2014/main" id="{C02B604B-02BF-4C39-A1E3-4C9CAAA259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75" y="509588"/>
            <a:ext cx="3762375" cy="4017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308" name="Picture 6">
            <a:extLst>
              <a:ext uri="{FF2B5EF4-FFF2-40B4-BE49-F238E27FC236}">
                <a16:creationId xmlns:a16="http://schemas.microsoft.com/office/drawing/2014/main" id="{2CB7A7BD-94DB-44B6-936C-452CF89D22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250" y="628650"/>
            <a:ext cx="4476750" cy="2154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309" name="Picture 7">
            <a:extLst>
              <a:ext uri="{FF2B5EF4-FFF2-40B4-BE49-F238E27FC236}">
                <a16:creationId xmlns:a16="http://schemas.microsoft.com/office/drawing/2014/main" id="{1DF824E7-053D-4BC0-82D6-558167D752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4727575"/>
            <a:ext cx="2157413" cy="190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310" name="Picture 4">
            <a:extLst>
              <a:ext uri="{FF2B5EF4-FFF2-40B4-BE49-F238E27FC236}">
                <a16:creationId xmlns:a16="http://schemas.microsoft.com/office/drawing/2014/main" id="{3B072B5A-C5E3-4F4B-B750-62E8ED85CC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950" y="3614738"/>
            <a:ext cx="5734050" cy="3243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1631069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0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0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082" grpId="0" autoUpdateAnimBg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>
            <a:extLst>
              <a:ext uri="{FF2B5EF4-FFF2-40B4-BE49-F238E27FC236}">
                <a16:creationId xmlns:a16="http://schemas.microsoft.com/office/drawing/2014/main" id="{4ACFD6FA-A3F1-4A7F-A35E-F16E78937B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38125" y="180975"/>
            <a:ext cx="1335088" cy="496888"/>
          </a:xfrm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rgbClr val="FF3300"/>
                </a:solidFill>
              </a:rPr>
              <a:t>【</a:t>
            </a:r>
            <a:r>
              <a:rPr lang="zh-CN" altLang="en-US" sz="2800" b="1">
                <a:solidFill>
                  <a:srgbClr val="FF3300"/>
                </a:solidFill>
              </a:rPr>
              <a:t>例</a:t>
            </a:r>
            <a:r>
              <a:rPr lang="en-US" altLang="zh-CN" sz="2800" b="1">
                <a:solidFill>
                  <a:srgbClr val="FF3300"/>
                </a:solidFill>
              </a:rPr>
              <a:t>】</a:t>
            </a:r>
          </a:p>
        </p:txBody>
      </p:sp>
      <p:sp>
        <p:nvSpPr>
          <p:cNvPr id="175107" name="Text Box 3">
            <a:extLst>
              <a:ext uri="{FF2B5EF4-FFF2-40B4-BE49-F238E27FC236}">
                <a16:creationId xmlns:a16="http://schemas.microsoft.com/office/drawing/2014/main" id="{3FB20BCB-28B3-49C2-9FB3-9437716E90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4125" y="200025"/>
            <a:ext cx="599916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用两片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74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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85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构成七位数值比较器。</a:t>
            </a:r>
          </a:p>
        </p:txBody>
      </p:sp>
      <p:sp>
        <p:nvSpPr>
          <p:cNvPr id="175108" name="Text Box 4">
            <a:extLst>
              <a:ext uri="{FF2B5EF4-FFF2-40B4-BE49-F238E27FC236}">
                <a16:creationId xmlns:a16="http://schemas.microsoft.com/office/drawing/2014/main" id="{030BF122-510A-4458-8E00-CF2358A1FE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050" y="5275263"/>
            <a:ext cx="8045450" cy="1160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分段比较：先比较高三位， 若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6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A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=B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6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5 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B</a:t>
            </a:r>
            <a:r>
              <a:rPr kumimoji="1" lang="en-US" altLang="zh-CN" sz="28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，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            再比较低四位。</a:t>
            </a:r>
          </a:p>
        </p:txBody>
      </p:sp>
      <p:sp>
        <p:nvSpPr>
          <p:cNvPr id="175109" name="AutoShape 5">
            <a:extLst>
              <a:ext uri="{FF2B5EF4-FFF2-40B4-BE49-F238E27FC236}">
                <a16:creationId xmlns:a16="http://schemas.microsoft.com/office/drawing/2014/main" id="{77B5D269-B5C6-4913-821F-E947BDC6A45B}"/>
              </a:ext>
            </a:extLst>
          </p:cNvPr>
          <p:cNvSpPr>
            <a:spLocks/>
          </p:cNvSpPr>
          <p:nvPr/>
        </p:nvSpPr>
        <p:spPr bwMode="auto">
          <a:xfrm rot="-5400098">
            <a:off x="4327525" y="510544"/>
            <a:ext cx="304800" cy="7543800"/>
          </a:xfrm>
          <a:prstGeom prst="leftBrace">
            <a:avLst>
              <a:gd name="adj1" fmla="val 206250"/>
              <a:gd name="adj2" fmla="val 50000"/>
            </a:avLst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zh-CN" sz="2400" b="0" i="0" u="none" strike="noStrike" kern="120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5110" name="Text Box 6">
            <a:extLst>
              <a:ext uri="{FF2B5EF4-FFF2-40B4-BE49-F238E27FC236}">
                <a16:creationId xmlns:a16="http://schemas.microsoft.com/office/drawing/2014/main" id="{4674B5DB-967D-491A-B5E0-DD3E69C89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7425" y="4511044"/>
            <a:ext cx="3581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七位数码输入</a:t>
            </a:r>
          </a:p>
        </p:txBody>
      </p:sp>
      <p:grpSp>
        <p:nvGrpSpPr>
          <p:cNvPr id="175111" name="Group 7">
            <a:extLst>
              <a:ext uri="{FF2B5EF4-FFF2-40B4-BE49-F238E27FC236}">
                <a16:creationId xmlns:a16="http://schemas.microsoft.com/office/drawing/2014/main" id="{945E81AD-1424-4287-B5FD-5428334951C9}"/>
              </a:ext>
            </a:extLst>
          </p:cNvPr>
          <p:cNvGrpSpPr>
            <a:grpSpLocks/>
          </p:cNvGrpSpPr>
          <p:nvPr/>
        </p:nvGrpSpPr>
        <p:grpSpPr bwMode="auto">
          <a:xfrm>
            <a:off x="1171575" y="842332"/>
            <a:ext cx="2133600" cy="1273175"/>
            <a:chOff x="782" y="538"/>
            <a:chExt cx="1344" cy="802"/>
          </a:xfrm>
        </p:grpSpPr>
        <p:sp>
          <p:nvSpPr>
            <p:cNvPr id="99426" name="Line 8">
              <a:extLst>
                <a:ext uri="{FF2B5EF4-FFF2-40B4-BE49-F238E27FC236}">
                  <a16:creationId xmlns:a16="http://schemas.microsoft.com/office/drawing/2014/main" id="{5D8124B6-6E12-4BB0-ADDE-AA8898CDFD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0" y="1062"/>
              <a:ext cx="0" cy="2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427" name="Line 9">
              <a:extLst>
                <a:ext uri="{FF2B5EF4-FFF2-40B4-BE49-F238E27FC236}">
                  <a16:creationId xmlns:a16="http://schemas.microsoft.com/office/drawing/2014/main" id="{627BEF49-E841-4EDF-9AD5-2FBAF14BF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8" y="1062"/>
              <a:ext cx="0" cy="2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428" name="Line 10">
              <a:extLst>
                <a:ext uri="{FF2B5EF4-FFF2-40B4-BE49-F238E27FC236}">
                  <a16:creationId xmlns:a16="http://schemas.microsoft.com/office/drawing/2014/main" id="{335566D1-71AA-4D45-99E6-383F45F33B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4" y="1062"/>
              <a:ext cx="0" cy="2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429" name="AutoShape 11">
              <a:extLst>
                <a:ext uri="{FF2B5EF4-FFF2-40B4-BE49-F238E27FC236}">
                  <a16:creationId xmlns:a16="http://schemas.microsoft.com/office/drawing/2014/main" id="{FD744026-C7B9-4408-B34F-A4EDA6C10AA8}"/>
                </a:ext>
              </a:extLst>
            </p:cNvPr>
            <p:cNvSpPr>
              <a:spLocks/>
            </p:cNvSpPr>
            <p:nvPr/>
          </p:nvSpPr>
          <p:spPr bwMode="auto">
            <a:xfrm rot="5386262">
              <a:off x="1310" y="342"/>
              <a:ext cx="144" cy="1200"/>
            </a:xfrm>
            <a:prstGeom prst="leftBrace">
              <a:avLst>
                <a:gd name="adj1" fmla="val 69444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430" name="Text Box 12">
              <a:extLst>
                <a:ext uri="{FF2B5EF4-FFF2-40B4-BE49-F238E27FC236}">
                  <a16:creationId xmlns:a16="http://schemas.microsoft.com/office/drawing/2014/main" id="{619FCFF4-7C9C-46D9-8DF0-DD37D77104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6" y="538"/>
              <a:ext cx="1200" cy="32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比较输出</a:t>
              </a:r>
            </a:p>
          </p:txBody>
        </p:sp>
      </p:grpSp>
      <p:grpSp>
        <p:nvGrpSpPr>
          <p:cNvPr id="175117" name="Group 13">
            <a:extLst>
              <a:ext uri="{FF2B5EF4-FFF2-40B4-BE49-F238E27FC236}">
                <a16:creationId xmlns:a16="http://schemas.microsoft.com/office/drawing/2014/main" id="{13EBB3BE-3BEB-42EA-9CD7-1F9BBBEF2083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2072644"/>
            <a:ext cx="3313113" cy="1479550"/>
            <a:chOff x="96" y="1200"/>
            <a:chExt cx="2087" cy="932"/>
          </a:xfrm>
        </p:grpSpPr>
        <p:sp>
          <p:nvSpPr>
            <p:cNvPr id="99410" name="Rectangle 14">
              <a:extLst>
                <a:ext uri="{FF2B5EF4-FFF2-40B4-BE49-F238E27FC236}">
                  <a16:creationId xmlns:a16="http://schemas.microsoft.com/office/drawing/2014/main" id="{E27C141C-9339-4ADF-9FF3-284C67CFA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" y="1238"/>
              <a:ext cx="2064" cy="87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411" name="Rectangle 15">
              <a:extLst>
                <a:ext uri="{FF2B5EF4-FFF2-40B4-BE49-F238E27FC236}">
                  <a16:creationId xmlns:a16="http://schemas.microsoft.com/office/drawing/2014/main" id="{893612E5-4CAF-4E98-8E3E-14E1224AF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200"/>
              <a:ext cx="50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99412" name="Rectangle 16">
              <a:extLst>
                <a:ext uri="{FF2B5EF4-FFF2-40B4-BE49-F238E27FC236}">
                  <a16:creationId xmlns:a16="http://schemas.microsoft.com/office/drawing/2014/main" id="{7CB53B7E-4633-4D14-BC9E-49D755751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1200"/>
              <a:ext cx="50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99413" name="Rectangle 17">
              <a:extLst>
                <a:ext uri="{FF2B5EF4-FFF2-40B4-BE49-F238E27FC236}">
                  <a16:creationId xmlns:a16="http://schemas.microsoft.com/office/drawing/2014/main" id="{45D55A99-55C2-4CF9-9E2D-865504C42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0" y="1200"/>
              <a:ext cx="50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  <p:sp>
          <p:nvSpPr>
            <p:cNvPr id="99414" name="Rectangle 18">
              <a:extLst>
                <a:ext uri="{FF2B5EF4-FFF2-40B4-BE49-F238E27FC236}">
                  <a16:creationId xmlns:a16="http://schemas.microsoft.com/office/drawing/2014/main" id="{4FB17ACF-1A83-4E95-BD05-D0C82C292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440"/>
              <a:ext cx="4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336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99415" name="Rectangle 19">
              <a:extLst>
                <a:ext uri="{FF2B5EF4-FFF2-40B4-BE49-F238E27FC236}">
                  <a16:creationId xmlns:a16="http://schemas.microsoft.com/office/drawing/2014/main" id="{AB0A1F78-6321-4F9E-907E-763FC7040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728"/>
              <a:ext cx="4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336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99416" name="Rectangle 20">
              <a:extLst>
                <a:ext uri="{FF2B5EF4-FFF2-40B4-BE49-F238E27FC236}">
                  <a16:creationId xmlns:a16="http://schemas.microsoft.com/office/drawing/2014/main" id="{809AB0A2-67A3-4D67-934E-E2143258D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584"/>
              <a:ext cx="45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99336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  <p:sp>
          <p:nvSpPr>
            <p:cNvPr id="99417" name="Rectangle 21">
              <a:extLst>
                <a:ext uri="{FF2B5EF4-FFF2-40B4-BE49-F238E27FC236}">
                  <a16:creationId xmlns:a16="http://schemas.microsoft.com/office/drawing/2014/main" id="{A55E38D2-2EDA-41F8-967E-EBF35A9DB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" y="1872"/>
              <a:ext cx="28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99418" name="Rectangle 22">
              <a:extLst>
                <a:ext uri="{FF2B5EF4-FFF2-40B4-BE49-F238E27FC236}">
                  <a16:creationId xmlns:a16="http://schemas.microsoft.com/office/drawing/2014/main" id="{203C0476-0D27-4B2E-86CA-515127178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1882"/>
              <a:ext cx="28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99419" name="Rectangle 23">
              <a:extLst>
                <a:ext uri="{FF2B5EF4-FFF2-40B4-BE49-F238E27FC236}">
                  <a16:creationId xmlns:a16="http://schemas.microsoft.com/office/drawing/2014/main" id="{423A5F94-2599-405C-AF79-5A967ED56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1882"/>
              <a:ext cx="28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9420" name="Rectangle 24">
              <a:extLst>
                <a:ext uri="{FF2B5EF4-FFF2-40B4-BE49-F238E27FC236}">
                  <a16:creationId xmlns:a16="http://schemas.microsoft.com/office/drawing/2014/main" id="{D3C6B84B-06CA-438D-9732-F324673C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882"/>
              <a:ext cx="28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9421" name="Rectangle 25">
              <a:extLst>
                <a:ext uri="{FF2B5EF4-FFF2-40B4-BE49-F238E27FC236}">
                  <a16:creationId xmlns:a16="http://schemas.microsoft.com/office/drawing/2014/main" id="{44D7980C-8635-4059-9F00-04884E409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6" y="1882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99422" name="Rectangle 26">
              <a:extLst>
                <a:ext uri="{FF2B5EF4-FFF2-40B4-BE49-F238E27FC236}">
                  <a16:creationId xmlns:a16="http://schemas.microsoft.com/office/drawing/2014/main" id="{4A52FA59-8BCD-43C7-8628-D5FE6466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882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99423" name="Rectangle 27">
              <a:extLst>
                <a:ext uri="{FF2B5EF4-FFF2-40B4-BE49-F238E27FC236}">
                  <a16:creationId xmlns:a16="http://schemas.microsoft.com/office/drawing/2014/main" id="{743E22D5-E056-4D11-90FC-BC579E7CC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882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9424" name="Rectangle 28">
              <a:extLst>
                <a:ext uri="{FF2B5EF4-FFF2-40B4-BE49-F238E27FC236}">
                  <a16:creationId xmlns:a16="http://schemas.microsoft.com/office/drawing/2014/main" id="{12EB59A8-0DFB-47BF-8D0F-3686BC2C3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1872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9425" name="Rectangle 29">
              <a:extLst>
                <a:ext uri="{FF2B5EF4-FFF2-40B4-BE49-F238E27FC236}">
                  <a16:creationId xmlns:a16="http://schemas.microsoft.com/office/drawing/2014/main" id="{EC984B0C-8128-4844-B85B-EE3EE3B49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" y="1532"/>
              <a:ext cx="119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85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（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）</a:t>
              </a:r>
            </a:p>
          </p:txBody>
        </p:sp>
      </p:grpSp>
      <p:grpSp>
        <p:nvGrpSpPr>
          <p:cNvPr id="175134" name="Group 30">
            <a:extLst>
              <a:ext uri="{FF2B5EF4-FFF2-40B4-BE49-F238E27FC236}">
                <a16:creationId xmlns:a16="http://schemas.microsoft.com/office/drawing/2014/main" id="{3502DAAC-0236-48A3-9E71-7FCB3FD2123F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3520444"/>
            <a:ext cx="3092450" cy="533400"/>
            <a:chOff x="96" y="2112"/>
            <a:chExt cx="1948" cy="336"/>
          </a:xfrm>
        </p:grpSpPr>
        <p:grpSp>
          <p:nvGrpSpPr>
            <p:cNvPr id="99396" name="Group 31">
              <a:extLst>
                <a:ext uri="{FF2B5EF4-FFF2-40B4-BE49-F238E27FC236}">
                  <a16:creationId xmlns:a16="http://schemas.microsoft.com/office/drawing/2014/main" id="{C65EFA75-870E-4A47-A1BA-2D1E417FEE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" y="2112"/>
              <a:ext cx="1804" cy="96"/>
              <a:chOff x="240" y="2112"/>
              <a:chExt cx="1804" cy="96"/>
            </a:xfrm>
          </p:grpSpPr>
          <p:grpSp>
            <p:nvGrpSpPr>
              <p:cNvPr id="99399" name="Group 32">
                <a:extLst>
                  <a:ext uri="{FF2B5EF4-FFF2-40B4-BE49-F238E27FC236}">
                    <a16:creationId xmlns:a16="http://schemas.microsoft.com/office/drawing/2014/main" id="{515DC5E9-F0A4-4482-8F32-95F9DA167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0" y="2112"/>
                <a:ext cx="1728" cy="96"/>
                <a:chOff x="336" y="1958"/>
                <a:chExt cx="1728" cy="96"/>
              </a:xfrm>
            </p:grpSpPr>
            <p:sp>
              <p:nvSpPr>
                <p:cNvPr id="99402" name="Line 33">
                  <a:extLst>
                    <a:ext uri="{FF2B5EF4-FFF2-40B4-BE49-F238E27FC236}">
                      <a16:creationId xmlns:a16="http://schemas.microsoft.com/office/drawing/2014/main" id="{399A0FF4-75B3-40A1-97FE-36B4CA2365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96" y="1958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9403" name="Line 34">
                  <a:extLst>
                    <a:ext uri="{FF2B5EF4-FFF2-40B4-BE49-F238E27FC236}">
                      <a16:creationId xmlns:a16="http://schemas.microsoft.com/office/drawing/2014/main" id="{8973F19B-6A17-49DE-8F87-67D5FE4FAC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56" y="1958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9404" name="Line 35">
                  <a:extLst>
                    <a:ext uri="{FF2B5EF4-FFF2-40B4-BE49-F238E27FC236}">
                      <a16:creationId xmlns:a16="http://schemas.microsoft.com/office/drawing/2014/main" id="{7A4D088F-167D-4202-80A3-1BD7B5070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6" y="1958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9405" name="Line 36">
                  <a:extLst>
                    <a:ext uri="{FF2B5EF4-FFF2-40B4-BE49-F238E27FC236}">
                      <a16:creationId xmlns:a16="http://schemas.microsoft.com/office/drawing/2014/main" id="{0DEE9AFF-A973-4BC4-91B2-6C39C7ECE7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6" y="1958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9406" name="Line 37">
                  <a:extLst>
                    <a:ext uri="{FF2B5EF4-FFF2-40B4-BE49-F238E27FC236}">
                      <a16:creationId xmlns:a16="http://schemas.microsoft.com/office/drawing/2014/main" id="{EC702106-D595-41A5-A4EB-49916AC5E0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6" y="1958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9407" name="Line 38">
                  <a:extLst>
                    <a:ext uri="{FF2B5EF4-FFF2-40B4-BE49-F238E27FC236}">
                      <a16:creationId xmlns:a16="http://schemas.microsoft.com/office/drawing/2014/main" id="{9893F14E-0A18-44B7-B47C-B9C5ECFED9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4" y="1958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9408" name="Line 39">
                  <a:extLst>
                    <a:ext uri="{FF2B5EF4-FFF2-40B4-BE49-F238E27FC236}">
                      <a16:creationId xmlns:a16="http://schemas.microsoft.com/office/drawing/2014/main" id="{C9A55690-FAED-404C-B9AA-BE4F4B4D91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24" y="1958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99409" name="Line 40">
                  <a:extLst>
                    <a:ext uri="{FF2B5EF4-FFF2-40B4-BE49-F238E27FC236}">
                      <a16:creationId xmlns:a16="http://schemas.microsoft.com/office/drawing/2014/main" id="{0AD7D652-14E2-44A7-B21E-14CB504AF8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84" y="1958"/>
                  <a:ext cx="0" cy="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99400" name="Line 41">
                <a:extLst>
                  <a:ext uri="{FF2B5EF4-FFF2-40B4-BE49-F238E27FC236}">
                    <a16:creationId xmlns:a16="http://schemas.microsoft.com/office/drawing/2014/main" id="{9E0C19B3-10EE-4A1B-A272-3D815F9D5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9" y="2208"/>
                <a:ext cx="1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401" name="Line 42">
                <a:extLst>
                  <a:ext uri="{FF2B5EF4-FFF2-40B4-BE49-F238E27FC236}">
                    <a16:creationId xmlns:a16="http://schemas.microsoft.com/office/drawing/2014/main" id="{450266E7-5774-471B-B8A6-A4CE339A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00" y="2208"/>
                <a:ext cx="1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99397" name="Rectangle 43">
              <a:extLst>
                <a:ext uri="{FF2B5EF4-FFF2-40B4-BE49-F238E27FC236}">
                  <a16:creationId xmlns:a16="http://schemas.microsoft.com/office/drawing/2014/main" id="{04E5D8C8-3665-409D-BC2C-08C5EFD16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" y="2160"/>
              <a:ext cx="85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99398" name="Rectangle 44">
              <a:extLst>
                <a:ext uri="{FF2B5EF4-FFF2-40B4-BE49-F238E27FC236}">
                  <a16:creationId xmlns:a16="http://schemas.microsoft.com/office/drawing/2014/main" id="{72A3690F-B9FD-4579-9209-40A658D58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2160"/>
              <a:ext cx="82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</p:grpSp>
      <p:grpSp>
        <p:nvGrpSpPr>
          <p:cNvPr id="175149" name="Group 45">
            <a:extLst>
              <a:ext uri="{FF2B5EF4-FFF2-40B4-BE49-F238E27FC236}">
                <a16:creationId xmlns:a16="http://schemas.microsoft.com/office/drawing/2014/main" id="{95E02BCB-F0DF-4FB8-A3ED-822EC932AF16}"/>
              </a:ext>
            </a:extLst>
          </p:cNvPr>
          <p:cNvGrpSpPr>
            <a:grpSpLocks/>
          </p:cNvGrpSpPr>
          <p:nvPr/>
        </p:nvGrpSpPr>
        <p:grpSpPr bwMode="auto">
          <a:xfrm>
            <a:off x="7778750" y="2664782"/>
            <a:ext cx="1365250" cy="655637"/>
            <a:chOff x="4900" y="1675"/>
            <a:chExt cx="860" cy="413"/>
          </a:xfrm>
        </p:grpSpPr>
        <p:sp>
          <p:nvSpPr>
            <p:cNvPr id="99388" name="Text Box 46">
              <a:extLst>
                <a:ext uri="{FF2B5EF4-FFF2-40B4-BE49-F238E27FC236}">
                  <a16:creationId xmlns:a16="http://schemas.microsoft.com/office/drawing/2014/main" id="{F798B989-7199-460B-B317-3BCCE4D7B7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3" y="1800"/>
              <a:ext cx="447" cy="288"/>
            </a:xfrm>
            <a:prstGeom prst="rect">
              <a:avLst/>
            </a:prstGeom>
            <a:noFill/>
            <a:ln w="9525">
              <a:solidFill>
                <a:schemeClr val="tx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  <p:sp>
          <p:nvSpPr>
            <p:cNvPr id="99389" name="Line 47">
              <a:extLst>
                <a:ext uri="{FF2B5EF4-FFF2-40B4-BE49-F238E27FC236}">
                  <a16:creationId xmlns:a16="http://schemas.microsoft.com/office/drawing/2014/main" id="{3AFE2F0C-C143-4416-9469-8D8C089795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0" y="1675"/>
              <a:ext cx="384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390" name="Line 48">
              <a:extLst>
                <a:ext uri="{FF2B5EF4-FFF2-40B4-BE49-F238E27FC236}">
                  <a16:creationId xmlns:a16="http://schemas.microsoft.com/office/drawing/2014/main" id="{8B14BBBE-7CE3-40F7-B5AB-ECC3579EB6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4" y="1675"/>
              <a:ext cx="0" cy="38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391" name="Line 49">
              <a:extLst>
                <a:ext uri="{FF2B5EF4-FFF2-40B4-BE49-F238E27FC236}">
                  <a16:creationId xmlns:a16="http://schemas.microsoft.com/office/drawing/2014/main" id="{13D64210-95A3-4DF1-ACBF-58AEBA855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0" y="1963"/>
              <a:ext cx="384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392" name="Line 50">
              <a:extLst>
                <a:ext uri="{FF2B5EF4-FFF2-40B4-BE49-F238E27FC236}">
                  <a16:creationId xmlns:a16="http://schemas.microsoft.com/office/drawing/2014/main" id="{84F6A18F-6E36-43F9-9D5E-518D551D99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0" y="1819"/>
              <a:ext cx="525" cy="6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393" name="Line 51">
              <a:extLst>
                <a:ext uri="{FF2B5EF4-FFF2-40B4-BE49-F238E27FC236}">
                  <a16:creationId xmlns:a16="http://schemas.microsoft.com/office/drawing/2014/main" id="{7B8C0774-6B13-481C-A1B8-75AB3B23D8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1" y="2059"/>
              <a:ext cx="144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394" name="Oval 52">
              <a:extLst>
                <a:ext uri="{FF2B5EF4-FFF2-40B4-BE49-F238E27FC236}">
                  <a16:creationId xmlns:a16="http://schemas.microsoft.com/office/drawing/2014/main" id="{4DCB8E5A-4388-4BB6-B4A2-00C724AB5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9" y="1935"/>
              <a:ext cx="48" cy="4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395" name="Oval 53">
              <a:extLst>
                <a:ext uri="{FF2B5EF4-FFF2-40B4-BE49-F238E27FC236}">
                  <a16:creationId xmlns:a16="http://schemas.microsoft.com/office/drawing/2014/main" id="{6BDE1CFA-EB32-4E75-90DF-0AAE3BFFF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7" y="1783"/>
              <a:ext cx="48" cy="48"/>
            </a:xfrm>
            <a:prstGeom prst="ellips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75158" name="Group 54">
            <a:extLst>
              <a:ext uri="{FF2B5EF4-FFF2-40B4-BE49-F238E27FC236}">
                <a16:creationId xmlns:a16="http://schemas.microsoft.com/office/drawing/2014/main" id="{76459FD8-A66C-4D55-91BC-86EAF0437A08}"/>
              </a:ext>
            </a:extLst>
          </p:cNvPr>
          <p:cNvGrpSpPr>
            <a:grpSpLocks/>
          </p:cNvGrpSpPr>
          <p:nvPr/>
        </p:nvGrpSpPr>
        <p:grpSpPr bwMode="auto">
          <a:xfrm>
            <a:off x="4537075" y="2055182"/>
            <a:ext cx="3313113" cy="1479550"/>
            <a:chOff x="2700" y="1189"/>
            <a:chExt cx="2087" cy="932"/>
          </a:xfrm>
        </p:grpSpPr>
        <p:sp>
          <p:nvSpPr>
            <p:cNvPr id="99372" name="Rectangle 55">
              <a:extLst>
                <a:ext uri="{FF2B5EF4-FFF2-40B4-BE49-F238E27FC236}">
                  <a16:creationId xmlns:a16="http://schemas.microsoft.com/office/drawing/2014/main" id="{8866D22B-B140-4128-A511-262D1AAD5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1227"/>
              <a:ext cx="2016" cy="87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9373" name="Rectangle 56">
              <a:extLst>
                <a:ext uri="{FF2B5EF4-FFF2-40B4-BE49-F238E27FC236}">
                  <a16:creationId xmlns:a16="http://schemas.microsoft.com/office/drawing/2014/main" id="{A765CDA1-4144-438A-AEF7-7FFF4ED37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861"/>
              <a:ext cx="284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99374" name="Rectangle 57">
              <a:extLst>
                <a:ext uri="{FF2B5EF4-FFF2-40B4-BE49-F238E27FC236}">
                  <a16:creationId xmlns:a16="http://schemas.microsoft.com/office/drawing/2014/main" id="{C446F07E-0B30-4C4D-9966-A44D8680E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871"/>
              <a:ext cx="284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99375" name="Rectangle 58">
              <a:extLst>
                <a:ext uri="{FF2B5EF4-FFF2-40B4-BE49-F238E27FC236}">
                  <a16:creationId xmlns:a16="http://schemas.microsoft.com/office/drawing/2014/main" id="{CDB5E8AF-8636-495A-AF1C-82A859895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871"/>
              <a:ext cx="284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9376" name="Rectangle 59">
              <a:extLst>
                <a:ext uri="{FF2B5EF4-FFF2-40B4-BE49-F238E27FC236}">
                  <a16:creationId xmlns:a16="http://schemas.microsoft.com/office/drawing/2014/main" id="{B35170C6-A7D0-4796-85CE-CAA33FC42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1871"/>
              <a:ext cx="28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9377" name="Rectangle 60">
              <a:extLst>
                <a:ext uri="{FF2B5EF4-FFF2-40B4-BE49-F238E27FC236}">
                  <a16:creationId xmlns:a16="http://schemas.microsoft.com/office/drawing/2014/main" id="{21F1F529-2F76-4AD1-B5C1-338ABCEDE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871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99378" name="Rectangle 61">
              <a:extLst>
                <a:ext uri="{FF2B5EF4-FFF2-40B4-BE49-F238E27FC236}">
                  <a16:creationId xmlns:a16="http://schemas.microsoft.com/office/drawing/2014/main" id="{1FCD50E7-D0E5-453B-8631-704D159CC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" y="1871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99379" name="Rectangle 62">
              <a:extLst>
                <a:ext uri="{FF2B5EF4-FFF2-40B4-BE49-F238E27FC236}">
                  <a16:creationId xmlns:a16="http://schemas.microsoft.com/office/drawing/2014/main" id="{64D3059C-02E9-41CD-B29F-AEC2AC93C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1871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99380" name="Rectangle 63">
              <a:extLst>
                <a:ext uri="{FF2B5EF4-FFF2-40B4-BE49-F238E27FC236}">
                  <a16:creationId xmlns:a16="http://schemas.microsoft.com/office/drawing/2014/main" id="{2CE18135-51E8-47C2-921D-D0ADDBF4E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" y="1861"/>
              <a:ext cx="27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99381" name="Rectangle 64">
              <a:extLst>
                <a:ext uri="{FF2B5EF4-FFF2-40B4-BE49-F238E27FC236}">
                  <a16:creationId xmlns:a16="http://schemas.microsoft.com/office/drawing/2014/main" id="{09FC202A-BDDE-4BA1-9A10-3852EBA21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1189"/>
              <a:ext cx="50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99382" name="Rectangle 65">
              <a:extLst>
                <a:ext uri="{FF2B5EF4-FFF2-40B4-BE49-F238E27FC236}">
                  <a16:creationId xmlns:a16="http://schemas.microsoft.com/office/drawing/2014/main" id="{D72D7C6F-8EBE-48DE-87D0-DBF44800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189"/>
              <a:ext cx="50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99383" name="Rectangle 66">
              <a:extLst>
                <a:ext uri="{FF2B5EF4-FFF2-40B4-BE49-F238E27FC236}">
                  <a16:creationId xmlns:a16="http://schemas.microsoft.com/office/drawing/2014/main" id="{7CE4B78E-F4DE-4534-82B5-831F7687E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200"/>
              <a:ext cx="50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  <p:sp>
          <p:nvSpPr>
            <p:cNvPr id="99384" name="Rectangle 67">
              <a:extLst>
                <a:ext uri="{FF2B5EF4-FFF2-40B4-BE49-F238E27FC236}">
                  <a16:creationId xmlns:a16="http://schemas.microsoft.com/office/drawing/2014/main" id="{ADCF555C-389B-4694-AF54-05905F7F5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1429"/>
              <a:ext cx="4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336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99385" name="Rectangle 68">
              <a:extLst>
                <a:ext uri="{FF2B5EF4-FFF2-40B4-BE49-F238E27FC236}">
                  <a16:creationId xmlns:a16="http://schemas.microsoft.com/office/drawing/2014/main" id="{D0339C30-B451-4FA5-81B9-4879F19D7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1717"/>
              <a:ext cx="4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336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99386" name="Rectangle 69">
              <a:extLst>
                <a:ext uri="{FF2B5EF4-FFF2-40B4-BE49-F238E27FC236}">
                  <a16:creationId xmlns:a16="http://schemas.microsoft.com/office/drawing/2014/main" id="{077C52ED-771E-403D-9E73-51F067820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1573"/>
              <a:ext cx="45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99336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  <p:sp>
          <p:nvSpPr>
            <p:cNvPr id="99387" name="Rectangle 70">
              <a:extLst>
                <a:ext uri="{FF2B5EF4-FFF2-40B4-BE49-F238E27FC236}">
                  <a16:creationId xmlns:a16="http://schemas.microsoft.com/office/drawing/2014/main" id="{F61A9B73-E046-4294-8F42-292FF9A67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1521"/>
              <a:ext cx="119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85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（</a:t>
              </a: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zh-CN" alt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）</a:t>
              </a:r>
            </a:p>
          </p:txBody>
        </p:sp>
      </p:grpSp>
      <p:grpSp>
        <p:nvGrpSpPr>
          <p:cNvPr id="175175" name="Group 71">
            <a:extLst>
              <a:ext uri="{FF2B5EF4-FFF2-40B4-BE49-F238E27FC236}">
                <a16:creationId xmlns:a16="http://schemas.microsoft.com/office/drawing/2014/main" id="{861537E5-3ABB-49E8-8345-5114B50BBEF1}"/>
              </a:ext>
            </a:extLst>
          </p:cNvPr>
          <p:cNvGrpSpPr>
            <a:grpSpLocks/>
          </p:cNvGrpSpPr>
          <p:nvPr/>
        </p:nvGrpSpPr>
        <p:grpSpPr bwMode="auto">
          <a:xfrm>
            <a:off x="4537075" y="3502982"/>
            <a:ext cx="3308350" cy="549275"/>
            <a:chOff x="2700" y="2101"/>
            <a:chExt cx="2084" cy="346"/>
          </a:xfrm>
        </p:grpSpPr>
        <p:grpSp>
          <p:nvGrpSpPr>
            <p:cNvPr id="99354" name="Group 72">
              <a:extLst>
                <a:ext uri="{FF2B5EF4-FFF2-40B4-BE49-F238E27FC236}">
                  <a16:creationId xmlns:a16="http://schemas.microsoft.com/office/drawing/2014/main" id="{F11C123C-4783-4A8E-B80D-F64CDCA3D7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4" y="2101"/>
              <a:ext cx="1728" cy="96"/>
              <a:chOff x="3360" y="2400"/>
              <a:chExt cx="1728" cy="96"/>
            </a:xfrm>
          </p:grpSpPr>
          <p:sp>
            <p:nvSpPr>
              <p:cNvPr id="99364" name="Line 73">
                <a:extLst>
                  <a:ext uri="{FF2B5EF4-FFF2-40B4-BE49-F238E27FC236}">
                    <a16:creationId xmlns:a16="http://schemas.microsoft.com/office/drawing/2014/main" id="{E3377227-1F3E-4F7F-BD32-ED7B1C0B4E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20" y="2400"/>
                <a:ext cx="0" cy="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365" name="Line 74">
                <a:extLst>
                  <a:ext uri="{FF2B5EF4-FFF2-40B4-BE49-F238E27FC236}">
                    <a16:creationId xmlns:a16="http://schemas.microsoft.com/office/drawing/2014/main" id="{013BC6FC-10B7-4529-BDCA-4CFB06A485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0" y="2400"/>
                <a:ext cx="0" cy="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366" name="Line 75">
                <a:extLst>
                  <a:ext uri="{FF2B5EF4-FFF2-40B4-BE49-F238E27FC236}">
                    <a16:creationId xmlns:a16="http://schemas.microsoft.com/office/drawing/2014/main" id="{28EADA66-3067-4006-9000-4034C02E11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0" y="2400"/>
                <a:ext cx="0" cy="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367" name="Line 76">
                <a:extLst>
                  <a:ext uri="{FF2B5EF4-FFF2-40B4-BE49-F238E27FC236}">
                    <a16:creationId xmlns:a16="http://schemas.microsoft.com/office/drawing/2014/main" id="{CE2960BC-ACEA-420C-9CC7-F9F330990A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0" y="2400"/>
                <a:ext cx="0" cy="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368" name="Line 77">
                <a:extLst>
                  <a:ext uri="{FF2B5EF4-FFF2-40B4-BE49-F238E27FC236}">
                    <a16:creationId xmlns:a16="http://schemas.microsoft.com/office/drawing/2014/main" id="{E365A151-BB79-4838-8776-6F5117B375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60" y="2400"/>
                <a:ext cx="0" cy="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369" name="Line 78">
                <a:extLst>
                  <a:ext uri="{FF2B5EF4-FFF2-40B4-BE49-F238E27FC236}">
                    <a16:creationId xmlns:a16="http://schemas.microsoft.com/office/drawing/2014/main" id="{22003D22-367B-4C78-9D4D-6D62CBE3F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88" y="2400"/>
                <a:ext cx="0" cy="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370" name="Line 79">
                <a:extLst>
                  <a:ext uri="{FF2B5EF4-FFF2-40B4-BE49-F238E27FC236}">
                    <a16:creationId xmlns:a16="http://schemas.microsoft.com/office/drawing/2014/main" id="{0E4AA1C5-59C3-41A3-83F0-3495508B01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48" y="2400"/>
                <a:ext cx="0" cy="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99371" name="Line 80">
                <a:extLst>
                  <a:ext uri="{FF2B5EF4-FFF2-40B4-BE49-F238E27FC236}">
                    <a16:creationId xmlns:a16="http://schemas.microsoft.com/office/drawing/2014/main" id="{1D237EC9-DF01-4A78-82B5-AD2F32E4A8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08" y="2400"/>
                <a:ext cx="0" cy="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grpSp>
          <p:nvGrpSpPr>
            <p:cNvPr id="99355" name="Group 81">
              <a:extLst>
                <a:ext uri="{FF2B5EF4-FFF2-40B4-BE49-F238E27FC236}">
                  <a16:creationId xmlns:a16="http://schemas.microsoft.com/office/drawing/2014/main" id="{7421323F-DC80-4B19-899B-EB5F8A37A4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00" y="2149"/>
              <a:ext cx="2084" cy="298"/>
              <a:chOff x="3216" y="2417"/>
              <a:chExt cx="2084" cy="298"/>
            </a:xfrm>
          </p:grpSpPr>
          <p:sp>
            <p:nvSpPr>
              <p:cNvPr id="99356" name="Rectangle 82">
                <a:extLst>
                  <a:ext uri="{FF2B5EF4-FFF2-40B4-BE49-F238E27FC236}">
                    <a16:creationId xmlns:a16="http://schemas.microsoft.com/office/drawing/2014/main" id="{DF431E0A-D64D-4FEF-A370-0C2C4C51F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6" y="2417"/>
                <a:ext cx="319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99357" name="Rectangle 83">
                <a:extLst>
                  <a:ext uri="{FF2B5EF4-FFF2-40B4-BE49-F238E27FC236}">
                    <a16:creationId xmlns:a16="http://schemas.microsoft.com/office/drawing/2014/main" id="{820C9AD9-A5BD-428D-A29C-58EE94892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427"/>
                <a:ext cx="319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99358" name="Rectangle 84">
                <a:extLst>
                  <a:ext uri="{FF2B5EF4-FFF2-40B4-BE49-F238E27FC236}">
                    <a16:creationId xmlns:a16="http://schemas.microsoft.com/office/drawing/2014/main" id="{95CD8E8D-970D-41F0-A29E-6278AE56B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427"/>
                <a:ext cx="319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9359" name="Rectangle 85">
                <a:extLst>
                  <a:ext uri="{FF2B5EF4-FFF2-40B4-BE49-F238E27FC236}">
                    <a16:creationId xmlns:a16="http://schemas.microsoft.com/office/drawing/2014/main" id="{F2F9C803-EB0A-40F3-8DE5-D1F2CABAC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427"/>
                <a:ext cx="319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99360" name="Rectangle 86">
                <a:extLst>
                  <a:ext uri="{FF2B5EF4-FFF2-40B4-BE49-F238E27FC236}">
                    <a16:creationId xmlns:a16="http://schemas.microsoft.com/office/drawing/2014/main" id="{E303850E-FEC3-4208-9705-B9E36CF9C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2427"/>
                <a:ext cx="308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99361" name="Rectangle 87">
                <a:extLst>
                  <a:ext uri="{FF2B5EF4-FFF2-40B4-BE49-F238E27FC236}">
                    <a16:creationId xmlns:a16="http://schemas.microsoft.com/office/drawing/2014/main" id="{0DF29894-90C5-4DC6-B091-A4EFAFD3B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2" y="2427"/>
                <a:ext cx="308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99362" name="Rectangle 88">
                <a:extLst>
                  <a:ext uri="{FF2B5EF4-FFF2-40B4-BE49-F238E27FC236}">
                    <a16:creationId xmlns:a16="http://schemas.microsoft.com/office/drawing/2014/main" id="{F7AB443D-1B95-4332-853D-09AC821B4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2" y="2427"/>
                <a:ext cx="308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99363" name="Rectangle 89">
                <a:extLst>
                  <a:ext uri="{FF2B5EF4-FFF2-40B4-BE49-F238E27FC236}">
                    <a16:creationId xmlns:a16="http://schemas.microsoft.com/office/drawing/2014/main" id="{96998BA0-82B0-40F0-978D-F5ABB7D01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92" y="2417"/>
                <a:ext cx="308" cy="2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</p:grpSp>
      </p:grpSp>
      <p:grpSp>
        <p:nvGrpSpPr>
          <p:cNvPr id="90" name="Group 90">
            <a:extLst>
              <a:ext uri="{FF2B5EF4-FFF2-40B4-BE49-F238E27FC236}">
                <a16:creationId xmlns:a16="http://schemas.microsoft.com/office/drawing/2014/main" id="{2D71ADB7-2A5B-4931-8855-ED6C519DD483}"/>
              </a:ext>
            </a:extLst>
          </p:cNvPr>
          <p:cNvGrpSpPr>
            <a:grpSpLocks/>
          </p:cNvGrpSpPr>
          <p:nvPr/>
        </p:nvGrpSpPr>
        <p:grpSpPr bwMode="auto">
          <a:xfrm>
            <a:off x="3679825" y="1609725"/>
            <a:ext cx="2932113" cy="1524000"/>
            <a:chOff x="2318" y="1014"/>
            <a:chExt cx="1847" cy="960"/>
          </a:xfrm>
        </p:grpSpPr>
        <p:sp>
          <p:nvSpPr>
            <p:cNvPr id="91" name="Line 91">
              <a:extLst>
                <a:ext uri="{FF2B5EF4-FFF2-40B4-BE49-F238E27FC236}">
                  <a16:creationId xmlns:a16="http://schemas.microsoft.com/office/drawing/2014/main" id="{04A488D9-5B4D-44E5-9D34-6E52E053C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5" y="1254"/>
              <a:ext cx="0" cy="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Line 92">
              <a:extLst>
                <a:ext uri="{FF2B5EF4-FFF2-40B4-BE49-F238E27FC236}">
                  <a16:creationId xmlns:a16="http://schemas.microsoft.com/office/drawing/2014/main" id="{F088963B-938E-4ECB-82FE-79E418EF52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7" y="1143"/>
              <a:ext cx="0" cy="19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Line 93">
              <a:extLst>
                <a:ext uri="{FF2B5EF4-FFF2-40B4-BE49-F238E27FC236}">
                  <a16:creationId xmlns:a16="http://schemas.microsoft.com/office/drawing/2014/main" id="{E42C393E-B2E2-4A98-8391-7BA57BC21E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8" y="1014"/>
              <a:ext cx="0" cy="3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Line 94">
              <a:extLst>
                <a:ext uri="{FF2B5EF4-FFF2-40B4-BE49-F238E27FC236}">
                  <a16:creationId xmlns:a16="http://schemas.microsoft.com/office/drawing/2014/main" id="{B08F398A-E939-45EE-8311-9FF4BD0DAC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820" y="1243"/>
              <a:ext cx="319" cy="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Line 95">
              <a:extLst>
                <a:ext uri="{FF2B5EF4-FFF2-40B4-BE49-F238E27FC236}">
                  <a16:creationId xmlns:a16="http://schemas.microsoft.com/office/drawing/2014/main" id="{48B0677A-4E1F-4E7C-9C11-988774FB20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27" y="1132"/>
              <a:ext cx="9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Line 96">
              <a:extLst>
                <a:ext uri="{FF2B5EF4-FFF2-40B4-BE49-F238E27FC236}">
                  <a16:creationId xmlns:a16="http://schemas.microsoft.com/office/drawing/2014/main" id="{B3B28EB1-D71C-413A-B9F4-F36DA2F3E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81" y="1014"/>
              <a:ext cx="15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7">
              <a:extLst>
                <a:ext uri="{FF2B5EF4-FFF2-40B4-BE49-F238E27FC236}">
                  <a16:creationId xmlns:a16="http://schemas.microsoft.com/office/drawing/2014/main" id="{3DB57719-EF18-4A50-A166-D077695687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4" y="1244"/>
              <a:ext cx="0" cy="44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98">
              <a:extLst>
                <a:ext uri="{FF2B5EF4-FFF2-40B4-BE49-F238E27FC236}">
                  <a16:creationId xmlns:a16="http://schemas.microsoft.com/office/drawing/2014/main" id="{78E8C54B-11E8-4EF0-9511-01E3CAC7D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7" y="1120"/>
              <a:ext cx="0" cy="7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99">
              <a:extLst>
                <a:ext uri="{FF2B5EF4-FFF2-40B4-BE49-F238E27FC236}">
                  <a16:creationId xmlns:a16="http://schemas.microsoft.com/office/drawing/2014/main" id="{F14D4D35-B690-45DA-A8F2-976ED9ED31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1" y="1014"/>
              <a:ext cx="0" cy="96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100">
              <a:extLst>
                <a:ext uri="{FF2B5EF4-FFF2-40B4-BE49-F238E27FC236}">
                  <a16:creationId xmlns:a16="http://schemas.microsoft.com/office/drawing/2014/main" id="{967520BD-8E5F-4B63-BAA3-35594A635D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18" y="1974"/>
              <a:ext cx="2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1">
              <a:extLst>
                <a:ext uri="{FF2B5EF4-FFF2-40B4-BE49-F238E27FC236}">
                  <a16:creationId xmlns:a16="http://schemas.microsoft.com/office/drawing/2014/main" id="{61176A9D-06F9-4851-9186-E5561BA5B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8" y="1830"/>
              <a:ext cx="4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Line 102">
              <a:extLst>
                <a:ext uri="{FF2B5EF4-FFF2-40B4-BE49-F238E27FC236}">
                  <a16:creationId xmlns:a16="http://schemas.microsoft.com/office/drawing/2014/main" id="{C4A97A64-FB74-4701-A045-7F20406D5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8" y="1686"/>
              <a:ext cx="4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4959881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5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5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5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75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75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5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5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8" dur="500"/>
                                        <p:tgtEl>
                                          <p:spTgt spid="175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0" presetID="12" presetClass="entr" presetSubtype="4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175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75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5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5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75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2" dur="500"/>
                                        <p:tgtEl>
                                          <p:spTgt spid="175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62" dur="500"/>
                                        <p:tgtEl>
                                          <p:spTgt spid="175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106" grpId="0" autoUpdateAnimBg="0"/>
      <p:bldP spid="175107" grpId="0" autoUpdateAnimBg="0"/>
      <p:bldP spid="175108" grpId="0" autoUpdateAnimBg="0"/>
      <p:bldP spid="175109" grpId="0" animBg="1" autoUpdateAnimBg="0"/>
      <p:bldP spid="175110" grpId="0" autoUpdateAnimBg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>
            <a:extLst>
              <a:ext uri="{FF2B5EF4-FFF2-40B4-BE49-F238E27FC236}">
                <a16:creationId xmlns:a16="http://schemas.microsoft.com/office/drawing/2014/main" id="{C3C73A14-1BAE-4986-98F6-942234424D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25463" y="357188"/>
            <a:ext cx="4957762" cy="442912"/>
          </a:xfrm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chemeClr val="tx1"/>
                </a:solidFill>
              </a:rPr>
              <a:t>用</a:t>
            </a:r>
            <a:r>
              <a:rPr lang="en-US" altLang="zh-CN" sz="2800" b="1" dirty="0">
                <a:solidFill>
                  <a:srgbClr val="1F08F8"/>
                </a:solidFill>
              </a:rPr>
              <a:t>74</a:t>
            </a:r>
            <a:r>
              <a:rPr lang="en-US" altLang="zh-CN" sz="2800" b="1" dirty="0">
                <a:solidFill>
                  <a:srgbClr val="1F08F8"/>
                </a:solidFill>
                <a:sym typeface="Symbol" panose="05050102010706020507" pitchFamily="18" charset="2"/>
              </a:rPr>
              <a:t></a:t>
            </a:r>
            <a:r>
              <a:rPr lang="en-US" altLang="zh-CN" sz="2800" b="1" dirty="0">
                <a:solidFill>
                  <a:srgbClr val="1F08F8"/>
                </a:solidFill>
              </a:rPr>
              <a:t>85</a:t>
            </a:r>
            <a:r>
              <a:rPr lang="zh-CN" altLang="en-US" sz="2800" b="1" dirty="0">
                <a:solidFill>
                  <a:schemeClr val="tx1"/>
                </a:solidFill>
              </a:rPr>
              <a:t>构成</a:t>
            </a:r>
            <a:r>
              <a:rPr lang="en-US" altLang="zh-CN" sz="2800" b="1" dirty="0">
                <a:solidFill>
                  <a:schemeClr val="tx1"/>
                </a:solidFill>
              </a:rPr>
              <a:t>24</a:t>
            </a:r>
            <a:r>
              <a:rPr lang="zh-CN" altLang="en-US" sz="2800" b="1" dirty="0">
                <a:solidFill>
                  <a:schemeClr val="tx1"/>
                </a:solidFill>
              </a:rPr>
              <a:t>位数值比较器</a:t>
            </a:r>
          </a:p>
        </p:txBody>
      </p:sp>
      <p:grpSp>
        <p:nvGrpSpPr>
          <p:cNvPr id="177155" name="Group 3">
            <a:extLst>
              <a:ext uri="{FF2B5EF4-FFF2-40B4-BE49-F238E27FC236}">
                <a16:creationId xmlns:a16="http://schemas.microsoft.com/office/drawing/2014/main" id="{BD3BDAC9-D98C-42E2-90EC-AE01E93B0A00}"/>
              </a:ext>
            </a:extLst>
          </p:cNvPr>
          <p:cNvGrpSpPr>
            <a:grpSpLocks/>
          </p:cNvGrpSpPr>
          <p:nvPr/>
        </p:nvGrpSpPr>
        <p:grpSpPr bwMode="auto">
          <a:xfrm>
            <a:off x="219075" y="1211263"/>
            <a:ext cx="8616950" cy="4935537"/>
            <a:chOff x="149" y="617"/>
            <a:chExt cx="5428" cy="3109"/>
          </a:xfrm>
        </p:grpSpPr>
        <p:pic>
          <p:nvPicPr>
            <p:cNvPr id="101380" name="Picture 4" descr="msotw9_temp0">
              <a:extLst>
                <a:ext uri="{FF2B5EF4-FFF2-40B4-BE49-F238E27FC236}">
                  <a16:creationId xmlns:a16="http://schemas.microsoft.com/office/drawing/2014/main" id="{81CC3DCF-1D2E-49B1-98FD-A581DD11F4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05" t="12549" r="3575"/>
            <a:stretch>
              <a:fillRect/>
            </a:stretch>
          </p:blipFill>
          <p:spPr bwMode="auto">
            <a:xfrm>
              <a:off x="149" y="617"/>
              <a:ext cx="5428" cy="31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01381" name="Rectangle 5">
              <a:extLst>
                <a:ext uri="{FF2B5EF4-FFF2-40B4-BE49-F238E27FC236}">
                  <a16:creationId xmlns:a16="http://schemas.microsoft.com/office/drawing/2014/main" id="{C5A3C11B-0095-4AAE-843B-76755DE8E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" y="2948"/>
              <a:ext cx="282" cy="768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002713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154" grpId="0" autoUpdateAnimBg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Rectangle 2">
            <a:extLst>
              <a:ext uri="{FF2B5EF4-FFF2-40B4-BE49-F238E27FC236}">
                <a16:creationId xmlns:a16="http://schemas.microsoft.com/office/drawing/2014/main" id="{8725ACA6-AB42-41F9-9DFD-99B7B6A470B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-239713" y="288925"/>
            <a:ext cx="1516063" cy="460375"/>
          </a:xfrm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rgbClr val="FF0000"/>
                </a:solidFill>
              </a:rPr>
              <a:t>【</a:t>
            </a:r>
            <a:r>
              <a:rPr lang="zh-CN" altLang="en-US" sz="2800" b="1" dirty="0">
                <a:solidFill>
                  <a:srgbClr val="FF0000"/>
                </a:solidFill>
              </a:rPr>
              <a:t>例</a:t>
            </a:r>
            <a:r>
              <a:rPr lang="en-US" altLang="zh-CN" sz="2800" b="1" dirty="0">
                <a:solidFill>
                  <a:srgbClr val="FF0000"/>
                </a:solidFill>
              </a:rPr>
              <a:t>】</a:t>
            </a:r>
          </a:p>
        </p:txBody>
      </p:sp>
      <p:sp>
        <p:nvSpPr>
          <p:cNvPr id="307203" name="Text Box 3">
            <a:extLst>
              <a:ext uri="{FF2B5EF4-FFF2-40B4-BE49-F238E27FC236}">
                <a16:creationId xmlns:a16="http://schemas.microsoft.com/office/drawing/2014/main" id="{4504954C-6951-4374-9330-D7A555647C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525" y="252413"/>
            <a:ext cx="8372475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lvl="0" eaLnBrk="1" hangingPunct="1">
              <a:spcBef>
                <a:spcPct val="50000"/>
              </a:spcBef>
              <a:buNone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利用</a:t>
            </a:r>
            <a:r>
              <a:rPr lang="zh-CN" altLang="en-US" sz="2800" dirty="0"/>
              <a:t>用</a:t>
            </a:r>
            <a:r>
              <a:rPr lang="en-US" altLang="zh-CN" sz="2800" dirty="0"/>
              <a:t>74</a:t>
            </a:r>
            <a:r>
              <a:rPr lang="en-US" altLang="zh-CN" sz="2800" dirty="0">
                <a:sym typeface="Symbol" panose="05050102010706020507" pitchFamily="18" charset="2"/>
              </a:rPr>
              <a:t>283</a:t>
            </a:r>
            <a:r>
              <a:rPr lang="zh-CN" altLang="en-US" sz="2800" dirty="0">
                <a:sym typeface="Symbol" panose="05050102010706020507" pitchFamily="18" charset="2"/>
              </a:rPr>
              <a:t>和</a:t>
            </a:r>
            <a:r>
              <a:rPr lang="en-US" altLang="zh-CN" sz="2800" dirty="0"/>
              <a:t>74</a:t>
            </a:r>
            <a:r>
              <a:rPr lang="en-US" altLang="zh-CN" sz="2800" dirty="0">
                <a:sym typeface="Symbol" panose="05050102010706020507" pitchFamily="18" charset="2"/>
              </a:rPr>
              <a:t>85</a:t>
            </a:r>
            <a:r>
              <a:rPr lang="zh-CN" altLang="en-US" sz="2800" dirty="0">
                <a:sym typeface="Symbol" panose="05050102010706020507" pitchFamily="18" charset="2"/>
              </a:rPr>
              <a:t>及或门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实现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8421BCD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  <a:sym typeface="Symbol" panose="05050102010706020507" pitchFamily="18" charset="2"/>
              </a:rPr>
              <a:t>码的加法运算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307204" name="Group 4">
            <a:extLst>
              <a:ext uri="{FF2B5EF4-FFF2-40B4-BE49-F238E27FC236}">
                <a16:creationId xmlns:a16="http://schemas.microsoft.com/office/drawing/2014/main" id="{7F0F9EED-F003-45B2-9ED7-17F4A72F6898}"/>
              </a:ext>
            </a:extLst>
          </p:cNvPr>
          <p:cNvGrpSpPr>
            <a:grpSpLocks/>
          </p:cNvGrpSpPr>
          <p:nvPr/>
        </p:nvGrpSpPr>
        <p:grpSpPr bwMode="auto">
          <a:xfrm>
            <a:off x="401638" y="1143000"/>
            <a:ext cx="4194175" cy="5108575"/>
            <a:chOff x="253" y="720"/>
            <a:chExt cx="2642" cy="3218"/>
          </a:xfrm>
        </p:grpSpPr>
        <p:sp>
          <p:nvSpPr>
            <p:cNvPr id="102625" name="Rectangle 5">
              <a:extLst>
                <a:ext uri="{FF2B5EF4-FFF2-40B4-BE49-F238E27FC236}">
                  <a16:creationId xmlns:a16="http://schemas.microsoft.com/office/drawing/2014/main" id="{3E00A1E6-468E-40E7-ABCB-A77EC6848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199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26" name="Rectangle 6">
              <a:extLst>
                <a:ext uri="{FF2B5EF4-FFF2-40B4-BE49-F238E27FC236}">
                  <a16:creationId xmlns:a16="http://schemas.microsoft.com/office/drawing/2014/main" id="{3234C4D2-35B2-434C-9A43-2C1A369BF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1199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27" name="Rectangle 7">
              <a:extLst>
                <a:ext uri="{FF2B5EF4-FFF2-40B4-BE49-F238E27FC236}">
                  <a16:creationId xmlns:a16="http://schemas.microsoft.com/office/drawing/2014/main" id="{59451585-920B-4DDA-BB22-43675F7F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1199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28" name="Rectangle 8">
              <a:extLst>
                <a:ext uri="{FF2B5EF4-FFF2-40B4-BE49-F238E27FC236}">
                  <a16:creationId xmlns:a16="http://schemas.microsoft.com/office/drawing/2014/main" id="{140A23A6-BAF0-418A-AD35-7E01704BC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1199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29" name="Rectangle 9">
              <a:extLst>
                <a:ext uri="{FF2B5EF4-FFF2-40B4-BE49-F238E27FC236}">
                  <a16:creationId xmlns:a16="http://schemas.microsoft.com/office/drawing/2014/main" id="{381D106D-F22D-49DD-92C5-9900F5383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199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0" name="Rectangle 10">
              <a:extLst>
                <a:ext uri="{FF2B5EF4-FFF2-40B4-BE49-F238E27FC236}">
                  <a16:creationId xmlns:a16="http://schemas.microsoft.com/office/drawing/2014/main" id="{1F4C7E86-BFBF-4BB5-B2B8-0CC7F07EE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199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1" name="Rectangle 11">
              <a:extLst>
                <a:ext uri="{FF2B5EF4-FFF2-40B4-BE49-F238E27FC236}">
                  <a16:creationId xmlns:a16="http://schemas.microsoft.com/office/drawing/2014/main" id="{B9C0912F-96A1-491A-A43D-5992C024C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199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2" name="Rectangle 12">
              <a:extLst>
                <a:ext uri="{FF2B5EF4-FFF2-40B4-BE49-F238E27FC236}">
                  <a16:creationId xmlns:a16="http://schemas.microsoft.com/office/drawing/2014/main" id="{1F2C3732-768A-45E9-838F-74930F82C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1199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3" name="Rectangle 13">
              <a:extLst>
                <a:ext uri="{FF2B5EF4-FFF2-40B4-BE49-F238E27FC236}">
                  <a16:creationId xmlns:a16="http://schemas.microsoft.com/office/drawing/2014/main" id="{11960F94-8485-48C8-B361-224132F31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689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4" name="Rectangle 14">
              <a:extLst>
                <a:ext uri="{FF2B5EF4-FFF2-40B4-BE49-F238E27FC236}">
                  <a16:creationId xmlns:a16="http://schemas.microsoft.com/office/drawing/2014/main" id="{530D9E26-377C-48E9-8128-358C64E36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3689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5" name="Rectangle 15">
              <a:extLst>
                <a:ext uri="{FF2B5EF4-FFF2-40B4-BE49-F238E27FC236}">
                  <a16:creationId xmlns:a16="http://schemas.microsoft.com/office/drawing/2014/main" id="{EF11BB16-CC31-4BFA-82F3-08461FD67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3689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6" name="Rectangle 16">
              <a:extLst>
                <a:ext uri="{FF2B5EF4-FFF2-40B4-BE49-F238E27FC236}">
                  <a16:creationId xmlns:a16="http://schemas.microsoft.com/office/drawing/2014/main" id="{29B7BEBE-8C08-41A4-B0C8-5144A3BB7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3689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7" name="Rectangle 17">
              <a:extLst>
                <a:ext uri="{FF2B5EF4-FFF2-40B4-BE49-F238E27FC236}">
                  <a16:creationId xmlns:a16="http://schemas.microsoft.com/office/drawing/2014/main" id="{533A83BB-24CD-4D62-B3E9-3034E702C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3689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8" name="Rectangle 18">
              <a:extLst>
                <a:ext uri="{FF2B5EF4-FFF2-40B4-BE49-F238E27FC236}">
                  <a16:creationId xmlns:a16="http://schemas.microsoft.com/office/drawing/2014/main" id="{2F94A0A5-F1FC-4FE8-9679-F19882269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3689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39" name="Rectangle 19">
              <a:extLst>
                <a:ext uri="{FF2B5EF4-FFF2-40B4-BE49-F238E27FC236}">
                  <a16:creationId xmlns:a16="http://schemas.microsoft.com/office/drawing/2014/main" id="{F1D9E8F4-8B6D-42F0-9D96-15BE81974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3689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40" name="Rectangle 20">
              <a:extLst>
                <a:ext uri="{FF2B5EF4-FFF2-40B4-BE49-F238E27FC236}">
                  <a16:creationId xmlns:a16="http://schemas.microsoft.com/office/drawing/2014/main" id="{A3F65C1E-7F30-4C17-A4D1-E3539B10A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3689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41" name="Rectangle 21">
              <a:extLst>
                <a:ext uri="{FF2B5EF4-FFF2-40B4-BE49-F238E27FC236}">
                  <a16:creationId xmlns:a16="http://schemas.microsoft.com/office/drawing/2014/main" id="{02CCFF77-348A-4686-9D5D-A6543D5EC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689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42" name="Rectangle 22">
              <a:extLst>
                <a:ext uri="{FF2B5EF4-FFF2-40B4-BE49-F238E27FC236}">
                  <a16:creationId xmlns:a16="http://schemas.microsoft.com/office/drawing/2014/main" id="{FE83FD01-5743-4EE5-842B-3E2744130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3689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43" name="Rectangle 23">
              <a:extLst>
                <a:ext uri="{FF2B5EF4-FFF2-40B4-BE49-F238E27FC236}">
                  <a16:creationId xmlns:a16="http://schemas.microsoft.com/office/drawing/2014/main" id="{DF77CAD7-9E6A-41A1-AD21-0B570205E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3689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9</a:t>
              </a:r>
            </a:p>
          </p:txBody>
        </p:sp>
        <p:sp>
          <p:nvSpPr>
            <p:cNvPr id="102644" name="Rectangle 24">
              <a:extLst>
                <a:ext uri="{FF2B5EF4-FFF2-40B4-BE49-F238E27FC236}">
                  <a16:creationId xmlns:a16="http://schemas.microsoft.com/office/drawing/2014/main" id="{E855CD43-82CF-4D8B-A1D2-E74CE2BBA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440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45" name="Rectangle 25">
              <a:extLst>
                <a:ext uri="{FF2B5EF4-FFF2-40B4-BE49-F238E27FC236}">
                  <a16:creationId xmlns:a16="http://schemas.microsoft.com/office/drawing/2014/main" id="{DD19C5A0-5860-4D1D-AB30-32D9D6B5A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3440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46" name="Rectangle 26">
              <a:extLst>
                <a:ext uri="{FF2B5EF4-FFF2-40B4-BE49-F238E27FC236}">
                  <a16:creationId xmlns:a16="http://schemas.microsoft.com/office/drawing/2014/main" id="{E7731844-07EA-4100-9AF1-A4E3B8003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3440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47" name="Rectangle 27">
              <a:extLst>
                <a:ext uri="{FF2B5EF4-FFF2-40B4-BE49-F238E27FC236}">
                  <a16:creationId xmlns:a16="http://schemas.microsoft.com/office/drawing/2014/main" id="{1B615066-6BE9-444A-9C7C-D4B86F50D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3440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48" name="Rectangle 28">
              <a:extLst>
                <a:ext uri="{FF2B5EF4-FFF2-40B4-BE49-F238E27FC236}">
                  <a16:creationId xmlns:a16="http://schemas.microsoft.com/office/drawing/2014/main" id="{630A6DEA-C9AE-4C6C-9E61-9AD92573F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3440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49" name="Rectangle 29">
              <a:extLst>
                <a:ext uri="{FF2B5EF4-FFF2-40B4-BE49-F238E27FC236}">
                  <a16:creationId xmlns:a16="http://schemas.microsoft.com/office/drawing/2014/main" id="{636C7DE4-E2F4-4396-ADC8-77DD2EBF6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3440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50" name="Rectangle 30">
              <a:extLst>
                <a:ext uri="{FF2B5EF4-FFF2-40B4-BE49-F238E27FC236}">
                  <a16:creationId xmlns:a16="http://schemas.microsoft.com/office/drawing/2014/main" id="{8AC5F2DC-0412-4666-A0C3-4FF1359C7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3440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51" name="Rectangle 31">
              <a:extLst>
                <a:ext uri="{FF2B5EF4-FFF2-40B4-BE49-F238E27FC236}">
                  <a16:creationId xmlns:a16="http://schemas.microsoft.com/office/drawing/2014/main" id="{21A399FD-3B83-4896-9DF7-06A243888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3440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52" name="Rectangle 32">
              <a:extLst>
                <a:ext uri="{FF2B5EF4-FFF2-40B4-BE49-F238E27FC236}">
                  <a16:creationId xmlns:a16="http://schemas.microsoft.com/office/drawing/2014/main" id="{75FC3297-183B-4967-9B05-94ABE8EE9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440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53" name="Rectangle 33">
              <a:extLst>
                <a:ext uri="{FF2B5EF4-FFF2-40B4-BE49-F238E27FC236}">
                  <a16:creationId xmlns:a16="http://schemas.microsoft.com/office/drawing/2014/main" id="{FD79BD44-0491-4DA2-9491-7CE5022B9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3440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54" name="Rectangle 34">
              <a:extLst>
                <a:ext uri="{FF2B5EF4-FFF2-40B4-BE49-F238E27FC236}">
                  <a16:creationId xmlns:a16="http://schemas.microsoft.com/office/drawing/2014/main" id="{6AD8A0A6-8EC7-47BC-ADB4-B49CA9AB9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3440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8</a:t>
              </a:r>
            </a:p>
          </p:txBody>
        </p:sp>
        <p:sp>
          <p:nvSpPr>
            <p:cNvPr id="102655" name="Rectangle 35">
              <a:extLst>
                <a:ext uri="{FF2B5EF4-FFF2-40B4-BE49-F238E27FC236}">
                  <a16:creationId xmlns:a16="http://schemas.microsoft.com/office/drawing/2014/main" id="{B6C134CC-74A9-447D-96EA-06CC55092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3191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56" name="Rectangle 36">
              <a:extLst>
                <a:ext uri="{FF2B5EF4-FFF2-40B4-BE49-F238E27FC236}">
                  <a16:creationId xmlns:a16="http://schemas.microsoft.com/office/drawing/2014/main" id="{E74F29A5-52DE-42C5-B5B9-E30B58F91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3191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57" name="Rectangle 37">
              <a:extLst>
                <a:ext uri="{FF2B5EF4-FFF2-40B4-BE49-F238E27FC236}">
                  <a16:creationId xmlns:a16="http://schemas.microsoft.com/office/drawing/2014/main" id="{F32B8BC5-8C98-46CF-A4E7-5424DFE05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3191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58" name="Rectangle 38">
              <a:extLst>
                <a:ext uri="{FF2B5EF4-FFF2-40B4-BE49-F238E27FC236}">
                  <a16:creationId xmlns:a16="http://schemas.microsoft.com/office/drawing/2014/main" id="{6434D368-69BE-451D-93E6-D3E6106F3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3191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59" name="Rectangle 39">
              <a:extLst>
                <a:ext uri="{FF2B5EF4-FFF2-40B4-BE49-F238E27FC236}">
                  <a16:creationId xmlns:a16="http://schemas.microsoft.com/office/drawing/2014/main" id="{A6A6C883-0787-43BF-8FFC-5E6039032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3191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60" name="Rectangle 40">
              <a:extLst>
                <a:ext uri="{FF2B5EF4-FFF2-40B4-BE49-F238E27FC236}">
                  <a16:creationId xmlns:a16="http://schemas.microsoft.com/office/drawing/2014/main" id="{E9684DC9-E708-4421-A909-30BE91401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3191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61" name="Rectangle 41">
              <a:extLst>
                <a:ext uri="{FF2B5EF4-FFF2-40B4-BE49-F238E27FC236}">
                  <a16:creationId xmlns:a16="http://schemas.microsoft.com/office/drawing/2014/main" id="{FAF7701E-3BBD-4D9F-99E7-AE502A3F9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3191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62" name="Rectangle 42">
              <a:extLst>
                <a:ext uri="{FF2B5EF4-FFF2-40B4-BE49-F238E27FC236}">
                  <a16:creationId xmlns:a16="http://schemas.microsoft.com/office/drawing/2014/main" id="{741671E1-462B-450A-88AE-CB2B3F4FB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3191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63" name="Rectangle 43">
              <a:extLst>
                <a:ext uri="{FF2B5EF4-FFF2-40B4-BE49-F238E27FC236}">
                  <a16:creationId xmlns:a16="http://schemas.microsoft.com/office/drawing/2014/main" id="{477F35FA-97B9-469E-896C-A04D9E230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191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64" name="Rectangle 44">
              <a:extLst>
                <a:ext uri="{FF2B5EF4-FFF2-40B4-BE49-F238E27FC236}">
                  <a16:creationId xmlns:a16="http://schemas.microsoft.com/office/drawing/2014/main" id="{A74B65F2-027C-440E-90E5-6F4220ED5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3191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65" name="Rectangle 45">
              <a:extLst>
                <a:ext uri="{FF2B5EF4-FFF2-40B4-BE49-F238E27FC236}">
                  <a16:creationId xmlns:a16="http://schemas.microsoft.com/office/drawing/2014/main" id="{0543300E-5A4E-402E-9DE9-15C8C3AE7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3191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</a:t>
              </a:r>
            </a:p>
          </p:txBody>
        </p:sp>
        <p:sp>
          <p:nvSpPr>
            <p:cNvPr id="102666" name="Rectangle 46">
              <a:extLst>
                <a:ext uri="{FF2B5EF4-FFF2-40B4-BE49-F238E27FC236}">
                  <a16:creationId xmlns:a16="http://schemas.microsoft.com/office/drawing/2014/main" id="{06AD8049-022C-4F7F-8679-3F48CDA30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942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67" name="Rectangle 47">
              <a:extLst>
                <a:ext uri="{FF2B5EF4-FFF2-40B4-BE49-F238E27FC236}">
                  <a16:creationId xmlns:a16="http://schemas.microsoft.com/office/drawing/2014/main" id="{CC98085E-37F3-4A45-9020-69E6EFAF9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942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68" name="Rectangle 48">
              <a:extLst>
                <a:ext uri="{FF2B5EF4-FFF2-40B4-BE49-F238E27FC236}">
                  <a16:creationId xmlns:a16="http://schemas.microsoft.com/office/drawing/2014/main" id="{F87A9676-B4B2-4A25-BEBD-3E5558AF4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942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69" name="Rectangle 49">
              <a:extLst>
                <a:ext uri="{FF2B5EF4-FFF2-40B4-BE49-F238E27FC236}">
                  <a16:creationId xmlns:a16="http://schemas.microsoft.com/office/drawing/2014/main" id="{92BF6B53-03E9-4940-B943-83BC322E6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2942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70" name="Rectangle 50">
              <a:extLst>
                <a:ext uri="{FF2B5EF4-FFF2-40B4-BE49-F238E27FC236}">
                  <a16:creationId xmlns:a16="http://schemas.microsoft.com/office/drawing/2014/main" id="{D0F05294-27F0-4FF7-B8C2-72E0B45D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2942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71" name="Rectangle 51">
              <a:extLst>
                <a:ext uri="{FF2B5EF4-FFF2-40B4-BE49-F238E27FC236}">
                  <a16:creationId xmlns:a16="http://schemas.microsoft.com/office/drawing/2014/main" id="{CCD3AD78-5974-4F26-9D08-4FC44DF95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942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72" name="Rectangle 52">
              <a:extLst>
                <a:ext uri="{FF2B5EF4-FFF2-40B4-BE49-F238E27FC236}">
                  <a16:creationId xmlns:a16="http://schemas.microsoft.com/office/drawing/2014/main" id="{A101B7C7-75A7-4E21-9271-FEDD79465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2942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73" name="Rectangle 53">
              <a:extLst>
                <a:ext uri="{FF2B5EF4-FFF2-40B4-BE49-F238E27FC236}">
                  <a16:creationId xmlns:a16="http://schemas.microsoft.com/office/drawing/2014/main" id="{EEEB22EC-716C-4D65-B07A-56D4915A0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942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74" name="Rectangle 54">
              <a:extLst>
                <a:ext uri="{FF2B5EF4-FFF2-40B4-BE49-F238E27FC236}">
                  <a16:creationId xmlns:a16="http://schemas.microsoft.com/office/drawing/2014/main" id="{FE45CECB-CB0A-4F72-92F3-C061D40A2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942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75" name="Rectangle 55">
              <a:extLst>
                <a:ext uri="{FF2B5EF4-FFF2-40B4-BE49-F238E27FC236}">
                  <a16:creationId xmlns:a16="http://schemas.microsoft.com/office/drawing/2014/main" id="{0C895021-CAEB-4B93-817E-94209F147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2942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76" name="Rectangle 56">
              <a:extLst>
                <a:ext uri="{FF2B5EF4-FFF2-40B4-BE49-F238E27FC236}">
                  <a16:creationId xmlns:a16="http://schemas.microsoft.com/office/drawing/2014/main" id="{DFC3E5CF-C4C3-4992-9E42-E38807D48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2942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6</a:t>
              </a:r>
            </a:p>
          </p:txBody>
        </p:sp>
        <p:sp>
          <p:nvSpPr>
            <p:cNvPr id="102677" name="Rectangle 57">
              <a:extLst>
                <a:ext uri="{FF2B5EF4-FFF2-40B4-BE49-F238E27FC236}">
                  <a16:creationId xmlns:a16="http://schemas.microsoft.com/office/drawing/2014/main" id="{4B5C16CB-A0BA-4023-9E84-4A46A42CE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693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78" name="Rectangle 58">
              <a:extLst>
                <a:ext uri="{FF2B5EF4-FFF2-40B4-BE49-F238E27FC236}">
                  <a16:creationId xmlns:a16="http://schemas.microsoft.com/office/drawing/2014/main" id="{72842109-79BA-42F2-8BE0-898E14411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93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79" name="Rectangle 59">
              <a:extLst>
                <a:ext uri="{FF2B5EF4-FFF2-40B4-BE49-F238E27FC236}">
                  <a16:creationId xmlns:a16="http://schemas.microsoft.com/office/drawing/2014/main" id="{774B1F4C-AD43-474B-91CE-0DE964519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693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80" name="Rectangle 60">
              <a:extLst>
                <a:ext uri="{FF2B5EF4-FFF2-40B4-BE49-F238E27FC236}">
                  <a16:creationId xmlns:a16="http://schemas.microsoft.com/office/drawing/2014/main" id="{8B64603E-B02F-42DD-B9D2-FFF959823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2693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81" name="Rectangle 61">
              <a:extLst>
                <a:ext uri="{FF2B5EF4-FFF2-40B4-BE49-F238E27FC236}">
                  <a16:creationId xmlns:a16="http://schemas.microsoft.com/office/drawing/2014/main" id="{F9173F31-7338-40A8-8240-F6825135F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2693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82" name="Rectangle 62">
              <a:extLst>
                <a:ext uri="{FF2B5EF4-FFF2-40B4-BE49-F238E27FC236}">
                  <a16:creationId xmlns:a16="http://schemas.microsoft.com/office/drawing/2014/main" id="{3A74C22F-3C9D-4D98-8CE0-C1824F3AD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693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83" name="Rectangle 63">
              <a:extLst>
                <a:ext uri="{FF2B5EF4-FFF2-40B4-BE49-F238E27FC236}">
                  <a16:creationId xmlns:a16="http://schemas.microsoft.com/office/drawing/2014/main" id="{D723B0DA-CD21-4100-89A3-21B38C574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2693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84" name="Rectangle 64">
              <a:extLst>
                <a:ext uri="{FF2B5EF4-FFF2-40B4-BE49-F238E27FC236}">
                  <a16:creationId xmlns:a16="http://schemas.microsoft.com/office/drawing/2014/main" id="{00FB8A22-9E2A-4D8E-B7B7-C13A27497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693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85" name="Rectangle 65">
              <a:extLst>
                <a:ext uri="{FF2B5EF4-FFF2-40B4-BE49-F238E27FC236}">
                  <a16:creationId xmlns:a16="http://schemas.microsoft.com/office/drawing/2014/main" id="{E688D563-11F6-4FE5-BCA8-E1D0E31D2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93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86" name="Rectangle 66">
              <a:extLst>
                <a:ext uri="{FF2B5EF4-FFF2-40B4-BE49-F238E27FC236}">
                  <a16:creationId xmlns:a16="http://schemas.microsoft.com/office/drawing/2014/main" id="{0609CA38-EFE0-4D45-85DE-26EB43778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2693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87" name="Rectangle 67">
              <a:extLst>
                <a:ext uri="{FF2B5EF4-FFF2-40B4-BE49-F238E27FC236}">
                  <a16:creationId xmlns:a16="http://schemas.microsoft.com/office/drawing/2014/main" id="{688A03C4-3A7B-42A9-8BEE-6042EE48C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2693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5</a:t>
              </a:r>
            </a:p>
          </p:txBody>
        </p:sp>
        <p:sp>
          <p:nvSpPr>
            <p:cNvPr id="102688" name="Rectangle 68">
              <a:extLst>
                <a:ext uri="{FF2B5EF4-FFF2-40B4-BE49-F238E27FC236}">
                  <a16:creationId xmlns:a16="http://schemas.microsoft.com/office/drawing/2014/main" id="{77005668-0C13-4846-8D42-B78FCDC1D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44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89" name="Rectangle 69">
              <a:extLst>
                <a:ext uri="{FF2B5EF4-FFF2-40B4-BE49-F238E27FC236}">
                  <a16:creationId xmlns:a16="http://schemas.microsoft.com/office/drawing/2014/main" id="{B8C61C14-2C83-48C9-BC39-93C9F7819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444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90" name="Rectangle 70">
              <a:extLst>
                <a:ext uri="{FF2B5EF4-FFF2-40B4-BE49-F238E27FC236}">
                  <a16:creationId xmlns:a16="http://schemas.microsoft.com/office/drawing/2014/main" id="{C31D1DE3-0F26-4757-A9EA-7418E8BA3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444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91" name="Rectangle 71">
              <a:extLst>
                <a:ext uri="{FF2B5EF4-FFF2-40B4-BE49-F238E27FC236}">
                  <a16:creationId xmlns:a16="http://schemas.microsoft.com/office/drawing/2014/main" id="{5D8547E2-AD19-4BC1-A366-6A5404CDD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2444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92" name="Rectangle 72">
              <a:extLst>
                <a:ext uri="{FF2B5EF4-FFF2-40B4-BE49-F238E27FC236}">
                  <a16:creationId xmlns:a16="http://schemas.microsoft.com/office/drawing/2014/main" id="{9CC7E19E-E038-446C-A81A-7E7810244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2444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93" name="Rectangle 73">
              <a:extLst>
                <a:ext uri="{FF2B5EF4-FFF2-40B4-BE49-F238E27FC236}">
                  <a16:creationId xmlns:a16="http://schemas.microsoft.com/office/drawing/2014/main" id="{5B23F02E-8307-454D-8C3B-66C023F26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444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94" name="Rectangle 74">
              <a:extLst>
                <a:ext uri="{FF2B5EF4-FFF2-40B4-BE49-F238E27FC236}">
                  <a16:creationId xmlns:a16="http://schemas.microsoft.com/office/drawing/2014/main" id="{CD8E3299-1B34-4906-8C7E-21482C89C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2444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95" name="Rectangle 75">
              <a:extLst>
                <a:ext uri="{FF2B5EF4-FFF2-40B4-BE49-F238E27FC236}">
                  <a16:creationId xmlns:a16="http://schemas.microsoft.com/office/drawing/2014/main" id="{6FF04F65-48BC-45CB-8D97-DF412B68B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444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96" name="Rectangle 76">
              <a:extLst>
                <a:ext uri="{FF2B5EF4-FFF2-40B4-BE49-F238E27FC236}">
                  <a16:creationId xmlns:a16="http://schemas.microsoft.com/office/drawing/2014/main" id="{0BFA650A-8033-46AD-AD8A-B3378E310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44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97" name="Rectangle 77">
              <a:extLst>
                <a:ext uri="{FF2B5EF4-FFF2-40B4-BE49-F238E27FC236}">
                  <a16:creationId xmlns:a16="http://schemas.microsoft.com/office/drawing/2014/main" id="{A8A1DF9D-2741-47FB-9AE3-1AC45BACE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2444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98" name="Rectangle 78">
              <a:extLst>
                <a:ext uri="{FF2B5EF4-FFF2-40B4-BE49-F238E27FC236}">
                  <a16:creationId xmlns:a16="http://schemas.microsoft.com/office/drawing/2014/main" id="{FCE1FE8A-9C68-456E-AF6B-720890948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2444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102699" name="Rectangle 79">
              <a:extLst>
                <a:ext uri="{FF2B5EF4-FFF2-40B4-BE49-F238E27FC236}">
                  <a16:creationId xmlns:a16="http://schemas.microsoft.com/office/drawing/2014/main" id="{84866366-9C1B-49B9-B9E2-F112D13C9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195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0" name="Rectangle 80">
              <a:extLst>
                <a:ext uri="{FF2B5EF4-FFF2-40B4-BE49-F238E27FC236}">
                  <a16:creationId xmlns:a16="http://schemas.microsoft.com/office/drawing/2014/main" id="{2E246AEC-63F4-4F7F-BA9B-C59A40CD0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195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1" name="Rectangle 81">
              <a:extLst>
                <a:ext uri="{FF2B5EF4-FFF2-40B4-BE49-F238E27FC236}">
                  <a16:creationId xmlns:a16="http://schemas.microsoft.com/office/drawing/2014/main" id="{AC9E6401-45F7-45B7-AE15-7D98E9FD9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195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2" name="Rectangle 82">
              <a:extLst>
                <a:ext uri="{FF2B5EF4-FFF2-40B4-BE49-F238E27FC236}">
                  <a16:creationId xmlns:a16="http://schemas.microsoft.com/office/drawing/2014/main" id="{5991704E-04AA-4ED3-989F-39C8CC1D4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2195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3" name="Rectangle 83">
              <a:extLst>
                <a:ext uri="{FF2B5EF4-FFF2-40B4-BE49-F238E27FC236}">
                  <a16:creationId xmlns:a16="http://schemas.microsoft.com/office/drawing/2014/main" id="{CADF2A68-1236-48BF-9A6C-E7BBA60FF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2195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4" name="Rectangle 84">
              <a:extLst>
                <a:ext uri="{FF2B5EF4-FFF2-40B4-BE49-F238E27FC236}">
                  <a16:creationId xmlns:a16="http://schemas.microsoft.com/office/drawing/2014/main" id="{ED224239-8C99-4D4D-920B-C70757874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195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5" name="Rectangle 85">
              <a:extLst>
                <a:ext uri="{FF2B5EF4-FFF2-40B4-BE49-F238E27FC236}">
                  <a16:creationId xmlns:a16="http://schemas.microsoft.com/office/drawing/2014/main" id="{304D6F2F-6275-4266-9A71-D1D3A61F2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2195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6" name="Rectangle 86">
              <a:extLst>
                <a:ext uri="{FF2B5EF4-FFF2-40B4-BE49-F238E27FC236}">
                  <a16:creationId xmlns:a16="http://schemas.microsoft.com/office/drawing/2014/main" id="{E3B4EB74-BDBF-4311-B65C-E021C4FC7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2195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7" name="Rectangle 87">
              <a:extLst>
                <a:ext uri="{FF2B5EF4-FFF2-40B4-BE49-F238E27FC236}">
                  <a16:creationId xmlns:a16="http://schemas.microsoft.com/office/drawing/2014/main" id="{3247D749-4238-4374-A1B3-E8C540BE9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195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8" name="Rectangle 88">
              <a:extLst>
                <a:ext uri="{FF2B5EF4-FFF2-40B4-BE49-F238E27FC236}">
                  <a16:creationId xmlns:a16="http://schemas.microsoft.com/office/drawing/2014/main" id="{26E8FF1B-0659-4DBB-9186-A7551D83E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2195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09" name="Rectangle 89">
              <a:extLst>
                <a:ext uri="{FF2B5EF4-FFF2-40B4-BE49-F238E27FC236}">
                  <a16:creationId xmlns:a16="http://schemas.microsoft.com/office/drawing/2014/main" id="{2C0DB1ED-7824-4A31-BBDE-877B64693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2195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</a:p>
          </p:txBody>
        </p:sp>
        <p:sp>
          <p:nvSpPr>
            <p:cNvPr id="102710" name="Rectangle 90">
              <a:extLst>
                <a:ext uri="{FF2B5EF4-FFF2-40B4-BE49-F238E27FC236}">
                  <a16:creationId xmlns:a16="http://schemas.microsoft.com/office/drawing/2014/main" id="{F5A0F56C-E1BC-4CA5-A0E8-8836141E4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946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11" name="Rectangle 91">
              <a:extLst>
                <a:ext uri="{FF2B5EF4-FFF2-40B4-BE49-F238E27FC236}">
                  <a16:creationId xmlns:a16="http://schemas.microsoft.com/office/drawing/2014/main" id="{BA1C0783-3F57-4FA4-83E3-D404640E6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1946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12" name="Rectangle 92">
              <a:extLst>
                <a:ext uri="{FF2B5EF4-FFF2-40B4-BE49-F238E27FC236}">
                  <a16:creationId xmlns:a16="http://schemas.microsoft.com/office/drawing/2014/main" id="{35F0207D-FD4F-4831-877E-494A108FF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1946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13" name="Rectangle 93">
              <a:extLst>
                <a:ext uri="{FF2B5EF4-FFF2-40B4-BE49-F238E27FC236}">
                  <a16:creationId xmlns:a16="http://schemas.microsoft.com/office/drawing/2014/main" id="{FD34EC6A-DDF2-4CBF-B04B-4BCF4D337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1946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14" name="Rectangle 94">
              <a:extLst>
                <a:ext uri="{FF2B5EF4-FFF2-40B4-BE49-F238E27FC236}">
                  <a16:creationId xmlns:a16="http://schemas.microsoft.com/office/drawing/2014/main" id="{24179A66-2F3A-4D0D-8C05-767925840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1946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15" name="Rectangle 95">
              <a:extLst>
                <a:ext uri="{FF2B5EF4-FFF2-40B4-BE49-F238E27FC236}">
                  <a16:creationId xmlns:a16="http://schemas.microsoft.com/office/drawing/2014/main" id="{4B03BA52-8DFC-4D14-BA56-C1401D674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946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16" name="Rectangle 96">
              <a:extLst>
                <a:ext uri="{FF2B5EF4-FFF2-40B4-BE49-F238E27FC236}">
                  <a16:creationId xmlns:a16="http://schemas.microsoft.com/office/drawing/2014/main" id="{BF9D1698-8C80-4162-AC7E-29C1911F5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946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17" name="Rectangle 97">
              <a:extLst>
                <a:ext uri="{FF2B5EF4-FFF2-40B4-BE49-F238E27FC236}">
                  <a16:creationId xmlns:a16="http://schemas.microsoft.com/office/drawing/2014/main" id="{9FB892B0-FD24-42EE-AD6D-455BD9E25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946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18" name="Rectangle 98">
              <a:extLst>
                <a:ext uri="{FF2B5EF4-FFF2-40B4-BE49-F238E27FC236}">
                  <a16:creationId xmlns:a16="http://schemas.microsoft.com/office/drawing/2014/main" id="{232DD1E4-C945-473E-9353-7FF6EC21D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1946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19" name="Rectangle 99">
              <a:extLst>
                <a:ext uri="{FF2B5EF4-FFF2-40B4-BE49-F238E27FC236}">
                  <a16:creationId xmlns:a16="http://schemas.microsoft.com/office/drawing/2014/main" id="{043BBE52-244F-4619-835A-0322FD60B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1946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20" name="Rectangle 100">
              <a:extLst>
                <a:ext uri="{FF2B5EF4-FFF2-40B4-BE49-F238E27FC236}">
                  <a16:creationId xmlns:a16="http://schemas.microsoft.com/office/drawing/2014/main" id="{12CE1786-C684-4DE9-B948-269D768CD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1946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  <p:sp>
          <p:nvSpPr>
            <p:cNvPr id="102721" name="Rectangle 101">
              <a:extLst>
                <a:ext uri="{FF2B5EF4-FFF2-40B4-BE49-F238E27FC236}">
                  <a16:creationId xmlns:a16="http://schemas.microsoft.com/office/drawing/2014/main" id="{95B2FC0F-B59B-4D33-A866-B4BB8C685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697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22" name="Rectangle 102">
              <a:extLst>
                <a:ext uri="{FF2B5EF4-FFF2-40B4-BE49-F238E27FC236}">
                  <a16:creationId xmlns:a16="http://schemas.microsoft.com/office/drawing/2014/main" id="{198B344D-C974-48EF-9C20-5475060BA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1697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23" name="Rectangle 103">
              <a:extLst>
                <a:ext uri="{FF2B5EF4-FFF2-40B4-BE49-F238E27FC236}">
                  <a16:creationId xmlns:a16="http://schemas.microsoft.com/office/drawing/2014/main" id="{011454E0-47B3-4676-9433-334A1B51A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1697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24" name="Rectangle 104">
              <a:extLst>
                <a:ext uri="{FF2B5EF4-FFF2-40B4-BE49-F238E27FC236}">
                  <a16:creationId xmlns:a16="http://schemas.microsoft.com/office/drawing/2014/main" id="{05D6F3C3-56B7-4875-B73C-A225A459E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1697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25" name="Rectangle 105">
              <a:extLst>
                <a:ext uri="{FF2B5EF4-FFF2-40B4-BE49-F238E27FC236}">
                  <a16:creationId xmlns:a16="http://schemas.microsoft.com/office/drawing/2014/main" id="{5CE5D6AB-81CB-4843-8D33-B339AD7B9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1697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26" name="Rectangle 106">
              <a:extLst>
                <a:ext uri="{FF2B5EF4-FFF2-40B4-BE49-F238E27FC236}">
                  <a16:creationId xmlns:a16="http://schemas.microsoft.com/office/drawing/2014/main" id="{07616049-ADDE-4A7E-8738-EAED0C598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697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27" name="Rectangle 107">
              <a:extLst>
                <a:ext uri="{FF2B5EF4-FFF2-40B4-BE49-F238E27FC236}">
                  <a16:creationId xmlns:a16="http://schemas.microsoft.com/office/drawing/2014/main" id="{82554DAF-E161-4033-BC5E-EF9E0CBF3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697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28" name="Rectangle 108">
              <a:extLst>
                <a:ext uri="{FF2B5EF4-FFF2-40B4-BE49-F238E27FC236}">
                  <a16:creationId xmlns:a16="http://schemas.microsoft.com/office/drawing/2014/main" id="{6FE5AA73-D88E-46AE-B0C1-17E8A928E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697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29" name="Rectangle 109">
              <a:extLst>
                <a:ext uri="{FF2B5EF4-FFF2-40B4-BE49-F238E27FC236}">
                  <a16:creationId xmlns:a16="http://schemas.microsoft.com/office/drawing/2014/main" id="{616E3F82-1D5F-4536-B47E-8EECF159B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1697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30" name="Rectangle 110">
              <a:extLst>
                <a:ext uri="{FF2B5EF4-FFF2-40B4-BE49-F238E27FC236}">
                  <a16:creationId xmlns:a16="http://schemas.microsoft.com/office/drawing/2014/main" id="{BA16D6FD-04BB-4E22-968A-5FB2527DA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1697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31" name="Rectangle 111">
              <a:extLst>
                <a:ext uri="{FF2B5EF4-FFF2-40B4-BE49-F238E27FC236}">
                  <a16:creationId xmlns:a16="http://schemas.microsoft.com/office/drawing/2014/main" id="{6F9103ED-A297-4DE0-808A-06028F25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1697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732" name="Rectangle 112">
              <a:extLst>
                <a:ext uri="{FF2B5EF4-FFF2-40B4-BE49-F238E27FC236}">
                  <a16:creationId xmlns:a16="http://schemas.microsoft.com/office/drawing/2014/main" id="{B3303B7B-6276-429A-91EB-EFF19854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448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33" name="Rectangle 113">
              <a:extLst>
                <a:ext uri="{FF2B5EF4-FFF2-40B4-BE49-F238E27FC236}">
                  <a16:creationId xmlns:a16="http://schemas.microsoft.com/office/drawing/2014/main" id="{B662D657-548A-47DD-9C53-1DFD8D8A4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1448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34" name="Rectangle 114">
              <a:extLst>
                <a:ext uri="{FF2B5EF4-FFF2-40B4-BE49-F238E27FC236}">
                  <a16:creationId xmlns:a16="http://schemas.microsoft.com/office/drawing/2014/main" id="{B35B244A-4E47-405E-8907-D5008279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1448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35" name="Rectangle 115">
              <a:extLst>
                <a:ext uri="{FF2B5EF4-FFF2-40B4-BE49-F238E27FC236}">
                  <a16:creationId xmlns:a16="http://schemas.microsoft.com/office/drawing/2014/main" id="{8869237B-03CE-4864-906A-B371B34F7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1448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36" name="Rectangle 116">
              <a:extLst>
                <a:ext uri="{FF2B5EF4-FFF2-40B4-BE49-F238E27FC236}">
                  <a16:creationId xmlns:a16="http://schemas.microsoft.com/office/drawing/2014/main" id="{47AA2BBC-C63A-47DF-8108-428847E71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1448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37" name="Rectangle 117">
              <a:extLst>
                <a:ext uri="{FF2B5EF4-FFF2-40B4-BE49-F238E27FC236}">
                  <a16:creationId xmlns:a16="http://schemas.microsoft.com/office/drawing/2014/main" id="{F206D3B3-6055-490F-A909-D788D6CC3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1448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38" name="Rectangle 118">
              <a:extLst>
                <a:ext uri="{FF2B5EF4-FFF2-40B4-BE49-F238E27FC236}">
                  <a16:creationId xmlns:a16="http://schemas.microsoft.com/office/drawing/2014/main" id="{A1FBCCA8-E644-4365-9526-3D04301B6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448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39" name="Rectangle 119">
              <a:extLst>
                <a:ext uri="{FF2B5EF4-FFF2-40B4-BE49-F238E27FC236}">
                  <a16:creationId xmlns:a16="http://schemas.microsoft.com/office/drawing/2014/main" id="{D052963B-6782-4565-A022-2547AA016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448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40" name="Rectangle 120">
              <a:extLst>
                <a:ext uri="{FF2B5EF4-FFF2-40B4-BE49-F238E27FC236}">
                  <a16:creationId xmlns:a16="http://schemas.microsoft.com/office/drawing/2014/main" id="{BA5D4417-D3FB-46F2-ABC0-9B4C0DCD9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1448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41" name="Rectangle 121">
              <a:extLst>
                <a:ext uri="{FF2B5EF4-FFF2-40B4-BE49-F238E27FC236}">
                  <a16:creationId xmlns:a16="http://schemas.microsoft.com/office/drawing/2014/main" id="{E5A7EEFF-7AB2-4848-A4A4-9C2C999C2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1448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42" name="Rectangle 122">
              <a:extLst>
                <a:ext uri="{FF2B5EF4-FFF2-40B4-BE49-F238E27FC236}">
                  <a16:creationId xmlns:a16="http://schemas.microsoft.com/office/drawing/2014/main" id="{C70B0A03-958D-4FEA-B45D-F1A5AF161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1448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743" name="Rectangle 123">
              <a:extLst>
                <a:ext uri="{FF2B5EF4-FFF2-40B4-BE49-F238E27FC236}">
                  <a16:creationId xmlns:a16="http://schemas.microsoft.com/office/drawing/2014/main" id="{A9336E20-2428-4D7A-9E99-E4D6B5CFD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1199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44" name="Rectangle 124">
              <a:extLst>
                <a:ext uri="{FF2B5EF4-FFF2-40B4-BE49-F238E27FC236}">
                  <a16:creationId xmlns:a16="http://schemas.microsoft.com/office/drawing/2014/main" id="{709BD60A-9DA5-462C-86E9-FA74ABE14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1199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45" name="Rectangle 125">
              <a:extLst>
                <a:ext uri="{FF2B5EF4-FFF2-40B4-BE49-F238E27FC236}">
                  <a16:creationId xmlns:a16="http://schemas.microsoft.com/office/drawing/2014/main" id="{E1784F1D-E853-481E-8A6A-6F782BCA2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1199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</a:p>
          </p:txBody>
        </p:sp>
        <p:sp>
          <p:nvSpPr>
            <p:cNvPr id="102746" name="Rectangle 126">
              <a:extLst>
                <a:ext uri="{FF2B5EF4-FFF2-40B4-BE49-F238E27FC236}">
                  <a16:creationId xmlns:a16="http://schemas.microsoft.com/office/drawing/2014/main" id="{95CC0B38-27E5-46AC-ABE5-BF7669489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720"/>
              <a:ext cx="1118" cy="4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十进制数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相加的和</a:t>
              </a:r>
            </a:p>
          </p:txBody>
        </p:sp>
        <p:sp>
          <p:nvSpPr>
            <p:cNvPr id="102747" name="Rectangle 127">
              <a:extLst>
                <a:ext uri="{FF2B5EF4-FFF2-40B4-BE49-F238E27FC236}">
                  <a16:creationId xmlns:a16="http://schemas.microsoft.com/office/drawing/2014/main" id="{21D8E152-A446-4C85-B54D-0CCBF76DD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720"/>
              <a:ext cx="1084" cy="4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二进制数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相加的和</a:t>
              </a:r>
            </a:p>
          </p:txBody>
        </p:sp>
        <p:sp>
          <p:nvSpPr>
            <p:cNvPr id="102748" name="Rectangle 128">
              <a:extLst>
                <a:ext uri="{FF2B5EF4-FFF2-40B4-BE49-F238E27FC236}">
                  <a16:creationId xmlns:a16="http://schemas.microsoft.com/office/drawing/2014/main" id="{C6232F86-BD61-4EEA-AEFD-5ACB68C73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" y="720"/>
              <a:ext cx="260" cy="4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和</a:t>
              </a:r>
            </a:p>
          </p:txBody>
        </p:sp>
        <p:sp>
          <p:nvSpPr>
            <p:cNvPr id="102749" name="Line 129">
              <a:extLst>
                <a:ext uri="{FF2B5EF4-FFF2-40B4-BE49-F238E27FC236}">
                  <a16:creationId xmlns:a16="http://schemas.microsoft.com/office/drawing/2014/main" id="{7EE2709E-B3C8-451B-BDDF-3D3C9B3FD6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1199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0" name="Line 130">
              <a:extLst>
                <a:ext uri="{FF2B5EF4-FFF2-40B4-BE49-F238E27FC236}">
                  <a16:creationId xmlns:a16="http://schemas.microsoft.com/office/drawing/2014/main" id="{C20EB030-6E57-4435-A385-274F504968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1448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1" name="Line 131">
              <a:extLst>
                <a:ext uri="{FF2B5EF4-FFF2-40B4-BE49-F238E27FC236}">
                  <a16:creationId xmlns:a16="http://schemas.microsoft.com/office/drawing/2014/main" id="{AC6A89CF-E238-4F87-8E62-FD94D147A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1697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2" name="Line 132">
              <a:extLst>
                <a:ext uri="{FF2B5EF4-FFF2-40B4-BE49-F238E27FC236}">
                  <a16:creationId xmlns:a16="http://schemas.microsoft.com/office/drawing/2014/main" id="{AA72DFB5-F75C-4FD1-9F14-B9CC5AFCE5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1946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3" name="Line 133">
              <a:extLst>
                <a:ext uri="{FF2B5EF4-FFF2-40B4-BE49-F238E27FC236}">
                  <a16:creationId xmlns:a16="http://schemas.microsoft.com/office/drawing/2014/main" id="{BFD399EC-404A-4A50-8A60-0BCA32EC5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2195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4" name="Line 134">
              <a:extLst>
                <a:ext uri="{FF2B5EF4-FFF2-40B4-BE49-F238E27FC236}">
                  <a16:creationId xmlns:a16="http://schemas.microsoft.com/office/drawing/2014/main" id="{954FA2D3-6AFD-439F-AC2E-1F94BE7146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2444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5" name="Line 135">
              <a:extLst>
                <a:ext uri="{FF2B5EF4-FFF2-40B4-BE49-F238E27FC236}">
                  <a16:creationId xmlns:a16="http://schemas.microsoft.com/office/drawing/2014/main" id="{B9C64650-36F7-4221-8587-ACEB6E144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2693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6" name="Line 136">
              <a:extLst>
                <a:ext uri="{FF2B5EF4-FFF2-40B4-BE49-F238E27FC236}">
                  <a16:creationId xmlns:a16="http://schemas.microsoft.com/office/drawing/2014/main" id="{901EA3DF-6EEF-4E01-9E23-0634256CE6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2942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7" name="Line 137">
              <a:extLst>
                <a:ext uri="{FF2B5EF4-FFF2-40B4-BE49-F238E27FC236}">
                  <a16:creationId xmlns:a16="http://schemas.microsoft.com/office/drawing/2014/main" id="{E031863D-AC96-483A-A008-FA839E2B9A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3191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8" name="Line 138">
              <a:extLst>
                <a:ext uri="{FF2B5EF4-FFF2-40B4-BE49-F238E27FC236}">
                  <a16:creationId xmlns:a16="http://schemas.microsoft.com/office/drawing/2014/main" id="{B221CE8A-4398-44DE-8E3D-C5A010FEA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3440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59" name="Line 139">
              <a:extLst>
                <a:ext uri="{FF2B5EF4-FFF2-40B4-BE49-F238E27FC236}">
                  <a16:creationId xmlns:a16="http://schemas.microsoft.com/office/drawing/2014/main" id="{C5BABD25-0975-4C59-9268-FE8D2B6813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3689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0" name="Line 140">
              <a:extLst>
                <a:ext uri="{FF2B5EF4-FFF2-40B4-BE49-F238E27FC236}">
                  <a16:creationId xmlns:a16="http://schemas.microsoft.com/office/drawing/2014/main" id="{F84204A4-87A2-46AF-B2D9-CE6E75CC64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" y="720"/>
              <a:ext cx="0" cy="3218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1" name="Line 141">
              <a:extLst>
                <a:ext uri="{FF2B5EF4-FFF2-40B4-BE49-F238E27FC236}">
                  <a16:creationId xmlns:a16="http://schemas.microsoft.com/office/drawing/2014/main" id="{68A9A9E7-3890-41EB-9EB9-37E8CD601D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7" y="720"/>
              <a:ext cx="0" cy="3218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2" name="Line 142">
              <a:extLst>
                <a:ext uri="{FF2B5EF4-FFF2-40B4-BE49-F238E27FC236}">
                  <a16:creationId xmlns:a16="http://schemas.microsoft.com/office/drawing/2014/main" id="{CB1A28D4-ACC0-4E0F-BBF5-C99EE69E2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720"/>
              <a:ext cx="2462" cy="0"/>
            </a:xfrm>
            <a:prstGeom prst="line">
              <a:avLst/>
            </a:prstGeom>
            <a:noFill/>
            <a:ln w="38100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3" name="Line 143">
              <a:extLst>
                <a:ext uri="{FF2B5EF4-FFF2-40B4-BE49-F238E27FC236}">
                  <a16:creationId xmlns:a16="http://schemas.microsoft.com/office/drawing/2014/main" id="{32432E2D-60A0-4069-B2E3-B6EAF949F1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720"/>
              <a:ext cx="0" cy="3218"/>
            </a:xfrm>
            <a:prstGeom prst="line">
              <a:avLst/>
            </a:prstGeom>
            <a:noFill/>
            <a:ln w="38100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4" name="Line 144">
              <a:extLst>
                <a:ext uri="{FF2B5EF4-FFF2-40B4-BE49-F238E27FC236}">
                  <a16:creationId xmlns:a16="http://schemas.microsoft.com/office/drawing/2014/main" id="{71DD219B-5018-421F-821E-08DB17F589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5" y="720"/>
              <a:ext cx="0" cy="3218"/>
            </a:xfrm>
            <a:prstGeom prst="line">
              <a:avLst/>
            </a:prstGeom>
            <a:noFill/>
            <a:ln w="38100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5" name="Line 145">
              <a:extLst>
                <a:ext uri="{FF2B5EF4-FFF2-40B4-BE49-F238E27FC236}">
                  <a16:creationId xmlns:a16="http://schemas.microsoft.com/office/drawing/2014/main" id="{B253D6CE-56CB-45B6-9722-FE578DB3F3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" y="3938"/>
              <a:ext cx="2462" cy="0"/>
            </a:xfrm>
            <a:prstGeom prst="line">
              <a:avLst/>
            </a:prstGeom>
            <a:noFill/>
            <a:ln w="38100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6" name="Line 146">
              <a:extLst>
                <a:ext uri="{FF2B5EF4-FFF2-40B4-BE49-F238E27FC236}">
                  <a16:creationId xmlns:a16="http://schemas.microsoft.com/office/drawing/2014/main" id="{8BB5A95F-EBDC-4CF3-B3B1-2BC8FF705D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" y="1199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7" name="Line 147">
              <a:extLst>
                <a:ext uri="{FF2B5EF4-FFF2-40B4-BE49-F238E27FC236}">
                  <a16:creationId xmlns:a16="http://schemas.microsoft.com/office/drawing/2014/main" id="{4E9F5EC0-5065-4040-8EAD-01E3D814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1199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8" name="Line 148">
              <a:extLst>
                <a:ext uri="{FF2B5EF4-FFF2-40B4-BE49-F238E27FC236}">
                  <a16:creationId xmlns:a16="http://schemas.microsoft.com/office/drawing/2014/main" id="{5520119E-EBFC-4F03-85AC-1479F9453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" y="1199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69" name="Line 149">
              <a:extLst>
                <a:ext uri="{FF2B5EF4-FFF2-40B4-BE49-F238E27FC236}">
                  <a16:creationId xmlns:a16="http://schemas.microsoft.com/office/drawing/2014/main" id="{61F6F274-8DE3-419C-AAC7-C203645B1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1" y="1199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70" name="Line 150">
              <a:extLst>
                <a:ext uri="{FF2B5EF4-FFF2-40B4-BE49-F238E27FC236}">
                  <a16:creationId xmlns:a16="http://schemas.microsoft.com/office/drawing/2014/main" id="{4A7DB4B3-3795-4DF6-B816-F0BE65D045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" y="1199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71" name="Line 151">
              <a:extLst>
                <a:ext uri="{FF2B5EF4-FFF2-40B4-BE49-F238E27FC236}">
                  <a16:creationId xmlns:a16="http://schemas.microsoft.com/office/drawing/2014/main" id="{71C49E0E-3670-4C8B-92FE-E1490F82A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4" y="1199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72" name="Line 152">
              <a:extLst>
                <a:ext uri="{FF2B5EF4-FFF2-40B4-BE49-F238E27FC236}">
                  <a16:creationId xmlns:a16="http://schemas.microsoft.com/office/drawing/2014/main" id="{64C72898-34A2-4F6F-A6C2-3852E5C24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8" y="1199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73" name="Line 153">
              <a:extLst>
                <a:ext uri="{FF2B5EF4-FFF2-40B4-BE49-F238E27FC236}">
                  <a16:creationId xmlns:a16="http://schemas.microsoft.com/office/drawing/2014/main" id="{3B3D0326-D0F4-4678-8CD2-DE1C3D546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1" y="1199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774" name="Text Box 154">
              <a:extLst>
                <a:ext uri="{FF2B5EF4-FFF2-40B4-BE49-F238E27FC236}">
                  <a16:creationId xmlns:a16="http://schemas.microsoft.com/office/drawing/2014/main" id="{E0A5E008-5318-4D03-9FB8-DF925DAC72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" y="1187"/>
              <a:ext cx="239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</a:t>
              </a:r>
            </a:p>
          </p:txBody>
        </p:sp>
        <p:sp>
          <p:nvSpPr>
            <p:cNvPr id="102775" name="Text Box 155">
              <a:extLst>
                <a:ext uri="{FF2B5EF4-FFF2-40B4-BE49-F238E27FC236}">
                  <a16:creationId xmlns:a16="http://schemas.microsoft.com/office/drawing/2014/main" id="{D278B1DD-117B-4103-9BDC-5D39BC3F6E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9" y="1174"/>
              <a:ext cx="1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                  </a:t>
              </a:r>
              <a:endParaRPr kumimoji="1" lang="en-US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7356" name="Group 156">
            <a:extLst>
              <a:ext uri="{FF2B5EF4-FFF2-40B4-BE49-F238E27FC236}">
                <a16:creationId xmlns:a16="http://schemas.microsoft.com/office/drawing/2014/main" id="{876D0130-9022-4C0B-90DC-5B0434949519}"/>
              </a:ext>
            </a:extLst>
          </p:cNvPr>
          <p:cNvGrpSpPr>
            <a:grpSpLocks/>
          </p:cNvGrpSpPr>
          <p:nvPr/>
        </p:nvGrpSpPr>
        <p:grpSpPr bwMode="auto">
          <a:xfrm>
            <a:off x="4633913" y="1141413"/>
            <a:ext cx="4211637" cy="5108575"/>
            <a:chOff x="2919" y="697"/>
            <a:chExt cx="2653" cy="3218"/>
          </a:xfrm>
        </p:grpSpPr>
        <p:sp>
          <p:nvSpPr>
            <p:cNvPr id="102474" name="Rectangle 157">
              <a:extLst>
                <a:ext uri="{FF2B5EF4-FFF2-40B4-BE49-F238E27FC236}">
                  <a16:creationId xmlns:a16="http://schemas.microsoft.com/office/drawing/2014/main" id="{B0CE53C1-D521-4757-B665-CB549B179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1176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75" name="Rectangle 158">
              <a:extLst>
                <a:ext uri="{FF2B5EF4-FFF2-40B4-BE49-F238E27FC236}">
                  <a16:creationId xmlns:a16="http://schemas.microsoft.com/office/drawing/2014/main" id="{1671D825-1499-437D-8B2C-DE8B0C41C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1176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76" name="Rectangle 159">
              <a:extLst>
                <a:ext uri="{FF2B5EF4-FFF2-40B4-BE49-F238E27FC236}">
                  <a16:creationId xmlns:a16="http://schemas.microsoft.com/office/drawing/2014/main" id="{DF96DDB7-68A3-4D56-8ABA-DACF3E311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1176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77" name="Rectangle 160">
              <a:extLst>
                <a:ext uri="{FF2B5EF4-FFF2-40B4-BE49-F238E27FC236}">
                  <a16:creationId xmlns:a16="http://schemas.microsoft.com/office/drawing/2014/main" id="{171D679D-B01B-4B98-B54C-C65B5B291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1176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78" name="Rectangle 161">
              <a:extLst>
                <a:ext uri="{FF2B5EF4-FFF2-40B4-BE49-F238E27FC236}">
                  <a16:creationId xmlns:a16="http://schemas.microsoft.com/office/drawing/2014/main" id="{60914A25-1125-43E4-B578-C31869DE0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176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79" name="Rectangle 162">
              <a:extLst>
                <a:ext uri="{FF2B5EF4-FFF2-40B4-BE49-F238E27FC236}">
                  <a16:creationId xmlns:a16="http://schemas.microsoft.com/office/drawing/2014/main" id="{A724AB9A-8D3D-4E29-A8C5-F7B48CF68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176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0" name="Rectangle 163">
              <a:extLst>
                <a:ext uri="{FF2B5EF4-FFF2-40B4-BE49-F238E27FC236}">
                  <a16:creationId xmlns:a16="http://schemas.microsoft.com/office/drawing/2014/main" id="{CB2AFD69-2172-4135-A5C5-6F4168D4F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1176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1" name="Rectangle 164">
              <a:extLst>
                <a:ext uri="{FF2B5EF4-FFF2-40B4-BE49-F238E27FC236}">
                  <a16:creationId xmlns:a16="http://schemas.microsoft.com/office/drawing/2014/main" id="{1A4CEE2E-DA10-4DAF-804E-82725C64E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1176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2" name="Rectangle 165">
              <a:extLst>
                <a:ext uri="{FF2B5EF4-FFF2-40B4-BE49-F238E27FC236}">
                  <a16:creationId xmlns:a16="http://schemas.microsoft.com/office/drawing/2014/main" id="{54D20791-AC6A-4367-816F-B7E5364B0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3666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3" name="Rectangle 166">
              <a:extLst>
                <a:ext uri="{FF2B5EF4-FFF2-40B4-BE49-F238E27FC236}">
                  <a16:creationId xmlns:a16="http://schemas.microsoft.com/office/drawing/2014/main" id="{ABE73FC0-82F8-4E92-99CC-79B073362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3666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4" name="Rectangle 167">
              <a:extLst>
                <a:ext uri="{FF2B5EF4-FFF2-40B4-BE49-F238E27FC236}">
                  <a16:creationId xmlns:a16="http://schemas.microsoft.com/office/drawing/2014/main" id="{7EE996DD-F103-4C95-9C46-86E538D3D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666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5" name="Rectangle 168">
              <a:extLst>
                <a:ext uri="{FF2B5EF4-FFF2-40B4-BE49-F238E27FC236}">
                  <a16:creationId xmlns:a16="http://schemas.microsoft.com/office/drawing/2014/main" id="{8A54B48E-2050-4404-BCAC-9F367F036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3666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6" name="Rectangle 169">
              <a:extLst>
                <a:ext uri="{FF2B5EF4-FFF2-40B4-BE49-F238E27FC236}">
                  <a16:creationId xmlns:a16="http://schemas.microsoft.com/office/drawing/2014/main" id="{AB14585C-782F-4AF9-8E82-D22172847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3666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7" name="Rectangle 170">
              <a:extLst>
                <a:ext uri="{FF2B5EF4-FFF2-40B4-BE49-F238E27FC236}">
                  <a16:creationId xmlns:a16="http://schemas.microsoft.com/office/drawing/2014/main" id="{6E464EAF-AB3E-48A5-B85D-667297A66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3666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8" name="Rectangle 171">
              <a:extLst>
                <a:ext uri="{FF2B5EF4-FFF2-40B4-BE49-F238E27FC236}">
                  <a16:creationId xmlns:a16="http://schemas.microsoft.com/office/drawing/2014/main" id="{A9F67808-6BE7-4EF7-830A-E9A9FCC71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3666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89" name="Rectangle 172">
              <a:extLst>
                <a:ext uri="{FF2B5EF4-FFF2-40B4-BE49-F238E27FC236}">
                  <a16:creationId xmlns:a16="http://schemas.microsoft.com/office/drawing/2014/main" id="{89C9D722-C63B-434D-8A4F-60B5E79DE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3666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90" name="Rectangle 173">
              <a:extLst>
                <a:ext uri="{FF2B5EF4-FFF2-40B4-BE49-F238E27FC236}">
                  <a16:creationId xmlns:a16="http://schemas.microsoft.com/office/drawing/2014/main" id="{2E1CA6CA-6EB3-42B9-B589-831A6C21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3666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91" name="Rectangle 174">
              <a:extLst>
                <a:ext uri="{FF2B5EF4-FFF2-40B4-BE49-F238E27FC236}">
                  <a16:creationId xmlns:a16="http://schemas.microsoft.com/office/drawing/2014/main" id="{0EA52401-EDE3-46A5-905D-A586954C7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3666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92" name="Rectangle 175">
              <a:extLst>
                <a:ext uri="{FF2B5EF4-FFF2-40B4-BE49-F238E27FC236}">
                  <a16:creationId xmlns:a16="http://schemas.microsoft.com/office/drawing/2014/main" id="{DCC94AA7-BDD9-43C4-8942-96D17B9E3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3666"/>
              <a:ext cx="339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19</a:t>
              </a:r>
            </a:p>
          </p:txBody>
        </p:sp>
        <p:sp>
          <p:nvSpPr>
            <p:cNvPr id="102493" name="Rectangle 176">
              <a:extLst>
                <a:ext uri="{FF2B5EF4-FFF2-40B4-BE49-F238E27FC236}">
                  <a16:creationId xmlns:a16="http://schemas.microsoft.com/office/drawing/2014/main" id="{34EBE045-6326-462F-BADD-F21CD9D61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3417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94" name="Rectangle 177">
              <a:extLst>
                <a:ext uri="{FF2B5EF4-FFF2-40B4-BE49-F238E27FC236}">
                  <a16:creationId xmlns:a16="http://schemas.microsoft.com/office/drawing/2014/main" id="{5E8B54D8-6F5F-400D-B90B-34D78C7D5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3417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95" name="Rectangle 178">
              <a:extLst>
                <a:ext uri="{FF2B5EF4-FFF2-40B4-BE49-F238E27FC236}">
                  <a16:creationId xmlns:a16="http://schemas.microsoft.com/office/drawing/2014/main" id="{686F21C0-8F83-4D34-AD06-127AD73A3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417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96" name="Rectangle 179">
              <a:extLst>
                <a:ext uri="{FF2B5EF4-FFF2-40B4-BE49-F238E27FC236}">
                  <a16:creationId xmlns:a16="http://schemas.microsoft.com/office/drawing/2014/main" id="{84E8F5B8-11B3-4F94-8E84-76B567072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3417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97" name="Rectangle 180">
              <a:extLst>
                <a:ext uri="{FF2B5EF4-FFF2-40B4-BE49-F238E27FC236}">
                  <a16:creationId xmlns:a16="http://schemas.microsoft.com/office/drawing/2014/main" id="{14399A46-11FA-422E-9E53-60CE4AA7D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3417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98" name="Rectangle 181">
              <a:extLst>
                <a:ext uri="{FF2B5EF4-FFF2-40B4-BE49-F238E27FC236}">
                  <a16:creationId xmlns:a16="http://schemas.microsoft.com/office/drawing/2014/main" id="{23AE6F7F-5B15-4BBD-B00A-ECE878D52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3417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499" name="Rectangle 182">
              <a:extLst>
                <a:ext uri="{FF2B5EF4-FFF2-40B4-BE49-F238E27FC236}">
                  <a16:creationId xmlns:a16="http://schemas.microsoft.com/office/drawing/2014/main" id="{76F57C9C-681D-4CFD-8A39-A2F07A803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3417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00" name="Rectangle 183">
              <a:extLst>
                <a:ext uri="{FF2B5EF4-FFF2-40B4-BE49-F238E27FC236}">
                  <a16:creationId xmlns:a16="http://schemas.microsoft.com/office/drawing/2014/main" id="{D1320F9B-5A73-4D7B-8A13-5E8450853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3417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01" name="Rectangle 184">
              <a:extLst>
                <a:ext uri="{FF2B5EF4-FFF2-40B4-BE49-F238E27FC236}">
                  <a16:creationId xmlns:a16="http://schemas.microsoft.com/office/drawing/2014/main" id="{D5440764-7E01-49E1-BB8A-9DCB2421D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3417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02" name="Rectangle 185">
              <a:extLst>
                <a:ext uri="{FF2B5EF4-FFF2-40B4-BE49-F238E27FC236}">
                  <a16:creationId xmlns:a16="http://schemas.microsoft.com/office/drawing/2014/main" id="{8AD7C8C6-1C70-4DC5-8CAB-5C6FB10E1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3417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03" name="Rectangle 186">
              <a:extLst>
                <a:ext uri="{FF2B5EF4-FFF2-40B4-BE49-F238E27FC236}">
                  <a16:creationId xmlns:a16="http://schemas.microsoft.com/office/drawing/2014/main" id="{F4EFF063-826C-400E-963C-E5A4EB508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3417"/>
              <a:ext cx="31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18</a:t>
              </a:r>
            </a:p>
          </p:txBody>
        </p:sp>
        <p:sp>
          <p:nvSpPr>
            <p:cNvPr id="102504" name="Rectangle 187">
              <a:extLst>
                <a:ext uri="{FF2B5EF4-FFF2-40B4-BE49-F238E27FC236}">
                  <a16:creationId xmlns:a16="http://schemas.microsoft.com/office/drawing/2014/main" id="{6332B9D5-0CAF-419F-B851-C7A89B994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3168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05" name="Rectangle 188">
              <a:extLst>
                <a:ext uri="{FF2B5EF4-FFF2-40B4-BE49-F238E27FC236}">
                  <a16:creationId xmlns:a16="http://schemas.microsoft.com/office/drawing/2014/main" id="{CDB482D7-7CFC-4BCB-B6FA-F15A783B9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3168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06" name="Rectangle 189">
              <a:extLst>
                <a:ext uri="{FF2B5EF4-FFF2-40B4-BE49-F238E27FC236}">
                  <a16:creationId xmlns:a16="http://schemas.microsoft.com/office/drawing/2014/main" id="{D2921A7A-0F0D-4C1F-9DD7-AB70AFA80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168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07" name="Rectangle 190">
              <a:extLst>
                <a:ext uri="{FF2B5EF4-FFF2-40B4-BE49-F238E27FC236}">
                  <a16:creationId xmlns:a16="http://schemas.microsoft.com/office/drawing/2014/main" id="{B702FA42-EA87-4A20-962D-4569729B0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3168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08" name="Rectangle 191">
              <a:extLst>
                <a:ext uri="{FF2B5EF4-FFF2-40B4-BE49-F238E27FC236}">
                  <a16:creationId xmlns:a16="http://schemas.microsoft.com/office/drawing/2014/main" id="{7B47ACF7-0BFC-4C65-BF6B-99B206FD6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3168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09" name="Rectangle 192">
              <a:extLst>
                <a:ext uri="{FF2B5EF4-FFF2-40B4-BE49-F238E27FC236}">
                  <a16:creationId xmlns:a16="http://schemas.microsoft.com/office/drawing/2014/main" id="{3EAC15B8-3B27-4C2B-81B9-0878D9090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3168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10" name="Rectangle 193">
              <a:extLst>
                <a:ext uri="{FF2B5EF4-FFF2-40B4-BE49-F238E27FC236}">
                  <a16:creationId xmlns:a16="http://schemas.microsoft.com/office/drawing/2014/main" id="{D24C52CD-249D-41F8-8674-B3487918A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3168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11" name="Rectangle 194">
              <a:extLst>
                <a:ext uri="{FF2B5EF4-FFF2-40B4-BE49-F238E27FC236}">
                  <a16:creationId xmlns:a16="http://schemas.microsoft.com/office/drawing/2014/main" id="{4454146E-D7AE-4B43-8507-17C0F4A19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3168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12" name="Rectangle 195">
              <a:extLst>
                <a:ext uri="{FF2B5EF4-FFF2-40B4-BE49-F238E27FC236}">
                  <a16:creationId xmlns:a16="http://schemas.microsoft.com/office/drawing/2014/main" id="{92C26D4A-94DB-4F5F-B3EF-16435A92B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3168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13" name="Rectangle 196">
              <a:extLst>
                <a:ext uri="{FF2B5EF4-FFF2-40B4-BE49-F238E27FC236}">
                  <a16:creationId xmlns:a16="http://schemas.microsoft.com/office/drawing/2014/main" id="{A04A864B-8655-433C-A837-A49099642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3168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14" name="Rectangle 197">
              <a:extLst>
                <a:ext uri="{FF2B5EF4-FFF2-40B4-BE49-F238E27FC236}">
                  <a16:creationId xmlns:a16="http://schemas.microsoft.com/office/drawing/2014/main" id="{D7B587A4-43A5-415B-B2FE-453412A2B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3168"/>
              <a:ext cx="30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17</a:t>
              </a:r>
            </a:p>
          </p:txBody>
        </p:sp>
        <p:sp>
          <p:nvSpPr>
            <p:cNvPr id="102515" name="Rectangle 198">
              <a:extLst>
                <a:ext uri="{FF2B5EF4-FFF2-40B4-BE49-F238E27FC236}">
                  <a16:creationId xmlns:a16="http://schemas.microsoft.com/office/drawing/2014/main" id="{BE811D5B-14E9-448F-B385-AF7027282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2919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16" name="Rectangle 199">
              <a:extLst>
                <a:ext uri="{FF2B5EF4-FFF2-40B4-BE49-F238E27FC236}">
                  <a16:creationId xmlns:a16="http://schemas.microsoft.com/office/drawing/2014/main" id="{C67CADD7-ABC1-4567-99AD-F3F39315A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919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17" name="Rectangle 200">
              <a:extLst>
                <a:ext uri="{FF2B5EF4-FFF2-40B4-BE49-F238E27FC236}">
                  <a16:creationId xmlns:a16="http://schemas.microsoft.com/office/drawing/2014/main" id="{73CAF24D-FBE9-4E81-B4C2-82DF9A677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919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18" name="Rectangle 201">
              <a:extLst>
                <a:ext uri="{FF2B5EF4-FFF2-40B4-BE49-F238E27FC236}">
                  <a16:creationId xmlns:a16="http://schemas.microsoft.com/office/drawing/2014/main" id="{17609B5C-32E0-48A4-85AA-7C9F2BC3D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919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19" name="Rectangle 202">
              <a:extLst>
                <a:ext uri="{FF2B5EF4-FFF2-40B4-BE49-F238E27FC236}">
                  <a16:creationId xmlns:a16="http://schemas.microsoft.com/office/drawing/2014/main" id="{6191A5C4-3969-41C8-9399-5BECC8CF7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2919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20" name="Rectangle 203">
              <a:extLst>
                <a:ext uri="{FF2B5EF4-FFF2-40B4-BE49-F238E27FC236}">
                  <a16:creationId xmlns:a16="http://schemas.microsoft.com/office/drawing/2014/main" id="{F108C4A3-31D9-4AA5-9197-3AAC5F6C4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919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21" name="Rectangle 204">
              <a:extLst>
                <a:ext uri="{FF2B5EF4-FFF2-40B4-BE49-F238E27FC236}">
                  <a16:creationId xmlns:a16="http://schemas.microsoft.com/office/drawing/2014/main" id="{DCD7D6E2-663B-4576-B76D-9AA5702DF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2919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22" name="Rectangle 205">
              <a:extLst>
                <a:ext uri="{FF2B5EF4-FFF2-40B4-BE49-F238E27FC236}">
                  <a16:creationId xmlns:a16="http://schemas.microsoft.com/office/drawing/2014/main" id="{11454028-DC46-40EB-A2A6-8944D0D30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919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23" name="Rectangle 206">
              <a:extLst>
                <a:ext uri="{FF2B5EF4-FFF2-40B4-BE49-F238E27FC236}">
                  <a16:creationId xmlns:a16="http://schemas.microsoft.com/office/drawing/2014/main" id="{17199203-FC77-4370-8972-7FE9AB246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2919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24" name="Rectangle 207">
              <a:extLst>
                <a:ext uri="{FF2B5EF4-FFF2-40B4-BE49-F238E27FC236}">
                  <a16:creationId xmlns:a16="http://schemas.microsoft.com/office/drawing/2014/main" id="{63D96DE2-2201-412C-8BE9-FA5885A63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919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25" name="Rectangle 208">
              <a:extLst>
                <a:ext uri="{FF2B5EF4-FFF2-40B4-BE49-F238E27FC236}">
                  <a16:creationId xmlns:a16="http://schemas.microsoft.com/office/drawing/2014/main" id="{56AA6C99-1CAD-4F28-BB66-37A24204F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919"/>
              <a:ext cx="31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16</a:t>
              </a:r>
            </a:p>
          </p:txBody>
        </p:sp>
        <p:sp>
          <p:nvSpPr>
            <p:cNvPr id="102526" name="Rectangle 209">
              <a:extLst>
                <a:ext uri="{FF2B5EF4-FFF2-40B4-BE49-F238E27FC236}">
                  <a16:creationId xmlns:a16="http://schemas.microsoft.com/office/drawing/2014/main" id="{612D259E-D0D2-4F09-A76D-FD3B49883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2670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27" name="Rectangle 210">
              <a:extLst>
                <a:ext uri="{FF2B5EF4-FFF2-40B4-BE49-F238E27FC236}">
                  <a16:creationId xmlns:a16="http://schemas.microsoft.com/office/drawing/2014/main" id="{977B1B01-84B6-4AB0-8B01-AE0DC9175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670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28" name="Rectangle 211">
              <a:extLst>
                <a:ext uri="{FF2B5EF4-FFF2-40B4-BE49-F238E27FC236}">
                  <a16:creationId xmlns:a16="http://schemas.microsoft.com/office/drawing/2014/main" id="{5E7F82CB-6C06-468E-8FFD-406828560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670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29" name="Rectangle 212">
              <a:extLst>
                <a:ext uri="{FF2B5EF4-FFF2-40B4-BE49-F238E27FC236}">
                  <a16:creationId xmlns:a16="http://schemas.microsoft.com/office/drawing/2014/main" id="{9AE05857-9874-4E7B-BA43-225CF2E56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670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30" name="Rectangle 213">
              <a:extLst>
                <a:ext uri="{FF2B5EF4-FFF2-40B4-BE49-F238E27FC236}">
                  <a16:creationId xmlns:a16="http://schemas.microsoft.com/office/drawing/2014/main" id="{47041427-0BBC-4058-A5D1-25AC1A40C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2670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31" name="Rectangle 214">
              <a:extLst>
                <a:ext uri="{FF2B5EF4-FFF2-40B4-BE49-F238E27FC236}">
                  <a16:creationId xmlns:a16="http://schemas.microsoft.com/office/drawing/2014/main" id="{0382B085-4AC4-4BAF-9787-A9CE2B6A0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670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32" name="Rectangle 215">
              <a:extLst>
                <a:ext uri="{FF2B5EF4-FFF2-40B4-BE49-F238E27FC236}">
                  <a16:creationId xmlns:a16="http://schemas.microsoft.com/office/drawing/2014/main" id="{D4B5FFFA-833B-4576-AA28-CAB932D8D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2670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33" name="Rectangle 216">
              <a:extLst>
                <a:ext uri="{FF2B5EF4-FFF2-40B4-BE49-F238E27FC236}">
                  <a16:creationId xmlns:a16="http://schemas.microsoft.com/office/drawing/2014/main" id="{875B3162-7370-41C9-BC22-F2F7BC1B6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670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34" name="Rectangle 217">
              <a:extLst>
                <a:ext uri="{FF2B5EF4-FFF2-40B4-BE49-F238E27FC236}">
                  <a16:creationId xmlns:a16="http://schemas.microsoft.com/office/drawing/2014/main" id="{2FB516BA-FA96-4984-BD7B-3558F8AE2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2670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35" name="Rectangle 218">
              <a:extLst>
                <a:ext uri="{FF2B5EF4-FFF2-40B4-BE49-F238E27FC236}">
                  <a16:creationId xmlns:a16="http://schemas.microsoft.com/office/drawing/2014/main" id="{CBCCD7BD-3264-4A5A-9061-9F61219A4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670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36" name="Rectangle 219">
              <a:extLst>
                <a:ext uri="{FF2B5EF4-FFF2-40B4-BE49-F238E27FC236}">
                  <a16:creationId xmlns:a16="http://schemas.microsoft.com/office/drawing/2014/main" id="{F634D843-E182-4054-B639-84A4348BF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670"/>
              <a:ext cx="328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15</a:t>
              </a:r>
            </a:p>
          </p:txBody>
        </p:sp>
        <p:sp>
          <p:nvSpPr>
            <p:cNvPr id="102537" name="Rectangle 220">
              <a:extLst>
                <a:ext uri="{FF2B5EF4-FFF2-40B4-BE49-F238E27FC236}">
                  <a16:creationId xmlns:a16="http://schemas.microsoft.com/office/drawing/2014/main" id="{2B332F39-28F5-468C-B33C-C2CF64FDD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2421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38" name="Rectangle 221">
              <a:extLst>
                <a:ext uri="{FF2B5EF4-FFF2-40B4-BE49-F238E27FC236}">
                  <a16:creationId xmlns:a16="http://schemas.microsoft.com/office/drawing/2014/main" id="{1B0A936F-F607-4E97-9F4D-061ECFA9A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421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39" name="Rectangle 222">
              <a:extLst>
                <a:ext uri="{FF2B5EF4-FFF2-40B4-BE49-F238E27FC236}">
                  <a16:creationId xmlns:a16="http://schemas.microsoft.com/office/drawing/2014/main" id="{00402B7E-F4AE-4543-96B8-D0FF3842F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421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40" name="Rectangle 223">
              <a:extLst>
                <a:ext uri="{FF2B5EF4-FFF2-40B4-BE49-F238E27FC236}">
                  <a16:creationId xmlns:a16="http://schemas.microsoft.com/office/drawing/2014/main" id="{B8DCB86C-6308-4A7F-A90D-8CAA0DE51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421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41" name="Rectangle 224">
              <a:extLst>
                <a:ext uri="{FF2B5EF4-FFF2-40B4-BE49-F238E27FC236}">
                  <a16:creationId xmlns:a16="http://schemas.microsoft.com/office/drawing/2014/main" id="{78208FCE-ACC9-4E0E-BC57-47D1123C7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2421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42" name="Rectangle 225">
              <a:extLst>
                <a:ext uri="{FF2B5EF4-FFF2-40B4-BE49-F238E27FC236}">
                  <a16:creationId xmlns:a16="http://schemas.microsoft.com/office/drawing/2014/main" id="{33DF4A4D-6F6E-4499-9834-8D04B40DE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421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43" name="Rectangle 226">
              <a:extLst>
                <a:ext uri="{FF2B5EF4-FFF2-40B4-BE49-F238E27FC236}">
                  <a16:creationId xmlns:a16="http://schemas.microsoft.com/office/drawing/2014/main" id="{006806BF-78DF-40A6-8EB8-E750272F2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2421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44" name="Rectangle 227">
              <a:extLst>
                <a:ext uri="{FF2B5EF4-FFF2-40B4-BE49-F238E27FC236}">
                  <a16:creationId xmlns:a16="http://schemas.microsoft.com/office/drawing/2014/main" id="{188CE287-F543-4EA2-B4E4-6882F90B0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421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45" name="Rectangle 228">
              <a:extLst>
                <a:ext uri="{FF2B5EF4-FFF2-40B4-BE49-F238E27FC236}">
                  <a16:creationId xmlns:a16="http://schemas.microsoft.com/office/drawing/2014/main" id="{8C0E7182-7CFD-4986-8261-2A64FDD32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2421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46" name="Rectangle 229">
              <a:extLst>
                <a:ext uri="{FF2B5EF4-FFF2-40B4-BE49-F238E27FC236}">
                  <a16:creationId xmlns:a16="http://schemas.microsoft.com/office/drawing/2014/main" id="{E49AA3B7-4623-40F6-AC2A-84732170A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421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47" name="Rectangle 230">
              <a:extLst>
                <a:ext uri="{FF2B5EF4-FFF2-40B4-BE49-F238E27FC236}">
                  <a16:creationId xmlns:a16="http://schemas.microsoft.com/office/drawing/2014/main" id="{C73DD882-1BF6-4EB3-8C6B-66C871F11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421"/>
              <a:ext cx="35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14</a:t>
              </a:r>
            </a:p>
          </p:txBody>
        </p:sp>
        <p:sp>
          <p:nvSpPr>
            <p:cNvPr id="102548" name="Rectangle 231">
              <a:extLst>
                <a:ext uri="{FF2B5EF4-FFF2-40B4-BE49-F238E27FC236}">
                  <a16:creationId xmlns:a16="http://schemas.microsoft.com/office/drawing/2014/main" id="{696BBA9C-457A-4893-B6EC-5B065D11D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2172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49" name="Rectangle 232">
              <a:extLst>
                <a:ext uri="{FF2B5EF4-FFF2-40B4-BE49-F238E27FC236}">
                  <a16:creationId xmlns:a16="http://schemas.microsoft.com/office/drawing/2014/main" id="{B2E99982-DDD7-4AE7-A226-884892DD3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172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50" name="Rectangle 233">
              <a:extLst>
                <a:ext uri="{FF2B5EF4-FFF2-40B4-BE49-F238E27FC236}">
                  <a16:creationId xmlns:a16="http://schemas.microsoft.com/office/drawing/2014/main" id="{261C9EA4-BEF3-447B-A7E6-868FB23FC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172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51" name="Rectangle 234">
              <a:extLst>
                <a:ext uri="{FF2B5EF4-FFF2-40B4-BE49-F238E27FC236}">
                  <a16:creationId xmlns:a16="http://schemas.microsoft.com/office/drawing/2014/main" id="{8ADB2D19-32C6-4C75-A75C-EF5342966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172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52" name="Rectangle 235">
              <a:extLst>
                <a:ext uri="{FF2B5EF4-FFF2-40B4-BE49-F238E27FC236}">
                  <a16:creationId xmlns:a16="http://schemas.microsoft.com/office/drawing/2014/main" id="{43745D9C-973C-467A-BEFF-8679BE632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2172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53" name="Rectangle 236">
              <a:extLst>
                <a:ext uri="{FF2B5EF4-FFF2-40B4-BE49-F238E27FC236}">
                  <a16:creationId xmlns:a16="http://schemas.microsoft.com/office/drawing/2014/main" id="{98176BC4-30C9-4DD2-B381-F22C669DB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172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54" name="Rectangle 237">
              <a:extLst>
                <a:ext uri="{FF2B5EF4-FFF2-40B4-BE49-F238E27FC236}">
                  <a16:creationId xmlns:a16="http://schemas.microsoft.com/office/drawing/2014/main" id="{95ED5A9F-BCA0-411B-9D75-7DE4F28B6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2172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55" name="Rectangle 238">
              <a:extLst>
                <a:ext uri="{FF2B5EF4-FFF2-40B4-BE49-F238E27FC236}">
                  <a16:creationId xmlns:a16="http://schemas.microsoft.com/office/drawing/2014/main" id="{1D0C6C23-E952-414E-BDAA-FF8F9A297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172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56" name="Rectangle 239">
              <a:extLst>
                <a:ext uri="{FF2B5EF4-FFF2-40B4-BE49-F238E27FC236}">
                  <a16:creationId xmlns:a16="http://schemas.microsoft.com/office/drawing/2014/main" id="{E5FEE0B4-F704-48C3-93AA-6472B06F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2172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57" name="Rectangle 240">
              <a:extLst>
                <a:ext uri="{FF2B5EF4-FFF2-40B4-BE49-F238E27FC236}">
                  <a16:creationId xmlns:a16="http://schemas.microsoft.com/office/drawing/2014/main" id="{8DEEABE9-BF1A-41A9-A31E-4690FBCF6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172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58" name="Rectangle 241">
              <a:extLst>
                <a:ext uri="{FF2B5EF4-FFF2-40B4-BE49-F238E27FC236}">
                  <a16:creationId xmlns:a16="http://schemas.microsoft.com/office/drawing/2014/main" id="{E95D89AC-691C-4C43-9D97-52809E8DB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172"/>
              <a:ext cx="31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13</a:t>
              </a:r>
            </a:p>
          </p:txBody>
        </p:sp>
        <p:sp>
          <p:nvSpPr>
            <p:cNvPr id="102559" name="Rectangle 242">
              <a:extLst>
                <a:ext uri="{FF2B5EF4-FFF2-40B4-BE49-F238E27FC236}">
                  <a16:creationId xmlns:a16="http://schemas.microsoft.com/office/drawing/2014/main" id="{8678A5B2-3CF8-48DE-B7C2-CE653348A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1923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0" name="Rectangle 243">
              <a:extLst>
                <a:ext uri="{FF2B5EF4-FFF2-40B4-BE49-F238E27FC236}">
                  <a16:creationId xmlns:a16="http://schemas.microsoft.com/office/drawing/2014/main" id="{ECE117E3-0852-4438-B29A-5DEFB3805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1923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1" name="Rectangle 244">
              <a:extLst>
                <a:ext uri="{FF2B5EF4-FFF2-40B4-BE49-F238E27FC236}">
                  <a16:creationId xmlns:a16="http://schemas.microsoft.com/office/drawing/2014/main" id="{63D2531F-8BB8-40BF-9A8D-841BE10DB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1923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2" name="Rectangle 245">
              <a:extLst>
                <a:ext uri="{FF2B5EF4-FFF2-40B4-BE49-F238E27FC236}">
                  <a16:creationId xmlns:a16="http://schemas.microsoft.com/office/drawing/2014/main" id="{FC596ED6-78CC-4F98-9F56-2092378CD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1923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3" name="Rectangle 246">
              <a:extLst>
                <a:ext uri="{FF2B5EF4-FFF2-40B4-BE49-F238E27FC236}">
                  <a16:creationId xmlns:a16="http://schemas.microsoft.com/office/drawing/2014/main" id="{B9A8BA88-AF0D-42A6-AAEF-756182220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1923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4" name="Rectangle 247">
              <a:extLst>
                <a:ext uri="{FF2B5EF4-FFF2-40B4-BE49-F238E27FC236}">
                  <a16:creationId xmlns:a16="http://schemas.microsoft.com/office/drawing/2014/main" id="{C70242F7-8EC9-4BC3-B4F0-BE6681163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923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5" name="Rectangle 248">
              <a:extLst>
                <a:ext uri="{FF2B5EF4-FFF2-40B4-BE49-F238E27FC236}">
                  <a16:creationId xmlns:a16="http://schemas.microsoft.com/office/drawing/2014/main" id="{3D0FBB3E-6676-4C32-808B-342CF8E0C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923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6" name="Rectangle 249">
              <a:extLst>
                <a:ext uri="{FF2B5EF4-FFF2-40B4-BE49-F238E27FC236}">
                  <a16:creationId xmlns:a16="http://schemas.microsoft.com/office/drawing/2014/main" id="{74671370-FF82-4089-82CD-60E5A00D0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1923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7" name="Rectangle 250">
              <a:extLst>
                <a:ext uri="{FF2B5EF4-FFF2-40B4-BE49-F238E27FC236}">
                  <a16:creationId xmlns:a16="http://schemas.microsoft.com/office/drawing/2014/main" id="{9A50D5B7-6EBC-4DB1-B4D3-999A9772A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1923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8" name="Rectangle 251">
              <a:extLst>
                <a:ext uri="{FF2B5EF4-FFF2-40B4-BE49-F238E27FC236}">
                  <a16:creationId xmlns:a16="http://schemas.microsoft.com/office/drawing/2014/main" id="{A44F5F7A-3618-40EB-80A2-9A9558F7C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923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69" name="Rectangle 252">
              <a:extLst>
                <a:ext uri="{FF2B5EF4-FFF2-40B4-BE49-F238E27FC236}">
                  <a16:creationId xmlns:a16="http://schemas.microsoft.com/office/drawing/2014/main" id="{B4323B1F-125E-4D4E-80D6-416552FDE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923"/>
              <a:ext cx="328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12</a:t>
              </a:r>
            </a:p>
          </p:txBody>
        </p:sp>
        <p:sp>
          <p:nvSpPr>
            <p:cNvPr id="102570" name="Rectangle 253">
              <a:extLst>
                <a:ext uri="{FF2B5EF4-FFF2-40B4-BE49-F238E27FC236}">
                  <a16:creationId xmlns:a16="http://schemas.microsoft.com/office/drawing/2014/main" id="{36C0AA32-414C-4010-A3A1-A712E84DC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1674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71" name="Rectangle 254">
              <a:extLst>
                <a:ext uri="{FF2B5EF4-FFF2-40B4-BE49-F238E27FC236}">
                  <a16:creationId xmlns:a16="http://schemas.microsoft.com/office/drawing/2014/main" id="{14E8F877-9C5F-4412-8BCA-EDBF7D476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1674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72" name="Rectangle 255">
              <a:extLst>
                <a:ext uri="{FF2B5EF4-FFF2-40B4-BE49-F238E27FC236}">
                  <a16:creationId xmlns:a16="http://schemas.microsoft.com/office/drawing/2014/main" id="{41E817AF-0650-4833-BF68-929A2FAAF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1674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73" name="Rectangle 256">
              <a:extLst>
                <a:ext uri="{FF2B5EF4-FFF2-40B4-BE49-F238E27FC236}">
                  <a16:creationId xmlns:a16="http://schemas.microsoft.com/office/drawing/2014/main" id="{51B36E9D-B98D-4154-9ABE-5D5E18BDD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1674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74" name="Rectangle 257">
              <a:extLst>
                <a:ext uri="{FF2B5EF4-FFF2-40B4-BE49-F238E27FC236}">
                  <a16:creationId xmlns:a16="http://schemas.microsoft.com/office/drawing/2014/main" id="{36E08EB9-CBFB-4BC6-9C92-3E137286E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1674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75" name="Rectangle 258">
              <a:extLst>
                <a:ext uri="{FF2B5EF4-FFF2-40B4-BE49-F238E27FC236}">
                  <a16:creationId xmlns:a16="http://schemas.microsoft.com/office/drawing/2014/main" id="{540CE0DE-2D01-4710-98E0-5B6A7993D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674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76" name="Rectangle 259">
              <a:extLst>
                <a:ext uri="{FF2B5EF4-FFF2-40B4-BE49-F238E27FC236}">
                  <a16:creationId xmlns:a16="http://schemas.microsoft.com/office/drawing/2014/main" id="{8FD15A8A-0F7E-489A-8354-D2F5BD230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674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77" name="Rectangle 260">
              <a:extLst>
                <a:ext uri="{FF2B5EF4-FFF2-40B4-BE49-F238E27FC236}">
                  <a16:creationId xmlns:a16="http://schemas.microsoft.com/office/drawing/2014/main" id="{60A106B2-DB33-494B-9DCC-BBEDCD395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1674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78" name="Rectangle 261">
              <a:extLst>
                <a:ext uri="{FF2B5EF4-FFF2-40B4-BE49-F238E27FC236}">
                  <a16:creationId xmlns:a16="http://schemas.microsoft.com/office/drawing/2014/main" id="{965F7DC8-4C07-4B59-8C9C-DB025384C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1674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79" name="Rectangle 262">
              <a:extLst>
                <a:ext uri="{FF2B5EF4-FFF2-40B4-BE49-F238E27FC236}">
                  <a16:creationId xmlns:a16="http://schemas.microsoft.com/office/drawing/2014/main" id="{56D0BB5B-24B7-491E-915F-19104784D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674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80" name="Rectangle 263">
              <a:extLst>
                <a:ext uri="{FF2B5EF4-FFF2-40B4-BE49-F238E27FC236}">
                  <a16:creationId xmlns:a16="http://schemas.microsoft.com/office/drawing/2014/main" id="{11F004E2-8EFB-49C7-ADF1-46CAEBC97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674"/>
              <a:ext cx="31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102581" name="Rectangle 264">
              <a:extLst>
                <a:ext uri="{FF2B5EF4-FFF2-40B4-BE49-F238E27FC236}">
                  <a16:creationId xmlns:a16="http://schemas.microsoft.com/office/drawing/2014/main" id="{63327EF9-9D96-4E2C-BC7D-7CD5EE16F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8" y="1425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82" name="Rectangle 265">
              <a:extLst>
                <a:ext uri="{FF2B5EF4-FFF2-40B4-BE49-F238E27FC236}">
                  <a16:creationId xmlns:a16="http://schemas.microsoft.com/office/drawing/2014/main" id="{A23FBA1F-01C4-4EAE-B20D-874FD757C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1425"/>
              <a:ext cx="223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83" name="Rectangle 266">
              <a:extLst>
                <a:ext uri="{FF2B5EF4-FFF2-40B4-BE49-F238E27FC236}">
                  <a16:creationId xmlns:a16="http://schemas.microsoft.com/office/drawing/2014/main" id="{C622DE29-0108-4439-BD09-F9071FBE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1425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84" name="Rectangle 267">
              <a:extLst>
                <a:ext uri="{FF2B5EF4-FFF2-40B4-BE49-F238E27FC236}">
                  <a16:creationId xmlns:a16="http://schemas.microsoft.com/office/drawing/2014/main" id="{A28D9138-7631-4AF5-9A86-8EAA7D401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1425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85" name="Rectangle 268">
              <a:extLst>
                <a:ext uri="{FF2B5EF4-FFF2-40B4-BE49-F238E27FC236}">
                  <a16:creationId xmlns:a16="http://schemas.microsoft.com/office/drawing/2014/main" id="{6991B15C-E8BA-475C-ADA1-D71DF6775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1425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86" name="Rectangle 269">
              <a:extLst>
                <a:ext uri="{FF2B5EF4-FFF2-40B4-BE49-F238E27FC236}">
                  <a16:creationId xmlns:a16="http://schemas.microsoft.com/office/drawing/2014/main" id="{AF01095B-FCA4-4E46-AA9B-01E72F6E3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425"/>
              <a:ext cx="226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87" name="Rectangle 270">
              <a:extLst>
                <a:ext uri="{FF2B5EF4-FFF2-40B4-BE49-F238E27FC236}">
                  <a16:creationId xmlns:a16="http://schemas.microsoft.com/office/drawing/2014/main" id="{A09D6F93-323F-477A-9D33-5A902E9B1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425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88" name="Rectangle 271">
              <a:extLst>
                <a:ext uri="{FF2B5EF4-FFF2-40B4-BE49-F238E27FC236}">
                  <a16:creationId xmlns:a16="http://schemas.microsoft.com/office/drawing/2014/main" id="{13E85E34-639F-411C-906E-11666F2CF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1425"/>
              <a:ext cx="225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89" name="Rectangle 272">
              <a:extLst>
                <a:ext uri="{FF2B5EF4-FFF2-40B4-BE49-F238E27FC236}">
                  <a16:creationId xmlns:a16="http://schemas.microsoft.com/office/drawing/2014/main" id="{34051F4B-CCE2-4027-BA12-B69D8A9D9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" y="1425"/>
              <a:ext cx="224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90" name="Rectangle 273">
              <a:extLst>
                <a:ext uri="{FF2B5EF4-FFF2-40B4-BE49-F238E27FC236}">
                  <a16:creationId xmlns:a16="http://schemas.microsoft.com/office/drawing/2014/main" id="{8D5DAFCD-895E-4FAA-8FCB-8CFD20453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425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91" name="Rectangle 274">
              <a:extLst>
                <a:ext uri="{FF2B5EF4-FFF2-40B4-BE49-F238E27FC236}">
                  <a16:creationId xmlns:a16="http://schemas.microsoft.com/office/drawing/2014/main" id="{4DF053E2-5F04-4033-A5D5-5339BA6C0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425"/>
              <a:ext cx="339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102592" name="Rectangle 275">
              <a:extLst>
                <a:ext uri="{FF2B5EF4-FFF2-40B4-BE49-F238E27FC236}">
                  <a16:creationId xmlns:a16="http://schemas.microsoft.com/office/drawing/2014/main" id="{8D30D27A-C121-452E-B77A-61453128A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1176"/>
              <a:ext cx="222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93" name="Rectangle 276">
              <a:extLst>
                <a:ext uri="{FF2B5EF4-FFF2-40B4-BE49-F238E27FC236}">
                  <a16:creationId xmlns:a16="http://schemas.microsoft.com/office/drawing/2014/main" id="{12B1FA64-0DDC-4FF2-BFD6-B849C3DB2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176"/>
              <a:ext cx="187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zh-CN" sz="20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94" name="Rectangle 277">
              <a:extLst>
                <a:ext uri="{FF2B5EF4-FFF2-40B4-BE49-F238E27FC236}">
                  <a16:creationId xmlns:a16="http://schemas.microsoft.com/office/drawing/2014/main" id="{E2A9FADD-8E1C-4FEA-B213-0DD9C41E0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1176"/>
              <a:ext cx="260" cy="2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</a:p>
          </p:txBody>
        </p:sp>
        <p:sp>
          <p:nvSpPr>
            <p:cNvPr id="102595" name="Rectangle 278">
              <a:extLst>
                <a:ext uri="{FF2B5EF4-FFF2-40B4-BE49-F238E27FC236}">
                  <a16:creationId xmlns:a16="http://schemas.microsoft.com/office/drawing/2014/main" id="{B4A640F4-67CA-4B2C-A184-1E0FFBBB8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4" y="697"/>
              <a:ext cx="1118" cy="4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十进制数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相加的和</a:t>
              </a:r>
            </a:p>
          </p:txBody>
        </p:sp>
        <p:sp>
          <p:nvSpPr>
            <p:cNvPr id="102596" name="Rectangle 279">
              <a:extLst>
                <a:ext uri="{FF2B5EF4-FFF2-40B4-BE49-F238E27FC236}">
                  <a16:creationId xmlns:a16="http://schemas.microsoft.com/office/drawing/2014/main" id="{C2D43D3C-6B51-4DD9-8A8D-EEFF691D3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697"/>
              <a:ext cx="1084" cy="4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</a:t>
              </a: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二进制数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相加的和</a:t>
              </a:r>
            </a:p>
          </p:txBody>
        </p:sp>
        <p:sp>
          <p:nvSpPr>
            <p:cNvPr id="102597" name="Rectangle 280">
              <a:extLst>
                <a:ext uri="{FF2B5EF4-FFF2-40B4-BE49-F238E27FC236}">
                  <a16:creationId xmlns:a16="http://schemas.microsoft.com/office/drawing/2014/main" id="{AF5155A0-1DCC-42DB-92F8-C8E1CD383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697"/>
              <a:ext cx="260" cy="4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和</a:t>
              </a:r>
            </a:p>
          </p:txBody>
        </p:sp>
        <p:sp>
          <p:nvSpPr>
            <p:cNvPr id="102598" name="Line 281">
              <a:extLst>
                <a:ext uri="{FF2B5EF4-FFF2-40B4-BE49-F238E27FC236}">
                  <a16:creationId xmlns:a16="http://schemas.microsoft.com/office/drawing/2014/main" id="{6325B8DE-E0C8-4E62-83C4-3B24A717A3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1176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599" name="Line 282">
              <a:extLst>
                <a:ext uri="{FF2B5EF4-FFF2-40B4-BE49-F238E27FC236}">
                  <a16:creationId xmlns:a16="http://schemas.microsoft.com/office/drawing/2014/main" id="{25B14C0C-97EA-4BC7-99F3-9515292BF2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1425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0" name="Line 283">
              <a:extLst>
                <a:ext uri="{FF2B5EF4-FFF2-40B4-BE49-F238E27FC236}">
                  <a16:creationId xmlns:a16="http://schemas.microsoft.com/office/drawing/2014/main" id="{0661B031-EC03-4954-80E5-C287E844A2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1674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1" name="Line 284">
              <a:extLst>
                <a:ext uri="{FF2B5EF4-FFF2-40B4-BE49-F238E27FC236}">
                  <a16:creationId xmlns:a16="http://schemas.microsoft.com/office/drawing/2014/main" id="{94DD1242-234E-4C46-8ACE-0AEDACAAC5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1923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2" name="Line 285">
              <a:extLst>
                <a:ext uri="{FF2B5EF4-FFF2-40B4-BE49-F238E27FC236}">
                  <a16:creationId xmlns:a16="http://schemas.microsoft.com/office/drawing/2014/main" id="{A0002F50-D284-47CD-99CC-D85F32B2B3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2172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3" name="Line 286">
              <a:extLst>
                <a:ext uri="{FF2B5EF4-FFF2-40B4-BE49-F238E27FC236}">
                  <a16:creationId xmlns:a16="http://schemas.microsoft.com/office/drawing/2014/main" id="{79C7AF52-C023-40F4-BCE8-B1D90529A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2421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4" name="Line 287">
              <a:extLst>
                <a:ext uri="{FF2B5EF4-FFF2-40B4-BE49-F238E27FC236}">
                  <a16:creationId xmlns:a16="http://schemas.microsoft.com/office/drawing/2014/main" id="{84CFE1C2-3EA4-4F8C-B92E-E6B3DE4928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2670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5" name="Line 288">
              <a:extLst>
                <a:ext uri="{FF2B5EF4-FFF2-40B4-BE49-F238E27FC236}">
                  <a16:creationId xmlns:a16="http://schemas.microsoft.com/office/drawing/2014/main" id="{D8E41694-A487-4AC5-B8F9-D8853FA747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2919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6" name="Line 289">
              <a:extLst>
                <a:ext uri="{FF2B5EF4-FFF2-40B4-BE49-F238E27FC236}">
                  <a16:creationId xmlns:a16="http://schemas.microsoft.com/office/drawing/2014/main" id="{03E85047-4142-4ABF-85C7-5044F95A22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3168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7" name="Line 290">
              <a:extLst>
                <a:ext uri="{FF2B5EF4-FFF2-40B4-BE49-F238E27FC236}">
                  <a16:creationId xmlns:a16="http://schemas.microsoft.com/office/drawing/2014/main" id="{B7F11DDE-8068-402E-841B-42EA626AAD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3417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8" name="Line 291">
              <a:extLst>
                <a:ext uri="{FF2B5EF4-FFF2-40B4-BE49-F238E27FC236}">
                  <a16:creationId xmlns:a16="http://schemas.microsoft.com/office/drawing/2014/main" id="{933FFE1E-89C4-4028-9FA8-348F649F6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3666"/>
              <a:ext cx="2462" cy="0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09" name="Line 292">
              <a:extLst>
                <a:ext uri="{FF2B5EF4-FFF2-40B4-BE49-F238E27FC236}">
                  <a16:creationId xmlns:a16="http://schemas.microsoft.com/office/drawing/2014/main" id="{C64EC1D8-1817-4B24-9DD2-8CB1BFC3C9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0" y="697"/>
              <a:ext cx="0" cy="3218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0" name="Line 293">
              <a:extLst>
                <a:ext uri="{FF2B5EF4-FFF2-40B4-BE49-F238E27FC236}">
                  <a16:creationId xmlns:a16="http://schemas.microsoft.com/office/drawing/2014/main" id="{DBC876D2-2042-4D16-A45C-5E227D2F66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4" y="697"/>
              <a:ext cx="0" cy="3218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1" name="Line 294">
              <a:extLst>
                <a:ext uri="{FF2B5EF4-FFF2-40B4-BE49-F238E27FC236}">
                  <a16:creationId xmlns:a16="http://schemas.microsoft.com/office/drawing/2014/main" id="{30F7B5B4-F96E-410C-AEA4-343F7C9561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697"/>
              <a:ext cx="2462" cy="0"/>
            </a:xfrm>
            <a:prstGeom prst="line">
              <a:avLst/>
            </a:prstGeom>
            <a:noFill/>
            <a:ln w="38100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2" name="Line 295">
              <a:extLst>
                <a:ext uri="{FF2B5EF4-FFF2-40B4-BE49-F238E27FC236}">
                  <a16:creationId xmlns:a16="http://schemas.microsoft.com/office/drawing/2014/main" id="{C8E40B07-D63C-4D6F-89DD-A1408C548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697"/>
              <a:ext cx="0" cy="3218"/>
            </a:xfrm>
            <a:prstGeom prst="line">
              <a:avLst/>
            </a:prstGeom>
            <a:noFill/>
            <a:ln w="38100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3" name="Line 296">
              <a:extLst>
                <a:ext uri="{FF2B5EF4-FFF2-40B4-BE49-F238E27FC236}">
                  <a16:creationId xmlns:a16="http://schemas.microsoft.com/office/drawing/2014/main" id="{850A9ADC-7053-47C9-9F7E-3FE6F7431E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2" y="697"/>
              <a:ext cx="0" cy="3218"/>
            </a:xfrm>
            <a:prstGeom prst="line">
              <a:avLst/>
            </a:prstGeom>
            <a:noFill/>
            <a:ln w="38100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4" name="Line 297">
              <a:extLst>
                <a:ext uri="{FF2B5EF4-FFF2-40B4-BE49-F238E27FC236}">
                  <a16:creationId xmlns:a16="http://schemas.microsoft.com/office/drawing/2014/main" id="{BA0E019B-67FE-426A-B993-2723381F68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3915"/>
              <a:ext cx="2462" cy="0"/>
            </a:xfrm>
            <a:prstGeom prst="line">
              <a:avLst/>
            </a:prstGeom>
            <a:noFill/>
            <a:ln w="38100" cap="sq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5" name="Line 298">
              <a:extLst>
                <a:ext uri="{FF2B5EF4-FFF2-40B4-BE49-F238E27FC236}">
                  <a16:creationId xmlns:a16="http://schemas.microsoft.com/office/drawing/2014/main" id="{214DCD65-8819-4E88-926E-4749BB14D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7" y="1176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6" name="Line 299">
              <a:extLst>
                <a:ext uri="{FF2B5EF4-FFF2-40B4-BE49-F238E27FC236}">
                  <a16:creationId xmlns:a16="http://schemas.microsoft.com/office/drawing/2014/main" id="{E0D847EF-AB38-47B7-8309-E15E32551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" y="1176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7" name="Line 300">
              <a:extLst>
                <a:ext uri="{FF2B5EF4-FFF2-40B4-BE49-F238E27FC236}">
                  <a16:creationId xmlns:a16="http://schemas.microsoft.com/office/drawing/2014/main" id="{9C82C24A-3DF0-4118-8228-C67BDB200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176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8" name="Line 301">
              <a:extLst>
                <a:ext uri="{FF2B5EF4-FFF2-40B4-BE49-F238E27FC236}">
                  <a16:creationId xmlns:a16="http://schemas.microsoft.com/office/drawing/2014/main" id="{B1F371D1-C04C-413F-8817-DB8B048AB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8" y="1176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19" name="Line 302">
              <a:extLst>
                <a:ext uri="{FF2B5EF4-FFF2-40B4-BE49-F238E27FC236}">
                  <a16:creationId xmlns:a16="http://schemas.microsoft.com/office/drawing/2014/main" id="{21A3558B-86D0-48D8-B4D2-86D4A1AA38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6" y="1176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20" name="Line 303">
              <a:extLst>
                <a:ext uri="{FF2B5EF4-FFF2-40B4-BE49-F238E27FC236}">
                  <a16:creationId xmlns:a16="http://schemas.microsoft.com/office/drawing/2014/main" id="{B6F3921A-3D02-4850-AF4E-AFC7A28DA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1" y="1176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21" name="Line 304">
              <a:extLst>
                <a:ext uri="{FF2B5EF4-FFF2-40B4-BE49-F238E27FC236}">
                  <a16:creationId xmlns:a16="http://schemas.microsoft.com/office/drawing/2014/main" id="{417DA996-6FF0-4E24-9C70-F0EB39B156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5" y="1176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22" name="Line 305">
              <a:extLst>
                <a:ext uri="{FF2B5EF4-FFF2-40B4-BE49-F238E27FC236}">
                  <a16:creationId xmlns:a16="http://schemas.microsoft.com/office/drawing/2014/main" id="{5762B709-D26D-4DDA-9328-DAE526A4D0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8" y="1176"/>
              <a:ext cx="0" cy="2739"/>
            </a:xfrm>
            <a:prstGeom prst="line">
              <a:avLst/>
            </a:prstGeom>
            <a:noFill/>
            <a:ln w="19050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2623" name="Text Box 306">
              <a:extLst>
                <a:ext uri="{FF2B5EF4-FFF2-40B4-BE49-F238E27FC236}">
                  <a16:creationId xmlns:a16="http://schemas.microsoft.com/office/drawing/2014/main" id="{1B46CA98-4CCB-4E5F-8CBE-E282F8FF01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" y="1164"/>
              <a:ext cx="239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</a:t>
              </a: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</a:t>
              </a:r>
            </a:p>
          </p:txBody>
        </p:sp>
        <p:sp>
          <p:nvSpPr>
            <p:cNvPr id="102624" name="Text Box 307">
              <a:extLst>
                <a:ext uri="{FF2B5EF4-FFF2-40B4-BE49-F238E27FC236}">
                  <a16:creationId xmlns:a16="http://schemas.microsoft.com/office/drawing/2014/main" id="{B03F867F-5B85-41F8-90BA-517D09EA53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1151"/>
              <a:ext cx="11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                  </a:t>
              </a:r>
              <a:endParaRPr kumimoji="1" lang="en-US" altLang="zh-CN" sz="20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7508" name="Group 308">
            <a:extLst>
              <a:ext uri="{FF2B5EF4-FFF2-40B4-BE49-F238E27FC236}">
                <a16:creationId xmlns:a16="http://schemas.microsoft.com/office/drawing/2014/main" id="{A2327AF9-1B73-4166-9269-5A30EB736A71}"/>
              </a:ext>
            </a:extLst>
          </p:cNvPr>
          <p:cNvGrpSpPr>
            <a:grpSpLocks/>
          </p:cNvGrpSpPr>
          <p:nvPr/>
        </p:nvGrpSpPr>
        <p:grpSpPr bwMode="auto">
          <a:xfrm>
            <a:off x="809625" y="2312988"/>
            <a:ext cx="3659188" cy="3946525"/>
            <a:chOff x="510" y="1457"/>
            <a:chExt cx="2305" cy="2486"/>
          </a:xfrm>
        </p:grpSpPr>
        <p:sp>
          <p:nvSpPr>
            <p:cNvPr id="102464" name="Text Box 309">
              <a:extLst>
                <a:ext uri="{FF2B5EF4-FFF2-40B4-BE49-F238E27FC236}">
                  <a16:creationId xmlns:a16="http://schemas.microsoft.com/office/drawing/2014/main" id="{77B9CE98-3564-4FA1-8333-254512504A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1457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0   0   0    0    0   0    0   0    0    0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65" name="Text Box 310">
              <a:extLst>
                <a:ext uri="{FF2B5EF4-FFF2-40B4-BE49-F238E27FC236}">
                  <a16:creationId xmlns:a16="http://schemas.microsoft.com/office/drawing/2014/main" id="{6BD6BE99-EABC-4414-A7E9-2581510D96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" y="1694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0   0   0    0    1   0    0   0    0    1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66" name="Text Box 311">
              <a:extLst>
                <a:ext uri="{FF2B5EF4-FFF2-40B4-BE49-F238E27FC236}">
                  <a16:creationId xmlns:a16="http://schemas.microsoft.com/office/drawing/2014/main" id="{F9E62795-44A5-4328-AA2D-346EEB68D9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" y="1954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0   0   0    1    0   0    0   0    1    0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67" name="Text Box 312">
              <a:extLst>
                <a:ext uri="{FF2B5EF4-FFF2-40B4-BE49-F238E27FC236}">
                  <a16:creationId xmlns:a16="http://schemas.microsoft.com/office/drawing/2014/main" id="{8C0646FA-F236-4860-9C05-EAA24688BE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" y="2202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0   0   0    1    1   0    0   0    1    1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68" name="Text Box 313">
              <a:extLst>
                <a:ext uri="{FF2B5EF4-FFF2-40B4-BE49-F238E27FC236}">
                  <a16:creationId xmlns:a16="http://schemas.microsoft.com/office/drawing/2014/main" id="{FB2F8AB6-5517-4884-90B2-0103A025D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2450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0   0   1    0    0   0    0   1    0    0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69" name="Text Box 314">
              <a:extLst>
                <a:ext uri="{FF2B5EF4-FFF2-40B4-BE49-F238E27FC236}">
                  <a16:creationId xmlns:a16="http://schemas.microsoft.com/office/drawing/2014/main" id="{D590BE5B-8C09-4306-A16F-E83A48DA77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" y="2708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0   0   1    0    1   0    0   1    0    1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70" name="Text Box 315">
              <a:extLst>
                <a:ext uri="{FF2B5EF4-FFF2-40B4-BE49-F238E27FC236}">
                  <a16:creationId xmlns:a16="http://schemas.microsoft.com/office/drawing/2014/main" id="{CEBD8EDE-1FB4-45F3-BACB-F1BE7B34FE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2" y="2979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0   0   1    1    0   0    0   1    1    0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71" name="Text Box 316">
              <a:extLst>
                <a:ext uri="{FF2B5EF4-FFF2-40B4-BE49-F238E27FC236}">
                  <a16:creationId xmlns:a16="http://schemas.microsoft.com/office/drawing/2014/main" id="{5D71130D-3BA2-4C55-B957-EEEA5CE135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3205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0   0   1    1    1   0    0   1    1    1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72" name="Text Box 317">
              <a:extLst>
                <a:ext uri="{FF2B5EF4-FFF2-40B4-BE49-F238E27FC236}">
                  <a16:creationId xmlns:a16="http://schemas.microsoft.com/office/drawing/2014/main" id="{9D6BE067-4DF4-4E6D-9FB6-F1E8B49268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3445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0   1   0    0    0   0    1   0    0    0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73" name="Text Box 318">
              <a:extLst>
                <a:ext uri="{FF2B5EF4-FFF2-40B4-BE49-F238E27FC236}">
                  <a16:creationId xmlns:a16="http://schemas.microsoft.com/office/drawing/2014/main" id="{B00FD834-F759-49F1-BCEB-B774AAE0DC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3693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0   1   0    0    1   0    1   0    0    1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</p:grpSp>
      <p:grpSp>
        <p:nvGrpSpPr>
          <p:cNvPr id="307519" name="Group 319">
            <a:extLst>
              <a:ext uri="{FF2B5EF4-FFF2-40B4-BE49-F238E27FC236}">
                <a16:creationId xmlns:a16="http://schemas.microsoft.com/office/drawing/2014/main" id="{82842644-7D40-495F-884D-FADACDB74B8B}"/>
              </a:ext>
            </a:extLst>
          </p:cNvPr>
          <p:cNvGrpSpPr>
            <a:grpSpLocks/>
          </p:cNvGrpSpPr>
          <p:nvPr/>
        </p:nvGrpSpPr>
        <p:grpSpPr bwMode="auto">
          <a:xfrm>
            <a:off x="809625" y="2319338"/>
            <a:ext cx="539750" cy="3946525"/>
            <a:chOff x="506" y="1461"/>
            <a:chExt cx="340" cy="2486"/>
          </a:xfrm>
        </p:grpSpPr>
        <p:sp>
          <p:nvSpPr>
            <p:cNvPr id="102454" name="Text Box 320">
              <a:extLst>
                <a:ext uri="{FF2B5EF4-FFF2-40B4-BE49-F238E27FC236}">
                  <a16:creationId xmlns:a16="http://schemas.microsoft.com/office/drawing/2014/main" id="{5FA0CB1F-6A75-46E7-A308-C06CA40074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461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55" name="Text Box 321">
              <a:extLst>
                <a:ext uri="{FF2B5EF4-FFF2-40B4-BE49-F238E27FC236}">
                  <a16:creationId xmlns:a16="http://schemas.microsoft.com/office/drawing/2014/main" id="{A7CB73BD-5898-4FED-885A-314EF8F19C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699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56" name="Text Box 322">
              <a:extLst>
                <a:ext uri="{FF2B5EF4-FFF2-40B4-BE49-F238E27FC236}">
                  <a16:creationId xmlns:a16="http://schemas.microsoft.com/office/drawing/2014/main" id="{D6C06906-5CEF-4982-A86A-E10A7ED2E6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958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57" name="Text Box 323">
              <a:extLst>
                <a:ext uri="{FF2B5EF4-FFF2-40B4-BE49-F238E27FC236}">
                  <a16:creationId xmlns:a16="http://schemas.microsoft.com/office/drawing/2014/main" id="{11BFFA70-E861-4940-9240-11DC1F66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2207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58" name="Text Box 324">
              <a:extLst>
                <a:ext uri="{FF2B5EF4-FFF2-40B4-BE49-F238E27FC236}">
                  <a16:creationId xmlns:a16="http://schemas.microsoft.com/office/drawing/2014/main" id="{E65DE103-FCD3-4E5D-BAF8-F4EC9270D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2444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59" name="Text Box 325">
              <a:extLst>
                <a:ext uri="{FF2B5EF4-FFF2-40B4-BE49-F238E27FC236}">
                  <a16:creationId xmlns:a16="http://schemas.microsoft.com/office/drawing/2014/main" id="{923F6B1D-DB79-4974-9116-5D3D4A175A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2703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60" name="Text Box 326">
              <a:extLst>
                <a:ext uri="{FF2B5EF4-FFF2-40B4-BE49-F238E27FC236}">
                  <a16:creationId xmlns:a16="http://schemas.microsoft.com/office/drawing/2014/main" id="{7956C06A-9F37-4ABC-96D3-E79F514521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2974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61" name="Text Box 327">
              <a:extLst>
                <a:ext uri="{FF2B5EF4-FFF2-40B4-BE49-F238E27FC236}">
                  <a16:creationId xmlns:a16="http://schemas.microsoft.com/office/drawing/2014/main" id="{3EC596A2-5DF2-411B-A8C5-DDCF8D74F8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3200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62" name="Text Box 328">
              <a:extLst>
                <a:ext uri="{FF2B5EF4-FFF2-40B4-BE49-F238E27FC236}">
                  <a16:creationId xmlns:a16="http://schemas.microsoft.com/office/drawing/2014/main" id="{794A7237-7EDC-4FB0-8C4F-C384D334E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" y="3448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63" name="Text Box 329">
              <a:extLst>
                <a:ext uri="{FF2B5EF4-FFF2-40B4-BE49-F238E27FC236}">
                  <a16:creationId xmlns:a16="http://schemas.microsoft.com/office/drawing/2014/main" id="{CAAB2899-05CD-4DE2-96D0-2572B0073B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" y="3697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307530" name="Group 330">
            <a:extLst>
              <a:ext uri="{FF2B5EF4-FFF2-40B4-BE49-F238E27FC236}">
                <a16:creationId xmlns:a16="http://schemas.microsoft.com/office/drawing/2014/main" id="{0249A008-6AE2-457A-B75F-5416FE137094}"/>
              </a:ext>
            </a:extLst>
          </p:cNvPr>
          <p:cNvGrpSpPr>
            <a:grpSpLocks/>
          </p:cNvGrpSpPr>
          <p:nvPr/>
        </p:nvGrpSpPr>
        <p:grpSpPr bwMode="auto">
          <a:xfrm>
            <a:off x="5075238" y="2293938"/>
            <a:ext cx="3659187" cy="3946525"/>
            <a:chOff x="510" y="1457"/>
            <a:chExt cx="2305" cy="2486"/>
          </a:xfrm>
        </p:grpSpPr>
        <p:sp>
          <p:nvSpPr>
            <p:cNvPr id="102444" name="Text Box 331">
              <a:extLst>
                <a:ext uri="{FF2B5EF4-FFF2-40B4-BE49-F238E27FC236}">
                  <a16:creationId xmlns:a16="http://schemas.microsoft.com/office/drawing/2014/main" id="{4E408241-C12E-44C6-80AC-36D95514A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1457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0   1   0    1    0   1    0   0    0    0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45" name="Text Box 332">
              <a:extLst>
                <a:ext uri="{FF2B5EF4-FFF2-40B4-BE49-F238E27FC236}">
                  <a16:creationId xmlns:a16="http://schemas.microsoft.com/office/drawing/2014/main" id="{72F32D06-B89F-4E98-8944-DF8680BFF6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" y="1694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0   1   0    1    1   1    0   0    0    1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46" name="Text Box 333">
              <a:extLst>
                <a:ext uri="{FF2B5EF4-FFF2-40B4-BE49-F238E27FC236}">
                  <a16:creationId xmlns:a16="http://schemas.microsoft.com/office/drawing/2014/main" id="{0A920E46-C48A-41E0-B9A6-042E138D84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" y="1954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0   1   1    0    0   1    0   0    1    0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47" name="Text Box 334">
              <a:extLst>
                <a:ext uri="{FF2B5EF4-FFF2-40B4-BE49-F238E27FC236}">
                  <a16:creationId xmlns:a16="http://schemas.microsoft.com/office/drawing/2014/main" id="{D3FC6537-EBFB-46FB-B1D1-AE3F31DBB9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" y="2202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0   1   1    0    1   1    0   0    1    1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48" name="Text Box 335">
              <a:extLst>
                <a:ext uri="{FF2B5EF4-FFF2-40B4-BE49-F238E27FC236}">
                  <a16:creationId xmlns:a16="http://schemas.microsoft.com/office/drawing/2014/main" id="{72FC49C7-75E4-4EF0-A12D-399B3BB456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2450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0   1   1    1    0   1    0   1    0    0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49" name="Text Box 336">
              <a:extLst>
                <a:ext uri="{FF2B5EF4-FFF2-40B4-BE49-F238E27FC236}">
                  <a16:creationId xmlns:a16="http://schemas.microsoft.com/office/drawing/2014/main" id="{4BAA4564-9086-482C-9658-3D50997D40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" y="2708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0   1   1    1    1   1    0   1    0    1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50" name="Text Box 337">
              <a:extLst>
                <a:ext uri="{FF2B5EF4-FFF2-40B4-BE49-F238E27FC236}">
                  <a16:creationId xmlns:a16="http://schemas.microsoft.com/office/drawing/2014/main" id="{D5A06AE9-1B7B-49C5-A5F0-0AB896444F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2" y="2979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1   0   0    0    0   1    0   1    1    0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51" name="Text Box 338">
              <a:extLst>
                <a:ext uri="{FF2B5EF4-FFF2-40B4-BE49-F238E27FC236}">
                  <a16:creationId xmlns:a16="http://schemas.microsoft.com/office/drawing/2014/main" id="{7F814759-CFA6-48E7-8C1C-84BABB0536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3205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1   0   0    0    1   1    0   1    1    1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52" name="Text Box 339">
              <a:extLst>
                <a:ext uri="{FF2B5EF4-FFF2-40B4-BE49-F238E27FC236}">
                  <a16:creationId xmlns:a16="http://schemas.microsoft.com/office/drawing/2014/main" id="{A81E2F73-E2C8-41AD-AF2D-099F9001F7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3445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1   0   0    1    0   1    1   0    0    0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  <p:sp>
          <p:nvSpPr>
            <p:cNvPr id="102453" name="Text Box 340">
              <a:extLst>
                <a:ext uri="{FF2B5EF4-FFF2-40B4-BE49-F238E27FC236}">
                  <a16:creationId xmlns:a16="http://schemas.microsoft.com/office/drawing/2014/main" id="{713D13E1-5100-47BB-BACC-40249425C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" y="3693"/>
              <a:ext cx="229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1   0   1    1    1   1    1   0    0    1</a:t>
              </a:r>
              <a:r>
                <a:rPr kumimoji="1" lang="en-US" altLang="zh-CN" sz="2000" b="1" i="0" u="none" strike="noStrike" kern="1200" cap="none" spc="0" normalizeH="0" baseline="-2500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</a:t>
              </a:r>
            </a:p>
          </p:txBody>
        </p:sp>
      </p:grpSp>
      <p:grpSp>
        <p:nvGrpSpPr>
          <p:cNvPr id="307541" name="Group 341">
            <a:extLst>
              <a:ext uri="{FF2B5EF4-FFF2-40B4-BE49-F238E27FC236}">
                <a16:creationId xmlns:a16="http://schemas.microsoft.com/office/drawing/2014/main" id="{B9D848B6-8604-400F-92A1-1D488D2593C7}"/>
              </a:ext>
            </a:extLst>
          </p:cNvPr>
          <p:cNvGrpSpPr>
            <a:grpSpLocks/>
          </p:cNvGrpSpPr>
          <p:nvPr/>
        </p:nvGrpSpPr>
        <p:grpSpPr bwMode="auto">
          <a:xfrm>
            <a:off x="2538413" y="2324100"/>
            <a:ext cx="539750" cy="3946525"/>
            <a:chOff x="506" y="1461"/>
            <a:chExt cx="340" cy="2486"/>
          </a:xfrm>
        </p:grpSpPr>
        <p:sp>
          <p:nvSpPr>
            <p:cNvPr id="102434" name="Text Box 342">
              <a:extLst>
                <a:ext uri="{FF2B5EF4-FFF2-40B4-BE49-F238E27FC236}">
                  <a16:creationId xmlns:a16="http://schemas.microsoft.com/office/drawing/2014/main" id="{103FE7C9-810C-4445-88E2-D10017201F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461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35" name="Text Box 343">
              <a:extLst>
                <a:ext uri="{FF2B5EF4-FFF2-40B4-BE49-F238E27FC236}">
                  <a16:creationId xmlns:a16="http://schemas.microsoft.com/office/drawing/2014/main" id="{E1B79E8A-2296-42CA-9D3B-D7C0B9DF2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699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36" name="Text Box 344">
              <a:extLst>
                <a:ext uri="{FF2B5EF4-FFF2-40B4-BE49-F238E27FC236}">
                  <a16:creationId xmlns:a16="http://schemas.microsoft.com/office/drawing/2014/main" id="{E63CB90D-B9C6-4762-8FD5-5DB669A63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958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37" name="Text Box 345">
              <a:extLst>
                <a:ext uri="{FF2B5EF4-FFF2-40B4-BE49-F238E27FC236}">
                  <a16:creationId xmlns:a16="http://schemas.microsoft.com/office/drawing/2014/main" id="{D47E0D13-2871-4B0A-955C-C41F71E33B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2207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38" name="Text Box 346">
              <a:extLst>
                <a:ext uri="{FF2B5EF4-FFF2-40B4-BE49-F238E27FC236}">
                  <a16:creationId xmlns:a16="http://schemas.microsoft.com/office/drawing/2014/main" id="{A9224FC8-B556-430D-BF59-CF6711CA4C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2444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39" name="Text Box 347">
              <a:extLst>
                <a:ext uri="{FF2B5EF4-FFF2-40B4-BE49-F238E27FC236}">
                  <a16:creationId xmlns:a16="http://schemas.microsoft.com/office/drawing/2014/main" id="{8BF88126-1EC0-4FC8-B5D6-12A545B3DA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2703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40" name="Text Box 348">
              <a:extLst>
                <a:ext uri="{FF2B5EF4-FFF2-40B4-BE49-F238E27FC236}">
                  <a16:creationId xmlns:a16="http://schemas.microsoft.com/office/drawing/2014/main" id="{B3F251AD-BD84-44F5-9D1A-B95B440AC0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2974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41" name="Text Box 349">
              <a:extLst>
                <a:ext uri="{FF2B5EF4-FFF2-40B4-BE49-F238E27FC236}">
                  <a16:creationId xmlns:a16="http://schemas.microsoft.com/office/drawing/2014/main" id="{CE3EFE89-9DC4-42FB-BAE2-8D087CF0B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3200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42" name="Text Box 350">
              <a:extLst>
                <a:ext uri="{FF2B5EF4-FFF2-40B4-BE49-F238E27FC236}">
                  <a16:creationId xmlns:a16="http://schemas.microsoft.com/office/drawing/2014/main" id="{6F381686-7DD3-4F7E-9130-2505F82C81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" y="3448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43" name="Text Box 351">
              <a:extLst>
                <a:ext uri="{FF2B5EF4-FFF2-40B4-BE49-F238E27FC236}">
                  <a16:creationId xmlns:a16="http://schemas.microsoft.com/office/drawing/2014/main" id="{3C88A9A6-8A51-41FA-BC39-6225EE2B46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" y="3697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</p:grpSp>
      <p:grpSp>
        <p:nvGrpSpPr>
          <p:cNvPr id="307552" name="Group 352">
            <a:extLst>
              <a:ext uri="{FF2B5EF4-FFF2-40B4-BE49-F238E27FC236}">
                <a16:creationId xmlns:a16="http://schemas.microsoft.com/office/drawing/2014/main" id="{CFA6CAEB-C6A8-463D-A3CB-2B6C70007C89}"/>
              </a:ext>
            </a:extLst>
          </p:cNvPr>
          <p:cNvGrpSpPr>
            <a:grpSpLocks/>
          </p:cNvGrpSpPr>
          <p:nvPr/>
        </p:nvGrpSpPr>
        <p:grpSpPr bwMode="auto">
          <a:xfrm>
            <a:off x="6804025" y="2300288"/>
            <a:ext cx="539750" cy="3946525"/>
            <a:chOff x="506" y="1461"/>
            <a:chExt cx="340" cy="2486"/>
          </a:xfrm>
        </p:grpSpPr>
        <p:sp>
          <p:nvSpPr>
            <p:cNvPr id="102424" name="Text Box 353">
              <a:extLst>
                <a:ext uri="{FF2B5EF4-FFF2-40B4-BE49-F238E27FC236}">
                  <a16:creationId xmlns:a16="http://schemas.microsoft.com/office/drawing/2014/main" id="{B5D5E997-2C3A-4D71-96C1-6C05E1989B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461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25" name="Text Box 354">
              <a:extLst>
                <a:ext uri="{FF2B5EF4-FFF2-40B4-BE49-F238E27FC236}">
                  <a16:creationId xmlns:a16="http://schemas.microsoft.com/office/drawing/2014/main" id="{680E0360-E2C9-40D4-93F7-005D0008F7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699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26" name="Text Box 355">
              <a:extLst>
                <a:ext uri="{FF2B5EF4-FFF2-40B4-BE49-F238E27FC236}">
                  <a16:creationId xmlns:a16="http://schemas.microsoft.com/office/drawing/2014/main" id="{09984452-22D0-4C59-9334-BE9904A66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958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27" name="Text Box 356">
              <a:extLst>
                <a:ext uri="{FF2B5EF4-FFF2-40B4-BE49-F238E27FC236}">
                  <a16:creationId xmlns:a16="http://schemas.microsoft.com/office/drawing/2014/main" id="{364C0741-7A40-4F90-B15E-E93B216067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2207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28" name="Text Box 357">
              <a:extLst>
                <a:ext uri="{FF2B5EF4-FFF2-40B4-BE49-F238E27FC236}">
                  <a16:creationId xmlns:a16="http://schemas.microsoft.com/office/drawing/2014/main" id="{58DFA5D6-2925-441B-B976-8921276364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2444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29" name="Text Box 358">
              <a:extLst>
                <a:ext uri="{FF2B5EF4-FFF2-40B4-BE49-F238E27FC236}">
                  <a16:creationId xmlns:a16="http://schemas.microsoft.com/office/drawing/2014/main" id="{890AAECB-FF07-441C-8246-69082B722B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2703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30" name="Text Box 359">
              <a:extLst>
                <a:ext uri="{FF2B5EF4-FFF2-40B4-BE49-F238E27FC236}">
                  <a16:creationId xmlns:a16="http://schemas.microsoft.com/office/drawing/2014/main" id="{31B8BFBB-2AB4-42D0-8343-B0C84E01A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2974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31" name="Text Box 360">
              <a:extLst>
                <a:ext uri="{FF2B5EF4-FFF2-40B4-BE49-F238E27FC236}">
                  <a16:creationId xmlns:a16="http://schemas.microsoft.com/office/drawing/2014/main" id="{E40C38B3-3A6C-4E5D-9083-F7284D2EDA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3200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32" name="Text Box 361">
              <a:extLst>
                <a:ext uri="{FF2B5EF4-FFF2-40B4-BE49-F238E27FC236}">
                  <a16:creationId xmlns:a16="http://schemas.microsoft.com/office/drawing/2014/main" id="{CB82B0F5-188E-4FD8-93EC-67092CC48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" y="3448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33" name="Text Box 362">
              <a:extLst>
                <a:ext uri="{FF2B5EF4-FFF2-40B4-BE49-F238E27FC236}">
                  <a16:creationId xmlns:a16="http://schemas.microsoft.com/office/drawing/2014/main" id="{64D1FCC5-340B-4CBD-8C6E-D268BC1DD6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" y="3697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307563" name="Group 363">
            <a:extLst>
              <a:ext uri="{FF2B5EF4-FFF2-40B4-BE49-F238E27FC236}">
                <a16:creationId xmlns:a16="http://schemas.microsoft.com/office/drawing/2014/main" id="{A643A30A-C5A5-4F1B-969D-1F0D82AE6C9B}"/>
              </a:ext>
            </a:extLst>
          </p:cNvPr>
          <p:cNvGrpSpPr>
            <a:grpSpLocks/>
          </p:cNvGrpSpPr>
          <p:nvPr/>
        </p:nvGrpSpPr>
        <p:grpSpPr bwMode="auto">
          <a:xfrm>
            <a:off x="5076825" y="2298700"/>
            <a:ext cx="539750" cy="3946525"/>
            <a:chOff x="506" y="1461"/>
            <a:chExt cx="340" cy="2486"/>
          </a:xfrm>
        </p:grpSpPr>
        <p:sp>
          <p:nvSpPr>
            <p:cNvPr id="102414" name="Text Box 364">
              <a:extLst>
                <a:ext uri="{FF2B5EF4-FFF2-40B4-BE49-F238E27FC236}">
                  <a16:creationId xmlns:a16="http://schemas.microsoft.com/office/drawing/2014/main" id="{442F2ADE-0D9D-48D3-ABDD-8C6472890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461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15" name="Text Box 365">
              <a:extLst>
                <a:ext uri="{FF2B5EF4-FFF2-40B4-BE49-F238E27FC236}">
                  <a16:creationId xmlns:a16="http://schemas.microsoft.com/office/drawing/2014/main" id="{2FF793C7-5611-4546-B223-0E54E33275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699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16" name="Text Box 366">
              <a:extLst>
                <a:ext uri="{FF2B5EF4-FFF2-40B4-BE49-F238E27FC236}">
                  <a16:creationId xmlns:a16="http://schemas.microsoft.com/office/drawing/2014/main" id="{64A3A239-80F0-4A77-8514-DF753C5AE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1958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17" name="Text Box 367">
              <a:extLst>
                <a:ext uri="{FF2B5EF4-FFF2-40B4-BE49-F238E27FC236}">
                  <a16:creationId xmlns:a16="http://schemas.microsoft.com/office/drawing/2014/main" id="{B620598F-F2EF-4869-8BB3-BD21513A0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" y="2207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18" name="Text Box 368">
              <a:extLst>
                <a:ext uri="{FF2B5EF4-FFF2-40B4-BE49-F238E27FC236}">
                  <a16:creationId xmlns:a16="http://schemas.microsoft.com/office/drawing/2014/main" id="{0FE92594-37E1-48A8-B5C6-384A8CE74B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2444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19" name="Text Box 369">
              <a:extLst>
                <a:ext uri="{FF2B5EF4-FFF2-40B4-BE49-F238E27FC236}">
                  <a16:creationId xmlns:a16="http://schemas.microsoft.com/office/drawing/2014/main" id="{21DD8B86-16F6-44AC-A102-C40B49AA3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2703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2420" name="Text Box 370">
              <a:extLst>
                <a:ext uri="{FF2B5EF4-FFF2-40B4-BE49-F238E27FC236}">
                  <a16:creationId xmlns:a16="http://schemas.microsoft.com/office/drawing/2014/main" id="{7643D214-C531-44EC-A5F6-A2B6E08F74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" y="2974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21" name="Text Box 371">
              <a:extLst>
                <a:ext uri="{FF2B5EF4-FFF2-40B4-BE49-F238E27FC236}">
                  <a16:creationId xmlns:a16="http://schemas.microsoft.com/office/drawing/2014/main" id="{5CDC010E-E427-4E17-A091-86FEE920D8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" y="3200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22" name="Text Box 372">
              <a:extLst>
                <a:ext uri="{FF2B5EF4-FFF2-40B4-BE49-F238E27FC236}">
                  <a16:creationId xmlns:a16="http://schemas.microsoft.com/office/drawing/2014/main" id="{31051056-40CB-4AA9-B0D8-4EBFABFC66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" y="3448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2423" name="Text Box 373">
              <a:extLst>
                <a:ext uri="{FF2B5EF4-FFF2-40B4-BE49-F238E27FC236}">
                  <a16:creationId xmlns:a16="http://schemas.microsoft.com/office/drawing/2014/main" id="{5C66056B-0874-442E-9110-8DED751EEB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" y="3697"/>
              <a:ext cx="32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0748607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07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07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07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307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07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307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307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307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307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8" dur="500"/>
                                        <p:tgtEl>
                                          <p:spTgt spid="307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307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307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1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307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202" grpId="0" autoUpdateAnimBg="0"/>
      <p:bldP spid="307203" grpId="0" autoUpdateAnimBg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Rectangle 2">
            <a:extLst>
              <a:ext uri="{FF2B5EF4-FFF2-40B4-BE49-F238E27FC236}">
                <a16:creationId xmlns:a16="http://schemas.microsoft.com/office/drawing/2014/main" id="{C281C3A6-2BA2-4DE7-BD79-027E78364D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5588" y="128588"/>
            <a:ext cx="5764212" cy="515937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FF0000"/>
                </a:solidFill>
              </a:rPr>
              <a:t>方案：</a:t>
            </a:r>
            <a:endParaRPr lang="zh-CN" altLang="en-US" sz="2800" b="1" dirty="0">
              <a:solidFill>
                <a:schemeClr val="tx1"/>
              </a:solidFill>
              <a:sym typeface="Symbol" panose="05050102010706020507" pitchFamily="18" charset="2"/>
            </a:endParaRPr>
          </a:p>
        </p:txBody>
      </p:sp>
      <p:grpSp>
        <p:nvGrpSpPr>
          <p:cNvPr id="308227" name="Group 3">
            <a:extLst>
              <a:ext uri="{FF2B5EF4-FFF2-40B4-BE49-F238E27FC236}">
                <a16:creationId xmlns:a16="http://schemas.microsoft.com/office/drawing/2014/main" id="{76C87EAE-3675-495F-9D70-5DF0BCE97B8E}"/>
              </a:ext>
            </a:extLst>
          </p:cNvPr>
          <p:cNvGrpSpPr>
            <a:grpSpLocks/>
          </p:cNvGrpSpPr>
          <p:nvPr/>
        </p:nvGrpSpPr>
        <p:grpSpPr bwMode="auto">
          <a:xfrm>
            <a:off x="5164138" y="2014538"/>
            <a:ext cx="3387725" cy="1217612"/>
            <a:chOff x="3253" y="1412"/>
            <a:chExt cx="2134" cy="767"/>
          </a:xfrm>
        </p:grpSpPr>
        <p:sp>
          <p:nvSpPr>
            <p:cNvPr id="103530" name="Rectangle 4">
              <a:extLst>
                <a:ext uri="{FF2B5EF4-FFF2-40B4-BE49-F238E27FC236}">
                  <a16:creationId xmlns:a16="http://schemas.microsoft.com/office/drawing/2014/main" id="{EA6B5971-E631-47BC-8428-B9253FB8C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456"/>
              <a:ext cx="1773" cy="72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31" name="Text Box 5">
              <a:extLst>
                <a:ext uri="{FF2B5EF4-FFF2-40B4-BE49-F238E27FC236}">
                  <a16:creationId xmlns:a16="http://schemas.microsoft.com/office/drawing/2014/main" id="{933329F7-50B3-4A14-AECE-CF4D6DE051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" y="1875"/>
              <a:ext cx="17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3532" name="Text Box 6">
              <a:extLst>
                <a:ext uri="{FF2B5EF4-FFF2-40B4-BE49-F238E27FC236}">
                  <a16:creationId xmlns:a16="http://schemas.microsoft.com/office/drawing/2014/main" id="{F3313896-C108-48FA-ADC6-0778D0C475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6" y="1412"/>
              <a:ext cx="1298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3533" name="Text Box 7">
              <a:extLst>
                <a:ext uri="{FF2B5EF4-FFF2-40B4-BE49-F238E27FC236}">
                  <a16:creationId xmlns:a16="http://schemas.microsoft.com/office/drawing/2014/main" id="{E708F033-5610-48C4-BE53-284820B35E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7" y="1604"/>
              <a:ext cx="51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534" name="Text Box 8">
              <a:extLst>
                <a:ext uri="{FF2B5EF4-FFF2-40B4-BE49-F238E27FC236}">
                  <a16:creationId xmlns:a16="http://schemas.microsoft.com/office/drawing/2014/main" id="{275A25F0-96B9-426E-A453-007E1DFF8E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53" y="1648"/>
              <a:ext cx="51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103535" name="Text Box 9">
              <a:extLst>
                <a:ext uri="{FF2B5EF4-FFF2-40B4-BE49-F238E27FC236}">
                  <a16:creationId xmlns:a16="http://schemas.microsoft.com/office/drawing/2014/main" id="{DE994A4A-1729-46A4-8717-A0C11D4C2B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7" y="1661"/>
              <a:ext cx="90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283</a:t>
              </a:r>
            </a:p>
          </p:txBody>
        </p:sp>
        <p:sp>
          <p:nvSpPr>
            <p:cNvPr id="103536" name="Freeform 10">
              <a:extLst>
                <a:ext uri="{FF2B5EF4-FFF2-40B4-BE49-F238E27FC236}">
                  <a16:creationId xmlns:a16="http://schemas.microsoft.com/office/drawing/2014/main" id="{5F45E6C8-8309-466D-AD8D-925CC0F34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796"/>
              <a:ext cx="271" cy="180"/>
            </a:xfrm>
            <a:custGeom>
              <a:avLst/>
              <a:gdLst>
                <a:gd name="T0" fmla="*/ 0 w 271"/>
                <a:gd name="T1" fmla="*/ 0 h 180"/>
                <a:gd name="T2" fmla="*/ 271 w 271"/>
                <a:gd name="T3" fmla="*/ 0 h 180"/>
                <a:gd name="T4" fmla="*/ 271 w 271"/>
                <a:gd name="T5" fmla="*/ 18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180">
                  <a:moveTo>
                    <a:pt x="0" y="0"/>
                  </a:moveTo>
                  <a:lnTo>
                    <a:pt x="271" y="0"/>
                  </a:lnTo>
                  <a:lnTo>
                    <a:pt x="271" y="18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37" name="Line 11">
              <a:extLst>
                <a:ext uri="{FF2B5EF4-FFF2-40B4-BE49-F238E27FC236}">
                  <a16:creationId xmlns:a16="http://schemas.microsoft.com/office/drawing/2014/main" id="{8B4FBD5D-9262-4A68-8F97-FEAB26B2FF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1" y="1965"/>
              <a:ext cx="1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8236" name="Group 12">
            <a:extLst>
              <a:ext uri="{FF2B5EF4-FFF2-40B4-BE49-F238E27FC236}">
                <a16:creationId xmlns:a16="http://schemas.microsoft.com/office/drawing/2014/main" id="{53089F26-DE96-4111-B9FF-3614AF2D1F38}"/>
              </a:ext>
            </a:extLst>
          </p:cNvPr>
          <p:cNvGrpSpPr>
            <a:grpSpLocks/>
          </p:cNvGrpSpPr>
          <p:nvPr/>
        </p:nvGrpSpPr>
        <p:grpSpPr bwMode="auto">
          <a:xfrm>
            <a:off x="885825" y="1960563"/>
            <a:ext cx="3227388" cy="1217612"/>
            <a:chOff x="558" y="1378"/>
            <a:chExt cx="2033" cy="767"/>
          </a:xfrm>
        </p:grpSpPr>
        <p:sp>
          <p:nvSpPr>
            <p:cNvPr id="103522" name="Rectangle 13">
              <a:extLst>
                <a:ext uri="{FF2B5EF4-FFF2-40B4-BE49-F238E27FC236}">
                  <a16:creationId xmlns:a16="http://schemas.microsoft.com/office/drawing/2014/main" id="{751069B9-2560-44BD-9B0E-9CC24BB21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422"/>
              <a:ext cx="1773" cy="72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23" name="Text Box 14">
              <a:extLst>
                <a:ext uri="{FF2B5EF4-FFF2-40B4-BE49-F238E27FC236}">
                  <a16:creationId xmlns:a16="http://schemas.microsoft.com/office/drawing/2014/main" id="{E6110C03-54F0-4020-BE58-4533D72105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" y="1841"/>
              <a:ext cx="17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X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3524" name="Text Box 15">
              <a:extLst>
                <a:ext uri="{FF2B5EF4-FFF2-40B4-BE49-F238E27FC236}">
                  <a16:creationId xmlns:a16="http://schemas.microsoft.com/office/drawing/2014/main" id="{EC6ABD80-0583-4387-B2AF-FB445965CB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1" y="1378"/>
              <a:ext cx="1298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    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F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3525" name="Text Box 16">
              <a:extLst>
                <a:ext uri="{FF2B5EF4-FFF2-40B4-BE49-F238E27FC236}">
                  <a16:creationId xmlns:a16="http://schemas.microsoft.com/office/drawing/2014/main" id="{9313ECD8-8B5E-40BB-B08F-872671420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2" y="1570"/>
              <a:ext cx="51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</a:p>
          </p:txBody>
        </p:sp>
        <p:sp>
          <p:nvSpPr>
            <p:cNvPr id="103526" name="Text Box 17">
              <a:extLst>
                <a:ext uri="{FF2B5EF4-FFF2-40B4-BE49-F238E27FC236}">
                  <a16:creationId xmlns:a16="http://schemas.microsoft.com/office/drawing/2014/main" id="{51013961-4DE7-4495-8AC1-4137D2E0A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" y="1614"/>
              <a:ext cx="519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</a:p>
          </p:txBody>
        </p:sp>
        <p:sp>
          <p:nvSpPr>
            <p:cNvPr id="103527" name="Text Box 18">
              <a:extLst>
                <a:ext uri="{FF2B5EF4-FFF2-40B4-BE49-F238E27FC236}">
                  <a16:creationId xmlns:a16="http://schemas.microsoft.com/office/drawing/2014/main" id="{897C9D62-BC65-44D6-A6D6-3594779AC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2" y="1627"/>
              <a:ext cx="90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283</a:t>
              </a:r>
            </a:p>
          </p:txBody>
        </p:sp>
        <p:sp>
          <p:nvSpPr>
            <p:cNvPr id="103528" name="Freeform 19">
              <a:extLst>
                <a:ext uri="{FF2B5EF4-FFF2-40B4-BE49-F238E27FC236}">
                  <a16:creationId xmlns:a16="http://schemas.microsoft.com/office/drawing/2014/main" id="{855B9DF5-14F3-42DC-9C27-3031B9D2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762"/>
              <a:ext cx="169" cy="180"/>
            </a:xfrm>
            <a:custGeom>
              <a:avLst/>
              <a:gdLst>
                <a:gd name="T0" fmla="*/ 0 w 271"/>
                <a:gd name="T1" fmla="*/ 0 h 180"/>
                <a:gd name="T2" fmla="*/ 16 w 271"/>
                <a:gd name="T3" fmla="*/ 0 h 180"/>
                <a:gd name="T4" fmla="*/ 16 w 271"/>
                <a:gd name="T5" fmla="*/ 18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180">
                  <a:moveTo>
                    <a:pt x="0" y="0"/>
                  </a:moveTo>
                  <a:lnTo>
                    <a:pt x="271" y="0"/>
                  </a:lnTo>
                  <a:lnTo>
                    <a:pt x="271" y="18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29" name="Line 20">
              <a:extLst>
                <a:ext uri="{FF2B5EF4-FFF2-40B4-BE49-F238E27FC236}">
                  <a16:creationId xmlns:a16="http://schemas.microsoft.com/office/drawing/2014/main" id="{A7066851-64E2-4C30-A684-8A19604B98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6" y="1931"/>
              <a:ext cx="1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8245" name="Group 21">
            <a:extLst>
              <a:ext uri="{FF2B5EF4-FFF2-40B4-BE49-F238E27FC236}">
                <a16:creationId xmlns:a16="http://schemas.microsoft.com/office/drawing/2014/main" id="{E745B8A0-3D5E-4632-936C-42CD90875565}"/>
              </a:ext>
            </a:extLst>
          </p:cNvPr>
          <p:cNvGrpSpPr>
            <a:grpSpLocks/>
          </p:cNvGrpSpPr>
          <p:nvPr/>
        </p:nvGrpSpPr>
        <p:grpSpPr bwMode="auto">
          <a:xfrm>
            <a:off x="5305425" y="3233738"/>
            <a:ext cx="2832100" cy="763587"/>
            <a:chOff x="3342" y="2180"/>
            <a:chExt cx="1784" cy="481"/>
          </a:xfrm>
        </p:grpSpPr>
        <p:sp>
          <p:nvSpPr>
            <p:cNvPr id="103513" name="Line 22">
              <a:extLst>
                <a:ext uri="{FF2B5EF4-FFF2-40B4-BE49-F238E27FC236}">
                  <a16:creationId xmlns:a16="http://schemas.microsoft.com/office/drawing/2014/main" id="{65626641-B170-48EE-9B87-30A09ECCAC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5" y="2180"/>
              <a:ext cx="0" cy="2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14" name="Line 23">
              <a:extLst>
                <a:ext uri="{FF2B5EF4-FFF2-40B4-BE49-F238E27FC236}">
                  <a16:creationId xmlns:a16="http://schemas.microsoft.com/office/drawing/2014/main" id="{AF500DAB-5333-4E10-8313-3877F7401E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7" y="2192"/>
              <a:ext cx="0" cy="2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15" name="Line 24">
              <a:extLst>
                <a:ext uri="{FF2B5EF4-FFF2-40B4-BE49-F238E27FC236}">
                  <a16:creationId xmlns:a16="http://schemas.microsoft.com/office/drawing/2014/main" id="{E27718D7-EE56-41DF-A75A-45A8D68476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180"/>
              <a:ext cx="0" cy="2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16" name="Line 25">
              <a:extLst>
                <a:ext uri="{FF2B5EF4-FFF2-40B4-BE49-F238E27FC236}">
                  <a16:creationId xmlns:a16="http://schemas.microsoft.com/office/drawing/2014/main" id="{0ECF2A4B-E7C2-409F-B274-8D0AF5AEAB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5" y="2192"/>
              <a:ext cx="0" cy="2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17" name="Line 26">
              <a:extLst>
                <a:ext uri="{FF2B5EF4-FFF2-40B4-BE49-F238E27FC236}">
                  <a16:creationId xmlns:a16="http://schemas.microsoft.com/office/drawing/2014/main" id="{D2DA1DCC-8D2C-43F7-A367-EF7F19554F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9" y="2192"/>
              <a:ext cx="0" cy="2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18" name="Line 27">
              <a:extLst>
                <a:ext uri="{FF2B5EF4-FFF2-40B4-BE49-F238E27FC236}">
                  <a16:creationId xmlns:a16="http://schemas.microsoft.com/office/drawing/2014/main" id="{13868A7D-FA18-4839-9F9D-E1A9AF48C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3" y="2192"/>
              <a:ext cx="0" cy="2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19" name="Line 28">
              <a:extLst>
                <a:ext uri="{FF2B5EF4-FFF2-40B4-BE49-F238E27FC236}">
                  <a16:creationId xmlns:a16="http://schemas.microsoft.com/office/drawing/2014/main" id="{F4A2ECC7-B533-43DD-99E3-C22AD3C5C6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" y="2192"/>
              <a:ext cx="0" cy="2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20" name="Line 29">
              <a:extLst>
                <a:ext uri="{FF2B5EF4-FFF2-40B4-BE49-F238E27FC236}">
                  <a16:creationId xmlns:a16="http://schemas.microsoft.com/office/drawing/2014/main" id="{2D8F745C-B755-481D-9DA3-9D0B9471E1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9" y="2180"/>
              <a:ext cx="0" cy="2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21" name="Text Box 30">
              <a:extLst>
                <a:ext uri="{FF2B5EF4-FFF2-40B4-BE49-F238E27FC236}">
                  <a16:creationId xmlns:a16="http://schemas.microsoft.com/office/drawing/2014/main" id="{4516B3B5-5BB9-485F-9E9F-0BC5C1CD33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2" y="2373"/>
              <a:ext cx="1784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308255" name="Group 31">
            <a:extLst>
              <a:ext uri="{FF2B5EF4-FFF2-40B4-BE49-F238E27FC236}">
                <a16:creationId xmlns:a16="http://schemas.microsoft.com/office/drawing/2014/main" id="{53FB9F09-1A46-4C9A-91F2-5AD74E380AFB}"/>
              </a:ext>
            </a:extLst>
          </p:cNvPr>
          <p:cNvGrpSpPr>
            <a:grpSpLocks/>
          </p:cNvGrpSpPr>
          <p:nvPr/>
        </p:nvGrpSpPr>
        <p:grpSpPr bwMode="auto">
          <a:xfrm>
            <a:off x="2474913" y="1117600"/>
            <a:ext cx="4751387" cy="2833688"/>
            <a:chOff x="1559" y="847"/>
            <a:chExt cx="2993" cy="1785"/>
          </a:xfrm>
        </p:grpSpPr>
        <p:sp>
          <p:nvSpPr>
            <p:cNvPr id="103509" name="Freeform 32">
              <a:extLst>
                <a:ext uri="{FF2B5EF4-FFF2-40B4-BE49-F238E27FC236}">
                  <a16:creationId xmlns:a16="http://schemas.microsoft.com/office/drawing/2014/main" id="{70BB510B-1A87-4E88-BD89-D3B393CB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847"/>
              <a:ext cx="2372" cy="1446"/>
            </a:xfrm>
            <a:custGeom>
              <a:avLst/>
              <a:gdLst>
                <a:gd name="T0" fmla="*/ 0 w 2338"/>
                <a:gd name="T1" fmla="*/ 1310 h 1446"/>
                <a:gd name="T2" fmla="*/ 0 w 2338"/>
                <a:gd name="T3" fmla="*/ 1446 h 1446"/>
                <a:gd name="T4" fmla="*/ 590 w 2338"/>
                <a:gd name="T5" fmla="*/ 1446 h 1446"/>
                <a:gd name="T6" fmla="*/ 590 w 2338"/>
                <a:gd name="T7" fmla="*/ 0 h 1446"/>
                <a:gd name="T8" fmla="*/ 2549 w 2338"/>
                <a:gd name="T9" fmla="*/ 0 h 1446"/>
                <a:gd name="T10" fmla="*/ 2549 w 2338"/>
                <a:gd name="T11" fmla="*/ 610 h 14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8" h="1446">
                  <a:moveTo>
                    <a:pt x="0" y="1310"/>
                  </a:moveTo>
                  <a:lnTo>
                    <a:pt x="0" y="1446"/>
                  </a:lnTo>
                  <a:lnTo>
                    <a:pt x="542" y="1446"/>
                  </a:lnTo>
                  <a:lnTo>
                    <a:pt x="542" y="0"/>
                  </a:lnTo>
                  <a:lnTo>
                    <a:pt x="2338" y="0"/>
                  </a:lnTo>
                  <a:lnTo>
                    <a:pt x="2338" y="61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10" name="Freeform 33">
              <a:extLst>
                <a:ext uri="{FF2B5EF4-FFF2-40B4-BE49-F238E27FC236}">
                  <a16:creationId xmlns:a16="http://schemas.microsoft.com/office/drawing/2014/main" id="{5F8D197C-AB1F-4493-8A46-4A414D8BA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926"/>
              <a:ext cx="2304" cy="1491"/>
            </a:xfrm>
            <a:custGeom>
              <a:avLst/>
              <a:gdLst>
                <a:gd name="T0" fmla="*/ 0 w 2304"/>
                <a:gd name="T1" fmla="*/ 1209 h 1491"/>
                <a:gd name="T2" fmla="*/ 0 w 2304"/>
                <a:gd name="T3" fmla="*/ 1491 h 1491"/>
                <a:gd name="T4" fmla="*/ 859 w 2304"/>
                <a:gd name="T5" fmla="*/ 1491 h 1491"/>
                <a:gd name="T6" fmla="*/ 859 w 2304"/>
                <a:gd name="T7" fmla="*/ 0 h 1491"/>
                <a:gd name="T8" fmla="*/ 2304 w 2304"/>
                <a:gd name="T9" fmla="*/ 0 h 1491"/>
                <a:gd name="T10" fmla="*/ 2304 w 2304"/>
                <a:gd name="T11" fmla="*/ 531 h 14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04" h="1491">
                  <a:moveTo>
                    <a:pt x="0" y="1209"/>
                  </a:moveTo>
                  <a:lnTo>
                    <a:pt x="0" y="1491"/>
                  </a:lnTo>
                  <a:lnTo>
                    <a:pt x="859" y="1491"/>
                  </a:lnTo>
                  <a:lnTo>
                    <a:pt x="859" y="0"/>
                  </a:lnTo>
                  <a:lnTo>
                    <a:pt x="2304" y="0"/>
                  </a:lnTo>
                  <a:lnTo>
                    <a:pt x="2304" y="53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11" name="Freeform 34">
              <a:extLst>
                <a:ext uri="{FF2B5EF4-FFF2-40B4-BE49-F238E27FC236}">
                  <a16:creationId xmlns:a16="http://schemas.microsoft.com/office/drawing/2014/main" id="{947FA4AC-A225-4CA0-A73E-4D3940F16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05"/>
              <a:ext cx="2180" cy="1536"/>
            </a:xfrm>
            <a:custGeom>
              <a:avLst/>
              <a:gdLst>
                <a:gd name="T0" fmla="*/ 0 w 2180"/>
                <a:gd name="T1" fmla="*/ 1141 h 1536"/>
                <a:gd name="T2" fmla="*/ 0 w 2180"/>
                <a:gd name="T3" fmla="*/ 1536 h 1536"/>
                <a:gd name="T4" fmla="*/ 1174 w 2180"/>
                <a:gd name="T5" fmla="*/ 1536 h 1536"/>
                <a:gd name="T6" fmla="*/ 1174 w 2180"/>
                <a:gd name="T7" fmla="*/ 0 h 1536"/>
                <a:gd name="T8" fmla="*/ 2180 w 2180"/>
                <a:gd name="T9" fmla="*/ 0 h 1536"/>
                <a:gd name="T10" fmla="*/ 2180 w 2180"/>
                <a:gd name="T11" fmla="*/ 441 h 1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0" h="1536">
                  <a:moveTo>
                    <a:pt x="0" y="1141"/>
                  </a:moveTo>
                  <a:lnTo>
                    <a:pt x="0" y="1536"/>
                  </a:lnTo>
                  <a:lnTo>
                    <a:pt x="1174" y="1536"/>
                  </a:lnTo>
                  <a:lnTo>
                    <a:pt x="1174" y="0"/>
                  </a:lnTo>
                  <a:lnTo>
                    <a:pt x="2180" y="0"/>
                  </a:lnTo>
                  <a:lnTo>
                    <a:pt x="2180" y="44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12" name="Freeform 35">
              <a:extLst>
                <a:ext uri="{FF2B5EF4-FFF2-40B4-BE49-F238E27FC236}">
                  <a16:creationId xmlns:a16="http://schemas.microsoft.com/office/drawing/2014/main" id="{7C36F9D9-A72D-44C2-8ECA-25BBCB6D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084"/>
              <a:ext cx="2055" cy="1548"/>
            </a:xfrm>
            <a:custGeom>
              <a:avLst/>
              <a:gdLst>
                <a:gd name="T0" fmla="*/ 0 w 2055"/>
                <a:gd name="T1" fmla="*/ 1062 h 1548"/>
                <a:gd name="T2" fmla="*/ 0 w 2055"/>
                <a:gd name="T3" fmla="*/ 1548 h 1548"/>
                <a:gd name="T4" fmla="*/ 1479 w 2055"/>
                <a:gd name="T5" fmla="*/ 1548 h 1548"/>
                <a:gd name="T6" fmla="*/ 1479 w 2055"/>
                <a:gd name="T7" fmla="*/ 0 h 1548"/>
                <a:gd name="T8" fmla="*/ 2055 w 2055"/>
                <a:gd name="T9" fmla="*/ 0 h 1548"/>
                <a:gd name="T10" fmla="*/ 2055 w 2055"/>
                <a:gd name="T11" fmla="*/ 373 h 15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5" h="1548">
                  <a:moveTo>
                    <a:pt x="0" y="1062"/>
                  </a:moveTo>
                  <a:lnTo>
                    <a:pt x="0" y="1548"/>
                  </a:lnTo>
                  <a:lnTo>
                    <a:pt x="1479" y="1548"/>
                  </a:lnTo>
                  <a:lnTo>
                    <a:pt x="1479" y="0"/>
                  </a:lnTo>
                  <a:lnTo>
                    <a:pt x="2055" y="0"/>
                  </a:lnTo>
                  <a:lnTo>
                    <a:pt x="2055" y="37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8260" name="Group 36">
            <a:extLst>
              <a:ext uri="{FF2B5EF4-FFF2-40B4-BE49-F238E27FC236}">
                <a16:creationId xmlns:a16="http://schemas.microsoft.com/office/drawing/2014/main" id="{6130F6CE-F844-4CEA-AC05-150F895D3326}"/>
              </a:ext>
            </a:extLst>
          </p:cNvPr>
          <p:cNvGrpSpPr>
            <a:grpSpLocks/>
          </p:cNvGrpSpPr>
          <p:nvPr/>
        </p:nvGrpSpPr>
        <p:grpSpPr bwMode="auto">
          <a:xfrm>
            <a:off x="1022350" y="2868613"/>
            <a:ext cx="1198563" cy="1773237"/>
            <a:chOff x="644" y="1950"/>
            <a:chExt cx="755" cy="1117"/>
          </a:xfrm>
        </p:grpSpPr>
        <p:sp>
          <p:nvSpPr>
            <p:cNvPr id="103501" name="Freeform 37">
              <a:extLst>
                <a:ext uri="{FF2B5EF4-FFF2-40B4-BE49-F238E27FC236}">
                  <a16:creationId xmlns:a16="http://schemas.microsoft.com/office/drawing/2014/main" id="{299E5D0B-A893-48C3-A8E9-F33BB1A4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135"/>
              <a:ext cx="610" cy="362"/>
            </a:xfrm>
            <a:custGeom>
              <a:avLst/>
              <a:gdLst>
                <a:gd name="T0" fmla="*/ 610 w 610"/>
                <a:gd name="T1" fmla="*/ 502 h 192"/>
                <a:gd name="T2" fmla="*/ 610 w 610"/>
                <a:gd name="T3" fmla="*/ 8631 h 192"/>
                <a:gd name="T4" fmla="*/ 0 w 610"/>
                <a:gd name="T5" fmla="*/ 8631 h 192"/>
                <a:gd name="T6" fmla="*/ 0 w 610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0" h="192">
                  <a:moveTo>
                    <a:pt x="610" y="11"/>
                  </a:moveTo>
                  <a:lnTo>
                    <a:pt x="610" y="192"/>
                  </a:lnTo>
                  <a:lnTo>
                    <a:pt x="0" y="192"/>
                  </a:ln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02" name="Line 38">
              <a:extLst>
                <a:ext uri="{FF2B5EF4-FFF2-40B4-BE49-F238E27FC236}">
                  <a16:creationId xmlns:a16="http://schemas.microsoft.com/office/drawing/2014/main" id="{7F6DD244-4967-45F8-96E3-0057849EEB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4" y="2327"/>
              <a:ext cx="0" cy="3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03" name="Line 39">
              <a:extLst>
                <a:ext uri="{FF2B5EF4-FFF2-40B4-BE49-F238E27FC236}">
                  <a16:creationId xmlns:a16="http://schemas.microsoft.com/office/drawing/2014/main" id="{33F33598-A0AC-4409-8BD2-54FCA683B4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" y="2632"/>
              <a:ext cx="1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04" name="Text Box 40">
              <a:extLst>
                <a:ext uri="{FF2B5EF4-FFF2-40B4-BE49-F238E27FC236}">
                  <a16:creationId xmlns:a16="http://schemas.microsoft.com/office/drawing/2014/main" id="{482DF9DA-3DBB-4BD5-B77A-3904B5E03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" y="2118"/>
              <a:ext cx="44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  <p:sp>
          <p:nvSpPr>
            <p:cNvPr id="103505" name="Freeform 41">
              <a:extLst>
                <a:ext uri="{FF2B5EF4-FFF2-40B4-BE49-F238E27FC236}">
                  <a16:creationId xmlns:a16="http://schemas.microsoft.com/office/drawing/2014/main" id="{632D0E56-EBEA-4858-9239-A8A4DE5BF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146"/>
              <a:ext cx="226" cy="169"/>
            </a:xfrm>
            <a:custGeom>
              <a:avLst/>
              <a:gdLst>
                <a:gd name="T0" fmla="*/ 0 w 226"/>
                <a:gd name="T1" fmla="*/ 0 h 169"/>
                <a:gd name="T2" fmla="*/ 0 w 226"/>
                <a:gd name="T3" fmla="*/ 169 h 169"/>
                <a:gd name="T4" fmla="*/ 226 w 226"/>
                <a:gd name="T5" fmla="*/ 169 h 169"/>
                <a:gd name="T6" fmla="*/ 226 w 226"/>
                <a:gd name="T7" fmla="*/ 11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169">
                  <a:moveTo>
                    <a:pt x="0" y="0"/>
                  </a:moveTo>
                  <a:lnTo>
                    <a:pt x="0" y="169"/>
                  </a:lnTo>
                  <a:lnTo>
                    <a:pt x="226" y="169"/>
                  </a:lnTo>
                  <a:lnTo>
                    <a:pt x="226" y="1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06" name="Line 42">
              <a:extLst>
                <a:ext uri="{FF2B5EF4-FFF2-40B4-BE49-F238E27FC236}">
                  <a16:creationId xmlns:a16="http://schemas.microsoft.com/office/drawing/2014/main" id="{3877DD54-B80B-46B9-BB8B-EB647DF087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0" y="2304"/>
              <a:ext cx="0" cy="6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507" name="Text Box 43">
              <a:extLst>
                <a:ext uri="{FF2B5EF4-FFF2-40B4-BE49-F238E27FC236}">
                  <a16:creationId xmlns:a16="http://schemas.microsoft.com/office/drawing/2014/main" id="{A0160516-3CA9-4316-81D5-CCA1F94D2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9" y="1950"/>
              <a:ext cx="44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  <p:sp>
          <p:nvSpPr>
            <p:cNvPr id="103508" name="Text Box 44">
              <a:extLst>
                <a:ext uri="{FF2B5EF4-FFF2-40B4-BE49-F238E27FC236}">
                  <a16:creationId xmlns:a16="http://schemas.microsoft.com/office/drawing/2014/main" id="{DBA0DEDA-DDAD-4FF4-9783-1963FF0B82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5" y="2779"/>
              <a:ext cx="497" cy="288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</p:grpSp>
      <p:grpSp>
        <p:nvGrpSpPr>
          <p:cNvPr id="308269" name="Group 45">
            <a:extLst>
              <a:ext uri="{FF2B5EF4-FFF2-40B4-BE49-F238E27FC236}">
                <a16:creationId xmlns:a16="http://schemas.microsoft.com/office/drawing/2014/main" id="{D1107E2B-8F3A-4B96-8C89-96153CB9577B}"/>
              </a:ext>
            </a:extLst>
          </p:cNvPr>
          <p:cNvGrpSpPr>
            <a:grpSpLocks/>
          </p:cNvGrpSpPr>
          <p:nvPr/>
        </p:nvGrpSpPr>
        <p:grpSpPr bwMode="auto">
          <a:xfrm>
            <a:off x="1327150" y="1135063"/>
            <a:ext cx="2097088" cy="896937"/>
            <a:chOff x="825" y="858"/>
            <a:chExt cx="1321" cy="565"/>
          </a:xfrm>
        </p:grpSpPr>
        <p:sp>
          <p:nvSpPr>
            <p:cNvPr id="103494" name="Line 46">
              <a:extLst>
                <a:ext uri="{FF2B5EF4-FFF2-40B4-BE49-F238E27FC236}">
                  <a16:creationId xmlns:a16="http://schemas.microsoft.com/office/drawing/2014/main" id="{B6F9C559-2700-4078-A44A-AF36747090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" y="1129"/>
              <a:ext cx="0" cy="29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95" name="Line 47">
              <a:extLst>
                <a:ext uri="{FF2B5EF4-FFF2-40B4-BE49-F238E27FC236}">
                  <a16:creationId xmlns:a16="http://schemas.microsoft.com/office/drawing/2014/main" id="{35F5A56B-0ED3-4E5B-9938-3C4C04B66E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3" y="1117"/>
              <a:ext cx="0" cy="29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96" name="Line 48">
              <a:extLst>
                <a:ext uri="{FF2B5EF4-FFF2-40B4-BE49-F238E27FC236}">
                  <a16:creationId xmlns:a16="http://schemas.microsoft.com/office/drawing/2014/main" id="{8BC91DFF-94BD-47FE-B882-D0EB06BA23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2" y="1129"/>
              <a:ext cx="0" cy="29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97" name="Line 49">
              <a:extLst>
                <a:ext uri="{FF2B5EF4-FFF2-40B4-BE49-F238E27FC236}">
                  <a16:creationId xmlns:a16="http://schemas.microsoft.com/office/drawing/2014/main" id="{2B91B124-9235-4025-9531-649A354B09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4" y="1117"/>
              <a:ext cx="0" cy="29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103498" name="Group 50">
              <a:extLst>
                <a:ext uri="{FF2B5EF4-FFF2-40B4-BE49-F238E27FC236}">
                  <a16:creationId xmlns:a16="http://schemas.microsoft.com/office/drawing/2014/main" id="{44D98D1D-6EDE-4C7C-A7D8-5A5EB6DCFE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5" y="858"/>
              <a:ext cx="1321" cy="289"/>
              <a:chOff x="1344" y="3410"/>
              <a:chExt cx="1321" cy="289"/>
            </a:xfrm>
          </p:grpSpPr>
          <p:sp>
            <p:nvSpPr>
              <p:cNvPr id="103499" name="Text Box 51">
                <a:extLst>
                  <a:ext uri="{FF2B5EF4-FFF2-40B4-BE49-F238E27FC236}">
                    <a16:creationId xmlns:a16="http://schemas.microsoft.com/office/drawing/2014/main" id="{A07499F6-F961-42DD-AE55-FA90DB5F59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44" y="3411"/>
                <a:ext cx="1310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4   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   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    </a:t>
                </a: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F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3500" name="Text Box 52">
                <a:extLst>
                  <a:ext uri="{FF2B5EF4-FFF2-40B4-BE49-F238E27FC236}">
                    <a16:creationId xmlns:a16="http://schemas.microsoft.com/office/drawing/2014/main" id="{1B629194-714F-41F7-9DFE-4495A36342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2" y="3410"/>
                <a:ext cx="1243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                  </a:t>
                </a:r>
                <a:endPara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  <p:grpSp>
        <p:nvGrpSpPr>
          <p:cNvPr id="308277" name="Group 53">
            <a:extLst>
              <a:ext uri="{FF2B5EF4-FFF2-40B4-BE49-F238E27FC236}">
                <a16:creationId xmlns:a16="http://schemas.microsoft.com/office/drawing/2014/main" id="{E5756D03-FF92-4840-9133-3255ECD262F4}"/>
              </a:ext>
            </a:extLst>
          </p:cNvPr>
          <p:cNvGrpSpPr>
            <a:grpSpLocks/>
          </p:cNvGrpSpPr>
          <p:nvPr/>
        </p:nvGrpSpPr>
        <p:grpSpPr bwMode="auto">
          <a:xfrm>
            <a:off x="5040313" y="4508500"/>
            <a:ext cx="3508375" cy="1366838"/>
            <a:chOff x="3175" y="2840"/>
            <a:chExt cx="2210" cy="861"/>
          </a:xfrm>
        </p:grpSpPr>
        <p:sp>
          <p:nvSpPr>
            <p:cNvPr id="103477" name="Rectangle 54">
              <a:extLst>
                <a:ext uri="{FF2B5EF4-FFF2-40B4-BE49-F238E27FC236}">
                  <a16:creationId xmlns:a16="http://schemas.microsoft.com/office/drawing/2014/main" id="{16941C0E-8ECC-4657-9CF4-B349E9CA6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846"/>
              <a:ext cx="2112" cy="72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103478" name="Group 55">
              <a:extLst>
                <a:ext uri="{FF2B5EF4-FFF2-40B4-BE49-F238E27FC236}">
                  <a16:creationId xmlns:a16="http://schemas.microsoft.com/office/drawing/2014/main" id="{D25DA3BB-49E2-471B-B7EE-5FF663F0C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5" y="3309"/>
              <a:ext cx="1724" cy="392"/>
              <a:chOff x="2901" y="3849"/>
              <a:chExt cx="1724" cy="392"/>
            </a:xfrm>
          </p:grpSpPr>
          <p:sp>
            <p:nvSpPr>
              <p:cNvPr id="103486" name="Rectangle 56">
                <a:extLst>
                  <a:ext uri="{FF2B5EF4-FFF2-40B4-BE49-F238E27FC236}">
                    <a16:creationId xmlns:a16="http://schemas.microsoft.com/office/drawing/2014/main" id="{9FD62ABE-9172-444B-A6F7-42D01DCFA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849"/>
                <a:ext cx="287" cy="2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103487" name="Rectangle 57">
                <a:extLst>
                  <a:ext uri="{FF2B5EF4-FFF2-40B4-BE49-F238E27FC236}">
                    <a16:creationId xmlns:a16="http://schemas.microsoft.com/office/drawing/2014/main" id="{74C75F67-CF16-42FB-850B-BEAF9977F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0" y="3849"/>
                <a:ext cx="287" cy="2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3488" name="Rectangle 58">
                <a:extLst>
                  <a:ext uri="{FF2B5EF4-FFF2-40B4-BE49-F238E27FC236}">
                    <a16:creationId xmlns:a16="http://schemas.microsoft.com/office/drawing/2014/main" id="{DE1F0887-AFD7-48B9-965D-218478536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3860"/>
                <a:ext cx="278" cy="2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3</a:t>
                </a:r>
              </a:p>
            </p:txBody>
          </p:sp>
          <p:sp>
            <p:nvSpPr>
              <p:cNvPr id="103489" name="Rectangle 59">
                <a:extLst>
                  <a:ext uri="{FF2B5EF4-FFF2-40B4-BE49-F238E27FC236}">
                    <a16:creationId xmlns:a16="http://schemas.microsoft.com/office/drawing/2014/main" id="{569EB832-C9C4-4296-AF17-59D0E8453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3871"/>
                <a:ext cx="278" cy="2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3490" name="Rectangle 60">
                <a:extLst>
                  <a:ext uri="{FF2B5EF4-FFF2-40B4-BE49-F238E27FC236}">
                    <a16:creationId xmlns:a16="http://schemas.microsoft.com/office/drawing/2014/main" id="{5722657D-2EB6-4B0A-9A87-41CC31EE0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3849"/>
                <a:ext cx="340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103491" name="Rectangle 61">
                <a:extLst>
                  <a:ext uri="{FF2B5EF4-FFF2-40B4-BE49-F238E27FC236}">
                    <a16:creationId xmlns:a16="http://schemas.microsoft.com/office/drawing/2014/main" id="{05579621-426E-4ADD-9862-8453B09B0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3860"/>
                <a:ext cx="284" cy="38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  <a:r>
                  <a:rPr kumimoji="1" lang="en-US" altLang="zh-CN" sz="20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  <p:sp>
            <p:nvSpPr>
              <p:cNvPr id="103492" name="Rectangle 62">
                <a:extLst>
                  <a:ext uri="{FF2B5EF4-FFF2-40B4-BE49-F238E27FC236}">
                    <a16:creationId xmlns:a16="http://schemas.microsoft.com/office/drawing/2014/main" id="{DAAF075F-F896-4F85-8374-3B259A2BE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3860"/>
                <a:ext cx="278" cy="2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103493" name="Rectangle 63">
                <a:extLst>
                  <a:ext uri="{FF2B5EF4-FFF2-40B4-BE49-F238E27FC236}">
                    <a16:creationId xmlns:a16="http://schemas.microsoft.com/office/drawing/2014/main" id="{A4F2C75E-69FC-4D24-BADC-ACBF70734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7" y="3860"/>
                <a:ext cx="278" cy="2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  <a:r>
                  <a:rPr kumimoji="1" lang="en-US" altLang="zh-CN" sz="20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1F08F8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0</a:t>
                </a:r>
              </a:p>
            </p:txBody>
          </p:sp>
        </p:grpSp>
        <p:sp>
          <p:nvSpPr>
            <p:cNvPr id="103479" name="Rectangle 64">
              <a:extLst>
                <a:ext uri="{FF2B5EF4-FFF2-40B4-BE49-F238E27FC236}">
                  <a16:creationId xmlns:a16="http://schemas.microsoft.com/office/drawing/2014/main" id="{C0352616-7E76-4EC3-88EB-83D4C7B18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2840"/>
              <a:ext cx="435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103480" name="Rectangle 65">
              <a:extLst>
                <a:ext uri="{FF2B5EF4-FFF2-40B4-BE49-F238E27FC236}">
                  <a16:creationId xmlns:a16="http://schemas.microsoft.com/office/drawing/2014/main" id="{92DFD6F4-4007-4C7F-955A-8855D8E66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840"/>
              <a:ext cx="435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103481" name="Rectangle 66">
              <a:extLst>
                <a:ext uri="{FF2B5EF4-FFF2-40B4-BE49-F238E27FC236}">
                  <a16:creationId xmlns:a16="http://schemas.microsoft.com/office/drawing/2014/main" id="{AB97F06E-B0C1-4225-B0AF-C0551AD68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2840"/>
              <a:ext cx="435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0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  <p:sp>
          <p:nvSpPr>
            <p:cNvPr id="103482" name="Rectangle 67">
              <a:extLst>
                <a:ext uri="{FF2B5EF4-FFF2-40B4-BE49-F238E27FC236}">
                  <a16:creationId xmlns:a16="http://schemas.microsoft.com/office/drawing/2014/main" id="{40905A77-0FD0-4107-A5E4-9B9E55CF9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3058"/>
              <a:ext cx="71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74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85</a:t>
              </a:r>
            </a:p>
          </p:txBody>
        </p:sp>
        <p:sp>
          <p:nvSpPr>
            <p:cNvPr id="103483" name="Text Box 68">
              <a:extLst>
                <a:ext uri="{FF2B5EF4-FFF2-40B4-BE49-F238E27FC236}">
                  <a16:creationId xmlns:a16="http://schemas.microsoft.com/office/drawing/2014/main" id="{350B3995-9B42-4933-A5AD-BE2F426264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1" y="3244"/>
              <a:ext cx="440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A&gt;B</a:t>
              </a:r>
            </a:p>
          </p:txBody>
        </p:sp>
        <p:sp>
          <p:nvSpPr>
            <p:cNvPr id="103484" name="Text Box 69">
              <a:extLst>
                <a:ext uri="{FF2B5EF4-FFF2-40B4-BE49-F238E27FC236}">
                  <a16:creationId xmlns:a16="http://schemas.microsoft.com/office/drawing/2014/main" id="{3B5B1185-BDF8-4F82-92E9-BF007A4799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9" y="3039"/>
              <a:ext cx="486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A&lt;B</a:t>
              </a:r>
            </a:p>
          </p:txBody>
        </p:sp>
        <p:sp>
          <p:nvSpPr>
            <p:cNvPr id="103485" name="Text Box 70">
              <a:extLst>
                <a:ext uri="{FF2B5EF4-FFF2-40B4-BE49-F238E27FC236}">
                  <a16:creationId xmlns:a16="http://schemas.microsoft.com/office/drawing/2014/main" id="{BBEC6619-113B-405C-91B0-59952DB23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8" y="2881"/>
              <a:ext cx="451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A=B</a:t>
              </a:r>
            </a:p>
          </p:txBody>
        </p:sp>
      </p:grpSp>
      <p:grpSp>
        <p:nvGrpSpPr>
          <p:cNvPr id="308295" name="Group 71">
            <a:extLst>
              <a:ext uri="{FF2B5EF4-FFF2-40B4-BE49-F238E27FC236}">
                <a16:creationId xmlns:a16="http://schemas.microsoft.com/office/drawing/2014/main" id="{0632E355-3F04-43B7-A34C-8D7061427706}"/>
              </a:ext>
            </a:extLst>
          </p:cNvPr>
          <p:cNvGrpSpPr>
            <a:grpSpLocks/>
          </p:cNvGrpSpPr>
          <p:nvPr/>
        </p:nvGrpSpPr>
        <p:grpSpPr bwMode="auto">
          <a:xfrm>
            <a:off x="8391525" y="4338638"/>
            <a:ext cx="647700" cy="1435100"/>
            <a:chOff x="5286" y="2733"/>
            <a:chExt cx="408" cy="904"/>
          </a:xfrm>
        </p:grpSpPr>
        <p:sp>
          <p:nvSpPr>
            <p:cNvPr id="103471" name="Line 72">
              <a:extLst>
                <a:ext uri="{FF2B5EF4-FFF2-40B4-BE49-F238E27FC236}">
                  <a16:creationId xmlns:a16="http://schemas.microsoft.com/office/drawing/2014/main" id="{16C2FBDB-D7D9-4E15-B10A-DAEB018FFB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6" y="3004"/>
              <a:ext cx="24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72" name="Freeform 73">
              <a:extLst>
                <a:ext uri="{FF2B5EF4-FFF2-40B4-BE49-F238E27FC236}">
                  <a16:creationId xmlns:a16="http://schemas.microsoft.com/office/drawing/2014/main" id="{47EDAB0A-DC6C-4AE4-852A-0D43C56D1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3162"/>
              <a:ext cx="124" cy="475"/>
            </a:xfrm>
            <a:custGeom>
              <a:avLst/>
              <a:gdLst>
                <a:gd name="T0" fmla="*/ 0 w 124"/>
                <a:gd name="T1" fmla="*/ 0 h 475"/>
                <a:gd name="T2" fmla="*/ 124 w 124"/>
                <a:gd name="T3" fmla="*/ 0 h 475"/>
                <a:gd name="T4" fmla="*/ 124 w 124"/>
                <a:gd name="T5" fmla="*/ 475 h 4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475">
                  <a:moveTo>
                    <a:pt x="0" y="0"/>
                  </a:moveTo>
                  <a:lnTo>
                    <a:pt x="124" y="0"/>
                  </a:lnTo>
                  <a:lnTo>
                    <a:pt x="124" y="4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73" name="Line 74">
              <a:extLst>
                <a:ext uri="{FF2B5EF4-FFF2-40B4-BE49-F238E27FC236}">
                  <a16:creationId xmlns:a16="http://schemas.microsoft.com/office/drawing/2014/main" id="{CD061611-8875-43D0-965D-06FB4F1471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3" y="3637"/>
              <a:ext cx="1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74" name="Line 75">
              <a:extLst>
                <a:ext uri="{FF2B5EF4-FFF2-40B4-BE49-F238E27FC236}">
                  <a16:creationId xmlns:a16="http://schemas.microsoft.com/office/drawing/2014/main" id="{74DC6514-9C25-4774-B8DC-9736C2040D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6" y="3377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75" name="Text Box 76">
              <a:extLst>
                <a:ext uri="{FF2B5EF4-FFF2-40B4-BE49-F238E27FC236}">
                  <a16:creationId xmlns:a16="http://schemas.microsoft.com/office/drawing/2014/main" id="{2E5B8108-8124-4EF9-8388-364057A76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" y="3015"/>
              <a:ext cx="26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  <p:sp>
          <p:nvSpPr>
            <p:cNvPr id="103476" name="Text Box 77">
              <a:extLst>
                <a:ext uri="{FF2B5EF4-FFF2-40B4-BE49-F238E27FC236}">
                  <a16:creationId xmlns:a16="http://schemas.microsoft.com/office/drawing/2014/main" id="{2E586CEB-60B8-4279-A26A-7391E8E643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1" y="2733"/>
              <a:ext cx="383" cy="250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</p:grpSp>
      <p:grpSp>
        <p:nvGrpSpPr>
          <p:cNvPr id="308302" name="Group 78">
            <a:extLst>
              <a:ext uri="{FF2B5EF4-FFF2-40B4-BE49-F238E27FC236}">
                <a16:creationId xmlns:a16="http://schemas.microsoft.com/office/drawing/2014/main" id="{C82A6FD7-35F5-4A85-BAC6-4FBF323CEAF9}"/>
              </a:ext>
            </a:extLst>
          </p:cNvPr>
          <p:cNvGrpSpPr>
            <a:grpSpLocks/>
          </p:cNvGrpSpPr>
          <p:nvPr/>
        </p:nvGrpSpPr>
        <p:grpSpPr bwMode="auto">
          <a:xfrm>
            <a:off x="6630988" y="5270500"/>
            <a:ext cx="1042987" cy="1292225"/>
            <a:chOff x="4177" y="3320"/>
            <a:chExt cx="657" cy="814"/>
          </a:xfrm>
        </p:grpSpPr>
        <p:sp>
          <p:nvSpPr>
            <p:cNvPr id="103463" name="Line 79">
              <a:extLst>
                <a:ext uri="{FF2B5EF4-FFF2-40B4-BE49-F238E27FC236}">
                  <a16:creationId xmlns:a16="http://schemas.microsoft.com/office/drawing/2014/main" id="{21FCA8CF-E98B-4711-9926-0027B9A59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9" y="3581"/>
              <a:ext cx="0" cy="40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64" name="Freeform 80">
              <a:extLst>
                <a:ext uri="{FF2B5EF4-FFF2-40B4-BE49-F238E27FC236}">
                  <a16:creationId xmlns:a16="http://schemas.microsoft.com/office/drawing/2014/main" id="{64980FCD-07DA-4A8F-A813-5DD16BA2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3569"/>
              <a:ext cx="565" cy="294"/>
            </a:xfrm>
            <a:custGeom>
              <a:avLst/>
              <a:gdLst>
                <a:gd name="T0" fmla="*/ 0 w 565"/>
                <a:gd name="T1" fmla="*/ 58454 h 102"/>
                <a:gd name="T2" fmla="*/ 565 w 565"/>
                <a:gd name="T3" fmla="*/ 58454 h 102"/>
                <a:gd name="T4" fmla="*/ 565 w 565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5" h="102">
                  <a:moveTo>
                    <a:pt x="0" y="102"/>
                  </a:moveTo>
                  <a:lnTo>
                    <a:pt x="565" y="102"/>
                  </a:lnTo>
                  <a:lnTo>
                    <a:pt x="56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65" name="Text Box 81">
              <a:extLst>
                <a:ext uri="{FF2B5EF4-FFF2-40B4-BE49-F238E27FC236}">
                  <a16:creationId xmlns:a16="http://schemas.microsoft.com/office/drawing/2014/main" id="{FDA8A521-925D-4743-BA96-30C8E58F73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7" y="3486"/>
              <a:ext cx="26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  <p:sp>
          <p:nvSpPr>
            <p:cNvPr id="103466" name="Text Box 82">
              <a:extLst>
                <a:ext uri="{FF2B5EF4-FFF2-40B4-BE49-F238E27FC236}">
                  <a16:creationId xmlns:a16="http://schemas.microsoft.com/office/drawing/2014/main" id="{C8B59F64-04DF-4DB3-9456-E7FDABAB94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8" y="3884"/>
              <a:ext cx="383" cy="250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“1”</a:t>
              </a:r>
            </a:p>
          </p:txBody>
        </p:sp>
        <p:sp>
          <p:nvSpPr>
            <p:cNvPr id="103467" name="Freeform 83">
              <a:extLst>
                <a:ext uri="{FF2B5EF4-FFF2-40B4-BE49-F238E27FC236}">
                  <a16:creationId xmlns:a16="http://schemas.microsoft.com/office/drawing/2014/main" id="{98B78328-1B62-447F-BA6F-5050E9A61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569"/>
              <a:ext cx="214" cy="113"/>
            </a:xfrm>
            <a:custGeom>
              <a:avLst/>
              <a:gdLst>
                <a:gd name="T0" fmla="*/ 0 w 214"/>
                <a:gd name="T1" fmla="*/ 0 h 113"/>
                <a:gd name="T2" fmla="*/ 0 w 214"/>
                <a:gd name="T3" fmla="*/ 113 h 113"/>
                <a:gd name="T4" fmla="*/ 214 w 214"/>
                <a:gd name="T5" fmla="*/ 113 h 113"/>
                <a:gd name="T6" fmla="*/ 214 w 214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13">
                  <a:moveTo>
                    <a:pt x="0" y="0"/>
                  </a:moveTo>
                  <a:lnTo>
                    <a:pt x="0" y="113"/>
                  </a:lnTo>
                  <a:lnTo>
                    <a:pt x="214" y="113"/>
                  </a:lnTo>
                  <a:lnTo>
                    <a:pt x="21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68" name="Line 84">
              <a:extLst>
                <a:ext uri="{FF2B5EF4-FFF2-40B4-BE49-F238E27FC236}">
                  <a16:creationId xmlns:a16="http://schemas.microsoft.com/office/drawing/2014/main" id="{87D89CFE-FCD5-4550-AC36-BF2FF6AA92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0" y="3682"/>
              <a:ext cx="0" cy="10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69" name="Line 85">
              <a:extLst>
                <a:ext uri="{FF2B5EF4-FFF2-40B4-BE49-F238E27FC236}">
                  <a16:creationId xmlns:a16="http://schemas.microsoft.com/office/drawing/2014/main" id="{EF689D14-DBD5-414F-AAD7-8361616F6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4" y="3784"/>
              <a:ext cx="1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70" name="Text Box 86">
              <a:extLst>
                <a:ext uri="{FF2B5EF4-FFF2-40B4-BE49-F238E27FC236}">
                  <a16:creationId xmlns:a16="http://schemas.microsoft.com/office/drawing/2014/main" id="{C84DC1A3-6441-481E-85F9-8B0397D73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8" y="3320"/>
              <a:ext cx="26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</p:grpSp>
      <p:grpSp>
        <p:nvGrpSpPr>
          <p:cNvPr id="308311" name="Group 87">
            <a:extLst>
              <a:ext uri="{FF2B5EF4-FFF2-40B4-BE49-F238E27FC236}">
                <a16:creationId xmlns:a16="http://schemas.microsoft.com/office/drawing/2014/main" id="{EE1A504D-A836-428F-A1DE-01D68A590C01}"/>
              </a:ext>
            </a:extLst>
          </p:cNvPr>
          <p:cNvGrpSpPr>
            <a:grpSpLocks/>
          </p:cNvGrpSpPr>
          <p:nvPr/>
        </p:nvGrpSpPr>
        <p:grpSpPr bwMode="auto">
          <a:xfrm>
            <a:off x="4318000" y="3011488"/>
            <a:ext cx="2119313" cy="3389312"/>
            <a:chOff x="2720" y="1897"/>
            <a:chExt cx="1335" cy="2135"/>
          </a:xfrm>
        </p:grpSpPr>
        <p:sp>
          <p:nvSpPr>
            <p:cNvPr id="103456" name="Freeform 88">
              <a:extLst>
                <a:ext uri="{FF2B5EF4-FFF2-40B4-BE49-F238E27FC236}">
                  <a16:creationId xmlns:a16="http://schemas.microsoft.com/office/drawing/2014/main" id="{C8CAFF5A-A769-42E7-B609-BEE6C9C9F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85"/>
              <a:ext cx="350" cy="1219"/>
            </a:xfrm>
            <a:custGeom>
              <a:avLst/>
              <a:gdLst>
                <a:gd name="T0" fmla="*/ 0 w 350"/>
                <a:gd name="T1" fmla="*/ 0 h 1219"/>
                <a:gd name="T2" fmla="*/ 0 w 350"/>
                <a:gd name="T3" fmla="*/ 1219 h 1219"/>
                <a:gd name="T4" fmla="*/ 350 w 350"/>
                <a:gd name="T5" fmla="*/ 1219 h 1219"/>
                <a:gd name="T6" fmla="*/ 350 w 350"/>
                <a:gd name="T7" fmla="*/ 1084 h 1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0" h="1219">
                  <a:moveTo>
                    <a:pt x="0" y="0"/>
                  </a:moveTo>
                  <a:lnTo>
                    <a:pt x="0" y="1219"/>
                  </a:lnTo>
                  <a:lnTo>
                    <a:pt x="350" y="1219"/>
                  </a:lnTo>
                  <a:lnTo>
                    <a:pt x="350" y="108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57" name="Freeform 89">
              <a:extLst>
                <a:ext uri="{FF2B5EF4-FFF2-40B4-BE49-F238E27FC236}">
                  <a16:creationId xmlns:a16="http://schemas.microsoft.com/office/drawing/2014/main" id="{F76E4E59-098A-4FA1-8310-69D474E1C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94"/>
              <a:ext cx="667" cy="1423"/>
            </a:xfrm>
            <a:custGeom>
              <a:avLst/>
              <a:gdLst>
                <a:gd name="T0" fmla="*/ 0 w 667"/>
                <a:gd name="T1" fmla="*/ 0 h 1423"/>
                <a:gd name="T2" fmla="*/ 0 w 667"/>
                <a:gd name="T3" fmla="*/ 1423 h 1423"/>
                <a:gd name="T4" fmla="*/ 667 w 667"/>
                <a:gd name="T5" fmla="*/ 1423 h 1423"/>
                <a:gd name="T6" fmla="*/ 667 w 667"/>
                <a:gd name="T7" fmla="*/ 1175 h 1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7" h="1423">
                  <a:moveTo>
                    <a:pt x="0" y="0"/>
                  </a:moveTo>
                  <a:lnTo>
                    <a:pt x="0" y="1423"/>
                  </a:lnTo>
                  <a:lnTo>
                    <a:pt x="667" y="1423"/>
                  </a:lnTo>
                  <a:lnTo>
                    <a:pt x="667" y="1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58" name="Freeform 90">
              <a:extLst>
                <a:ext uri="{FF2B5EF4-FFF2-40B4-BE49-F238E27FC236}">
                  <a16:creationId xmlns:a16="http://schemas.microsoft.com/office/drawing/2014/main" id="{514A0DEC-BF37-4BF6-9FB0-9654005BD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81"/>
              <a:ext cx="993" cy="1649"/>
            </a:xfrm>
            <a:custGeom>
              <a:avLst/>
              <a:gdLst>
                <a:gd name="T0" fmla="*/ 0 w 993"/>
                <a:gd name="T1" fmla="*/ 0 h 1649"/>
                <a:gd name="T2" fmla="*/ 0 w 993"/>
                <a:gd name="T3" fmla="*/ 1649 h 1649"/>
                <a:gd name="T4" fmla="*/ 993 w 993"/>
                <a:gd name="T5" fmla="*/ 1649 h 1649"/>
                <a:gd name="T6" fmla="*/ 993 w 993"/>
                <a:gd name="T7" fmla="*/ 1277 h 16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3" h="1649">
                  <a:moveTo>
                    <a:pt x="0" y="0"/>
                  </a:moveTo>
                  <a:lnTo>
                    <a:pt x="0" y="1649"/>
                  </a:lnTo>
                  <a:lnTo>
                    <a:pt x="993" y="1649"/>
                  </a:lnTo>
                  <a:lnTo>
                    <a:pt x="993" y="127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59" name="Freeform 91">
              <a:extLst>
                <a:ext uri="{FF2B5EF4-FFF2-40B4-BE49-F238E27FC236}">
                  <a16:creationId xmlns:a16="http://schemas.microsoft.com/office/drawing/2014/main" id="{B7B7D880-1735-4FD7-9D36-5E274C88F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146"/>
              <a:ext cx="1322" cy="1886"/>
            </a:xfrm>
            <a:custGeom>
              <a:avLst/>
              <a:gdLst>
                <a:gd name="T0" fmla="*/ 0 w 1322"/>
                <a:gd name="T1" fmla="*/ 0 h 1886"/>
                <a:gd name="T2" fmla="*/ 0 w 1322"/>
                <a:gd name="T3" fmla="*/ 1886 h 1886"/>
                <a:gd name="T4" fmla="*/ 1322 w 1322"/>
                <a:gd name="T5" fmla="*/ 1886 h 1886"/>
                <a:gd name="T6" fmla="*/ 1322 w 1322"/>
                <a:gd name="T7" fmla="*/ 1412 h 18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2" h="1886">
                  <a:moveTo>
                    <a:pt x="0" y="0"/>
                  </a:moveTo>
                  <a:lnTo>
                    <a:pt x="0" y="1886"/>
                  </a:lnTo>
                  <a:lnTo>
                    <a:pt x="1322" y="1886"/>
                  </a:lnTo>
                  <a:lnTo>
                    <a:pt x="1322" y="141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60" name="Text Box 92">
              <a:extLst>
                <a:ext uri="{FF2B5EF4-FFF2-40B4-BE49-F238E27FC236}">
                  <a16:creationId xmlns:a16="http://schemas.microsoft.com/office/drawing/2014/main" id="{D95B7005-C336-4DCA-A751-138DBBF8FD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20" y="1897"/>
              <a:ext cx="26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  <p:sp>
          <p:nvSpPr>
            <p:cNvPr id="103461" name="Text Box 93">
              <a:extLst>
                <a:ext uri="{FF2B5EF4-FFF2-40B4-BE49-F238E27FC236}">
                  <a16:creationId xmlns:a16="http://schemas.microsoft.com/office/drawing/2014/main" id="{5B03AF34-FDA9-496F-8736-3DAAA85DF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2" y="2033"/>
              <a:ext cx="26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  <p:sp>
          <p:nvSpPr>
            <p:cNvPr id="103462" name="Text Box 94">
              <a:extLst>
                <a:ext uri="{FF2B5EF4-FFF2-40B4-BE49-F238E27FC236}">
                  <a16:creationId xmlns:a16="http://schemas.microsoft.com/office/drawing/2014/main" id="{FD5EEF04-D8B9-4ADF-8DCB-21953DE471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3" y="2124"/>
              <a:ext cx="26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</p:grpSp>
      <p:sp>
        <p:nvSpPr>
          <p:cNvPr id="308319" name="Freeform 95">
            <a:extLst>
              <a:ext uri="{FF2B5EF4-FFF2-40B4-BE49-F238E27FC236}">
                <a16:creationId xmlns:a16="http://schemas.microsoft.com/office/drawing/2014/main" id="{DAFBBCF9-A986-434B-BAD9-44C1F5D2B8FB}"/>
              </a:ext>
            </a:extLst>
          </p:cNvPr>
          <p:cNvSpPr>
            <a:spLocks/>
          </p:cNvSpPr>
          <p:nvPr/>
        </p:nvSpPr>
        <p:spPr bwMode="auto">
          <a:xfrm>
            <a:off x="2312988" y="4356100"/>
            <a:ext cx="3370262" cy="161925"/>
          </a:xfrm>
          <a:custGeom>
            <a:avLst/>
            <a:gdLst>
              <a:gd name="T0" fmla="*/ 2147483647 w 2123"/>
              <a:gd name="T1" fmla="*/ 2147483647 h 226"/>
              <a:gd name="T2" fmla="*/ 2147483647 w 2123"/>
              <a:gd name="T3" fmla="*/ 0 h 226"/>
              <a:gd name="T4" fmla="*/ 0 w 2123"/>
              <a:gd name="T5" fmla="*/ 0 h 22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23" h="226">
                <a:moveTo>
                  <a:pt x="2123" y="226"/>
                </a:moveTo>
                <a:lnTo>
                  <a:pt x="2123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1F08F8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308320" name="Group 96">
            <a:extLst>
              <a:ext uri="{FF2B5EF4-FFF2-40B4-BE49-F238E27FC236}">
                <a16:creationId xmlns:a16="http://schemas.microsoft.com/office/drawing/2014/main" id="{80B9FFF6-6524-4EFD-8625-3D0E27098730}"/>
              </a:ext>
            </a:extLst>
          </p:cNvPr>
          <p:cNvGrpSpPr>
            <a:grpSpLocks/>
          </p:cNvGrpSpPr>
          <p:nvPr/>
        </p:nvGrpSpPr>
        <p:grpSpPr bwMode="auto">
          <a:xfrm>
            <a:off x="1954213" y="2617788"/>
            <a:ext cx="3244850" cy="1898650"/>
            <a:chOff x="1231" y="1649"/>
            <a:chExt cx="2044" cy="1196"/>
          </a:xfrm>
        </p:grpSpPr>
        <p:sp>
          <p:nvSpPr>
            <p:cNvPr id="103452" name="Text Box 97">
              <a:extLst>
                <a:ext uri="{FF2B5EF4-FFF2-40B4-BE49-F238E27FC236}">
                  <a16:creationId xmlns:a16="http://schemas.microsoft.com/office/drawing/2014/main" id="{C1545606-B63F-492A-ACD3-B3956B7E3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0" y="1784"/>
              <a:ext cx="26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  <p:sp>
          <p:nvSpPr>
            <p:cNvPr id="103453" name="Rectangle 98">
              <a:extLst>
                <a:ext uri="{FF2B5EF4-FFF2-40B4-BE49-F238E27FC236}">
                  <a16:creationId xmlns:a16="http://schemas.microsoft.com/office/drawing/2014/main" id="{6B31874A-E28B-4782-892E-4544EB180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2506"/>
              <a:ext cx="215" cy="33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54" name="Freeform 99">
              <a:extLst>
                <a:ext uri="{FF2B5EF4-FFF2-40B4-BE49-F238E27FC236}">
                  <a16:creationId xmlns:a16="http://schemas.microsoft.com/office/drawing/2014/main" id="{45C5E3C2-09F7-4876-80AD-612AB5291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649"/>
              <a:ext cx="1829" cy="960"/>
            </a:xfrm>
            <a:custGeom>
              <a:avLst/>
              <a:gdLst>
                <a:gd name="T0" fmla="*/ 1829 w 1829"/>
                <a:gd name="T1" fmla="*/ 0 h 960"/>
                <a:gd name="T2" fmla="*/ 1208 w 1829"/>
                <a:gd name="T3" fmla="*/ 0 h 960"/>
                <a:gd name="T4" fmla="*/ 1208 w 1829"/>
                <a:gd name="T5" fmla="*/ 960 h 960"/>
                <a:gd name="T6" fmla="*/ 0 w 1829"/>
                <a:gd name="T7" fmla="*/ 960 h 9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9" h="960">
                  <a:moveTo>
                    <a:pt x="1829" y="0"/>
                  </a:moveTo>
                  <a:lnTo>
                    <a:pt x="1208" y="0"/>
                  </a:lnTo>
                  <a:lnTo>
                    <a:pt x="1208" y="960"/>
                  </a:lnTo>
                  <a:lnTo>
                    <a:pt x="0" y="96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55" name="Text Box 100">
              <a:extLst>
                <a:ext uri="{FF2B5EF4-FFF2-40B4-BE49-F238E27FC236}">
                  <a16:creationId xmlns:a16="http://schemas.microsoft.com/office/drawing/2014/main" id="{F9821822-AABE-470A-BE66-173B140B16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1" y="2518"/>
              <a:ext cx="294" cy="192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≥1</a:t>
              </a:r>
            </a:p>
          </p:txBody>
        </p:sp>
      </p:grpSp>
      <p:grpSp>
        <p:nvGrpSpPr>
          <p:cNvPr id="308325" name="Group 101">
            <a:extLst>
              <a:ext uri="{FF2B5EF4-FFF2-40B4-BE49-F238E27FC236}">
                <a16:creationId xmlns:a16="http://schemas.microsoft.com/office/drawing/2014/main" id="{732CD834-27D2-4B4C-9669-C9BBF3E9403E}"/>
              </a:ext>
            </a:extLst>
          </p:cNvPr>
          <p:cNvGrpSpPr>
            <a:grpSpLocks/>
          </p:cNvGrpSpPr>
          <p:nvPr/>
        </p:nvGrpSpPr>
        <p:grpSpPr bwMode="auto">
          <a:xfrm>
            <a:off x="1022350" y="3908425"/>
            <a:ext cx="973138" cy="771525"/>
            <a:chOff x="644" y="2462"/>
            <a:chExt cx="613" cy="486"/>
          </a:xfrm>
          <a:solidFill>
            <a:schemeClr val="bg1"/>
          </a:solidFill>
        </p:grpSpPr>
        <p:sp>
          <p:nvSpPr>
            <p:cNvPr id="103450" name="Rectangle 102">
              <a:extLst>
                <a:ext uri="{FF2B5EF4-FFF2-40B4-BE49-F238E27FC236}">
                  <a16:creationId xmlns:a16="http://schemas.microsoft.com/office/drawing/2014/main" id="{7AA05D40-1F48-4DD7-8EBB-DD577B389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" y="2530"/>
              <a:ext cx="530" cy="418"/>
            </a:xfrm>
            <a:prstGeom prst="rect">
              <a:avLst/>
            </a:prstGeom>
            <a:grp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51" name="Freeform 103">
              <a:extLst>
                <a:ext uri="{FF2B5EF4-FFF2-40B4-BE49-F238E27FC236}">
                  <a16:creationId xmlns:a16="http://schemas.microsoft.com/office/drawing/2014/main" id="{F3D0DB1E-FDCC-4629-BDE3-627C19CD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462"/>
              <a:ext cx="207" cy="203"/>
            </a:xfrm>
            <a:custGeom>
              <a:avLst/>
              <a:gdLst>
                <a:gd name="T0" fmla="*/ 0 w 181"/>
                <a:gd name="T1" fmla="*/ 0 h 203"/>
                <a:gd name="T2" fmla="*/ 0 w 181"/>
                <a:gd name="T3" fmla="*/ 203 h 203"/>
                <a:gd name="T4" fmla="*/ 406 w 181"/>
                <a:gd name="T5" fmla="*/ 203 h 2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203">
                  <a:moveTo>
                    <a:pt x="0" y="0"/>
                  </a:moveTo>
                  <a:lnTo>
                    <a:pt x="0" y="203"/>
                  </a:lnTo>
                  <a:lnTo>
                    <a:pt x="181" y="203"/>
                  </a:lnTo>
                </a:path>
              </a:pathLst>
            </a:custGeom>
            <a:grp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08328" name="Group 104">
            <a:extLst>
              <a:ext uri="{FF2B5EF4-FFF2-40B4-BE49-F238E27FC236}">
                <a16:creationId xmlns:a16="http://schemas.microsoft.com/office/drawing/2014/main" id="{63E3B42B-3F6C-4035-9BCB-47DD01D791B8}"/>
              </a:ext>
            </a:extLst>
          </p:cNvPr>
          <p:cNvGrpSpPr>
            <a:grpSpLocks/>
          </p:cNvGrpSpPr>
          <p:nvPr/>
        </p:nvGrpSpPr>
        <p:grpSpPr bwMode="auto">
          <a:xfrm>
            <a:off x="376238" y="696913"/>
            <a:ext cx="4105275" cy="2154237"/>
            <a:chOff x="237" y="439"/>
            <a:chExt cx="2586" cy="1357"/>
          </a:xfrm>
        </p:grpSpPr>
        <p:sp>
          <p:nvSpPr>
            <p:cNvPr id="103443" name="Text Box 105">
              <a:extLst>
                <a:ext uri="{FF2B5EF4-FFF2-40B4-BE49-F238E27FC236}">
                  <a16:creationId xmlns:a16="http://schemas.microsoft.com/office/drawing/2014/main" id="{C0BF6C56-230D-46D8-AEB3-707A05C6F8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3" y="1277"/>
              <a:ext cx="260" cy="519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4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.</a:t>
              </a:r>
            </a:p>
          </p:txBody>
        </p:sp>
        <p:sp>
          <p:nvSpPr>
            <p:cNvPr id="103444" name="Text Box 106">
              <a:extLst>
                <a:ext uri="{FF2B5EF4-FFF2-40B4-BE49-F238E27FC236}">
                  <a16:creationId xmlns:a16="http://schemas.microsoft.com/office/drawing/2014/main" id="{176C9ED1-7481-4E0F-8F6F-C614ECB7A8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" y="439"/>
              <a:ext cx="450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r>
                <a:rPr kumimoji="1" lang="en-US" altLang="zh-CN" sz="24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4</a:t>
              </a: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rPr>
                <a:t></a:t>
              </a:r>
              <a:endParaRPr kumimoji="1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45" name="Rectangle 107">
              <a:extLst>
                <a:ext uri="{FF2B5EF4-FFF2-40B4-BE49-F238E27FC236}">
                  <a16:creationId xmlns:a16="http://schemas.microsoft.com/office/drawing/2014/main" id="{D5653FA7-AE00-4597-853F-89017CB31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" y="824"/>
              <a:ext cx="373" cy="23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46" name="Text Box 108">
              <a:extLst>
                <a:ext uri="{FF2B5EF4-FFF2-40B4-BE49-F238E27FC236}">
                  <a16:creationId xmlns:a16="http://schemas.microsoft.com/office/drawing/2014/main" id="{8E66C3BE-AD81-42BA-B98A-19546AEC86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" y="802"/>
              <a:ext cx="350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Times New Roman" panose="02020603050405020304" pitchFamily="18" charset="0"/>
                </a:rPr>
                <a:t>≥1</a:t>
              </a:r>
            </a:p>
          </p:txBody>
        </p:sp>
        <p:sp>
          <p:nvSpPr>
            <p:cNvPr id="103447" name="Freeform 109">
              <a:extLst>
                <a:ext uri="{FF2B5EF4-FFF2-40B4-BE49-F238E27FC236}">
                  <a16:creationId xmlns:a16="http://schemas.microsoft.com/office/drawing/2014/main" id="{EDB4B25A-A33E-4AD9-97A4-2AD3ADD5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062"/>
              <a:ext cx="249" cy="508"/>
            </a:xfrm>
            <a:custGeom>
              <a:avLst/>
              <a:gdLst>
                <a:gd name="T0" fmla="*/ 0 w 249"/>
                <a:gd name="T1" fmla="*/ 0 h 508"/>
                <a:gd name="T2" fmla="*/ 0 w 249"/>
                <a:gd name="T3" fmla="*/ 508 h 508"/>
                <a:gd name="T4" fmla="*/ 249 w 249"/>
                <a:gd name="T5" fmla="*/ 508 h 5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508">
                  <a:moveTo>
                    <a:pt x="0" y="0"/>
                  </a:moveTo>
                  <a:lnTo>
                    <a:pt x="0" y="508"/>
                  </a:lnTo>
                  <a:lnTo>
                    <a:pt x="249" y="508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48" name="Freeform 110">
              <a:extLst>
                <a:ext uri="{FF2B5EF4-FFF2-40B4-BE49-F238E27FC236}">
                  <a16:creationId xmlns:a16="http://schemas.microsoft.com/office/drawing/2014/main" id="{5272350E-CEBB-41F7-B7A2-9C55F0B2D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062"/>
              <a:ext cx="2191" cy="587"/>
            </a:xfrm>
            <a:custGeom>
              <a:avLst/>
              <a:gdLst>
                <a:gd name="T0" fmla="*/ 0 w 2191"/>
                <a:gd name="T1" fmla="*/ 0 h 587"/>
                <a:gd name="T2" fmla="*/ 0 w 2191"/>
                <a:gd name="T3" fmla="*/ 90 h 587"/>
                <a:gd name="T4" fmla="*/ 2191 w 2191"/>
                <a:gd name="T5" fmla="*/ 90 h 587"/>
                <a:gd name="T6" fmla="*/ 2191 w 2191"/>
                <a:gd name="T7" fmla="*/ 587 h 5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1" h="587">
                  <a:moveTo>
                    <a:pt x="0" y="0"/>
                  </a:moveTo>
                  <a:lnTo>
                    <a:pt x="0" y="90"/>
                  </a:lnTo>
                  <a:lnTo>
                    <a:pt x="2191" y="90"/>
                  </a:lnTo>
                  <a:lnTo>
                    <a:pt x="2191" y="58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3449" name="Line 111">
              <a:extLst>
                <a:ext uri="{FF2B5EF4-FFF2-40B4-BE49-F238E27FC236}">
                  <a16:creationId xmlns:a16="http://schemas.microsoft.com/office/drawing/2014/main" id="{82DA49AA-420B-46DA-B94B-3B2592FC56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" y="621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03441" name="AutoShape 112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FC1CDBBE-3B15-449F-80D6-2CF7B5E12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000" y="6509575"/>
            <a:ext cx="181822" cy="525401"/>
          </a:xfrm>
          <a:prstGeom prst="actionButtonForwardNext">
            <a:avLst/>
          </a:prstGeom>
          <a:solidFill>
            <a:schemeClr val="bg1"/>
          </a:solidFill>
          <a:ln w="19050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1F08F8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442" name="AutoShape 113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F716ED6-EC0E-43E7-B0EA-5355C16D801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24850" y="6507988"/>
            <a:ext cx="181822" cy="525401"/>
          </a:xfrm>
          <a:prstGeom prst="actionButtonForwardNext">
            <a:avLst/>
          </a:prstGeom>
          <a:solidFill>
            <a:schemeClr val="bg1"/>
          </a:solidFill>
          <a:ln w="19050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000" tIns="46800" rIns="90000" bIns="4680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1F08F8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263133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8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8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308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8" dur="500"/>
                                        <p:tgtEl>
                                          <p:spTgt spid="308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308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308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3" dur="500"/>
                                        <p:tgtEl>
                                          <p:spTgt spid="308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8" dur="500"/>
                                        <p:tgtEl>
                                          <p:spTgt spid="308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3" dur="500"/>
                                        <p:tgtEl>
                                          <p:spTgt spid="308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48" dur="500"/>
                                        <p:tgtEl>
                                          <p:spTgt spid="308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3" dur="500"/>
                                        <p:tgtEl>
                                          <p:spTgt spid="308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308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308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500"/>
                                        <p:tgtEl>
                                          <p:spTgt spid="308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308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08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8226" grpId="0" autoUpdateAnimBg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>
            <a:extLst>
              <a:ext uri="{FF2B5EF4-FFF2-40B4-BE49-F238E27FC236}">
                <a16:creationId xmlns:a16="http://schemas.microsoft.com/office/drawing/2014/main" id="{6AECFF7E-BE24-42C0-A204-84CAFAFA15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55588" y="250825"/>
            <a:ext cx="7073900" cy="496888"/>
          </a:xfrm>
          <a:ln>
            <a:noFill/>
          </a:ln>
        </p:spPr>
        <p:txBody>
          <a:bodyPr/>
          <a:lstStyle/>
          <a:p>
            <a:pPr algn="l" eaLnBrk="1" hangingPunct="1">
              <a:defRPr/>
            </a:pPr>
            <a:r>
              <a:rPr lang="en-US" altLang="zh-CN" sz="3200" b="1" dirty="0">
                <a:solidFill>
                  <a:srgbClr val="1F08F8"/>
                </a:solidFill>
              </a:rPr>
              <a:t>§3—5   </a:t>
            </a:r>
            <a:r>
              <a:rPr lang="zh-CN" altLang="en-US" sz="3200" b="1" dirty="0">
                <a:solidFill>
                  <a:srgbClr val="1F08F8"/>
                </a:solidFill>
                <a:latin typeface="楷体_GB2312" pitchFamily="49" charset="-122"/>
              </a:rPr>
              <a:t>竞争与冒险</a:t>
            </a:r>
          </a:p>
        </p:txBody>
      </p:sp>
      <p:sp>
        <p:nvSpPr>
          <p:cNvPr id="130052" name="Text Box 4">
            <a:extLst>
              <a:ext uri="{FF2B5EF4-FFF2-40B4-BE49-F238E27FC236}">
                <a16:creationId xmlns:a16="http://schemas.microsoft.com/office/drawing/2014/main" id="{1DDE8D5E-B6A7-4A69-8991-05E654242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775" y="1017588"/>
            <a:ext cx="8620125" cy="1160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信号经不同路径到达会合点有先有后称为“竞争”。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产生错误输出的现象称为“冒险”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(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险象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)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。 </a:t>
            </a:r>
          </a:p>
        </p:txBody>
      </p:sp>
      <p:sp>
        <p:nvSpPr>
          <p:cNvPr id="130127" name="Text Box 79">
            <a:extLst>
              <a:ext uri="{FF2B5EF4-FFF2-40B4-BE49-F238E27FC236}">
                <a16:creationId xmlns:a16="http://schemas.microsoft.com/office/drawing/2014/main" id="{0BEA1D35-F423-4BE2-AFE7-D5AF03419F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5488" y="4937125"/>
            <a:ext cx="172878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正向</a:t>
            </a:r>
            <a:r>
              <a:rPr kumimoji="0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尖峰</a:t>
            </a:r>
          </a:p>
        </p:txBody>
      </p:sp>
      <p:sp>
        <p:nvSpPr>
          <p:cNvPr id="130129" name="AutoShape 81">
            <a:extLst>
              <a:ext uri="{FF2B5EF4-FFF2-40B4-BE49-F238E27FC236}">
                <a16:creationId xmlns:a16="http://schemas.microsoft.com/office/drawing/2014/main" id="{7AE41B97-34CF-4178-ACBF-244D0080E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1550" y="4970463"/>
            <a:ext cx="576263" cy="504825"/>
          </a:xfrm>
          <a:prstGeom prst="rightArrow">
            <a:avLst>
              <a:gd name="adj1" fmla="val 50000"/>
              <a:gd name="adj2" fmla="val 28538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30137" name="Group 89">
            <a:extLst>
              <a:ext uri="{FF2B5EF4-FFF2-40B4-BE49-F238E27FC236}">
                <a16:creationId xmlns:a16="http://schemas.microsoft.com/office/drawing/2014/main" id="{B0255514-539C-4272-9568-D46A031E80A2}"/>
              </a:ext>
            </a:extLst>
          </p:cNvPr>
          <p:cNvGrpSpPr>
            <a:grpSpLocks/>
          </p:cNvGrpSpPr>
          <p:nvPr/>
        </p:nvGrpSpPr>
        <p:grpSpPr bwMode="auto">
          <a:xfrm>
            <a:off x="3011488" y="2584450"/>
            <a:ext cx="2081212" cy="1074738"/>
            <a:chOff x="2270" y="1309"/>
            <a:chExt cx="1311" cy="677"/>
          </a:xfrm>
        </p:grpSpPr>
        <p:sp>
          <p:nvSpPr>
            <p:cNvPr id="106528" name="Text Box 86">
              <a:extLst>
                <a:ext uri="{FF2B5EF4-FFF2-40B4-BE49-F238E27FC236}">
                  <a16:creationId xmlns:a16="http://schemas.microsoft.com/office/drawing/2014/main" id="{2FD460E6-0A38-4FC1-9D08-92F095CD24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0" y="1309"/>
              <a:ext cx="1311" cy="677"/>
            </a:xfrm>
            <a:prstGeom prst="rect">
              <a:avLst/>
            </a:prstGeom>
            <a:noFill/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理想情况：</a:t>
              </a:r>
            </a:p>
            <a:p>
              <a:pPr marL="0" marR="0" lvl="0" indent="0" algn="l" defTabSz="914400" rtl="0" eaLnBrk="1" fontAlgn="base" latinLnBrk="0" hangingPunct="1">
                <a:lnSpc>
                  <a:spcPct val="8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＝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 </a:t>
              </a: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＝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endParaRPr kumimoji="1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6529" name="Line 87">
              <a:extLst>
                <a:ext uri="{FF2B5EF4-FFF2-40B4-BE49-F238E27FC236}">
                  <a16:creationId xmlns:a16="http://schemas.microsoft.com/office/drawing/2014/main" id="{4DAF0162-B116-46E6-BB25-CCFB576BF0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" y="1728"/>
              <a:ext cx="102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6530" name="Line 88">
              <a:extLst>
                <a:ext uri="{FF2B5EF4-FFF2-40B4-BE49-F238E27FC236}">
                  <a16:creationId xmlns:a16="http://schemas.microsoft.com/office/drawing/2014/main" id="{D44E9464-62D6-4472-8322-495F9DC1DE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3" y="1683"/>
              <a:ext cx="31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30139" name="Text Box 91">
            <a:extLst>
              <a:ext uri="{FF2B5EF4-FFF2-40B4-BE49-F238E27FC236}">
                <a16:creationId xmlns:a16="http://schemas.microsoft.com/office/drawing/2014/main" id="{508913C6-8E24-4D77-94BB-A6F7F6FBBA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1875" y="2816225"/>
            <a:ext cx="1703388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负向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ahoma" panose="020B0604030504040204" pitchFamily="34" charset="0"/>
                <a:ea typeface="宋体" panose="02010600030101010101" pitchFamily="2" charset="-122"/>
                <a:cs typeface="+mn-cs"/>
              </a:rPr>
              <a:t>尖峰</a:t>
            </a:r>
            <a:endParaRPr kumimoji="1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1F08F8"/>
              </a:solidFill>
              <a:effectLst/>
              <a:uLnTx/>
              <a:uFillTx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30148" name="Group 100">
            <a:extLst>
              <a:ext uri="{FF2B5EF4-FFF2-40B4-BE49-F238E27FC236}">
                <a16:creationId xmlns:a16="http://schemas.microsoft.com/office/drawing/2014/main" id="{8B5B49BE-214C-401D-8091-3D84B74FF0B6}"/>
              </a:ext>
            </a:extLst>
          </p:cNvPr>
          <p:cNvGrpSpPr>
            <a:grpSpLocks/>
          </p:cNvGrpSpPr>
          <p:nvPr/>
        </p:nvGrpSpPr>
        <p:grpSpPr bwMode="auto">
          <a:xfrm>
            <a:off x="5073650" y="2462213"/>
            <a:ext cx="2305050" cy="1497012"/>
            <a:chOff x="3196" y="1551"/>
            <a:chExt cx="1452" cy="943"/>
          </a:xfrm>
        </p:grpSpPr>
        <p:graphicFrame>
          <p:nvGraphicFramePr>
            <p:cNvPr id="106525" name="Object 75">
              <a:extLst>
                <a:ext uri="{FF2B5EF4-FFF2-40B4-BE49-F238E27FC236}">
                  <a16:creationId xmlns:a16="http://schemas.microsoft.com/office/drawing/2014/main" id="{76E2E999-1654-46D0-9082-DE11D42BBD6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196" y="1551"/>
            <a:ext cx="1452" cy="94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850" name="位图图像" r:id="rId3" imgW="1276190" imgH="828791" progId="Paint.Picture">
                    <p:embed/>
                  </p:oleObj>
                </mc:Choice>
                <mc:Fallback>
                  <p:oleObj name="位图图像" r:id="rId3" imgW="1276190" imgH="828791" progId="Paint.Picture">
                    <p:embed/>
                    <p:pic>
                      <p:nvPicPr>
                        <p:cNvPr id="106525" name="Object 75">
                          <a:extLst>
                            <a:ext uri="{FF2B5EF4-FFF2-40B4-BE49-F238E27FC236}">
                              <a16:creationId xmlns:a16="http://schemas.microsoft.com/office/drawing/2014/main" id="{76E2E999-1654-46D0-9082-DE11D42BBD6C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96" y="1551"/>
                          <a:ext cx="1452" cy="94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6526" name="Rectangle 93">
              <a:extLst>
                <a:ext uri="{FF2B5EF4-FFF2-40B4-BE49-F238E27FC236}">
                  <a16:creationId xmlns:a16="http://schemas.microsoft.com/office/drawing/2014/main" id="{CFA9908B-2498-46A7-8C71-2DAB25284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123"/>
              <a:ext cx="135" cy="169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6527" name="Text Box 96">
              <a:extLst>
                <a:ext uri="{FF2B5EF4-FFF2-40B4-BE49-F238E27FC236}">
                  <a16:creationId xmlns:a16="http://schemas.microsoft.com/office/drawing/2014/main" id="{7627FF2A-42AC-498C-BC41-ECFC537101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8" y="2145"/>
              <a:ext cx="40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</p:grpSp>
      <p:grpSp>
        <p:nvGrpSpPr>
          <p:cNvPr id="130150" name="Group 102">
            <a:extLst>
              <a:ext uri="{FF2B5EF4-FFF2-40B4-BE49-F238E27FC236}">
                <a16:creationId xmlns:a16="http://schemas.microsoft.com/office/drawing/2014/main" id="{78970F2A-B617-4836-83F3-354F88C0A452}"/>
              </a:ext>
            </a:extLst>
          </p:cNvPr>
          <p:cNvGrpSpPr>
            <a:grpSpLocks/>
          </p:cNvGrpSpPr>
          <p:nvPr/>
        </p:nvGrpSpPr>
        <p:grpSpPr bwMode="auto">
          <a:xfrm>
            <a:off x="4303713" y="4433888"/>
            <a:ext cx="2698750" cy="1743075"/>
            <a:chOff x="2711" y="2793"/>
            <a:chExt cx="1700" cy="1098"/>
          </a:xfrm>
        </p:grpSpPr>
        <p:graphicFrame>
          <p:nvGraphicFramePr>
            <p:cNvPr id="106522" name="Object 77">
              <a:extLst>
                <a:ext uri="{FF2B5EF4-FFF2-40B4-BE49-F238E27FC236}">
                  <a16:creationId xmlns:a16="http://schemas.microsoft.com/office/drawing/2014/main" id="{F6BEAB6E-E4D8-4400-A67A-255F4EDE6734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711" y="2793"/>
            <a:ext cx="1700" cy="109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851" name="位图图像" r:id="rId5" imgW="1305107" imgH="895238" progId="Paint.Picture">
                    <p:embed/>
                  </p:oleObj>
                </mc:Choice>
                <mc:Fallback>
                  <p:oleObj name="位图图像" r:id="rId5" imgW="1305107" imgH="895238" progId="Paint.Picture">
                    <p:embed/>
                    <p:pic>
                      <p:nvPicPr>
                        <p:cNvPr id="106522" name="Object 77">
                          <a:extLst>
                            <a:ext uri="{FF2B5EF4-FFF2-40B4-BE49-F238E27FC236}">
                              <a16:creationId xmlns:a16="http://schemas.microsoft.com/office/drawing/2014/main" id="{F6BEAB6E-E4D8-4400-A67A-255F4EDE6734}"/>
                            </a:ext>
                          </a:extLst>
                        </p:cNvPr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11" y="2793"/>
                          <a:ext cx="1700" cy="109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6523" name="Rectangle 94">
              <a:extLst>
                <a:ext uri="{FF2B5EF4-FFF2-40B4-BE49-F238E27FC236}">
                  <a16:creationId xmlns:a16="http://schemas.microsoft.com/office/drawing/2014/main" id="{CF0FE759-BDC3-42C9-A4F7-2C17B1714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3670"/>
              <a:ext cx="135" cy="169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6524" name="Text Box 98">
              <a:extLst>
                <a:ext uri="{FF2B5EF4-FFF2-40B4-BE49-F238E27FC236}">
                  <a16:creationId xmlns:a16="http://schemas.microsoft.com/office/drawing/2014/main" id="{869E3394-7F67-49CD-BE49-16038002AF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7" y="3567"/>
              <a:ext cx="40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</a:t>
              </a:r>
              <a:r>
                <a:rPr kumimoji="1" lang="en-US" altLang="zh-CN" sz="2400" b="1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</a:t>
              </a:r>
            </a:p>
          </p:txBody>
        </p:sp>
      </p:grpSp>
      <p:grpSp>
        <p:nvGrpSpPr>
          <p:cNvPr id="130161" name="Group 113">
            <a:extLst>
              <a:ext uri="{FF2B5EF4-FFF2-40B4-BE49-F238E27FC236}">
                <a16:creationId xmlns:a16="http://schemas.microsoft.com/office/drawing/2014/main" id="{E6E9F892-5E73-45BF-A7A0-43FF4E0B9230}"/>
              </a:ext>
            </a:extLst>
          </p:cNvPr>
          <p:cNvGrpSpPr>
            <a:grpSpLocks/>
          </p:cNvGrpSpPr>
          <p:nvPr/>
        </p:nvGrpSpPr>
        <p:grpSpPr bwMode="auto">
          <a:xfrm>
            <a:off x="219075" y="2555875"/>
            <a:ext cx="2919413" cy="1165225"/>
            <a:chOff x="138" y="1610"/>
            <a:chExt cx="1839" cy="734"/>
          </a:xfrm>
        </p:grpSpPr>
        <p:grpSp>
          <p:nvGrpSpPr>
            <p:cNvPr id="106516" name="Group 99">
              <a:extLst>
                <a:ext uri="{FF2B5EF4-FFF2-40B4-BE49-F238E27FC236}">
                  <a16:creationId xmlns:a16="http://schemas.microsoft.com/office/drawing/2014/main" id="{F4B6F51E-279D-42E9-ADAA-DB7A8701B1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" y="1610"/>
              <a:ext cx="1839" cy="734"/>
              <a:chOff x="138" y="1610"/>
              <a:chExt cx="1839" cy="734"/>
            </a:xfrm>
          </p:grpSpPr>
          <p:graphicFrame>
            <p:nvGraphicFramePr>
              <p:cNvPr id="106519" name="Object 74">
                <a:extLst>
                  <a:ext uri="{FF2B5EF4-FFF2-40B4-BE49-F238E27FC236}">
                    <a16:creationId xmlns:a16="http://schemas.microsoft.com/office/drawing/2014/main" id="{34562F28-559C-4E43-B61C-C1653B1AE797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38" y="1610"/>
              <a:ext cx="1780" cy="73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6852" name="位图图像" r:id="rId7" imgW="1495634" imgH="552527" progId="Paint.Picture">
                      <p:embed/>
                    </p:oleObj>
                  </mc:Choice>
                  <mc:Fallback>
                    <p:oleObj name="位图图像" r:id="rId7" imgW="1495634" imgH="552527" progId="Paint.Picture">
                      <p:embed/>
                      <p:pic>
                        <p:nvPicPr>
                          <p:cNvPr id="106519" name="Object 74">
                            <a:extLst>
                              <a:ext uri="{FF2B5EF4-FFF2-40B4-BE49-F238E27FC236}">
                                <a16:creationId xmlns:a16="http://schemas.microsoft.com/office/drawing/2014/main" id="{34562F28-559C-4E43-B61C-C1653B1AE797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38" y="1610"/>
                            <a:ext cx="1780" cy="73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06520" name="Rectangle 92">
                <a:extLst>
                  <a:ext uri="{FF2B5EF4-FFF2-40B4-BE49-F238E27FC236}">
                    <a16:creationId xmlns:a16="http://schemas.microsoft.com/office/drawing/2014/main" id="{3F4B4A72-2C3B-42E8-B996-91DD51333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1728"/>
                <a:ext cx="135" cy="169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6521" name="Text Box 95">
                <a:extLst>
                  <a:ext uri="{FF2B5EF4-FFF2-40B4-BE49-F238E27FC236}">
                    <a16:creationId xmlns:a16="http://schemas.microsoft.com/office/drawing/2014/main" id="{4AA227B3-4CB3-4A3B-919B-07B13B3F73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70" y="1705"/>
                <a:ext cx="40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</p:grpSp>
        <p:sp>
          <p:nvSpPr>
            <p:cNvPr id="106517" name="Text Box 106">
              <a:extLst>
                <a:ext uri="{FF2B5EF4-FFF2-40B4-BE49-F238E27FC236}">
                  <a16:creationId xmlns:a16="http://schemas.microsoft.com/office/drawing/2014/main" id="{6C33DC41-9550-410E-B17C-E41D51E05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0" y="1945"/>
              <a:ext cx="27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6518" name="Text Box 110">
              <a:extLst>
                <a:ext uri="{FF2B5EF4-FFF2-40B4-BE49-F238E27FC236}">
                  <a16:creationId xmlns:a16="http://schemas.microsoft.com/office/drawing/2014/main" id="{B4C2C3EA-0B15-496B-9F88-D79E228CC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73" y="1695"/>
              <a:ext cx="27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  <p:grpSp>
        <p:nvGrpSpPr>
          <p:cNvPr id="130162" name="Group 114">
            <a:extLst>
              <a:ext uri="{FF2B5EF4-FFF2-40B4-BE49-F238E27FC236}">
                <a16:creationId xmlns:a16="http://schemas.microsoft.com/office/drawing/2014/main" id="{B82E5117-9C30-4377-932F-695B4F98B8B2}"/>
              </a:ext>
            </a:extLst>
          </p:cNvPr>
          <p:cNvGrpSpPr>
            <a:grpSpLocks/>
          </p:cNvGrpSpPr>
          <p:nvPr/>
        </p:nvGrpSpPr>
        <p:grpSpPr bwMode="auto">
          <a:xfrm>
            <a:off x="247650" y="4503738"/>
            <a:ext cx="3070225" cy="1535112"/>
            <a:chOff x="156" y="2837"/>
            <a:chExt cx="1934" cy="967"/>
          </a:xfrm>
        </p:grpSpPr>
        <p:grpSp>
          <p:nvGrpSpPr>
            <p:cNvPr id="106508" name="Group 101">
              <a:extLst>
                <a:ext uri="{FF2B5EF4-FFF2-40B4-BE49-F238E27FC236}">
                  <a16:creationId xmlns:a16="http://schemas.microsoft.com/office/drawing/2014/main" id="{F646417F-4135-496E-ADCE-7019F1BF1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" y="2837"/>
              <a:ext cx="1934" cy="967"/>
              <a:chOff x="156" y="2837"/>
              <a:chExt cx="1934" cy="967"/>
            </a:xfrm>
          </p:grpSpPr>
          <p:graphicFrame>
            <p:nvGraphicFramePr>
              <p:cNvPr id="106514" name="Object 76">
                <a:extLst>
                  <a:ext uri="{FF2B5EF4-FFF2-40B4-BE49-F238E27FC236}">
                    <a16:creationId xmlns:a16="http://schemas.microsoft.com/office/drawing/2014/main" id="{E600C592-BD6B-4D83-8D24-E591C98EA364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156" y="2837"/>
              <a:ext cx="1897" cy="96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6853" name="位图图像" r:id="rId9" imgW="1428949" imgH="581106" progId="Paint.Picture">
                      <p:embed/>
                    </p:oleObj>
                  </mc:Choice>
                  <mc:Fallback>
                    <p:oleObj name="位图图像" r:id="rId9" imgW="1428949" imgH="581106" progId="Paint.Picture">
                      <p:embed/>
                      <p:pic>
                        <p:nvPicPr>
                          <p:cNvPr id="106514" name="Object 76">
                            <a:extLst>
                              <a:ext uri="{FF2B5EF4-FFF2-40B4-BE49-F238E27FC236}">
                                <a16:creationId xmlns:a16="http://schemas.microsoft.com/office/drawing/2014/main" id="{E600C592-BD6B-4D83-8D24-E591C98EA364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56" y="2837"/>
                            <a:ext cx="1897" cy="96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06515" name="Text Box 97">
                <a:extLst>
                  <a:ext uri="{FF2B5EF4-FFF2-40B4-BE49-F238E27FC236}">
                    <a16:creationId xmlns:a16="http://schemas.microsoft.com/office/drawing/2014/main" id="{4A4A959A-27C0-4E3E-B521-E3C6F3EDF9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83" y="2991"/>
                <a:ext cx="40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</p:grpSp>
        <p:sp>
          <p:nvSpPr>
            <p:cNvPr id="106509" name="Text Box 108">
              <a:extLst>
                <a:ext uri="{FF2B5EF4-FFF2-40B4-BE49-F238E27FC236}">
                  <a16:creationId xmlns:a16="http://schemas.microsoft.com/office/drawing/2014/main" id="{AB33CFEA-1EED-4E6D-B7E4-FB02C45E6C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" y="3217"/>
              <a:ext cx="27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</a:p>
          </p:txBody>
        </p:sp>
        <p:sp>
          <p:nvSpPr>
            <p:cNvPr id="106510" name="Rectangle 109">
              <a:extLst>
                <a:ext uri="{FF2B5EF4-FFF2-40B4-BE49-F238E27FC236}">
                  <a16:creationId xmlns:a16="http://schemas.microsoft.com/office/drawing/2014/main" id="{3C55AD89-B7DD-4CDC-B80C-3DFD46B48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3239"/>
              <a:ext cx="174" cy="18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grpSp>
          <p:nvGrpSpPr>
            <p:cNvPr id="106511" name="Group 112">
              <a:extLst>
                <a:ext uri="{FF2B5EF4-FFF2-40B4-BE49-F238E27FC236}">
                  <a16:creationId xmlns:a16="http://schemas.microsoft.com/office/drawing/2014/main" id="{4422902E-FE53-4C95-A12C-B14148D3A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3184"/>
              <a:ext cx="272" cy="231"/>
              <a:chOff x="293" y="3380"/>
              <a:chExt cx="272" cy="231"/>
            </a:xfrm>
          </p:grpSpPr>
          <p:sp>
            <p:nvSpPr>
              <p:cNvPr id="106512" name="Text Box 105">
                <a:extLst>
                  <a:ext uri="{FF2B5EF4-FFF2-40B4-BE49-F238E27FC236}">
                    <a16:creationId xmlns:a16="http://schemas.microsoft.com/office/drawing/2014/main" id="{D8EC0E37-7E0D-44C3-901C-31F4B180CF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" y="3380"/>
                <a:ext cx="27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&gt;1</a:t>
                </a:r>
              </a:p>
            </p:txBody>
          </p:sp>
          <p:sp>
            <p:nvSpPr>
              <p:cNvPr id="106513" name="Line 111">
                <a:extLst>
                  <a:ext uri="{FF2B5EF4-FFF2-40B4-BE49-F238E27FC236}">
                    <a16:creationId xmlns:a16="http://schemas.microsoft.com/office/drawing/2014/main" id="{1AB79737-7EBE-4F10-B885-860662D72A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7" y="3521"/>
                <a:ext cx="87" cy="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7391874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130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0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0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0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" dur="500"/>
                                        <p:tgtEl>
                                          <p:spTgt spid="130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0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0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8" dur="500"/>
                                        <p:tgtEl>
                                          <p:spTgt spid="130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30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7" dur="500"/>
                                        <p:tgtEl>
                                          <p:spTgt spid="130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0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0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050" grpId="0" autoUpdateAnimBg="0"/>
      <p:bldP spid="130052" grpId="0" autoUpdateAnimBg="0"/>
      <p:bldP spid="130127" grpId="0" autoUpdateAnimBg="0"/>
      <p:bldP spid="130129" grpId="0" animBg="1"/>
      <p:bldP spid="130139" grpId="0" autoUpdateAnimBg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>
            <a:extLst>
              <a:ext uri="{FF2B5EF4-FFF2-40B4-BE49-F238E27FC236}">
                <a16:creationId xmlns:a16="http://schemas.microsoft.com/office/drawing/2014/main" id="{15CC889D-7BDB-4DD6-B446-F259196027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27025" y="41275"/>
            <a:ext cx="2876550" cy="461963"/>
          </a:xfrm>
        </p:spPr>
        <p:txBody>
          <a:bodyPr/>
          <a:lstStyle/>
          <a:p>
            <a:pPr algn="l" eaLnBrk="1" hangingPunct="1">
              <a:defRPr/>
            </a:pPr>
            <a:r>
              <a:rPr lang="zh-CN" altLang="en-US" sz="2800" b="1" dirty="0">
                <a:solidFill>
                  <a:srgbClr val="1F08F8"/>
                </a:solidFill>
              </a:rPr>
              <a:t>一、冒险的类型</a:t>
            </a:r>
          </a:p>
        </p:txBody>
      </p:sp>
      <p:sp>
        <p:nvSpPr>
          <p:cNvPr id="131076" name="Text Box 4">
            <a:extLst>
              <a:ext uri="{FF2B5EF4-FFF2-40B4-BE49-F238E27FC236}">
                <a16:creationId xmlns:a16="http://schemas.microsoft.com/office/drawing/2014/main" id="{0C93BFA4-D58A-43D4-8000-9615233DB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188" y="581025"/>
            <a:ext cx="21526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型险象</a:t>
            </a:r>
          </a:p>
        </p:txBody>
      </p:sp>
      <p:sp>
        <p:nvSpPr>
          <p:cNvPr id="131077" name="Text Box 5">
            <a:extLst>
              <a:ext uri="{FF2B5EF4-FFF2-40B4-BE49-F238E27FC236}">
                <a16:creationId xmlns:a16="http://schemas.microsoft.com/office/drawing/2014/main" id="{F9ADA459-599F-4271-B658-EF9B814A65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363" y="1100138"/>
            <a:ext cx="8550275" cy="1074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在一瞬间输出出现了一个不应该有的负脉冲，这</a:t>
            </a:r>
          </a:p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个负脉冲就称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0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型险象。</a:t>
            </a:r>
          </a:p>
        </p:txBody>
      </p:sp>
      <p:sp>
        <p:nvSpPr>
          <p:cNvPr id="131078" name="Text Box 6">
            <a:extLst>
              <a:ext uri="{FF2B5EF4-FFF2-40B4-BE49-F238E27FC236}">
                <a16:creationId xmlns:a16="http://schemas.microsoft.com/office/drawing/2014/main" id="{8E141D75-CEC0-46E2-A1D2-A10CBCB00C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600" y="2282825"/>
            <a:ext cx="21526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型险象</a:t>
            </a:r>
          </a:p>
        </p:txBody>
      </p:sp>
      <p:sp>
        <p:nvSpPr>
          <p:cNvPr id="131079" name="Text Box 7">
            <a:extLst>
              <a:ext uri="{FF2B5EF4-FFF2-40B4-BE49-F238E27FC236}">
                <a16:creationId xmlns:a16="http://schemas.microsoft.com/office/drawing/2014/main" id="{55D0EDE5-F6D4-46A1-A470-FC59E2B79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" y="2803525"/>
            <a:ext cx="8550275" cy="1074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在一瞬间输出出现了一个不应该有的正脉冲，这</a:t>
            </a:r>
          </a:p>
          <a:p>
            <a:pPr marL="0" marR="0" lvl="0" indent="0" algn="l" defTabSz="914400" rtl="0" eaLnBrk="1" fontAlgn="base" latinLnBrk="0" hangingPunct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个正脉冲就称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型险象。</a:t>
            </a:r>
          </a:p>
        </p:txBody>
      </p:sp>
      <p:sp>
        <p:nvSpPr>
          <p:cNvPr id="131080" name="Rectangle 8">
            <a:extLst>
              <a:ext uri="{FF2B5EF4-FFF2-40B4-BE49-F238E27FC236}">
                <a16:creationId xmlns:a16="http://schemas.microsoft.com/office/drawing/2014/main" id="{B9C4DF91-CD2F-4E77-AD9B-80D49ABAB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513" y="3902075"/>
            <a:ext cx="2876550" cy="461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1F08F8"/>
                </a:solidFill>
                <a:uLnTx/>
                <a:uFillTx/>
                <a:latin typeface="Times New Roman" pitchFamily="18" charset="0"/>
                <a:ea typeface="宋体" pitchFamily="2" charset="-122"/>
                <a:cs typeface="+mn-cs"/>
              </a:rPr>
              <a:t>二、冒险的判别</a:t>
            </a:r>
          </a:p>
        </p:txBody>
      </p:sp>
      <p:sp>
        <p:nvSpPr>
          <p:cNvPr id="131081" name="Text Box 9">
            <a:extLst>
              <a:ext uri="{FF2B5EF4-FFF2-40B4-BE49-F238E27FC236}">
                <a16:creationId xmlns:a16="http://schemas.microsoft.com/office/drawing/2014/main" id="{D0A3A366-EB09-4A83-B12B-6B53184FCC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4383088"/>
            <a:ext cx="186372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代数法</a:t>
            </a:r>
          </a:p>
        </p:txBody>
      </p:sp>
      <p:grpSp>
        <p:nvGrpSpPr>
          <p:cNvPr id="131092" name="Group 20">
            <a:extLst>
              <a:ext uri="{FF2B5EF4-FFF2-40B4-BE49-F238E27FC236}">
                <a16:creationId xmlns:a16="http://schemas.microsoft.com/office/drawing/2014/main" id="{52883EFD-E1E1-4142-BCD0-7BE201A14A7A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4892675"/>
            <a:ext cx="8991600" cy="1630363"/>
            <a:chOff x="96" y="3082"/>
            <a:chExt cx="5664" cy="1027"/>
          </a:xfrm>
        </p:grpSpPr>
        <p:sp>
          <p:nvSpPr>
            <p:cNvPr id="107530" name="Text Box 11">
              <a:extLst>
                <a:ext uri="{FF2B5EF4-FFF2-40B4-BE49-F238E27FC236}">
                  <a16:creationId xmlns:a16="http://schemas.microsoft.com/office/drawing/2014/main" id="{57EF87C5-79B3-4783-96F9-E3F582037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" y="3082"/>
              <a:ext cx="5664" cy="10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若电路的输出逻辑函数表达式在某个条件下最后能</a:t>
              </a:r>
            </a:p>
            <a:p>
              <a:pPr marL="0" marR="0" lvl="0" indent="0" algn="l" defTabSz="914400" rtl="0" eaLnBrk="1" fontAlgn="base" latinLnBrk="0" hangingPunct="1">
                <a:lnSpc>
                  <a:spcPct val="8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出现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A+A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或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AA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的形式，说明该电路存在险象。 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A+A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的</a:t>
              </a:r>
            </a:p>
            <a:p>
              <a:pPr marL="0" marR="0" lvl="0" indent="0" algn="l" defTabSz="914400" rtl="0" eaLnBrk="1" fontAlgn="base" latinLnBrk="0" hangingPunct="1">
                <a:lnSpc>
                  <a:spcPct val="8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形式为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型险象，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AA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的形式为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型险象。</a:t>
              </a:r>
            </a:p>
          </p:txBody>
        </p:sp>
        <p:sp>
          <p:nvSpPr>
            <p:cNvPr id="107531" name="Line 16">
              <a:extLst>
                <a:ext uri="{FF2B5EF4-FFF2-40B4-BE49-F238E27FC236}">
                  <a16:creationId xmlns:a16="http://schemas.microsoft.com/office/drawing/2014/main" id="{F2A88725-55E5-4F1A-A7D1-DDBB13141B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3501"/>
              <a:ext cx="9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7532" name="Line 17">
              <a:extLst>
                <a:ext uri="{FF2B5EF4-FFF2-40B4-BE49-F238E27FC236}">
                  <a16:creationId xmlns:a16="http://schemas.microsoft.com/office/drawing/2014/main" id="{E6F2058C-2285-4FB0-A2CE-1389499BAF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0" y="3501"/>
              <a:ext cx="1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7533" name="Line 18">
              <a:extLst>
                <a:ext uri="{FF2B5EF4-FFF2-40B4-BE49-F238E27FC236}">
                  <a16:creationId xmlns:a16="http://schemas.microsoft.com/office/drawing/2014/main" id="{EBEF87A6-7CEA-422D-806C-08E8A665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8" y="3501"/>
              <a:ext cx="1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7534" name="Line 19">
              <a:extLst>
                <a:ext uri="{FF2B5EF4-FFF2-40B4-BE49-F238E27FC236}">
                  <a16:creationId xmlns:a16="http://schemas.microsoft.com/office/drawing/2014/main" id="{78A776EA-5617-4928-90FB-C70D71797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6" y="3840"/>
              <a:ext cx="1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8324538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10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10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1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1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10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10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1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1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10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10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10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10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10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10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1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074" grpId="0" autoUpdateAnimBg="0"/>
      <p:bldP spid="131076" grpId="0" autoUpdateAnimBg="0"/>
      <p:bldP spid="131077" grpId="0" autoUpdateAnimBg="0"/>
      <p:bldP spid="131078" grpId="0" autoUpdateAnimBg="0"/>
      <p:bldP spid="131079" grpId="0" autoUpdateAnimBg="0"/>
      <p:bldP spid="131080" grpId="0" autoUpdateAnimBg="0"/>
      <p:bldP spid="131081" grpId="0" autoUpdateAnimBg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2">
            <a:extLst>
              <a:ext uri="{FF2B5EF4-FFF2-40B4-BE49-F238E27FC236}">
                <a16:creationId xmlns:a16="http://schemas.microsoft.com/office/drawing/2014/main" id="{FCC13C1F-E305-4C98-95C6-C56715B30B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3500" y="320675"/>
            <a:ext cx="1641475" cy="515938"/>
          </a:xfrm>
        </p:spPr>
        <p:txBody>
          <a:bodyPr/>
          <a:lstStyle/>
          <a:p>
            <a:pPr algn="l" eaLnBrk="1" hangingPunct="1"/>
            <a:r>
              <a:rPr lang="en-US" altLang="zh-CN" sz="2800" b="1">
                <a:solidFill>
                  <a:srgbClr val="FF3300"/>
                </a:solidFill>
              </a:rPr>
              <a:t>【</a:t>
            </a:r>
            <a:r>
              <a:rPr lang="zh-CN" altLang="en-US" sz="2800" b="1">
                <a:solidFill>
                  <a:srgbClr val="FF3300"/>
                </a:solidFill>
              </a:rPr>
              <a:t>例</a:t>
            </a:r>
            <a:r>
              <a:rPr lang="en-US" altLang="zh-CN" sz="2800" b="1">
                <a:solidFill>
                  <a:srgbClr val="FF3300"/>
                </a:solidFill>
              </a:rPr>
              <a:t>1】</a:t>
            </a:r>
          </a:p>
        </p:txBody>
      </p:sp>
      <p:grpSp>
        <p:nvGrpSpPr>
          <p:cNvPr id="132128" name="Group 32">
            <a:extLst>
              <a:ext uri="{FF2B5EF4-FFF2-40B4-BE49-F238E27FC236}">
                <a16:creationId xmlns:a16="http://schemas.microsoft.com/office/drawing/2014/main" id="{2E971C87-308C-4D6D-84DF-117CEA3296E3}"/>
              </a:ext>
            </a:extLst>
          </p:cNvPr>
          <p:cNvGrpSpPr>
            <a:grpSpLocks/>
          </p:cNvGrpSpPr>
          <p:nvPr/>
        </p:nvGrpSpPr>
        <p:grpSpPr bwMode="auto">
          <a:xfrm>
            <a:off x="1233488" y="317500"/>
            <a:ext cx="1855787" cy="519113"/>
            <a:chOff x="3117" y="889"/>
            <a:chExt cx="1169" cy="327"/>
          </a:xfrm>
        </p:grpSpPr>
        <p:sp>
          <p:nvSpPr>
            <p:cNvPr id="108574" name="Rectangle 4">
              <a:extLst>
                <a:ext uri="{FF2B5EF4-FFF2-40B4-BE49-F238E27FC236}">
                  <a16:creationId xmlns:a16="http://schemas.microsoft.com/office/drawing/2014/main" id="{BCF28D3D-97B7-4EC2-8655-17C0C7AEB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889"/>
              <a:ext cx="1169" cy="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Y=AB+AC</a:t>
              </a:r>
            </a:p>
          </p:txBody>
        </p:sp>
        <p:sp>
          <p:nvSpPr>
            <p:cNvPr id="108575" name="Line 5">
              <a:extLst>
                <a:ext uri="{FF2B5EF4-FFF2-40B4-BE49-F238E27FC236}">
                  <a16:creationId xmlns:a16="http://schemas.microsoft.com/office/drawing/2014/main" id="{51A3FC10-C717-4FEB-9D37-CC2C7020B7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7" y="954"/>
              <a:ext cx="96" cy="0"/>
            </a:xfrm>
            <a:prstGeom prst="line">
              <a:avLst/>
            </a:prstGeom>
            <a:noFill/>
            <a:ln w="38100">
              <a:noFill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2136" name="Group 40">
            <a:extLst>
              <a:ext uri="{FF2B5EF4-FFF2-40B4-BE49-F238E27FC236}">
                <a16:creationId xmlns:a16="http://schemas.microsoft.com/office/drawing/2014/main" id="{468FA815-ECDB-4482-A225-3C0FF23EC399}"/>
              </a:ext>
            </a:extLst>
          </p:cNvPr>
          <p:cNvGrpSpPr>
            <a:grpSpLocks/>
          </p:cNvGrpSpPr>
          <p:nvPr/>
        </p:nvGrpSpPr>
        <p:grpSpPr bwMode="auto">
          <a:xfrm>
            <a:off x="3430588" y="339725"/>
            <a:ext cx="5626100" cy="519113"/>
            <a:chOff x="2161" y="214"/>
            <a:chExt cx="3544" cy="327"/>
          </a:xfrm>
        </p:grpSpPr>
        <p:sp>
          <p:nvSpPr>
            <p:cNvPr id="108572" name="Text Box 7">
              <a:extLst>
                <a:ext uri="{FF2B5EF4-FFF2-40B4-BE49-F238E27FC236}">
                  <a16:creationId xmlns:a16="http://schemas.microsoft.com/office/drawing/2014/main" id="{487308C9-9ED7-40D4-AD9D-F9F80640E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1" y="214"/>
              <a:ext cx="354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当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B=C=1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Y=A+A——0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型险象</a:t>
              </a:r>
            </a:p>
          </p:txBody>
        </p:sp>
        <p:sp>
          <p:nvSpPr>
            <p:cNvPr id="108573" name="Line 8">
              <a:extLst>
                <a:ext uri="{FF2B5EF4-FFF2-40B4-BE49-F238E27FC236}">
                  <a16:creationId xmlns:a16="http://schemas.microsoft.com/office/drawing/2014/main" id="{A33D630E-445E-4790-8C5D-D009D01CDC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2" y="272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2130" name="Group 34">
            <a:extLst>
              <a:ext uri="{FF2B5EF4-FFF2-40B4-BE49-F238E27FC236}">
                <a16:creationId xmlns:a16="http://schemas.microsoft.com/office/drawing/2014/main" id="{CE266876-AF95-4F44-8BBF-93F4B047D097}"/>
              </a:ext>
            </a:extLst>
          </p:cNvPr>
          <p:cNvGrpSpPr>
            <a:grpSpLocks/>
          </p:cNvGrpSpPr>
          <p:nvPr/>
        </p:nvGrpSpPr>
        <p:grpSpPr bwMode="auto">
          <a:xfrm>
            <a:off x="52388" y="1055688"/>
            <a:ext cx="3784600" cy="519112"/>
            <a:chOff x="0" y="688"/>
            <a:chExt cx="2384" cy="327"/>
          </a:xfrm>
        </p:grpSpPr>
        <p:sp>
          <p:nvSpPr>
            <p:cNvPr id="108570" name="Rectangle 10">
              <a:extLst>
                <a:ext uri="{FF2B5EF4-FFF2-40B4-BE49-F238E27FC236}">
                  <a16:creationId xmlns:a16="http://schemas.microsoft.com/office/drawing/2014/main" id="{1F4B3562-4AD8-46B3-8D34-0D7E1F3B2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688"/>
              <a:ext cx="238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【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例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2】Y=(A+B)(A+C)</a:t>
              </a:r>
            </a:p>
          </p:txBody>
        </p:sp>
        <p:sp>
          <p:nvSpPr>
            <p:cNvPr id="108571" name="Line 11">
              <a:extLst>
                <a:ext uri="{FF2B5EF4-FFF2-40B4-BE49-F238E27FC236}">
                  <a16:creationId xmlns:a16="http://schemas.microsoft.com/office/drawing/2014/main" id="{BC7E843A-953C-4986-A1CD-8E565B941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6" y="756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2137" name="Group 41">
            <a:extLst>
              <a:ext uri="{FF2B5EF4-FFF2-40B4-BE49-F238E27FC236}">
                <a16:creationId xmlns:a16="http://schemas.microsoft.com/office/drawing/2014/main" id="{9EB1B171-9DDF-4EF2-9C5F-4843958BB6E2}"/>
              </a:ext>
            </a:extLst>
          </p:cNvPr>
          <p:cNvGrpSpPr>
            <a:grpSpLocks/>
          </p:cNvGrpSpPr>
          <p:nvPr/>
        </p:nvGrpSpPr>
        <p:grpSpPr bwMode="auto">
          <a:xfrm>
            <a:off x="1479550" y="1711325"/>
            <a:ext cx="6629400" cy="519113"/>
            <a:chOff x="415" y="1078"/>
            <a:chExt cx="4176" cy="327"/>
          </a:xfrm>
        </p:grpSpPr>
        <p:sp>
          <p:nvSpPr>
            <p:cNvPr id="108568" name="Text Box 13">
              <a:extLst>
                <a:ext uri="{FF2B5EF4-FFF2-40B4-BE49-F238E27FC236}">
                  <a16:creationId xmlns:a16="http://schemas.microsoft.com/office/drawing/2014/main" id="{443F5189-B874-430E-ABAE-B04BF05F3A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" y="1078"/>
              <a:ext cx="417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当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B=C=0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Y=AA——1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型险象</a:t>
              </a:r>
            </a:p>
          </p:txBody>
        </p:sp>
        <p:sp>
          <p:nvSpPr>
            <p:cNvPr id="108569" name="Line 14">
              <a:extLst>
                <a:ext uri="{FF2B5EF4-FFF2-40B4-BE49-F238E27FC236}">
                  <a16:creationId xmlns:a16="http://schemas.microsoft.com/office/drawing/2014/main" id="{26546BFB-EADC-43A1-B9BD-7991638C6B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5" y="112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32111" name="AutoShape 15">
            <a:extLst>
              <a:ext uri="{FF2B5EF4-FFF2-40B4-BE49-F238E27FC236}">
                <a16:creationId xmlns:a16="http://schemas.microsoft.com/office/drawing/2014/main" id="{A9E8080F-CE08-4481-A01B-0EF617344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334000"/>
            <a:ext cx="1685925" cy="842963"/>
          </a:xfrm>
          <a:prstGeom prst="cloudCallout">
            <a:avLst>
              <a:gd name="adj1" fmla="val 82204"/>
              <a:gd name="adj2" fmla="val 53769"/>
            </a:avLst>
          </a:prstGeom>
          <a:solidFill>
            <a:schemeClr val="bg1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注意</a:t>
            </a:r>
          </a:p>
        </p:txBody>
      </p:sp>
      <p:sp>
        <p:nvSpPr>
          <p:cNvPr id="132112" name="Text Box 16">
            <a:extLst>
              <a:ext uri="{FF2B5EF4-FFF2-40B4-BE49-F238E27FC236}">
                <a16:creationId xmlns:a16="http://schemas.microsoft.com/office/drawing/2014/main" id="{8BD81A1D-B7C0-4629-8EE5-447CA670FB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" y="2401888"/>
            <a:ext cx="628808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99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一个逻辑函数可能存在多个险象。</a:t>
            </a:r>
          </a:p>
        </p:txBody>
      </p:sp>
      <p:grpSp>
        <p:nvGrpSpPr>
          <p:cNvPr id="132138" name="Group 42">
            <a:extLst>
              <a:ext uri="{FF2B5EF4-FFF2-40B4-BE49-F238E27FC236}">
                <a16:creationId xmlns:a16="http://schemas.microsoft.com/office/drawing/2014/main" id="{CC66AE4C-58C7-46D4-8FC5-68B2A5E109DE}"/>
              </a:ext>
            </a:extLst>
          </p:cNvPr>
          <p:cNvGrpSpPr>
            <a:grpSpLocks/>
          </p:cNvGrpSpPr>
          <p:nvPr/>
        </p:nvGrpSpPr>
        <p:grpSpPr bwMode="auto">
          <a:xfrm>
            <a:off x="53975" y="2997200"/>
            <a:ext cx="3802063" cy="519113"/>
            <a:chOff x="144" y="1888"/>
            <a:chExt cx="2395" cy="327"/>
          </a:xfrm>
        </p:grpSpPr>
        <p:sp>
          <p:nvSpPr>
            <p:cNvPr id="108564" name="Rectangle 18">
              <a:extLst>
                <a:ext uri="{FF2B5EF4-FFF2-40B4-BE49-F238E27FC236}">
                  <a16:creationId xmlns:a16="http://schemas.microsoft.com/office/drawing/2014/main" id="{CD61ACF7-3EFD-43DE-9088-65E75FDBD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1888"/>
              <a:ext cx="239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【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例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3】Y=AB+AC+BC</a:t>
              </a:r>
            </a:p>
          </p:txBody>
        </p:sp>
        <p:sp>
          <p:nvSpPr>
            <p:cNvPr id="108565" name="Line 19">
              <a:extLst>
                <a:ext uri="{FF2B5EF4-FFF2-40B4-BE49-F238E27FC236}">
                  <a16:creationId xmlns:a16="http://schemas.microsoft.com/office/drawing/2014/main" id="{AE2BBEC2-22E0-4FB7-959A-A9F066A28C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4" y="1957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8566" name="Line 20">
              <a:extLst>
                <a:ext uri="{FF2B5EF4-FFF2-40B4-BE49-F238E27FC236}">
                  <a16:creationId xmlns:a16="http://schemas.microsoft.com/office/drawing/2014/main" id="{5C9C6D40-58FD-4407-ACC4-174252F020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7" y="1946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8567" name="Line 21">
              <a:extLst>
                <a:ext uri="{FF2B5EF4-FFF2-40B4-BE49-F238E27FC236}">
                  <a16:creationId xmlns:a16="http://schemas.microsoft.com/office/drawing/2014/main" id="{2776B158-6799-49C6-A570-7702F3EF76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8" y="1957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1F08F8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2139" name="Group 43">
            <a:extLst>
              <a:ext uri="{FF2B5EF4-FFF2-40B4-BE49-F238E27FC236}">
                <a16:creationId xmlns:a16="http://schemas.microsoft.com/office/drawing/2014/main" id="{F66A2645-261F-4E04-8CE0-92CD7F9CFCCB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3657600"/>
            <a:ext cx="6781800" cy="519113"/>
            <a:chOff x="48" y="2304"/>
            <a:chExt cx="4272" cy="327"/>
          </a:xfrm>
        </p:grpSpPr>
        <p:sp>
          <p:nvSpPr>
            <p:cNvPr id="108562" name="Text Box 23">
              <a:extLst>
                <a:ext uri="{FF2B5EF4-FFF2-40B4-BE49-F238E27FC236}">
                  <a16:creationId xmlns:a16="http://schemas.microsoft.com/office/drawing/2014/main" id="{10099B27-040D-4FB5-A2FA-F58EBA76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" y="2304"/>
              <a:ext cx="427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当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B=1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，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C=0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时，</a:t>
              </a:r>
              <a:r>
                <a: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Y=A+A——0</a:t>
              </a:r>
              <a:r>
                <a: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型险象</a:t>
              </a:r>
            </a:p>
          </p:txBody>
        </p:sp>
        <p:sp>
          <p:nvSpPr>
            <p:cNvPr id="108563" name="Line 24">
              <a:extLst>
                <a:ext uri="{FF2B5EF4-FFF2-40B4-BE49-F238E27FC236}">
                  <a16:creationId xmlns:a16="http://schemas.microsoft.com/office/drawing/2014/main" id="{0FD94BBD-7979-43A6-B284-D0701B5655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0" y="2363"/>
              <a:ext cx="8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2140" name="Group 44">
            <a:extLst>
              <a:ext uri="{FF2B5EF4-FFF2-40B4-BE49-F238E27FC236}">
                <a16:creationId xmlns:a16="http://schemas.microsoft.com/office/drawing/2014/main" id="{B2C2CD97-08E2-45D4-AD8E-959B587C5A67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114800"/>
            <a:ext cx="6629400" cy="519113"/>
            <a:chOff x="48" y="2592"/>
            <a:chExt cx="4176" cy="327"/>
          </a:xfrm>
        </p:grpSpPr>
        <p:sp>
          <p:nvSpPr>
            <p:cNvPr id="108560" name="Text Box 26">
              <a:extLst>
                <a:ext uri="{FF2B5EF4-FFF2-40B4-BE49-F238E27FC236}">
                  <a16:creationId xmlns:a16="http://schemas.microsoft.com/office/drawing/2014/main" id="{021955D8-9F87-444E-8777-E43B42889A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" y="2592"/>
              <a:ext cx="417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当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C=1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Y=B+B——0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型险象</a:t>
              </a:r>
            </a:p>
          </p:txBody>
        </p:sp>
        <p:sp>
          <p:nvSpPr>
            <p:cNvPr id="108561" name="Line 27">
              <a:extLst>
                <a:ext uri="{FF2B5EF4-FFF2-40B4-BE49-F238E27FC236}">
                  <a16:creationId xmlns:a16="http://schemas.microsoft.com/office/drawing/2014/main" id="{728A0EE0-4BC6-4F14-907C-6493C37838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2" y="265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2141" name="Group 45">
            <a:extLst>
              <a:ext uri="{FF2B5EF4-FFF2-40B4-BE49-F238E27FC236}">
                <a16:creationId xmlns:a16="http://schemas.microsoft.com/office/drawing/2014/main" id="{A37FA07F-5BB9-48E0-8EFB-AE40B8CFACFA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572000"/>
            <a:ext cx="6629400" cy="519113"/>
            <a:chOff x="48" y="2880"/>
            <a:chExt cx="4176" cy="327"/>
          </a:xfrm>
        </p:grpSpPr>
        <p:sp>
          <p:nvSpPr>
            <p:cNvPr id="108558" name="Text Box 29">
              <a:extLst>
                <a:ext uri="{FF2B5EF4-FFF2-40B4-BE49-F238E27FC236}">
                  <a16:creationId xmlns:a16="http://schemas.microsoft.com/office/drawing/2014/main" id="{D1AC27D7-4F7D-4120-8285-142A5B2C9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" y="2880"/>
              <a:ext cx="417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当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A=1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B=0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时，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Y=C+C——0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型险象</a:t>
              </a:r>
            </a:p>
          </p:txBody>
        </p:sp>
        <p:sp>
          <p:nvSpPr>
            <p:cNvPr id="108559" name="Line 30">
              <a:extLst>
                <a:ext uri="{FF2B5EF4-FFF2-40B4-BE49-F238E27FC236}">
                  <a16:creationId xmlns:a16="http://schemas.microsoft.com/office/drawing/2014/main" id="{2B7E77EF-E97E-4C05-BAC1-46AAB362C0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" y="2928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32127" name="Text Box 31">
            <a:extLst>
              <a:ext uri="{FF2B5EF4-FFF2-40B4-BE49-F238E27FC236}">
                <a16:creationId xmlns:a16="http://schemas.microsoft.com/office/drawing/2014/main" id="{7553259E-A6F4-48F2-A14F-19F0AA15E5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75" y="5489575"/>
            <a:ext cx="5956300" cy="984250"/>
          </a:xfrm>
          <a:prstGeom prst="rect">
            <a:avLst/>
          </a:prstGeom>
          <a:gradFill rotWithShape="0">
            <a:gsLst>
              <a:gs pos="0">
                <a:srgbClr val="FFFFB9"/>
              </a:gs>
              <a:gs pos="50000">
                <a:srgbClr val="FFFFFF"/>
              </a:gs>
              <a:gs pos="100000">
                <a:srgbClr val="FFFFB9"/>
              </a:gs>
            </a:gsLst>
            <a:lin ang="5400000" scaled="1"/>
          </a:gra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判别一个逻辑函数是否存在险象，一定要根据原函数表达式，而不能化简</a:t>
            </a:r>
          </a:p>
        </p:txBody>
      </p:sp>
    </p:spTree>
    <p:extLst>
      <p:ext uri="{BB962C8B-B14F-4D97-AF65-F5344CB8AC3E}">
        <p14:creationId xmlns:p14="http://schemas.microsoft.com/office/powerpoint/2010/main" val="184566899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20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20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20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320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32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32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2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2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2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2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32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32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32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2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2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32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32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32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32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32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32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1" dur="500"/>
                                        <p:tgtEl>
                                          <p:spTgt spid="132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098" grpId="0" autoUpdateAnimBg="0"/>
      <p:bldP spid="132111" grpId="0" animBg="1" autoUpdateAnimBg="0"/>
      <p:bldP spid="132112" grpId="0" autoUpdateAnimBg="0"/>
      <p:bldP spid="132127" grpId="0" animBg="1" autoUpdateAnimBg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>
            <a:extLst>
              <a:ext uri="{FF2B5EF4-FFF2-40B4-BE49-F238E27FC236}">
                <a16:creationId xmlns:a16="http://schemas.microsoft.com/office/drawing/2014/main" id="{9B7A61FD-7F0B-452B-B30A-B73A9F8944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3050" y="252413"/>
            <a:ext cx="2303463" cy="569912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chemeClr val="tx1"/>
                </a:solidFill>
              </a:rPr>
              <a:t>2</a:t>
            </a:r>
            <a:r>
              <a:rPr lang="zh-CN" altLang="en-US" sz="2800" b="1" dirty="0">
                <a:solidFill>
                  <a:schemeClr val="tx1"/>
                </a:solidFill>
              </a:rPr>
              <a:t>、卡诺图法</a:t>
            </a:r>
          </a:p>
        </p:txBody>
      </p:sp>
      <p:grpSp>
        <p:nvGrpSpPr>
          <p:cNvPr id="133167" name="Group 47">
            <a:extLst>
              <a:ext uri="{FF2B5EF4-FFF2-40B4-BE49-F238E27FC236}">
                <a16:creationId xmlns:a16="http://schemas.microsoft.com/office/drawing/2014/main" id="{49353CED-6C9D-498F-A160-A7D20E0161D3}"/>
              </a:ext>
            </a:extLst>
          </p:cNvPr>
          <p:cNvGrpSpPr>
            <a:grpSpLocks/>
          </p:cNvGrpSpPr>
          <p:nvPr/>
        </p:nvGrpSpPr>
        <p:grpSpPr bwMode="auto">
          <a:xfrm>
            <a:off x="242888" y="922338"/>
            <a:ext cx="3257550" cy="2811462"/>
            <a:chOff x="1485" y="795"/>
            <a:chExt cx="2052" cy="1771"/>
          </a:xfrm>
        </p:grpSpPr>
        <p:grpSp>
          <p:nvGrpSpPr>
            <p:cNvPr id="109661" name="Group 5">
              <a:extLst>
                <a:ext uri="{FF2B5EF4-FFF2-40B4-BE49-F238E27FC236}">
                  <a16:creationId xmlns:a16="http://schemas.microsoft.com/office/drawing/2014/main" id="{4CADC72C-EF0B-4CBC-BB27-9E124CFBFB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7" y="1240"/>
              <a:ext cx="1491" cy="1326"/>
              <a:chOff x="816" y="1570"/>
              <a:chExt cx="1994" cy="1969"/>
            </a:xfrm>
          </p:grpSpPr>
          <p:sp>
            <p:nvSpPr>
              <p:cNvPr id="109677" name="Rectangle 6">
                <a:extLst>
                  <a:ext uri="{FF2B5EF4-FFF2-40B4-BE49-F238E27FC236}">
                    <a16:creationId xmlns:a16="http://schemas.microsoft.com/office/drawing/2014/main" id="{E8E529C4-F7D4-49D2-A6A9-A85899D82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678" name="Rectangle 7">
                <a:extLst>
                  <a:ext uri="{FF2B5EF4-FFF2-40B4-BE49-F238E27FC236}">
                    <a16:creationId xmlns:a16="http://schemas.microsoft.com/office/drawing/2014/main" id="{71A1B4BE-27BF-4646-B6E4-F2FED5364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679" name="Rectangle 8">
                <a:extLst>
                  <a:ext uri="{FF2B5EF4-FFF2-40B4-BE49-F238E27FC236}">
                    <a16:creationId xmlns:a16="http://schemas.microsoft.com/office/drawing/2014/main" id="{F7D1B567-F62D-4636-911C-783207B90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80" name="Rectangle 9">
                <a:extLst>
                  <a:ext uri="{FF2B5EF4-FFF2-40B4-BE49-F238E27FC236}">
                    <a16:creationId xmlns:a16="http://schemas.microsoft.com/office/drawing/2014/main" id="{A7498F26-FC70-4004-9890-F3E564C69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81" name="Rectangle 10">
                <a:extLst>
                  <a:ext uri="{FF2B5EF4-FFF2-40B4-BE49-F238E27FC236}">
                    <a16:creationId xmlns:a16="http://schemas.microsoft.com/office/drawing/2014/main" id="{03A91DFE-018E-4095-AD41-BF20AA76D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682" name="Rectangle 11">
                <a:extLst>
                  <a:ext uri="{FF2B5EF4-FFF2-40B4-BE49-F238E27FC236}">
                    <a16:creationId xmlns:a16="http://schemas.microsoft.com/office/drawing/2014/main" id="{3ABB00C1-0188-4C1B-A759-5D6108445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683" name="Rectangle 12">
                <a:extLst>
                  <a:ext uri="{FF2B5EF4-FFF2-40B4-BE49-F238E27FC236}">
                    <a16:creationId xmlns:a16="http://schemas.microsoft.com/office/drawing/2014/main" id="{76888398-BACC-43FB-B94C-D5C591A16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</a:p>
            </p:txBody>
          </p:sp>
          <p:sp>
            <p:nvSpPr>
              <p:cNvPr id="109684" name="Rectangle 13">
                <a:extLst>
                  <a:ext uri="{FF2B5EF4-FFF2-40B4-BE49-F238E27FC236}">
                    <a16:creationId xmlns:a16="http://schemas.microsoft.com/office/drawing/2014/main" id="{C8CA450E-8B20-4D59-8B31-70748AF50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  <a:endParaRPr kumimoji="1" lang="en-US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85" name="Rectangle 14">
                <a:extLst>
                  <a:ext uri="{FF2B5EF4-FFF2-40B4-BE49-F238E27FC236}">
                    <a16:creationId xmlns:a16="http://schemas.microsoft.com/office/drawing/2014/main" id="{96C761A2-E21B-49AC-BBDA-C026B8A0F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86" name="Rectangle 15">
                <a:extLst>
                  <a:ext uri="{FF2B5EF4-FFF2-40B4-BE49-F238E27FC236}">
                    <a16:creationId xmlns:a16="http://schemas.microsoft.com/office/drawing/2014/main" id="{3C2069E1-B493-437C-AC89-6B7A9AF69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87" name="Rectangle 16">
                <a:extLst>
                  <a:ext uri="{FF2B5EF4-FFF2-40B4-BE49-F238E27FC236}">
                    <a16:creationId xmlns:a16="http://schemas.microsoft.com/office/drawing/2014/main" id="{D6D2703E-1683-44BE-8135-E260CA836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88" name="Rectangle 17">
                <a:extLst>
                  <a:ext uri="{FF2B5EF4-FFF2-40B4-BE49-F238E27FC236}">
                    <a16:creationId xmlns:a16="http://schemas.microsoft.com/office/drawing/2014/main" id="{ACEA979E-4AED-4956-B714-1BD4AFCEF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89" name="Rectangle 18">
                <a:extLst>
                  <a:ext uri="{FF2B5EF4-FFF2-40B4-BE49-F238E27FC236}">
                    <a16:creationId xmlns:a16="http://schemas.microsoft.com/office/drawing/2014/main" id="{011C1D18-D7FC-4BE9-9315-C789CCBB1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90" name="Rectangle 19">
                <a:extLst>
                  <a:ext uri="{FF2B5EF4-FFF2-40B4-BE49-F238E27FC236}">
                    <a16:creationId xmlns:a16="http://schemas.microsoft.com/office/drawing/2014/main" id="{29AAD641-5169-44E3-B67D-BE6C91348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91" name="Rectangle 20">
                <a:extLst>
                  <a:ext uri="{FF2B5EF4-FFF2-40B4-BE49-F238E27FC236}">
                    <a16:creationId xmlns:a16="http://schemas.microsoft.com/office/drawing/2014/main" id="{BBADD2E8-97CE-46EC-9B3B-B60D9636D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92" name="Rectangle 21">
                <a:extLst>
                  <a:ext uri="{FF2B5EF4-FFF2-40B4-BE49-F238E27FC236}">
                    <a16:creationId xmlns:a16="http://schemas.microsoft.com/office/drawing/2014/main" id="{348CABEB-C767-4F65-9A70-DD4A587E4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93" name="Line 22">
                <a:extLst>
                  <a:ext uri="{FF2B5EF4-FFF2-40B4-BE49-F238E27FC236}">
                    <a16:creationId xmlns:a16="http://schemas.microsoft.com/office/drawing/2014/main" id="{DFED686C-0288-4A3F-9C41-887853C054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94" name="Line 23">
                <a:extLst>
                  <a:ext uri="{FF2B5EF4-FFF2-40B4-BE49-F238E27FC236}">
                    <a16:creationId xmlns:a16="http://schemas.microsoft.com/office/drawing/2014/main" id="{AF93E662-71B9-49FC-ABBF-061BFD705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061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95" name="Line 24">
                <a:extLst>
                  <a:ext uri="{FF2B5EF4-FFF2-40B4-BE49-F238E27FC236}">
                    <a16:creationId xmlns:a16="http://schemas.microsoft.com/office/drawing/2014/main" id="{EE3B7FF9-42FE-423D-B6DA-03AA7D4796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554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96" name="Line 25">
                <a:extLst>
                  <a:ext uri="{FF2B5EF4-FFF2-40B4-BE49-F238E27FC236}">
                    <a16:creationId xmlns:a16="http://schemas.microsoft.com/office/drawing/2014/main" id="{AE1204B7-29EA-40EC-90EE-CE00F7F726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047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97" name="Line 26">
                <a:extLst>
                  <a:ext uri="{FF2B5EF4-FFF2-40B4-BE49-F238E27FC236}">
                    <a16:creationId xmlns:a16="http://schemas.microsoft.com/office/drawing/2014/main" id="{463A75FC-69C1-4BCC-AF66-F6F85A0E63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539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98" name="Line 27">
                <a:extLst>
                  <a:ext uri="{FF2B5EF4-FFF2-40B4-BE49-F238E27FC236}">
                    <a16:creationId xmlns:a16="http://schemas.microsoft.com/office/drawing/2014/main" id="{801B648E-EBB1-4A4F-B6A4-036EEC3182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99" name="Line 28">
                <a:extLst>
                  <a:ext uri="{FF2B5EF4-FFF2-40B4-BE49-F238E27FC236}">
                    <a16:creationId xmlns:a16="http://schemas.microsoft.com/office/drawing/2014/main" id="{FED48A7C-03F7-40BE-82DF-F26E336459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5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700" name="Line 29">
                <a:extLst>
                  <a:ext uri="{FF2B5EF4-FFF2-40B4-BE49-F238E27FC236}">
                    <a16:creationId xmlns:a16="http://schemas.microsoft.com/office/drawing/2014/main" id="{E1A4C175-157E-403B-9111-AB9160504F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4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701" name="Line 30">
                <a:extLst>
                  <a:ext uri="{FF2B5EF4-FFF2-40B4-BE49-F238E27FC236}">
                    <a16:creationId xmlns:a16="http://schemas.microsoft.com/office/drawing/2014/main" id="{6C1217EE-9D47-42F8-B6A0-7072699F0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2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702" name="Line 31">
                <a:extLst>
                  <a:ext uri="{FF2B5EF4-FFF2-40B4-BE49-F238E27FC236}">
                    <a16:creationId xmlns:a16="http://schemas.microsoft.com/office/drawing/2014/main" id="{9B5F4244-9E6C-4F5D-A35F-524B37E46B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0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09662" name="Line 32">
              <a:extLst>
                <a:ext uri="{FF2B5EF4-FFF2-40B4-BE49-F238E27FC236}">
                  <a16:creationId xmlns:a16="http://schemas.microsoft.com/office/drawing/2014/main" id="{D1AFBE46-C21D-4EE7-90CD-E5F7E84776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652" y="967"/>
              <a:ext cx="275" cy="2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63" name="Text Box 33">
              <a:extLst>
                <a:ext uri="{FF2B5EF4-FFF2-40B4-BE49-F238E27FC236}">
                  <a16:creationId xmlns:a16="http://schemas.microsoft.com/office/drawing/2014/main" id="{7348B806-5D39-4C35-AE81-A71344B8B6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3" y="795"/>
              <a:ext cx="32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64" name="Text Box 34">
              <a:extLst>
                <a:ext uri="{FF2B5EF4-FFF2-40B4-BE49-F238E27FC236}">
                  <a16:creationId xmlns:a16="http://schemas.microsoft.com/office/drawing/2014/main" id="{AE48DD34-3B77-49C4-B356-2670B4FFD6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8" y="886"/>
              <a:ext cx="33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65" name="Text Box 35">
              <a:extLst>
                <a:ext uri="{FF2B5EF4-FFF2-40B4-BE49-F238E27FC236}">
                  <a16:creationId xmlns:a16="http://schemas.microsoft.com/office/drawing/2014/main" id="{E2479C49-F706-437E-AE51-D40C25F5A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5" y="954"/>
              <a:ext cx="33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endParaRPr kumimoji="0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66" name="Text Box 36">
              <a:extLst>
                <a:ext uri="{FF2B5EF4-FFF2-40B4-BE49-F238E27FC236}">
                  <a16:creationId xmlns:a16="http://schemas.microsoft.com/office/drawing/2014/main" id="{5B92419E-D57D-43FA-A815-98F4B2F6B7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0" y="1075"/>
              <a:ext cx="37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67" name="Text Box 37">
              <a:extLst>
                <a:ext uri="{FF2B5EF4-FFF2-40B4-BE49-F238E27FC236}">
                  <a16:creationId xmlns:a16="http://schemas.microsoft.com/office/drawing/2014/main" id="{4D4CDA79-0EE2-436E-97F8-ED8A7A18A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5" y="1004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109668" name="Text Box 38">
              <a:extLst>
                <a:ext uri="{FF2B5EF4-FFF2-40B4-BE49-F238E27FC236}">
                  <a16:creationId xmlns:a16="http://schemas.microsoft.com/office/drawing/2014/main" id="{AB6CDB9D-ADEC-406F-B00A-1B400709E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9" y="996"/>
              <a:ext cx="55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109669" name="Text Box 39">
              <a:extLst>
                <a:ext uri="{FF2B5EF4-FFF2-40B4-BE49-F238E27FC236}">
                  <a16:creationId xmlns:a16="http://schemas.microsoft.com/office/drawing/2014/main" id="{03D423B2-394F-43F3-AD0F-014F313B90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2" y="993"/>
              <a:ext cx="4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109670" name="Text Box 40">
              <a:extLst>
                <a:ext uri="{FF2B5EF4-FFF2-40B4-BE49-F238E27FC236}">
                  <a16:creationId xmlns:a16="http://schemas.microsoft.com/office/drawing/2014/main" id="{FB1A75F5-766A-4878-AEDB-BE7EA7D33A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1" y="1007"/>
              <a:ext cx="49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109671" name="Text Box 41">
              <a:extLst>
                <a:ext uri="{FF2B5EF4-FFF2-40B4-BE49-F238E27FC236}">
                  <a16:creationId xmlns:a16="http://schemas.microsoft.com/office/drawing/2014/main" id="{8588253C-148D-42BE-A3E5-B1DE3D2954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8" y="1299"/>
              <a:ext cx="47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109672" name="Text Box 42">
              <a:extLst>
                <a:ext uri="{FF2B5EF4-FFF2-40B4-BE49-F238E27FC236}">
                  <a16:creationId xmlns:a16="http://schemas.microsoft.com/office/drawing/2014/main" id="{776CACA7-926A-4C44-AE5A-58E553AAF8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0" y="1939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109673" name="Text Box 43">
              <a:extLst>
                <a:ext uri="{FF2B5EF4-FFF2-40B4-BE49-F238E27FC236}">
                  <a16:creationId xmlns:a16="http://schemas.microsoft.com/office/drawing/2014/main" id="{62191FD7-35A8-44E7-9C22-53DC6FD2A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6" y="1610"/>
              <a:ext cx="41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109674" name="Text Box 44">
              <a:extLst>
                <a:ext uri="{FF2B5EF4-FFF2-40B4-BE49-F238E27FC236}">
                  <a16:creationId xmlns:a16="http://schemas.microsoft.com/office/drawing/2014/main" id="{D39226CC-A7C4-4AC2-A69B-1B632DEEBA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9" y="2269"/>
              <a:ext cx="37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109675" name="Rectangle 45">
              <a:extLst>
                <a:ext uri="{FF2B5EF4-FFF2-40B4-BE49-F238E27FC236}">
                  <a16:creationId xmlns:a16="http://schemas.microsoft.com/office/drawing/2014/main" id="{6E3BD5BC-037A-4D26-9FD8-A997206E5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299"/>
              <a:ext cx="587" cy="553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76" name="Rectangle 46">
              <a:extLst>
                <a:ext uri="{FF2B5EF4-FFF2-40B4-BE49-F238E27FC236}">
                  <a16:creationId xmlns:a16="http://schemas.microsoft.com/office/drawing/2014/main" id="{66A7035D-2DAC-4372-ACB8-4CB2C4687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1954"/>
              <a:ext cx="576" cy="237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33168" name="Text Box 48">
            <a:extLst>
              <a:ext uri="{FF2B5EF4-FFF2-40B4-BE49-F238E27FC236}">
                <a16:creationId xmlns:a16="http://schemas.microsoft.com/office/drawing/2014/main" id="{476BCBB7-DA85-4687-95CD-D79CCC4EFF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3513" y="4071938"/>
            <a:ext cx="1452562" cy="9461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相隔，无险象</a:t>
            </a:r>
          </a:p>
        </p:txBody>
      </p:sp>
      <p:grpSp>
        <p:nvGrpSpPr>
          <p:cNvPr id="133213" name="Group 93">
            <a:extLst>
              <a:ext uri="{FF2B5EF4-FFF2-40B4-BE49-F238E27FC236}">
                <a16:creationId xmlns:a16="http://schemas.microsoft.com/office/drawing/2014/main" id="{385AB3DC-17D4-4C70-AE12-162175E15A68}"/>
              </a:ext>
            </a:extLst>
          </p:cNvPr>
          <p:cNvGrpSpPr>
            <a:grpSpLocks/>
          </p:cNvGrpSpPr>
          <p:nvPr/>
        </p:nvGrpSpPr>
        <p:grpSpPr bwMode="auto">
          <a:xfrm>
            <a:off x="3970338" y="369888"/>
            <a:ext cx="3257550" cy="2811462"/>
            <a:chOff x="2501" y="233"/>
            <a:chExt cx="2052" cy="1771"/>
          </a:xfrm>
        </p:grpSpPr>
        <p:grpSp>
          <p:nvGrpSpPr>
            <p:cNvPr id="109619" name="Group 50">
              <a:extLst>
                <a:ext uri="{FF2B5EF4-FFF2-40B4-BE49-F238E27FC236}">
                  <a16:creationId xmlns:a16="http://schemas.microsoft.com/office/drawing/2014/main" id="{1A610867-67ED-4864-908A-309556673D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3" y="678"/>
              <a:ext cx="1491" cy="1326"/>
              <a:chOff x="816" y="1570"/>
              <a:chExt cx="1994" cy="1969"/>
            </a:xfrm>
          </p:grpSpPr>
          <p:sp>
            <p:nvSpPr>
              <p:cNvPr id="109635" name="Rectangle 51">
                <a:extLst>
                  <a:ext uri="{FF2B5EF4-FFF2-40B4-BE49-F238E27FC236}">
                    <a16:creationId xmlns:a16="http://schemas.microsoft.com/office/drawing/2014/main" id="{6A4ECC76-F60E-4DEB-ACA9-515F28138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636" name="Rectangle 52">
                <a:extLst>
                  <a:ext uri="{FF2B5EF4-FFF2-40B4-BE49-F238E27FC236}">
                    <a16:creationId xmlns:a16="http://schemas.microsoft.com/office/drawing/2014/main" id="{66EDFCB9-DFE4-4839-BC13-A22096559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637" name="Rectangle 53">
                <a:extLst>
                  <a:ext uri="{FF2B5EF4-FFF2-40B4-BE49-F238E27FC236}">
                    <a16:creationId xmlns:a16="http://schemas.microsoft.com/office/drawing/2014/main" id="{59136E4E-A2FD-4793-A25E-7E642F83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38" name="Rectangle 54">
                <a:extLst>
                  <a:ext uri="{FF2B5EF4-FFF2-40B4-BE49-F238E27FC236}">
                    <a16:creationId xmlns:a16="http://schemas.microsoft.com/office/drawing/2014/main" id="{3B3D7E62-8233-4408-B738-694130291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39" name="Rectangle 55">
                <a:extLst>
                  <a:ext uri="{FF2B5EF4-FFF2-40B4-BE49-F238E27FC236}">
                    <a16:creationId xmlns:a16="http://schemas.microsoft.com/office/drawing/2014/main" id="{A7F25663-8A18-4BCD-B44C-2FCA6B745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640" name="Rectangle 56">
                <a:extLst>
                  <a:ext uri="{FF2B5EF4-FFF2-40B4-BE49-F238E27FC236}">
                    <a16:creationId xmlns:a16="http://schemas.microsoft.com/office/drawing/2014/main" id="{0E03E470-CB17-483E-A5AE-3C7554935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</a:p>
            </p:txBody>
          </p:sp>
          <p:sp>
            <p:nvSpPr>
              <p:cNvPr id="109641" name="Rectangle 57">
                <a:extLst>
                  <a:ext uri="{FF2B5EF4-FFF2-40B4-BE49-F238E27FC236}">
                    <a16:creationId xmlns:a16="http://schemas.microsoft.com/office/drawing/2014/main" id="{6A5672F7-E84B-4990-9ACA-AC23812AF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642" name="Rectangle 58">
                <a:extLst>
                  <a:ext uri="{FF2B5EF4-FFF2-40B4-BE49-F238E27FC236}">
                    <a16:creationId xmlns:a16="http://schemas.microsoft.com/office/drawing/2014/main" id="{1E11B59A-5B2A-41EC-AF96-4709EC657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43" name="Rectangle 59">
                <a:extLst>
                  <a:ext uri="{FF2B5EF4-FFF2-40B4-BE49-F238E27FC236}">
                    <a16:creationId xmlns:a16="http://schemas.microsoft.com/office/drawing/2014/main" id="{CBFC3EB7-9E3D-4DFF-AA9F-01DED248D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44" name="Rectangle 60">
                <a:extLst>
                  <a:ext uri="{FF2B5EF4-FFF2-40B4-BE49-F238E27FC236}">
                    <a16:creationId xmlns:a16="http://schemas.microsoft.com/office/drawing/2014/main" id="{37ACF226-0C21-4BA8-9B6A-5314D25A0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45" name="Rectangle 61">
                <a:extLst>
                  <a:ext uri="{FF2B5EF4-FFF2-40B4-BE49-F238E27FC236}">
                    <a16:creationId xmlns:a16="http://schemas.microsoft.com/office/drawing/2014/main" id="{7356BDA2-4CFA-4296-B14B-E075005DA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46" name="Rectangle 62">
                <a:extLst>
                  <a:ext uri="{FF2B5EF4-FFF2-40B4-BE49-F238E27FC236}">
                    <a16:creationId xmlns:a16="http://schemas.microsoft.com/office/drawing/2014/main" id="{7B28E3C9-808D-4BC4-9079-73DEF3799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47" name="Rectangle 63">
                <a:extLst>
                  <a:ext uri="{FF2B5EF4-FFF2-40B4-BE49-F238E27FC236}">
                    <a16:creationId xmlns:a16="http://schemas.microsoft.com/office/drawing/2014/main" id="{2B6709BD-6D35-4D9E-A5FA-288781561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48" name="Rectangle 64">
                <a:extLst>
                  <a:ext uri="{FF2B5EF4-FFF2-40B4-BE49-F238E27FC236}">
                    <a16:creationId xmlns:a16="http://schemas.microsoft.com/office/drawing/2014/main" id="{AC68ACBB-EB76-4F4D-9E22-1F07C99D2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49" name="Rectangle 65">
                <a:extLst>
                  <a:ext uri="{FF2B5EF4-FFF2-40B4-BE49-F238E27FC236}">
                    <a16:creationId xmlns:a16="http://schemas.microsoft.com/office/drawing/2014/main" id="{36006D12-D22A-48CC-82C7-4D4ACEEB6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0" name="Rectangle 66">
                <a:extLst>
                  <a:ext uri="{FF2B5EF4-FFF2-40B4-BE49-F238E27FC236}">
                    <a16:creationId xmlns:a16="http://schemas.microsoft.com/office/drawing/2014/main" id="{DA004B46-DC73-47EA-B484-C965ACE96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1" name="Line 67">
                <a:extLst>
                  <a:ext uri="{FF2B5EF4-FFF2-40B4-BE49-F238E27FC236}">
                    <a16:creationId xmlns:a16="http://schemas.microsoft.com/office/drawing/2014/main" id="{1C874B25-6269-4481-928A-D26EC64669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2" name="Line 68">
                <a:extLst>
                  <a:ext uri="{FF2B5EF4-FFF2-40B4-BE49-F238E27FC236}">
                    <a16:creationId xmlns:a16="http://schemas.microsoft.com/office/drawing/2014/main" id="{026F3DAE-178D-4523-9A65-9C3ED22136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061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3" name="Line 69">
                <a:extLst>
                  <a:ext uri="{FF2B5EF4-FFF2-40B4-BE49-F238E27FC236}">
                    <a16:creationId xmlns:a16="http://schemas.microsoft.com/office/drawing/2014/main" id="{C66E658F-ACED-4CD2-8FFF-3B27723EAC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554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4" name="Line 70">
                <a:extLst>
                  <a:ext uri="{FF2B5EF4-FFF2-40B4-BE49-F238E27FC236}">
                    <a16:creationId xmlns:a16="http://schemas.microsoft.com/office/drawing/2014/main" id="{4DA95A27-8131-4F7E-9BD0-04BA55143E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047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5" name="Line 71">
                <a:extLst>
                  <a:ext uri="{FF2B5EF4-FFF2-40B4-BE49-F238E27FC236}">
                    <a16:creationId xmlns:a16="http://schemas.microsoft.com/office/drawing/2014/main" id="{C82C29ED-4861-450A-BDD6-B86A55A03E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539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6" name="Line 72">
                <a:extLst>
                  <a:ext uri="{FF2B5EF4-FFF2-40B4-BE49-F238E27FC236}">
                    <a16:creationId xmlns:a16="http://schemas.microsoft.com/office/drawing/2014/main" id="{51FD7F9D-CEB8-4790-9E4E-796A6F84D1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7" name="Line 73">
                <a:extLst>
                  <a:ext uri="{FF2B5EF4-FFF2-40B4-BE49-F238E27FC236}">
                    <a16:creationId xmlns:a16="http://schemas.microsoft.com/office/drawing/2014/main" id="{191FE722-E25F-4F74-8B42-8BA534A1DA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5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8" name="Line 74">
                <a:extLst>
                  <a:ext uri="{FF2B5EF4-FFF2-40B4-BE49-F238E27FC236}">
                    <a16:creationId xmlns:a16="http://schemas.microsoft.com/office/drawing/2014/main" id="{DF08C69F-B638-4187-BF61-AC8CDC8753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4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59" name="Line 75">
                <a:extLst>
                  <a:ext uri="{FF2B5EF4-FFF2-40B4-BE49-F238E27FC236}">
                    <a16:creationId xmlns:a16="http://schemas.microsoft.com/office/drawing/2014/main" id="{43CCC6D1-5D7B-4DD5-9118-0145746F9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2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60" name="Line 76">
                <a:extLst>
                  <a:ext uri="{FF2B5EF4-FFF2-40B4-BE49-F238E27FC236}">
                    <a16:creationId xmlns:a16="http://schemas.microsoft.com/office/drawing/2014/main" id="{0D485002-28F0-4F22-A1C5-180A6B2C32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0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09620" name="Line 77">
              <a:extLst>
                <a:ext uri="{FF2B5EF4-FFF2-40B4-BE49-F238E27FC236}">
                  <a16:creationId xmlns:a16="http://schemas.microsoft.com/office/drawing/2014/main" id="{4FA2BFAF-2051-4673-AA34-E5171A6AA9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68" y="405"/>
              <a:ext cx="275" cy="2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21" name="Text Box 78">
              <a:extLst>
                <a:ext uri="{FF2B5EF4-FFF2-40B4-BE49-F238E27FC236}">
                  <a16:creationId xmlns:a16="http://schemas.microsoft.com/office/drawing/2014/main" id="{EC0430E6-27A5-4025-B820-33D28D538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9" y="233"/>
              <a:ext cx="32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22" name="Text Box 79">
              <a:extLst>
                <a:ext uri="{FF2B5EF4-FFF2-40B4-BE49-F238E27FC236}">
                  <a16:creationId xmlns:a16="http://schemas.microsoft.com/office/drawing/2014/main" id="{30722D84-1A6E-401A-87D6-0C9FA9B86B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4" y="324"/>
              <a:ext cx="33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23" name="Text Box 80">
              <a:extLst>
                <a:ext uri="{FF2B5EF4-FFF2-40B4-BE49-F238E27FC236}">
                  <a16:creationId xmlns:a16="http://schemas.microsoft.com/office/drawing/2014/main" id="{CBC00814-7D73-4914-A969-CE71D9AB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92"/>
              <a:ext cx="33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endParaRPr kumimoji="0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24" name="Text Box 81">
              <a:extLst>
                <a:ext uri="{FF2B5EF4-FFF2-40B4-BE49-F238E27FC236}">
                  <a16:creationId xmlns:a16="http://schemas.microsoft.com/office/drawing/2014/main" id="{FCB48EBE-2E3C-4002-952F-A7B4ECAB08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6" y="513"/>
              <a:ext cx="37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0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25" name="Text Box 82">
              <a:extLst>
                <a:ext uri="{FF2B5EF4-FFF2-40B4-BE49-F238E27FC236}">
                  <a16:creationId xmlns:a16="http://schemas.microsoft.com/office/drawing/2014/main" id="{2D5AD874-E387-41CC-AD68-094ABFA3DE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1" y="442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109626" name="Text Box 83">
              <a:extLst>
                <a:ext uri="{FF2B5EF4-FFF2-40B4-BE49-F238E27FC236}">
                  <a16:creationId xmlns:a16="http://schemas.microsoft.com/office/drawing/2014/main" id="{4E809832-1EAB-4A4D-8116-87BB062269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5" y="434"/>
              <a:ext cx="55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109627" name="Text Box 84">
              <a:extLst>
                <a:ext uri="{FF2B5EF4-FFF2-40B4-BE49-F238E27FC236}">
                  <a16:creationId xmlns:a16="http://schemas.microsoft.com/office/drawing/2014/main" id="{7CC790F1-D04A-4C95-9368-C72887025D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8" y="431"/>
              <a:ext cx="4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109628" name="Text Box 85">
              <a:extLst>
                <a:ext uri="{FF2B5EF4-FFF2-40B4-BE49-F238E27FC236}">
                  <a16:creationId xmlns:a16="http://schemas.microsoft.com/office/drawing/2014/main" id="{4F146138-F18A-4E10-8BF4-24FD0D5C8E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445"/>
              <a:ext cx="49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109629" name="Text Box 86">
              <a:extLst>
                <a:ext uri="{FF2B5EF4-FFF2-40B4-BE49-F238E27FC236}">
                  <a16:creationId xmlns:a16="http://schemas.microsoft.com/office/drawing/2014/main" id="{7EA362CC-D435-406C-8F05-A2A97A9B2B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4" y="737"/>
              <a:ext cx="47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109630" name="Text Box 87">
              <a:extLst>
                <a:ext uri="{FF2B5EF4-FFF2-40B4-BE49-F238E27FC236}">
                  <a16:creationId xmlns:a16="http://schemas.microsoft.com/office/drawing/2014/main" id="{FDAB79A3-3EE5-4EC0-9DDE-1F1587D3D9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6" y="1377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109631" name="Text Box 88">
              <a:extLst>
                <a:ext uri="{FF2B5EF4-FFF2-40B4-BE49-F238E27FC236}">
                  <a16:creationId xmlns:a16="http://schemas.microsoft.com/office/drawing/2014/main" id="{22523CA3-C6BF-426A-9C4E-4C88958597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2" y="1048"/>
              <a:ext cx="41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109632" name="Text Box 89">
              <a:extLst>
                <a:ext uri="{FF2B5EF4-FFF2-40B4-BE49-F238E27FC236}">
                  <a16:creationId xmlns:a16="http://schemas.microsoft.com/office/drawing/2014/main" id="{9F1DDCCA-87BA-4C18-88F3-08A920A2B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5" y="1707"/>
              <a:ext cx="37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109633" name="Rectangle 90">
              <a:extLst>
                <a:ext uri="{FF2B5EF4-FFF2-40B4-BE49-F238E27FC236}">
                  <a16:creationId xmlns:a16="http://schemas.microsoft.com/office/drawing/2014/main" id="{25D18807-7BE9-4801-AFC4-E750AA81D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737"/>
              <a:ext cx="587" cy="553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634" name="Rectangle 92">
              <a:extLst>
                <a:ext uri="{FF2B5EF4-FFF2-40B4-BE49-F238E27FC236}">
                  <a16:creationId xmlns:a16="http://schemas.microsoft.com/office/drawing/2014/main" id="{D6E13999-D035-4ECA-AE96-847CA7B9F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062"/>
              <a:ext cx="158" cy="564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33214" name="Text Box 94">
            <a:extLst>
              <a:ext uri="{FF2B5EF4-FFF2-40B4-BE49-F238E27FC236}">
                <a16:creationId xmlns:a16="http://schemas.microsoft.com/office/drawing/2014/main" id="{E4ACC3A7-A8E1-45D6-BC85-061044CE73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9638" y="1562100"/>
            <a:ext cx="1452562" cy="9461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相交，无险象</a:t>
            </a:r>
          </a:p>
        </p:txBody>
      </p:sp>
      <p:grpSp>
        <p:nvGrpSpPr>
          <p:cNvPr id="133259" name="Group 139">
            <a:extLst>
              <a:ext uri="{FF2B5EF4-FFF2-40B4-BE49-F238E27FC236}">
                <a16:creationId xmlns:a16="http://schemas.microsoft.com/office/drawing/2014/main" id="{169517D5-294A-46A3-8E33-438674124053}"/>
              </a:ext>
            </a:extLst>
          </p:cNvPr>
          <p:cNvGrpSpPr>
            <a:grpSpLocks/>
          </p:cNvGrpSpPr>
          <p:nvPr/>
        </p:nvGrpSpPr>
        <p:grpSpPr bwMode="auto">
          <a:xfrm>
            <a:off x="3449638" y="3489325"/>
            <a:ext cx="3257550" cy="2811463"/>
            <a:chOff x="2173" y="2198"/>
            <a:chExt cx="2052" cy="1771"/>
          </a:xfrm>
        </p:grpSpPr>
        <p:grpSp>
          <p:nvGrpSpPr>
            <p:cNvPr id="109577" name="Group 96">
              <a:extLst>
                <a:ext uri="{FF2B5EF4-FFF2-40B4-BE49-F238E27FC236}">
                  <a16:creationId xmlns:a16="http://schemas.microsoft.com/office/drawing/2014/main" id="{6C4E2FC0-8106-443D-B73C-F28B1752D2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5" y="2643"/>
              <a:ext cx="1491" cy="1326"/>
              <a:chOff x="816" y="1570"/>
              <a:chExt cx="1994" cy="1969"/>
            </a:xfrm>
          </p:grpSpPr>
          <p:sp>
            <p:nvSpPr>
              <p:cNvPr id="109593" name="Rectangle 97">
                <a:extLst>
                  <a:ext uri="{FF2B5EF4-FFF2-40B4-BE49-F238E27FC236}">
                    <a16:creationId xmlns:a16="http://schemas.microsoft.com/office/drawing/2014/main" id="{6F51C586-076D-4905-84B9-ACC9FF7BA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594" name="Rectangle 98">
                <a:extLst>
                  <a:ext uri="{FF2B5EF4-FFF2-40B4-BE49-F238E27FC236}">
                    <a16:creationId xmlns:a16="http://schemas.microsoft.com/office/drawing/2014/main" id="{55E7E3E5-62DA-4671-80FC-572B5B131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595" name="Rectangle 99">
                <a:extLst>
                  <a:ext uri="{FF2B5EF4-FFF2-40B4-BE49-F238E27FC236}">
                    <a16:creationId xmlns:a16="http://schemas.microsoft.com/office/drawing/2014/main" id="{899C08E4-20B0-4A71-8D90-9C253848D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596" name="Rectangle 100">
                <a:extLst>
                  <a:ext uri="{FF2B5EF4-FFF2-40B4-BE49-F238E27FC236}">
                    <a16:creationId xmlns:a16="http://schemas.microsoft.com/office/drawing/2014/main" id="{2936312A-D9FB-4194-8DA3-4D03C902C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597" name="Rectangle 101">
                <a:extLst>
                  <a:ext uri="{FF2B5EF4-FFF2-40B4-BE49-F238E27FC236}">
                    <a16:creationId xmlns:a16="http://schemas.microsoft.com/office/drawing/2014/main" id="{1D28AAC8-F351-4F0F-A3C0-C46F32503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09598" name="Rectangle 102">
                <a:extLst>
                  <a:ext uri="{FF2B5EF4-FFF2-40B4-BE49-F238E27FC236}">
                    <a16:creationId xmlns:a16="http://schemas.microsoft.com/office/drawing/2014/main" id="{DC0DD168-88D1-45A2-BA32-8E915989A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</a:p>
            </p:txBody>
          </p:sp>
          <p:sp>
            <p:nvSpPr>
              <p:cNvPr id="109599" name="Rectangle 103">
                <a:extLst>
                  <a:ext uri="{FF2B5EF4-FFF2-40B4-BE49-F238E27FC236}">
                    <a16:creationId xmlns:a16="http://schemas.microsoft.com/office/drawing/2014/main" id="{22A4F651-9ABB-4065-8EDE-CD8F0D38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</a:p>
            </p:txBody>
          </p:sp>
          <p:sp>
            <p:nvSpPr>
              <p:cNvPr id="109600" name="Rectangle 104">
                <a:extLst>
                  <a:ext uri="{FF2B5EF4-FFF2-40B4-BE49-F238E27FC236}">
                    <a16:creationId xmlns:a16="http://schemas.microsoft.com/office/drawing/2014/main" id="{4B03511A-4A85-45B0-A29E-2A0F5417B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01" name="Rectangle 105">
                <a:extLst>
                  <a:ext uri="{FF2B5EF4-FFF2-40B4-BE49-F238E27FC236}">
                    <a16:creationId xmlns:a16="http://schemas.microsoft.com/office/drawing/2014/main" id="{2ED12E26-627E-4191-A611-24795AC9E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02" name="Rectangle 106">
                <a:extLst>
                  <a:ext uri="{FF2B5EF4-FFF2-40B4-BE49-F238E27FC236}">
                    <a16:creationId xmlns:a16="http://schemas.microsoft.com/office/drawing/2014/main" id="{66706585-C035-4299-868B-764A6AC37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03" name="Rectangle 107">
                <a:extLst>
                  <a:ext uri="{FF2B5EF4-FFF2-40B4-BE49-F238E27FC236}">
                    <a16:creationId xmlns:a16="http://schemas.microsoft.com/office/drawing/2014/main" id="{A3DE87FC-2B2C-4867-88BE-3F7B68216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04" name="Rectangle 108">
                <a:extLst>
                  <a:ext uri="{FF2B5EF4-FFF2-40B4-BE49-F238E27FC236}">
                    <a16:creationId xmlns:a16="http://schemas.microsoft.com/office/drawing/2014/main" id="{36ADD02E-1122-48E2-AB05-1730DDDD1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05" name="Rectangle 109">
                <a:extLst>
                  <a:ext uri="{FF2B5EF4-FFF2-40B4-BE49-F238E27FC236}">
                    <a16:creationId xmlns:a16="http://schemas.microsoft.com/office/drawing/2014/main" id="{160EC275-8805-4D31-B569-1EF09B08E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06" name="Rectangle 110">
                <a:extLst>
                  <a:ext uri="{FF2B5EF4-FFF2-40B4-BE49-F238E27FC236}">
                    <a16:creationId xmlns:a16="http://schemas.microsoft.com/office/drawing/2014/main" id="{1B285DE8-5F43-4413-A7CE-1F7086B3C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09607" name="Rectangle 111">
                <a:extLst>
                  <a:ext uri="{FF2B5EF4-FFF2-40B4-BE49-F238E27FC236}">
                    <a16:creationId xmlns:a16="http://schemas.microsoft.com/office/drawing/2014/main" id="{7052C650-2F01-43FC-A432-50559BF25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08" name="Rectangle 112">
                <a:extLst>
                  <a:ext uri="{FF2B5EF4-FFF2-40B4-BE49-F238E27FC236}">
                    <a16:creationId xmlns:a16="http://schemas.microsoft.com/office/drawing/2014/main" id="{92C6FA8F-66AD-4D14-BA70-88EF3FB49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09" name="Line 113">
                <a:extLst>
                  <a:ext uri="{FF2B5EF4-FFF2-40B4-BE49-F238E27FC236}">
                    <a16:creationId xmlns:a16="http://schemas.microsoft.com/office/drawing/2014/main" id="{B89F43FA-8171-4493-8E15-AAFA651DB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10" name="Line 114">
                <a:extLst>
                  <a:ext uri="{FF2B5EF4-FFF2-40B4-BE49-F238E27FC236}">
                    <a16:creationId xmlns:a16="http://schemas.microsoft.com/office/drawing/2014/main" id="{2CA92CC7-9B43-48EE-B2CB-5BB39EAD06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061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11" name="Line 115">
                <a:extLst>
                  <a:ext uri="{FF2B5EF4-FFF2-40B4-BE49-F238E27FC236}">
                    <a16:creationId xmlns:a16="http://schemas.microsoft.com/office/drawing/2014/main" id="{38C5BCA0-ADB7-42E0-BEDE-3C278B7605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554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12" name="Line 116">
                <a:extLst>
                  <a:ext uri="{FF2B5EF4-FFF2-40B4-BE49-F238E27FC236}">
                    <a16:creationId xmlns:a16="http://schemas.microsoft.com/office/drawing/2014/main" id="{3AD46E58-14B3-4E9A-BBD2-A0FC7BE9BA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047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13" name="Line 117">
                <a:extLst>
                  <a:ext uri="{FF2B5EF4-FFF2-40B4-BE49-F238E27FC236}">
                    <a16:creationId xmlns:a16="http://schemas.microsoft.com/office/drawing/2014/main" id="{FD902C4A-5B67-430D-B428-701CEF1413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539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14" name="Line 118">
                <a:extLst>
                  <a:ext uri="{FF2B5EF4-FFF2-40B4-BE49-F238E27FC236}">
                    <a16:creationId xmlns:a16="http://schemas.microsoft.com/office/drawing/2014/main" id="{AE8F03AB-32BC-4A0F-A606-02A404F383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15" name="Line 119">
                <a:extLst>
                  <a:ext uri="{FF2B5EF4-FFF2-40B4-BE49-F238E27FC236}">
                    <a16:creationId xmlns:a16="http://schemas.microsoft.com/office/drawing/2014/main" id="{E69DFF2E-A9BA-4965-9A43-D591882F34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5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16" name="Line 120">
                <a:extLst>
                  <a:ext uri="{FF2B5EF4-FFF2-40B4-BE49-F238E27FC236}">
                    <a16:creationId xmlns:a16="http://schemas.microsoft.com/office/drawing/2014/main" id="{B8BC2E20-9F7E-4720-AEC6-E9278155F9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4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17" name="Line 121">
                <a:extLst>
                  <a:ext uri="{FF2B5EF4-FFF2-40B4-BE49-F238E27FC236}">
                    <a16:creationId xmlns:a16="http://schemas.microsoft.com/office/drawing/2014/main" id="{817CE417-B4B3-4365-A2D7-17428D33CA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2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09618" name="Line 122">
                <a:extLst>
                  <a:ext uri="{FF2B5EF4-FFF2-40B4-BE49-F238E27FC236}">
                    <a16:creationId xmlns:a16="http://schemas.microsoft.com/office/drawing/2014/main" id="{23A17242-AE03-44D1-B15F-7FDDBFFB52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0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09578" name="Line 123">
              <a:extLst>
                <a:ext uri="{FF2B5EF4-FFF2-40B4-BE49-F238E27FC236}">
                  <a16:creationId xmlns:a16="http://schemas.microsoft.com/office/drawing/2014/main" id="{80B0588E-8E85-41AE-89D6-207B93C921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40" y="2370"/>
              <a:ext cx="275" cy="2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579" name="Text Box 124">
              <a:extLst>
                <a:ext uri="{FF2B5EF4-FFF2-40B4-BE49-F238E27FC236}">
                  <a16:creationId xmlns:a16="http://schemas.microsoft.com/office/drawing/2014/main" id="{9542832E-EF36-41E8-8C3D-5CF0F4ECA3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1" y="2198"/>
              <a:ext cx="32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580" name="Text Box 125">
              <a:extLst>
                <a:ext uri="{FF2B5EF4-FFF2-40B4-BE49-F238E27FC236}">
                  <a16:creationId xmlns:a16="http://schemas.microsoft.com/office/drawing/2014/main" id="{DA47E6DF-8BFF-480F-B143-69EDFB9226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36" y="2289"/>
              <a:ext cx="33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581" name="Text Box 126">
              <a:extLst>
                <a:ext uri="{FF2B5EF4-FFF2-40B4-BE49-F238E27FC236}">
                  <a16:creationId xmlns:a16="http://schemas.microsoft.com/office/drawing/2014/main" id="{7976BEBF-8217-41A6-9819-958E7D881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3" y="2357"/>
              <a:ext cx="33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582" name="Text Box 127">
              <a:extLst>
                <a:ext uri="{FF2B5EF4-FFF2-40B4-BE49-F238E27FC236}">
                  <a16:creationId xmlns:a16="http://schemas.microsoft.com/office/drawing/2014/main" id="{9F4A9546-4737-41CF-9727-D80CF5AF2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8" y="2478"/>
              <a:ext cx="37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583" name="Text Box 128">
              <a:extLst>
                <a:ext uri="{FF2B5EF4-FFF2-40B4-BE49-F238E27FC236}">
                  <a16:creationId xmlns:a16="http://schemas.microsoft.com/office/drawing/2014/main" id="{7863DA46-3950-49FF-B359-DEC98BF760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" y="2407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109584" name="Text Box 129">
              <a:extLst>
                <a:ext uri="{FF2B5EF4-FFF2-40B4-BE49-F238E27FC236}">
                  <a16:creationId xmlns:a16="http://schemas.microsoft.com/office/drawing/2014/main" id="{DA258181-418E-4595-BBFB-EE41DE5A2F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7" y="2399"/>
              <a:ext cx="55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109585" name="Text Box 130">
              <a:extLst>
                <a:ext uri="{FF2B5EF4-FFF2-40B4-BE49-F238E27FC236}">
                  <a16:creationId xmlns:a16="http://schemas.microsoft.com/office/drawing/2014/main" id="{C4F428FB-D666-4FB4-B78C-98466D8EAC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0" y="2396"/>
              <a:ext cx="4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109586" name="Text Box 131">
              <a:extLst>
                <a:ext uri="{FF2B5EF4-FFF2-40B4-BE49-F238E27FC236}">
                  <a16:creationId xmlns:a16="http://schemas.microsoft.com/office/drawing/2014/main" id="{5CE1713D-CB04-4348-BBE3-B960BB229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9" y="2410"/>
              <a:ext cx="49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109587" name="Text Box 132">
              <a:extLst>
                <a:ext uri="{FF2B5EF4-FFF2-40B4-BE49-F238E27FC236}">
                  <a16:creationId xmlns:a16="http://schemas.microsoft.com/office/drawing/2014/main" id="{3FE7EDD3-C83B-4EFA-B2FF-9790D10B5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6" y="2702"/>
              <a:ext cx="47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109588" name="Text Box 133">
              <a:extLst>
                <a:ext uri="{FF2B5EF4-FFF2-40B4-BE49-F238E27FC236}">
                  <a16:creationId xmlns:a16="http://schemas.microsoft.com/office/drawing/2014/main" id="{42B146B5-88A7-475F-B235-64F2863FA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8" y="3342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109589" name="Text Box 134">
              <a:extLst>
                <a:ext uri="{FF2B5EF4-FFF2-40B4-BE49-F238E27FC236}">
                  <a16:creationId xmlns:a16="http://schemas.microsoft.com/office/drawing/2014/main" id="{A7CE72BB-695C-4368-8BCB-61B4EB407B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3013"/>
              <a:ext cx="41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109590" name="Text Box 135">
              <a:extLst>
                <a:ext uri="{FF2B5EF4-FFF2-40B4-BE49-F238E27FC236}">
                  <a16:creationId xmlns:a16="http://schemas.microsoft.com/office/drawing/2014/main" id="{C4E10C10-F827-455B-AD91-A7CF23C27D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7" y="3672"/>
              <a:ext cx="37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109591" name="Rectangle 136">
              <a:extLst>
                <a:ext uri="{FF2B5EF4-FFF2-40B4-BE49-F238E27FC236}">
                  <a16:creationId xmlns:a16="http://schemas.microsoft.com/office/drawing/2014/main" id="{69AB8D78-9D71-40BC-8FE0-E0AFC4C3F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702"/>
              <a:ext cx="587" cy="553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9592" name="Rectangle 138">
              <a:extLst>
                <a:ext uri="{FF2B5EF4-FFF2-40B4-BE49-F238E27FC236}">
                  <a16:creationId xmlns:a16="http://schemas.microsoft.com/office/drawing/2014/main" id="{DDFF94F2-097B-430A-8BE4-19FEF2968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3354"/>
              <a:ext cx="565" cy="238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33260" name="Text Box 140">
            <a:extLst>
              <a:ext uri="{FF2B5EF4-FFF2-40B4-BE49-F238E27FC236}">
                <a16:creationId xmlns:a16="http://schemas.microsoft.com/office/drawing/2014/main" id="{73ECBEBF-AC1D-4B3F-AF3A-A28BF6D5F8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1350" y="4538663"/>
            <a:ext cx="1452563" cy="9461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相切，有险象</a:t>
            </a:r>
          </a:p>
        </p:txBody>
      </p:sp>
    </p:spTree>
    <p:extLst>
      <p:ext uri="{BB962C8B-B14F-4D97-AF65-F5344CB8AC3E}">
        <p14:creationId xmlns:p14="http://schemas.microsoft.com/office/powerpoint/2010/main" val="236849285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3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3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33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8" dur="500"/>
                                        <p:tgtEl>
                                          <p:spTgt spid="133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3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3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3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3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3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3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22" grpId="0" autoUpdateAnimBg="0"/>
      <p:bldP spid="133168" grpId="0" animBg="1" autoUpdateAnimBg="0"/>
      <p:bldP spid="133214" grpId="0" animBg="1" autoUpdateAnimBg="0"/>
      <p:bldP spid="133260" grpId="0" animBg="1" autoUpdateAnimBg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>
            <a:extLst>
              <a:ext uri="{FF2B5EF4-FFF2-40B4-BE49-F238E27FC236}">
                <a16:creationId xmlns:a16="http://schemas.microsoft.com/office/drawing/2014/main" id="{CB86C425-14B3-4C2D-8D3F-68ADBEB3356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4638" y="198438"/>
            <a:ext cx="3541712" cy="481012"/>
          </a:xfrm>
          <a:ln>
            <a:noFill/>
          </a:ln>
        </p:spPr>
        <p:txBody>
          <a:bodyPr/>
          <a:lstStyle/>
          <a:p>
            <a:pPr algn="l" eaLnBrk="1" hangingPunct="1"/>
            <a:r>
              <a:rPr lang="zh-CN" altLang="en-US" sz="2800" b="1" dirty="0">
                <a:solidFill>
                  <a:srgbClr val="1F08F8"/>
                </a:solidFill>
              </a:rPr>
              <a:t>三、消除冒险的方法</a:t>
            </a:r>
          </a:p>
        </p:txBody>
      </p:sp>
      <p:sp>
        <p:nvSpPr>
          <p:cNvPr id="134148" name="Text Box 4">
            <a:extLst>
              <a:ext uri="{FF2B5EF4-FFF2-40B4-BE49-F238E27FC236}">
                <a16:creationId xmlns:a16="http://schemas.microsoft.com/office/drawing/2014/main" id="{B9F2749B-9700-4FB3-91CF-0C6884281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" y="752475"/>
            <a:ext cx="320040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1.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代数法</a:t>
            </a:r>
          </a:p>
        </p:txBody>
      </p:sp>
      <p:grpSp>
        <p:nvGrpSpPr>
          <p:cNvPr id="134153" name="Group 9">
            <a:extLst>
              <a:ext uri="{FF2B5EF4-FFF2-40B4-BE49-F238E27FC236}">
                <a16:creationId xmlns:a16="http://schemas.microsoft.com/office/drawing/2014/main" id="{A67DC0C3-225F-42C6-87D6-63AF902E2259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1217613"/>
            <a:ext cx="8915400" cy="1117600"/>
            <a:chOff x="144" y="1130"/>
            <a:chExt cx="5616" cy="704"/>
          </a:xfrm>
        </p:grpSpPr>
        <p:sp>
          <p:nvSpPr>
            <p:cNvPr id="110653" name="Rectangle 6">
              <a:extLst>
                <a:ext uri="{FF2B5EF4-FFF2-40B4-BE49-F238E27FC236}">
                  <a16:creationId xmlns:a16="http://schemas.microsoft.com/office/drawing/2014/main" id="{DF26CBDF-B917-4CCE-ADD6-75021F92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1130"/>
              <a:ext cx="5616" cy="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2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        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在不影响逻辑关系的前提下，加入冗余项或乘以多余因子，使之不出现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A+A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或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AA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的形式。</a:t>
              </a:r>
            </a:p>
          </p:txBody>
        </p:sp>
        <p:sp>
          <p:nvSpPr>
            <p:cNvPr id="110654" name="Line 7">
              <a:extLst>
                <a:ext uri="{FF2B5EF4-FFF2-40B4-BE49-F238E27FC236}">
                  <a16:creationId xmlns:a16="http://schemas.microsoft.com/office/drawing/2014/main" id="{2E572405-6863-49FF-B048-CBC08B78E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3" y="157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55" name="Line 8">
              <a:extLst>
                <a:ext uri="{FF2B5EF4-FFF2-40B4-BE49-F238E27FC236}">
                  <a16:creationId xmlns:a16="http://schemas.microsoft.com/office/drawing/2014/main" id="{DF8B9715-B4C3-4288-9C3D-ABF14BDBCD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0" y="1572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4211" name="Group 67">
            <a:extLst>
              <a:ext uri="{FF2B5EF4-FFF2-40B4-BE49-F238E27FC236}">
                <a16:creationId xmlns:a16="http://schemas.microsoft.com/office/drawing/2014/main" id="{D5A1DFE0-A12F-4B99-8AA9-827589092BAE}"/>
              </a:ext>
            </a:extLst>
          </p:cNvPr>
          <p:cNvGrpSpPr>
            <a:grpSpLocks/>
          </p:cNvGrpSpPr>
          <p:nvPr/>
        </p:nvGrpSpPr>
        <p:grpSpPr bwMode="auto">
          <a:xfrm>
            <a:off x="661988" y="2452688"/>
            <a:ext cx="5735637" cy="519112"/>
            <a:chOff x="417" y="1545"/>
            <a:chExt cx="3613" cy="327"/>
          </a:xfrm>
        </p:grpSpPr>
        <p:sp>
          <p:nvSpPr>
            <p:cNvPr id="110646" name="Rectangle 11">
              <a:extLst>
                <a:ext uri="{FF2B5EF4-FFF2-40B4-BE49-F238E27FC236}">
                  <a16:creationId xmlns:a16="http://schemas.microsoft.com/office/drawing/2014/main" id="{26D4348E-86B7-4877-9460-FB019AECA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" y="1545"/>
              <a:ext cx="3613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【</a:t>
              </a: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例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】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1F08F8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Y=AB+AC+BC</a:t>
              </a:r>
              <a:r>
                <a:rPr kumimoji="1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+AC+AB+BC</a:t>
              </a:r>
            </a:p>
          </p:txBody>
        </p:sp>
        <p:sp>
          <p:nvSpPr>
            <p:cNvPr id="110647" name="Line 12">
              <a:extLst>
                <a:ext uri="{FF2B5EF4-FFF2-40B4-BE49-F238E27FC236}">
                  <a16:creationId xmlns:a16="http://schemas.microsoft.com/office/drawing/2014/main" id="{7E153DC5-838A-4007-A39A-16BB18AAB7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7" y="1614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48" name="Line 13">
              <a:extLst>
                <a:ext uri="{FF2B5EF4-FFF2-40B4-BE49-F238E27FC236}">
                  <a16:creationId xmlns:a16="http://schemas.microsoft.com/office/drawing/2014/main" id="{DBFF815C-2E07-4209-B107-319E79155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1" y="1603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49" name="Line 14">
              <a:extLst>
                <a:ext uri="{FF2B5EF4-FFF2-40B4-BE49-F238E27FC236}">
                  <a16:creationId xmlns:a16="http://schemas.microsoft.com/office/drawing/2014/main" id="{F3E047FC-2B18-48EE-B116-F844638E01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5" y="1603"/>
              <a:ext cx="96" cy="0"/>
            </a:xfrm>
            <a:prstGeom prst="line">
              <a:avLst/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50" name="Line 15">
              <a:extLst>
                <a:ext uri="{FF2B5EF4-FFF2-40B4-BE49-F238E27FC236}">
                  <a16:creationId xmlns:a16="http://schemas.microsoft.com/office/drawing/2014/main" id="{2A136182-7552-4CE7-B716-110501C53F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6" y="1603"/>
              <a:ext cx="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51" name="Line 16">
              <a:extLst>
                <a:ext uri="{FF2B5EF4-FFF2-40B4-BE49-F238E27FC236}">
                  <a16:creationId xmlns:a16="http://schemas.microsoft.com/office/drawing/2014/main" id="{F64467C9-9336-4345-9447-43CBF9D9AB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3" y="1603"/>
              <a:ext cx="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52" name="Line 17">
              <a:extLst>
                <a:ext uri="{FF2B5EF4-FFF2-40B4-BE49-F238E27FC236}">
                  <a16:creationId xmlns:a16="http://schemas.microsoft.com/office/drawing/2014/main" id="{FBFEA100-F267-438B-885E-7FB08A080B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1603"/>
              <a:ext cx="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134165" name="Group 21">
            <a:extLst>
              <a:ext uri="{FF2B5EF4-FFF2-40B4-BE49-F238E27FC236}">
                <a16:creationId xmlns:a16="http://schemas.microsoft.com/office/drawing/2014/main" id="{86113A11-218C-435F-BAF1-AFDAC45FED3F}"/>
              </a:ext>
            </a:extLst>
          </p:cNvPr>
          <p:cNvGrpSpPr>
            <a:grpSpLocks/>
          </p:cNvGrpSpPr>
          <p:nvPr/>
        </p:nvGrpSpPr>
        <p:grpSpPr bwMode="auto">
          <a:xfrm>
            <a:off x="4283075" y="2995613"/>
            <a:ext cx="2044700" cy="911225"/>
            <a:chOff x="2698" y="1887"/>
            <a:chExt cx="1288" cy="574"/>
          </a:xfrm>
        </p:grpSpPr>
        <p:sp>
          <p:nvSpPr>
            <p:cNvPr id="110644" name="AutoShape 19">
              <a:extLst>
                <a:ext uri="{FF2B5EF4-FFF2-40B4-BE49-F238E27FC236}">
                  <a16:creationId xmlns:a16="http://schemas.microsoft.com/office/drawing/2014/main" id="{1A3C16EE-AC26-4EA6-B043-12F1B0EE091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218" y="1367"/>
              <a:ext cx="248" cy="1288"/>
            </a:xfrm>
            <a:prstGeom prst="leftBrace">
              <a:avLst>
                <a:gd name="adj1" fmla="val 43280"/>
                <a:gd name="adj2" fmla="val 50000"/>
              </a:avLst>
            </a:prstGeom>
            <a:noFill/>
            <a:ln w="38100">
              <a:solidFill>
                <a:srgbClr val="1F08F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45" name="Text Box 20">
              <a:extLst>
                <a:ext uri="{FF2B5EF4-FFF2-40B4-BE49-F238E27FC236}">
                  <a16:creationId xmlns:a16="http://schemas.microsoft.com/office/drawing/2014/main" id="{BFB1D8E1-9E0C-4486-8792-9232BDD325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4" y="2134"/>
              <a:ext cx="87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冗余项</a:t>
              </a:r>
            </a:p>
          </p:txBody>
        </p:sp>
      </p:grpSp>
      <p:sp>
        <p:nvSpPr>
          <p:cNvPr id="134166" name="Text Box 22">
            <a:extLst>
              <a:ext uri="{FF2B5EF4-FFF2-40B4-BE49-F238E27FC236}">
                <a16:creationId xmlns:a16="http://schemas.microsoft.com/office/drawing/2014/main" id="{0E9FDB94-2F60-4407-A8A8-EAF715E2C1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9863" y="4033838"/>
            <a:ext cx="4518025" cy="519112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2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、卡诺图法</a:t>
            </a:r>
            <a:r>
              <a:rPr kumimoji="1" lang="en-US" altLang="zh-CN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—</a:t>
            </a:r>
            <a:r>
              <a: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加多余的圈</a:t>
            </a:r>
          </a:p>
        </p:txBody>
      </p:sp>
      <p:grpSp>
        <p:nvGrpSpPr>
          <p:cNvPr id="134167" name="Group 23">
            <a:extLst>
              <a:ext uri="{FF2B5EF4-FFF2-40B4-BE49-F238E27FC236}">
                <a16:creationId xmlns:a16="http://schemas.microsoft.com/office/drawing/2014/main" id="{8E5A3A7E-E891-4F31-BC1E-A3F025DDC18E}"/>
              </a:ext>
            </a:extLst>
          </p:cNvPr>
          <p:cNvGrpSpPr>
            <a:grpSpLocks/>
          </p:cNvGrpSpPr>
          <p:nvPr/>
        </p:nvGrpSpPr>
        <p:grpSpPr bwMode="auto">
          <a:xfrm>
            <a:off x="347663" y="3633788"/>
            <a:ext cx="3257550" cy="2811462"/>
            <a:chOff x="2173" y="2198"/>
            <a:chExt cx="2052" cy="1771"/>
          </a:xfrm>
        </p:grpSpPr>
        <p:grpSp>
          <p:nvGrpSpPr>
            <p:cNvPr id="110602" name="Group 24">
              <a:extLst>
                <a:ext uri="{FF2B5EF4-FFF2-40B4-BE49-F238E27FC236}">
                  <a16:creationId xmlns:a16="http://schemas.microsoft.com/office/drawing/2014/main" id="{297F7C6D-C22A-479B-93E5-B8653EAB7A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5" y="2643"/>
              <a:ext cx="1491" cy="1326"/>
              <a:chOff x="816" y="1570"/>
              <a:chExt cx="1994" cy="1969"/>
            </a:xfrm>
          </p:grpSpPr>
          <p:sp>
            <p:nvSpPr>
              <p:cNvPr id="110618" name="Rectangle 25">
                <a:extLst>
                  <a:ext uri="{FF2B5EF4-FFF2-40B4-BE49-F238E27FC236}">
                    <a16:creationId xmlns:a16="http://schemas.microsoft.com/office/drawing/2014/main" id="{32351439-1E51-4382-BFAF-4FF91407D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10619" name="Rectangle 26">
                <a:extLst>
                  <a:ext uri="{FF2B5EF4-FFF2-40B4-BE49-F238E27FC236}">
                    <a16:creationId xmlns:a16="http://schemas.microsoft.com/office/drawing/2014/main" id="{42C4509C-5B01-49C6-BB21-19695DC51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047"/>
                <a:ext cx="498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10620" name="Rectangle 27">
                <a:extLst>
                  <a:ext uri="{FF2B5EF4-FFF2-40B4-BE49-F238E27FC236}">
                    <a16:creationId xmlns:a16="http://schemas.microsoft.com/office/drawing/2014/main" id="{A08EA959-4FE2-4854-9091-168EF3959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21" name="Rectangle 28">
                <a:extLst>
                  <a:ext uri="{FF2B5EF4-FFF2-40B4-BE49-F238E27FC236}">
                    <a16:creationId xmlns:a16="http://schemas.microsoft.com/office/drawing/2014/main" id="{F21457B5-8B36-468F-8360-89E83883B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3047"/>
                <a:ext cx="499" cy="4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22" name="Rectangle 29">
                <a:extLst>
                  <a:ext uri="{FF2B5EF4-FFF2-40B4-BE49-F238E27FC236}">
                    <a16:creationId xmlns:a16="http://schemas.microsoft.com/office/drawing/2014/main" id="{F1FE2A44-6A9C-4DFB-9875-2FDA39265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  <a:sym typeface="Symbol" panose="05050102010706020507" pitchFamily="18" charset="2"/>
                </a:endParaRPr>
              </a:p>
            </p:txBody>
          </p:sp>
          <p:sp>
            <p:nvSpPr>
              <p:cNvPr id="110623" name="Rectangle 30">
                <a:extLst>
                  <a:ext uri="{FF2B5EF4-FFF2-40B4-BE49-F238E27FC236}">
                    <a16:creationId xmlns:a16="http://schemas.microsoft.com/office/drawing/2014/main" id="{6A0D95AB-ABA2-4839-91E8-DBCEB3DD3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554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</a:p>
            </p:txBody>
          </p:sp>
          <p:sp>
            <p:nvSpPr>
              <p:cNvPr id="110624" name="Rectangle 31">
                <a:extLst>
                  <a:ext uri="{FF2B5EF4-FFF2-40B4-BE49-F238E27FC236}">
                    <a16:creationId xmlns:a16="http://schemas.microsoft.com/office/drawing/2014/main" id="{AFE57AD2-AF47-4019-8F11-17E27D3B3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  <a:sym typeface="Symbol" panose="05050102010706020507" pitchFamily="18" charset="2"/>
                  </a:rPr>
                  <a:t>1</a:t>
                </a:r>
              </a:p>
            </p:txBody>
          </p:sp>
          <p:sp>
            <p:nvSpPr>
              <p:cNvPr id="110625" name="Rectangle 32">
                <a:extLst>
                  <a:ext uri="{FF2B5EF4-FFF2-40B4-BE49-F238E27FC236}">
                    <a16:creationId xmlns:a16="http://schemas.microsoft.com/office/drawing/2014/main" id="{ECA06F79-6078-477A-8080-5624D7386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554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26" name="Rectangle 33">
                <a:extLst>
                  <a:ext uri="{FF2B5EF4-FFF2-40B4-BE49-F238E27FC236}">
                    <a16:creationId xmlns:a16="http://schemas.microsoft.com/office/drawing/2014/main" id="{AAAD83F8-FC21-419B-9F89-6663701C0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10627" name="Rectangle 34">
                <a:extLst>
                  <a:ext uri="{FF2B5EF4-FFF2-40B4-BE49-F238E27FC236}">
                    <a16:creationId xmlns:a16="http://schemas.microsoft.com/office/drawing/2014/main" id="{6BDA6D58-1679-476C-9C4E-B7641E5F7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2061"/>
                <a:ext cx="498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10628" name="Rectangle 35">
                <a:extLst>
                  <a:ext uri="{FF2B5EF4-FFF2-40B4-BE49-F238E27FC236}">
                    <a16:creationId xmlns:a16="http://schemas.microsoft.com/office/drawing/2014/main" id="{3C23A8B2-00B3-469E-A526-E9537F8F5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29" name="Rectangle 36">
                <a:extLst>
                  <a:ext uri="{FF2B5EF4-FFF2-40B4-BE49-F238E27FC236}">
                    <a16:creationId xmlns:a16="http://schemas.microsoft.com/office/drawing/2014/main" id="{2C200491-5768-4F68-B8EE-19DCF49FB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2061"/>
                <a:ext cx="499" cy="49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30" name="Rectangle 37">
                <a:extLst>
                  <a:ext uri="{FF2B5EF4-FFF2-40B4-BE49-F238E27FC236}">
                    <a16:creationId xmlns:a16="http://schemas.microsoft.com/office/drawing/2014/main" id="{56FEFA9A-FB40-4191-B5BF-A67020A75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10631" name="Rectangle 38">
                <a:extLst>
                  <a:ext uri="{FF2B5EF4-FFF2-40B4-BE49-F238E27FC236}">
                    <a16:creationId xmlns:a16="http://schemas.microsoft.com/office/drawing/2014/main" id="{E77FE728-AD3B-4E78-9CAB-2C7DC530E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570"/>
                <a:ext cx="49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10632" name="Rectangle 39">
                <a:extLst>
                  <a:ext uri="{FF2B5EF4-FFF2-40B4-BE49-F238E27FC236}">
                    <a16:creationId xmlns:a16="http://schemas.microsoft.com/office/drawing/2014/main" id="{5693D9B7-09D1-4AE5-8441-ABFB18157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33" name="Rectangle 40">
                <a:extLst>
                  <a:ext uri="{FF2B5EF4-FFF2-40B4-BE49-F238E27FC236}">
                    <a16:creationId xmlns:a16="http://schemas.microsoft.com/office/drawing/2014/main" id="{31383D07-D319-4BD5-8FB2-0ADE5661C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570"/>
                <a:ext cx="499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zh-CN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34" name="Line 41">
                <a:extLst>
                  <a:ext uri="{FF2B5EF4-FFF2-40B4-BE49-F238E27FC236}">
                    <a16:creationId xmlns:a16="http://schemas.microsoft.com/office/drawing/2014/main" id="{21443902-2120-421A-848F-58987754BE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35" name="Line 42">
                <a:extLst>
                  <a:ext uri="{FF2B5EF4-FFF2-40B4-BE49-F238E27FC236}">
                    <a16:creationId xmlns:a16="http://schemas.microsoft.com/office/drawing/2014/main" id="{4B55BA27-0D55-4ACA-AD2C-8094A9A3F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061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36" name="Line 43">
                <a:extLst>
                  <a:ext uri="{FF2B5EF4-FFF2-40B4-BE49-F238E27FC236}">
                    <a16:creationId xmlns:a16="http://schemas.microsoft.com/office/drawing/2014/main" id="{41489223-363B-48B4-8794-5F6402626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2554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37" name="Line 44">
                <a:extLst>
                  <a:ext uri="{FF2B5EF4-FFF2-40B4-BE49-F238E27FC236}">
                    <a16:creationId xmlns:a16="http://schemas.microsoft.com/office/drawing/2014/main" id="{852FE760-A7F2-4DEF-B3A0-2CBBD82000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047"/>
                <a:ext cx="199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38" name="Line 45">
                <a:extLst>
                  <a:ext uri="{FF2B5EF4-FFF2-40B4-BE49-F238E27FC236}">
                    <a16:creationId xmlns:a16="http://schemas.microsoft.com/office/drawing/2014/main" id="{E62E47F3-B1D4-47C6-A1AC-FFD8B0482F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3539"/>
                <a:ext cx="199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39" name="Line 46">
                <a:extLst>
                  <a:ext uri="{FF2B5EF4-FFF2-40B4-BE49-F238E27FC236}">
                    <a16:creationId xmlns:a16="http://schemas.microsoft.com/office/drawing/2014/main" id="{74ECA6F6-FCF9-470D-974B-28E08858DE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40" name="Line 47">
                <a:extLst>
                  <a:ext uri="{FF2B5EF4-FFF2-40B4-BE49-F238E27FC236}">
                    <a16:creationId xmlns:a16="http://schemas.microsoft.com/office/drawing/2014/main" id="{6801F02F-7C24-46BF-8EEC-A34FDFF9DF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5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41" name="Line 48">
                <a:extLst>
                  <a:ext uri="{FF2B5EF4-FFF2-40B4-BE49-F238E27FC236}">
                    <a16:creationId xmlns:a16="http://schemas.microsoft.com/office/drawing/2014/main" id="{942C129E-3875-48AC-A443-4480D65D40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4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42" name="Line 49">
                <a:extLst>
                  <a:ext uri="{FF2B5EF4-FFF2-40B4-BE49-F238E27FC236}">
                    <a16:creationId xmlns:a16="http://schemas.microsoft.com/office/drawing/2014/main" id="{B417724C-E462-4EE9-BD30-55E7D8367E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2" y="1570"/>
                <a:ext cx="0" cy="19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0643" name="Line 50">
                <a:extLst>
                  <a:ext uri="{FF2B5EF4-FFF2-40B4-BE49-F238E27FC236}">
                    <a16:creationId xmlns:a16="http://schemas.microsoft.com/office/drawing/2014/main" id="{E3E1BCCD-6BB6-4F44-8925-E4D5097A61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0" y="1570"/>
                <a:ext cx="0" cy="196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</p:grpSp>
        <p:sp>
          <p:nvSpPr>
            <p:cNvPr id="110603" name="Line 51">
              <a:extLst>
                <a:ext uri="{FF2B5EF4-FFF2-40B4-BE49-F238E27FC236}">
                  <a16:creationId xmlns:a16="http://schemas.microsoft.com/office/drawing/2014/main" id="{ADE7639A-5665-43E5-A577-B2E1B9C834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40" y="2370"/>
              <a:ext cx="275" cy="2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04" name="Text Box 52">
              <a:extLst>
                <a:ext uri="{FF2B5EF4-FFF2-40B4-BE49-F238E27FC236}">
                  <a16:creationId xmlns:a16="http://schemas.microsoft.com/office/drawing/2014/main" id="{B9933BA8-1B52-4111-8A50-55299DBC63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1" y="2198"/>
              <a:ext cx="32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B</a:t>
              </a:r>
              <a:endParaRPr kumimoji="0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05" name="Text Box 53">
              <a:extLst>
                <a:ext uri="{FF2B5EF4-FFF2-40B4-BE49-F238E27FC236}">
                  <a16:creationId xmlns:a16="http://schemas.microsoft.com/office/drawing/2014/main" id="{B61CFFCB-6E71-4746-A83E-8851660FC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36" y="2289"/>
              <a:ext cx="33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A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06" name="Text Box 54">
              <a:extLst>
                <a:ext uri="{FF2B5EF4-FFF2-40B4-BE49-F238E27FC236}">
                  <a16:creationId xmlns:a16="http://schemas.microsoft.com/office/drawing/2014/main" id="{5F9F798E-3DD5-4128-9C90-D6F8C6484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3" y="2357"/>
              <a:ext cx="33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D</a:t>
              </a:r>
              <a:endParaRPr kumimoji="0" lang="en-US" altLang="zh-CN" sz="2400" b="1" i="0" u="none" strike="noStrike" kern="1200" cap="none" spc="0" normalizeH="0" baseline="-2500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07" name="Text Box 55">
              <a:extLst>
                <a:ext uri="{FF2B5EF4-FFF2-40B4-BE49-F238E27FC236}">
                  <a16:creationId xmlns:a16="http://schemas.microsoft.com/office/drawing/2014/main" id="{E01BA3FC-5081-41DE-A85A-126347F374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8" y="2478"/>
              <a:ext cx="37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  <a:endParaRPr kumimoji="0" lang="en-US" altLang="zh-CN" sz="2400" b="1" i="0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08" name="Text Box 56">
              <a:extLst>
                <a:ext uri="{FF2B5EF4-FFF2-40B4-BE49-F238E27FC236}">
                  <a16:creationId xmlns:a16="http://schemas.microsoft.com/office/drawing/2014/main" id="{0CBF5660-7975-420F-A611-738B84411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" y="2407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110609" name="Text Box 57">
              <a:extLst>
                <a:ext uri="{FF2B5EF4-FFF2-40B4-BE49-F238E27FC236}">
                  <a16:creationId xmlns:a16="http://schemas.microsoft.com/office/drawing/2014/main" id="{5DE80678-7277-425B-B836-170E53CABD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7" y="2399"/>
              <a:ext cx="55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110610" name="Text Box 58">
              <a:extLst>
                <a:ext uri="{FF2B5EF4-FFF2-40B4-BE49-F238E27FC236}">
                  <a16:creationId xmlns:a16="http://schemas.microsoft.com/office/drawing/2014/main" id="{A88C9236-05A6-4DD9-B001-901A86F514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0" y="2396"/>
              <a:ext cx="484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110611" name="Text Box 59">
              <a:extLst>
                <a:ext uri="{FF2B5EF4-FFF2-40B4-BE49-F238E27FC236}">
                  <a16:creationId xmlns:a16="http://schemas.microsoft.com/office/drawing/2014/main" id="{0611E81D-7D0E-4451-B814-DA4C701695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29" y="2410"/>
              <a:ext cx="496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110612" name="Text Box 60">
              <a:extLst>
                <a:ext uri="{FF2B5EF4-FFF2-40B4-BE49-F238E27FC236}">
                  <a16:creationId xmlns:a16="http://schemas.microsoft.com/office/drawing/2014/main" id="{8692C11D-7D26-45E3-9A0D-E30E67D88C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6" y="2702"/>
              <a:ext cx="472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00</a:t>
              </a:r>
            </a:p>
          </p:txBody>
        </p:sp>
        <p:sp>
          <p:nvSpPr>
            <p:cNvPr id="110613" name="Text Box 61">
              <a:extLst>
                <a:ext uri="{FF2B5EF4-FFF2-40B4-BE49-F238E27FC236}">
                  <a16:creationId xmlns:a16="http://schemas.microsoft.com/office/drawing/2014/main" id="{8F4CF46B-45FF-4CFD-B7A9-F8567A46FD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8" y="3342"/>
              <a:ext cx="450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11</a:t>
              </a:r>
            </a:p>
          </p:txBody>
        </p:sp>
        <p:sp>
          <p:nvSpPr>
            <p:cNvPr id="110614" name="Text Box 62">
              <a:extLst>
                <a:ext uri="{FF2B5EF4-FFF2-40B4-BE49-F238E27FC236}">
                  <a16:creationId xmlns:a16="http://schemas.microsoft.com/office/drawing/2014/main" id="{356246E9-8EB9-4354-86C3-32F09BCE78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3013"/>
              <a:ext cx="418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01</a:t>
              </a:r>
            </a:p>
          </p:txBody>
        </p:sp>
        <p:sp>
          <p:nvSpPr>
            <p:cNvPr id="110615" name="Text Box 63">
              <a:extLst>
                <a:ext uri="{FF2B5EF4-FFF2-40B4-BE49-F238E27FC236}">
                  <a16:creationId xmlns:a16="http://schemas.microsoft.com/office/drawing/2014/main" id="{EB6AF537-65F1-4BD1-A997-6C547F2E53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7" y="3672"/>
              <a:ext cx="371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10</a:t>
              </a:r>
            </a:p>
          </p:txBody>
        </p:sp>
        <p:sp>
          <p:nvSpPr>
            <p:cNvPr id="110616" name="Rectangle 64">
              <a:extLst>
                <a:ext uri="{FF2B5EF4-FFF2-40B4-BE49-F238E27FC236}">
                  <a16:creationId xmlns:a16="http://schemas.microsoft.com/office/drawing/2014/main" id="{53FE7F34-80F5-40DD-B708-BD8DAA6BB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702"/>
              <a:ext cx="587" cy="553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0617" name="Rectangle 65">
              <a:extLst>
                <a:ext uri="{FF2B5EF4-FFF2-40B4-BE49-F238E27FC236}">
                  <a16:creationId xmlns:a16="http://schemas.microsoft.com/office/drawing/2014/main" id="{FC12A1BE-38EA-4CDF-B367-412E7A88A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3354"/>
              <a:ext cx="565" cy="238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34210" name="Rectangle 66">
            <a:extLst>
              <a:ext uri="{FF2B5EF4-FFF2-40B4-BE49-F238E27FC236}">
                <a16:creationId xmlns:a16="http://schemas.microsoft.com/office/drawing/2014/main" id="{C04EA9CD-CB89-4964-BE86-DD119F915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0450" y="4948238"/>
            <a:ext cx="341313" cy="879475"/>
          </a:xfrm>
          <a:prstGeom prst="rect">
            <a:avLst/>
          </a:prstGeom>
          <a:noFill/>
          <a:ln w="38100">
            <a:solidFill>
              <a:srgbClr val="0070C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8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56876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134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4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4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34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34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8" dur="500"/>
                                        <p:tgtEl>
                                          <p:spTgt spid="134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4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34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34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34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0" fill="hold"/>
                                        <p:tgtEl>
                                          <p:spTgt spid="134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0" fill="hold"/>
                                        <p:tgtEl>
                                          <p:spTgt spid="134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4146" grpId="0" autoUpdateAnimBg="0"/>
      <p:bldP spid="134148" grpId="0" autoUpdateAnimBg="0"/>
      <p:bldP spid="134166" grpId="0" animBg="1" autoUpdateAnimBg="0"/>
      <p:bldP spid="134210" grpId="0" animBg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2" name="Rectangle 4">
            <a:extLst>
              <a:ext uri="{FF2B5EF4-FFF2-40B4-BE49-F238E27FC236}">
                <a16:creationId xmlns:a16="http://schemas.microsoft.com/office/drawing/2014/main" id="{57864298-DC89-489E-BC7E-7D0669982AA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3538" y="231775"/>
            <a:ext cx="2447925" cy="550863"/>
          </a:xfrm>
          <a:noFill/>
          <a:ln>
            <a:noFill/>
          </a:ln>
        </p:spPr>
        <p:txBody>
          <a:bodyPr/>
          <a:lstStyle/>
          <a:p>
            <a:pPr algn="l" eaLnBrk="1" hangingPunct="1"/>
            <a:r>
              <a:rPr lang="en-US" altLang="zh-CN" sz="2800" b="1" dirty="0">
                <a:solidFill>
                  <a:schemeClr val="tx1"/>
                </a:solidFill>
              </a:rPr>
              <a:t>3</a:t>
            </a:r>
            <a:r>
              <a:rPr lang="zh-CN" altLang="en-US" sz="2800" b="1" dirty="0">
                <a:solidFill>
                  <a:schemeClr val="tx1"/>
                </a:solidFill>
              </a:rPr>
              <a:t>、 选通法</a:t>
            </a:r>
          </a:p>
        </p:txBody>
      </p:sp>
      <p:sp>
        <p:nvSpPr>
          <p:cNvPr id="135173" name="Rectangle 5">
            <a:extLst>
              <a:ext uri="{FF2B5EF4-FFF2-40B4-BE49-F238E27FC236}">
                <a16:creationId xmlns:a16="http://schemas.microsoft.com/office/drawing/2014/main" id="{B340FEC8-C0EF-4045-B7F7-7F72F3E15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906463"/>
            <a:ext cx="8686800" cy="946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在产生竞争冒险门的输入端加一个选通与门，选通脉冲在电路稳定后再加上。</a:t>
            </a:r>
          </a:p>
        </p:txBody>
      </p:sp>
      <p:sp>
        <p:nvSpPr>
          <p:cNvPr id="135175" name="Rectangle 7">
            <a:extLst>
              <a:ext uri="{FF2B5EF4-FFF2-40B4-BE49-F238E27FC236}">
                <a16:creationId xmlns:a16="http://schemas.microsoft.com/office/drawing/2014/main" id="{989AA76C-2E64-4264-AB9E-E3395FD89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38" y="3987800"/>
            <a:ext cx="2505075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4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、加滤波电容</a:t>
            </a:r>
          </a:p>
        </p:txBody>
      </p:sp>
      <p:sp>
        <p:nvSpPr>
          <p:cNvPr id="135176" name="Rectangle 8">
            <a:extLst>
              <a:ext uri="{FF2B5EF4-FFF2-40B4-BE49-F238E27FC236}">
                <a16:creationId xmlns:a16="http://schemas.microsoft.com/office/drawing/2014/main" id="{67C3AFC6-4668-4636-BD5E-08459CEC4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3" y="4675188"/>
            <a:ext cx="8763000" cy="154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        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在产生竞争冒险门的输出端与地之间加一个电容。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因为冒险脉冲都很窄，加电容后可消除冒险脉冲。在</a:t>
            </a:r>
          </a:p>
          <a:p>
            <a:pPr marL="0" marR="0" lvl="0" indent="0" algn="l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TTL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电路中该电容通常为几十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~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几百</a:t>
            </a:r>
            <a:r>
              <a:rPr kumimoji="1" lang="en-US" altLang="zh-CN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PF</a:t>
            </a:r>
            <a:r>
              <a:rPr kumimoji="1" lang="zh-CN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rPr>
              <a:t>。如上图所示。</a:t>
            </a:r>
          </a:p>
        </p:txBody>
      </p:sp>
      <p:grpSp>
        <p:nvGrpSpPr>
          <p:cNvPr id="135219" name="Group 51">
            <a:extLst>
              <a:ext uri="{FF2B5EF4-FFF2-40B4-BE49-F238E27FC236}">
                <a16:creationId xmlns:a16="http://schemas.microsoft.com/office/drawing/2014/main" id="{D13A58E0-59DF-41C3-8B67-D96C74FECE7F}"/>
              </a:ext>
            </a:extLst>
          </p:cNvPr>
          <p:cNvGrpSpPr>
            <a:grpSpLocks/>
          </p:cNvGrpSpPr>
          <p:nvPr/>
        </p:nvGrpSpPr>
        <p:grpSpPr bwMode="auto">
          <a:xfrm>
            <a:off x="4598988" y="2908300"/>
            <a:ext cx="1866900" cy="533400"/>
            <a:chOff x="2953" y="1920"/>
            <a:chExt cx="1176" cy="336"/>
          </a:xfrm>
        </p:grpSpPr>
        <p:sp>
          <p:nvSpPr>
            <p:cNvPr id="111655" name="Line 42">
              <a:extLst>
                <a:ext uri="{FF2B5EF4-FFF2-40B4-BE49-F238E27FC236}">
                  <a16:creationId xmlns:a16="http://schemas.microsoft.com/office/drawing/2014/main" id="{16F5AFDE-BC8E-45AE-8AFD-73F2386E23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9" y="1920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1656" name="Line 43">
              <a:extLst>
                <a:ext uri="{FF2B5EF4-FFF2-40B4-BE49-F238E27FC236}">
                  <a16:creationId xmlns:a16="http://schemas.microsoft.com/office/drawing/2014/main" id="{3ED75889-5549-43C8-B52C-B4A688095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3" y="20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1657" name="Line 44">
              <a:extLst>
                <a:ext uri="{FF2B5EF4-FFF2-40B4-BE49-F238E27FC236}">
                  <a16:creationId xmlns:a16="http://schemas.microsoft.com/office/drawing/2014/main" id="{7A953407-45BA-49D9-BBB7-48E4D2131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3" y="211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1658" name="Line 45">
              <a:extLst>
                <a:ext uri="{FF2B5EF4-FFF2-40B4-BE49-F238E27FC236}">
                  <a16:creationId xmlns:a16="http://schemas.microsoft.com/office/drawing/2014/main" id="{0EF4A00A-B159-4620-A674-6D259154C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9" y="2112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1659" name="Line 46">
              <a:extLst>
                <a:ext uri="{FF2B5EF4-FFF2-40B4-BE49-F238E27FC236}">
                  <a16:creationId xmlns:a16="http://schemas.microsoft.com/office/drawing/2014/main" id="{CFE42799-5558-4630-B27E-484C2CBD47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1" y="225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8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1660" name="Rectangle 47">
              <a:extLst>
                <a:ext uri="{FF2B5EF4-FFF2-40B4-BE49-F238E27FC236}">
                  <a16:creationId xmlns:a16="http://schemas.microsoft.com/office/drawing/2014/main" id="{9A4F63B9-88AF-493D-A2C9-87B32C9D1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1943"/>
              <a:ext cx="255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C</a:t>
              </a:r>
            </a:p>
          </p:txBody>
        </p:sp>
        <p:sp>
          <p:nvSpPr>
            <p:cNvPr id="111661" name="Rectangle 48">
              <a:extLst>
                <a:ext uri="{FF2B5EF4-FFF2-40B4-BE49-F238E27FC236}">
                  <a16:creationId xmlns:a16="http://schemas.microsoft.com/office/drawing/2014/main" id="{8C89D0A1-19E0-4F3B-8138-18E4D7B99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1943"/>
              <a:ext cx="888" cy="288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滤波电容</a:t>
              </a:r>
            </a:p>
          </p:txBody>
        </p:sp>
      </p:grpSp>
      <p:grpSp>
        <p:nvGrpSpPr>
          <p:cNvPr id="135224" name="Group 56">
            <a:extLst>
              <a:ext uri="{FF2B5EF4-FFF2-40B4-BE49-F238E27FC236}">
                <a16:creationId xmlns:a16="http://schemas.microsoft.com/office/drawing/2014/main" id="{FA792733-BBE8-4869-A8D9-FFA7EC00C6A1}"/>
              </a:ext>
            </a:extLst>
          </p:cNvPr>
          <p:cNvGrpSpPr>
            <a:grpSpLocks/>
          </p:cNvGrpSpPr>
          <p:nvPr/>
        </p:nvGrpSpPr>
        <p:grpSpPr bwMode="auto">
          <a:xfrm>
            <a:off x="2249488" y="2089150"/>
            <a:ext cx="2843212" cy="1981200"/>
            <a:chOff x="1417" y="1316"/>
            <a:chExt cx="1791" cy="1248"/>
          </a:xfrm>
        </p:grpSpPr>
        <p:grpSp>
          <p:nvGrpSpPr>
            <p:cNvPr id="111624" name="Group 57">
              <a:extLst>
                <a:ext uri="{FF2B5EF4-FFF2-40B4-BE49-F238E27FC236}">
                  <a16:creationId xmlns:a16="http://schemas.microsoft.com/office/drawing/2014/main" id="{00FFDA4C-4B27-4825-BB13-3BDF65B89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17" y="1316"/>
              <a:ext cx="1791" cy="1248"/>
              <a:chOff x="1417" y="1415"/>
              <a:chExt cx="1791" cy="1248"/>
            </a:xfrm>
          </p:grpSpPr>
          <p:sp>
            <p:nvSpPr>
              <p:cNvPr id="111627" name="Rectangle 58">
                <a:extLst>
                  <a:ext uri="{FF2B5EF4-FFF2-40B4-BE49-F238E27FC236}">
                    <a16:creationId xmlns:a16="http://schemas.microsoft.com/office/drawing/2014/main" id="{D8C59384-4048-494E-B053-D762FFCC3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703"/>
                <a:ext cx="288" cy="4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28" name="Oval 59">
                <a:extLst>
                  <a:ext uri="{FF2B5EF4-FFF2-40B4-BE49-F238E27FC236}">
                    <a16:creationId xmlns:a16="http://schemas.microsoft.com/office/drawing/2014/main" id="{41F39881-3E90-4EEA-89B0-B8BE3E256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895"/>
                <a:ext cx="48" cy="48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29" name="Line 60">
                <a:extLst>
                  <a:ext uri="{FF2B5EF4-FFF2-40B4-BE49-F238E27FC236}">
                    <a16:creationId xmlns:a16="http://schemas.microsoft.com/office/drawing/2014/main" id="{521E527F-162A-4A20-833E-635EF7ECD8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1" y="1920"/>
                <a:ext cx="2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30" name="Line 61">
                <a:extLst>
                  <a:ext uri="{FF2B5EF4-FFF2-40B4-BE49-F238E27FC236}">
                    <a16:creationId xmlns:a16="http://schemas.microsoft.com/office/drawing/2014/main" id="{A19D752D-9DE8-4B03-9271-0CEBB9EAA7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57" y="2087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31" name="Line 62">
                <a:extLst>
                  <a:ext uri="{FF2B5EF4-FFF2-40B4-BE49-F238E27FC236}">
                    <a16:creationId xmlns:a16="http://schemas.microsoft.com/office/drawing/2014/main" id="{E0D28593-5BC1-4EE6-A0B5-F542C0298F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57" y="1751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32" name="Rectangle 63">
                <a:extLst>
                  <a:ext uri="{FF2B5EF4-FFF2-40B4-BE49-F238E27FC236}">
                    <a16:creationId xmlns:a16="http://schemas.microsoft.com/office/drawing/2014/main" id="{19362E32-43C1-4B84-A1BC-1BA389F47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703"/>
                <a:ext cx="288" cy="4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33" name="Line 64">
                <a:extLst>
                  <a:ext uri="{FF2B5EF4-FFF2-40B4-BE49-F238E27FC236}">
                    <a16:creationId xmlns:a16="http://schemas.microsoft.com/office/drawing/2014/main" id="{BEE532C4-38C9-4B77-9844-D2335C3DA0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1" y="1559"/>
                <a:ext cx="0" cy="19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34" name="Line 65">
                <a:extLst>
                  <a:ext uri="{FF2B5EF4-FFF2-40B4-BE49-F238E27FC236}">
                    <a16:creationId xmlns:a16="http://schemas.microsoft.com/office/drawing/2014/main" id="{C4FCA12A-852B-499C-9AF3-BF8ABDAE8E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1" y="156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35" name="Line 66">
                <a:extLst>
                  <a:ext uri="{FF2B5EF4-FFF2-40B4-BE49-F238E27FC236}">
                    <a16:creationId xmlns:a16="http://schemas.microsoft.com/office/drawing/2014/main" id="{C4BF8131-2165-482C-A2E9-73ECDF0757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29" y="1559"/>
                <a:ext cx="0" cy="19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36" name="Line 67">
                <a:extLst>
                  <a:ext uri="{FF2B5EF4-FFF2-40B4-BE49-F238E27FC236}">
                    <a16:creationId xmlns:a16="http://schemas.microsoft.com/office/drawing/2014/main" id="{E5715B7C-C454-4CB4-8455-5223EBB17B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9" y="175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111637" name="Group 68">
                <a:extLst>
                  <a:ext uri="{FF2B5EF4-FFF2-40B4-BE49-F238E27FC236}">
                    <a16:creationId xmlns:a16="http://schemas.microsoft.com/office/drawing/2014/main" id="{E3F742B9-DACA-4559-A578-658FCD09F2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9" y="1895"/>
                <a:ext cx="341" cy="48"/>
                <a:chOff x="4656" y="3696"/>
                <a:chExt cx="341" cy="48"/>
              </a:xfrm>
            </p:grpSpPr>
            <p:sp>
              <p:nvSpPr>
                <p:cNvPr id="111653" name="Oval 69">
                  <a:extLst>
                    <a:ext uri="{FF2B5EF4-FFF2-40B4-BE49-F238E27FC236}">
                      <a16:creationId xmlns:a16="http://schemas.microsoft.com/office/drawing/2014/main" id="{0425A8B7-AA1C-4768-BDFC-BC97143F65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6" y="3696"/>
                  <a:ext cx="48" cy="48"/>
                </a:xfrm>
                <a:prstGeom prst="ellips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654" name="Line 70">
                  <a:extLst>
                    <a:ext uri="{FF2B5EF4-FFF2-40B4-BE49-F238E27FC236}">
                      <a16:creationId xmlns:a16="http://schemas.microsoft.com/office/drawing/2014/main" id="{A482B46F-428D-438F-BC59-FAD3B80D27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709" y="3716"/>
                  <a:ext cx="28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111638" name="Oval 71">
                <a:extLst>
                  <a:ext uri="{FF2B5EF4-FFF2-40B4-BE49-F238E27FC236}">
                    <a16:creationId xmlns:a16="http://schemas.microsoft.com/office/drawing/2014/main" id="{5667051E-09C0-45D1-B671-18025C249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726"/>
                <a:ext cx="48" cy="48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39" name="Text Box 72">
                <a:extLst>
                  <a:ext uri="{FF2B5EF4-FFF2-40B4-BE49-F238E27FC236}">
                    <a16:creationId xmlns:a16="http://schemas.microsoft.com/office/drawing/2014/main" id="{7132E92A-E186-44C9-950E-597522D9A9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17" y="1607"/>
                <a:ext cx="288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A</a:t>
                </a:r>
              </a:p>
            </p:txBody>
          </p:sp>
          <p:sp>
            <p:nvSpPr>
              <p:cNvPr id="111640" name="Rectangle 73">
                <a:extLst>
                  <a:ext uri="{FF2B5EF4-FFF2-40B4-BE49-F238E27FC236}">
                    <a16:creationId xmlns:a16="http://schemas.microsoft.com/office/drawing/2014/main" id="{E7DD015C-FB49-4F81-818A-8B0494825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7" y="1895"/>
                <a:ext cx="244" cy="288"/>
              </a:xfrm>
              <a:prstGeom prst="rect">
                <a:avLst/>
              </a:prstGeom>
              <a:noFill/>
              <a:ln w="38100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B</a:t>
                </a:r>
              </a:p>
            </p:txBody>
          </p:sp>
          <p:sp>
            <p:nvSpPr>
              <p:cNvPr id="111641" name="Rectangle 74">
                <a:extLst>
                  <a:ext uri="{FF2B5EF4-FFF2-40B4-BE49-F238E27FC236}">
                    <a16:creationId xmlns:a16="http://schemas.microsoft.com/office/drawing/2014/main" id="{75DA2708-9B54-4D79-BC7F-B31F34CFD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1655"/>
                <a:ext cx="255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Y</a:t>
                </a:r>
              </a:p>
            </p:txBody>
          </p:sp>
          <p:sp>
            <p:nvSpPr>
              <p:cNvPr id="111642" name="Rectangle 75">
                <a:extLst>
                  <a:ext uri="{FF2B5EF4-FFF2-40B4-BE49-F238E27FC236}">
                    <a16:creationId xmlns:a16="http://schemas.microsoft.com/office/drawing/2014/main" id="{BBAD1A92-C1EF-48C9-8560-2C3DF1935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087"/>
                <a:ext cx="329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G</a:t>
                </a:r>
                <a:r>
                  <a:rPr kumimoji="1" lang="en-US" altLang="zh-CN" sz="2400" b="1" i="0" u="none" strike="noStrike" kern="1200" cap="none" spc="0" normalizeH="0" baseline="-25000" noProof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1</a:t>
                </a:r>
              </a:p>
            </p:txBody>
          </p:sp>
          <p:sp>
            <p:nvSpPr>
              <p:cNvPr id="111643" name="Rectangle 76">
                <a:extLst>
                  <a:ext uri="{FF2B5EF4-FFF2-40B4-BE49-F238E27FC236}">
                    <a16:creationId xmlns:a16="http://schemas.microsoft.com/office/drawing/2014/main" id="{798D9ABB-41DF-4C25-A093-7F9F4169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415"/>
                <a:ext cx="329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CN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G</a:t>
                </a:r>
                <a:r>
                  <a:rPr kumimoji="1" lang="en-US" altLang="zh-CN" sz="2400" b="1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2</a:t>
                </a:r>
              </a:p>
            </p:txBody>
          </p:sp>
          <p:sp>
            <p:nvSpPr>
              <p:cNvPr id="111644" name="Line 77">
                <a:extLst>
                  <a:ext uri="{FF2B5EF4-FFF2-40B4-BE49-F238E27FC236}">
                    <a16:creationId xmlns:a16="http://schemas.microsoft.com/office/drawing/2014/main" id="{7904F94E-5242-44C0-88EE-27FDA38063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7" y="2087"/>
                <a:ext cx="1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sp>
            <p:nvSpPr>
              <p:cNvPr id="111645" name="Line 78">
                <a:extLst>
                  <a:ext uri="{FF2B5EF4-FFF2-40B4-BE49-F238E27FC236}">
                    <a16:creationId xmlns:a16="http://schemas.microsoft.com/office/drawing/2014/main" id="{83296D8D-222A-4EE1-AD85-AEC1025678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7" y="2087"/>
                <a:ext cx="0" cy="24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zh-CN" altLang="en-US" sz="2800" b="1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endParaRPr>
              </a:p>
            </p:txBody>
          </p:sp>
          <p:grpSp>
            <p:nvGrpSpPr>
              <p:cNvPr id="111646" name="Group 79">
                <a:extLst>
                  <a:ext uri="{FF2B5EF4-FFF2-40B4-BE49-F238E27FC236}">
                    <a16:creationId xmlns:a16="http://schemas.microsoft.com/office/drawing/2014/main" id="{40C5142E-BC13-4DA4-A629-95971E58A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7" y="2231"/>
                <a:ext cx="288" cy="144"/>
                <a:chOff x="2448" y="3456"/>
                <a:chExt cx="288" cy="144"/>
              </a:xfrm>
            </p:grpSpPr>
            <p:sp>
              <p:nvSpPr>
                <p:cNvPr id="111648" name="Line 80">
                  <a:extLst>
                    <a:ext uri="{FF2B5EF4-FFF2-40B4-BE49-F238E27FC236}">
                      <a16:creationId xmlns:a16="http://schemas.microsoft.com/office/drawing/2014/main" id="{8AF098FA-2053-4663-97E8-C76094DAB9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48" y="360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649" name="Line 81">
                  <a:extLst>
                    <a:ext uri="{FF2B5EF4-FFF2-40B4-BE49-F238E27FC236}">
                      <a16:creationId xmlns:a16="http://schemas.microsoft.com/office/drawing/2014/main" id="{00D8F024-EC16-425B-BF67-9016704940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44" y="3456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650" name="Line 82">
                  <a:extLst>
                    <a:ext uri="{FF2B5EF4-FFF2-40B4-BE49-F238E27FC236}">
                      <a16:creationId xmlns:a16="http://schemas.microsoft.com/office/drawing/2014/main" id="{5FCDCC18-B1F4-4F22-B4B9-4E44573710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44" y="345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651" name="Line 83">
                  <a:extLst>
                    <a:ext uri="{FF2B5EF4-FFF2-40B4-BE49-F238E27FC236}">
                      <a16:creationId xmlns:a16="http://schemas.microsoft.com/office/drawing/2014/main" id="{E81C5D7D-1AC2-4633-A1A9-53B08C3C91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3456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  <p:sp>
              <p:nvSpPr>
                <p:cNvPr id="111652" name="Line 84">
                  <a:extLst>
                    <a:ext uri="{FF2B5EF4-FFF2-40B4-BE49-F238E27FC236}">
                      <a16:creationId xmlns:a16="http://schemas.microsoft.com/office/drawing/2014/main" id="{8D5D07C8-23C8-45ED-AB8E-6D6C495EEB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360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rgbClr val="00206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zh-CN" altLang="en-US" sz="2800" b="1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endParaRPr>
                </a:p>
              </p:txBody>
            </p:sp>
          </p:grpSp>
          <p:sp>
            <p:nvSpPr>
              <p:cNvPr id="111647" name="Rectangle 85">
                <a:extLst>
                  <a:ext uri="{FF2B5EF4-FFF2-40B4-BE49-F238E27FC236}">
                    <a16:creationId xmlns:a16="http://schemas.microsoft.com/office/drawing/2014/main" id="{740D8384-60C8-46D9-8082-0C3EC2920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9" y="2375"/>
                <a:ext cx="888" cy="288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宋体" panose="02010600030101010101" pitchFamily="2" charset="-122"/>
                    <a:cs typeface="+mn-cs"/>
                  </a:rPr>
                  <a:t>选通脉冲</a:t>
                </a:r>
              </a:p>
            </p:txBody>
          </p:sp>
        </p:grpSp>
        <p:sp>
          <p:nvSpPr>
            <p:cNvPr id="111625" name="Text Box 86">
              <a:extLst>
                <a:ext uri="{FF2B5EF4-FFF2-40B4-BE49-F238E27FC236}">
                  <a16:creationId xmlns:a16="http://schemas.microsoft.com/office/drawing/2014/main" id="{F2833540-9271-4F95-B2C0-655DD310C6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3" y="1608"/>
              <a:ext cx="348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  <p:sp>
          <p:nvSpPr>
            <p:cNvPr id="111626" name="Text Box 87">
              <a:extLst>
                <a:ext uri="{FF2B5EF4-FFF2-40B4-BE49-F238E27FC236}">
                  <a16:creationId xmlns:a16="http://schemas.microsoft.com/office/drawing/2014/main" id="{5D83FF7F-32E1-4765-BABE-FEF755CEF4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0" y="1619"/>
              <a:ext cx="348" cy="231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18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Times New Roman" panose="02020603050405020304" pitchFamily="18" charset="0"/>
                  <a:ea typeface="宋体" panose="02010600030101010101" pitchFamily="2" charset="-122"/>
                  <a:cs typeface="+mn-cs"/>
                </a:rPr>
                <a:t>&amp;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4911799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35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35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5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5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35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4" dur="500"/>
                                        <p:tgtEl>
                                          <p:spTgt spid="135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172" grpId="0" autoUpdateAnimBg="0"/>
      <p:bldP spid="135173" grpId="0" autoUpdateAnimBg="0"/>
      <p:bldP spid="135175" grpId="0" autoUpdateAnimBg="0"/>
      <p:bldP spid="135176" grpId="0" autoUpdateAnimBg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10930B27-FE97-4E4A-8BDD-8C27D44B127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259016" y="2529251"/>
            <a:ext cx="2050740" cy="695360"/>
          </a:xfrm>
        </p:spPr>
        <p:txBody>
          <a:bodyPr/>
          <a:lstStyle/>
          <a:p>
            <a:r>
              <a:rPr lang="en-US" altLang="zh-CN" dirty="0"/>
              <a:t>THE END</a:t>
            </a:r>
            <a:endParaRPr lang="zh-CN" altLang="en-US" dirty="0"/>
          </a:p>
        </p:txBody>
      </p:sp>
      <p:sp>
        <p:nvSpPr>
          <p:cNvPr id="6" name="副标题 5">
            <a:extLst>
              <a:ext uri="{FF2B5EF4-FFF2-40B4-BE49-F238E27FC236}">
                <a16:creationId xmlns:a16="http://schemas.microsoft.com/office/drawing/2014/main" id="{40EAA6FB-2C98-4662-BFA4-EC12E926642D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20E8BBB-7051-40F6-B9A0-9CA822B58631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0" y="6478588"/>
            <a:ext cx="903288" cy="338137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315B291C-51FB-4C18-A138-CCB3C24CD792}" type="slidenum">
              <a:rPr lang="en-US" altLang="zh-CN" smtClean="0"/>
              <a:pPr>
                <a:defRPr/>
              </a:pPr>
              <a:t>114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3467342033"/>
      </p:ext>
    </p:extLst>
  </p:cSld>
  <p:clrMapOvr>
    <a:masterClrMapping/>
  </p:clrMapOvr>
  <p:transition>
    <p:blinds dir="vert"/>
  </p:transition>
</p:sld>
</file>

<file path=ppt/theme/theme1.xml><?xml version="1.0" encoding="utf-8"?>
<a:theme xmlns:a="http://schemas.openxmlformats.org/drawingml/2006/main" name="默认设计模板">
  <a:themeElements>
    <a:clrScheme name="默认设计模板 2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默认设计模板">
      <a:majorFont>
        <a:latin typeface="Times New Roman"/>
        <a:ea typeface="宋体"/>
        <a:cs typeface=""/>
      </a:majorFont>
      <a:minorFont>
        <a:latin typeface="Times New Roman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bg1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28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itchFamily="18" charset="0"/>
            <a:ea typeface="宋体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bg1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28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itchFamily="18" charset="0"/>
            <a:ea typeface="宋体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诗情画意">
  <a:themeElements>
    <a:clrScheme name="诗情画意 1">
      <a:dk1>
        <a:srgbClr val="007A77"/>
      </a:dk1>
      <a:lt1>
        <a:srgbClr val="FFFFFF"/>
      </a:lt1>
      <a:dk2>
        <a:srgbClr val="003399"/>
      </a:dk2>
      <a:lt2>
        <a:srgbClr val="C0C0C0"/>
      </a:lt2>
      <a:accent1>
        <a:srgbClr val="EBF7FF"/>
      </a:accent1>
      <a:accent2>
        <a:srgbClr val="3366FF"/>
      </a:accent2>
      <a:accent3>
        <a:srgbClr val="FFFFFF"/>
      </a:accent3>
      <a:accent4>
        <a:srgbClr val="006765"/>
      </a:accent4>
      <a:accent5>
        <a:srgbClr val="F3FAFF"/>
      </a:accent5>
      <a:accent6>
        <a:srgbClr val="2D5CE7"/>
      </a:accent6>
      <a:hlink>
        <a:srgbClr val="DC5900"/>
      </a:hlink>
      <a:folHlink>
        <a:srgbClr val="7979A5"/>
      </a:folHlink>
    </a:clrScheme>
    <a:fontScheme name="诗情画意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宋体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宋体" pitchFamily="2" charset="-122"/>
          </a:defRPr>
        </a:defPPr>
      </a:lstStyle>
    </a:lnDef>
  </a:objectDefaults>
  <a:extraClrSchemeLst>
    <a:extraClrScheme>
      <a:clrScheme name="诗情画意 1">
        <a:dk1>
          <a:srgbClr val="007A77"/>
        </a:dk1>
        <a:lt1>
          <a:srgbClr val="FFFFFF"/>
        </a:lt1>
        <a:dk2>
          <a:srgbClr val="003399"/>
        </a:dk2>
        <a:lt2>
          <a:srgbClr val="C0C0C0"/>
        </a:lt2>
        <a:accent1>
          <a:srgbClr val="EBF7FF"/>
        </a:accent1>
        <a:accent2>
          <a:srgbClr val="3366FF"/>
        </a:accent2>
        <a:accent3>
          <a:srgbClr val="FFFFFF"/>
        </a:accent3>
        <a:accent4>
          <a:srgbClr val="006765"/>
        </a:accent4>
        <a:accent5>
          <a:srgbClr val="F3FAFF"/>
        </a:accent5>
        <a:accent6>
          <a:srgbClr val="2D5CE7"/>
        </a:accent6>
        <a:hlink>
          <a:srgbClr val="DC5900"/>
        </a:hlink>
        <a:folHlink>
          <a:srgbClr val="7979A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诗情画意 2">
        <a:dk1>
          <a:srgbClr val="005FBE"/>
        </a:dk1>
        <a:lt1>
          <a:srgbClr val="FFFFDD"/>
        </a:lt1>
        <a:dk2>
          <a:srgbClr val="2C5884"/>
        </a:dk2>
        <a:lt2>
          <a:srgbClr val="C0C0C0"/>
        </a:lt2>
        <a:accent1>
          <a:srgbClr val="E9F7FF"/>
        </a:accent1>
        <a:accent2>
          <a:srgbClr val="F89400"/>
        </a:accent2>
        <a:accent3>
          <a:srgbClr val="FFFFEB"/>
        </a:accent3>
        <a:accent4>
          <a:srgbClr val="0050A2"/>
        </a:accent4>
        <a:accent5>
          <a:srgbClr val="F2FAFF"/>
        </a:accent5>
        <a:accent6>
          <a:srgbClr val="E18600"/>
        </a:accent6>
        <a:hlink>
          <a:srgbClr val="B20048"/>
        </a:hlink>
        <a:folHlink>
          <a:srgbClr val="0080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诗情画意 3">
        <a:dk1>
          <a:srgbClr val="5D5D8B"/>
        </a:dk1>
        <a:lt1>
          <a:srgbClr val="DAEADE"/>
        </a:lt1>
        <a:dk2>
          <a:srgbClr val="A25269"/>
        </a:dk2>
        <a:lt2>
          <a:srgbClr val="C0C0C0"/>
        </a:lt2>
        <a:accent1>
          <a:srgbClr val="FFFFDD"/>
        </a:accent1>
        <a:accent2>
          <a:srgbClr val="3399FF"/>
        </a:accent2>
        <a:accent3>
          <a:srgbClr val="EAF3EC"/>
        </a:accent3>
        <a:accent4>
          <a:srgbClr val="4E4E76"/>
        </a:accent4>
        <a:accent5>
          <a:srgbClr val="FFFFEB"/>
        </a:accent5>
        <a:accent6>
          <a:srgbClr val="2D8AE7"/>
        </a:accent6>
        <a:hlink>
          <a:srgbClr val="336699"/>
        </a:hlink>
        <a:folHlink>
          <a:srgbClr val="F08F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诗情画意 4">
        <a:dk1>
          <a:srgbClr val="006666"/>
        </a:dk1>
        <a:lt1>
          <a:srgbClr val="CCECFF"/>
        </a:lt1>
        <a:dk2>
          <a:srgbClr val="336699"/>
        </a:dk2>
        <a:lt2>
          <a:srgbClr val="C0C0C0"/>
        </a:lt2>
        <a:accent1>
          <a:srgbClr val="FFFFCC"/>
        </a:accent1>
        <a:accent2>
          <a:srgbClr val="FF6600"/>
        </a:accent2>
        <a:accent3>
          <a:srgbClr val="E2F4FF"/>
        </a:accent3>
        <a:accent4>
          <a:srgbClr val="005656"/>
        </a:accent4>
        <a:accent5>
          <a:srgbClr val="FFFFE2"/>
        </a:accent5>
        <a:accent6>
          <a:srgbClr val="E75C00"/>
        </a:accent6>
        <a:hlink>
          <a:srgbClr val="0066FF"/>
        </a:hlink>
        <a:folHlink>
          <a:srgbClr val="BE547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诗情画意 5">
        <a:dk1>
          <a:srgbClr val="0033CC"/>
        </a:dk1>
        <a:lt1>
          <a:srgbClr val="FFE9E9"/>
        </a:lt1>
        <a:dk2>
          <a:srgbClr val="000000"/>
        </a:dk2>
        <a:lt2>
          <a:srgbClr val="C0C0C0"/>
        </a:lt2>
        <a:accent1>
          <a:srgbClr val="D5E5DB"/>
        </a:accent1>
        <a:accent2>
          <a:srgbClr val="3366FF"/>
        </a:accent2>
        <a:accent3>
          <a:srgbClr val="FFF2F2"/>
        </a:accent3>
        <a:accent4>
          <a:srgbClr val="002AAE"/>
        </a:accent4>
        <a:accent5>
          <a:srgbClr val="E7F0EA"/>
        </a:accent5>
        <a:accent6>
          <a:srgbClr val="2D5CE7"/>
        </a:accent6>
        <a:hlink>
          <a:srgbClr val="FF9900"/>
        </a:hlink>
        <a:folHlink>
          <a:srgbClr val="0080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诗情画意 6">
        <a:dk1>
          <a:srgbClr val="336699"/>
        </a:dk1>
        <a:lt1>
          <a:srgbClr val="F4E9E0"/>
        </a:lt1>
        <a:dk2>
          <a:srgbClr val="DC5900"/>
        </a:dk2>
        <a:lt2>
          <a:srgbClr val="C0C0C0"/>
        </a:lt2>
        <a:accent1>
          <a:srgbClr val="E4E4E4"/>
        </a:accent1>
        <a:accent2>
          <a:srgbClr val="3399FF"/>
        </a:accent2>
        <a:accent3>
          <a:srgbClr val="F8F2ED"/>
        </a:accent3>
        <a:accent4>
          <a:srgbClr val="2A5682"/>
        </a:accent4>
        <a:accent5>
          <a:srgbClr val="EFEFEF"/>
        </a:accent5>
        <a:accent6>
          <a:srgbClr val="2D8AE7"/>
        </a:accent6>
        <a:hlink>
          <a:srgbClr val="CC0066"/>
        </a:hlink>
        <a:folHlink>
          <a:srgbClr val="0080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诗情画意 7">
        <a:dk1>
          <a:srgbClr val="CC3300"/>
        </a:dk1>
        <a:lt1>
          <a:srgbClr val="E5E5FF"/>
        </a:lt1>
        <a:dk2>
          <a:srgbClr val="565680"/>
        </a:dk2>
        <a:lt2>
          <a:srgbClr val="C0C0C0"/>
        </a:lt2>
        <a:accent1>
          <a:srgbClr val="E6E4EC"/>
        </a:accent1>
        <a:accent2>
          <a:srgbClr val="0066CC"/>
        </a:accent2>
        <a:accent3>
          <a:srgbClr val="F0F0FF"/>
        </a:accent3>
        <a:accent4>
          <a:srgbClr val="AE2A00"/>
        </a:accent4>
        <a:accent5>
          <a:srgbClr val="F0EFF4"/>
        </a:accent5>
        <a:accent6>
          <a:srgbClr val="005CB9"/>
        </a:accent6>
        <a:hlink>
          <a:srgbClr val="008080"/>
        </a:hlink>
        <a:folHlink>
          <a:srgbClr val="7B7BA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诗情画意 8">
        <a:dk1>
          <a:srgbClr val="000099"/>
        </a:dk1>
        <a:lt1>
          <a:srgbClr val="FFE2C5"/>
        </a:lt1>
        <a:dk2>
          <a:srgbClr val="007D7A"/>
        </a:dk2>
        <a:lt2>
          <a:srgbClr val="C0C0C0"/>
        </a:lt2>
        <a:accent1>
          <a:srgbClr val="EAEAEA"/>
        </a:accent1>
        <a:accent2>
          <a:srgbClr val="B26EB4"/>
        </a:accent2>
        <a:accent3>
          <a:srgbClr val="FFEEDF"/>
        </a:accent3>
        <a:accent4>
          <a:srgbClr val="000082"/>
        </a:accent4>
        <a:accent5>
          <a:srgbClr val="F3F3F3"/>
        </a:accent5>
        <a:accent6>
          <a:srgbClr val="A163A3"/>
        </a:accent6>
        <a:hlink>
          <a:srgbClr val="CC3300"/>
        </a:hlink>
        <a:folHlink>
          <a:srgbClr val="0088E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Blends">
  <a:themeElements>
    <a:clrScheme name="Blends 2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自定义 1">
      <a:majorFont>
        <a:latin typeface="Calibri"/>
        <a:ea typeface="宋体"/>
        <a:cs typeface=""/>
      </a:majorFont>
      <a:minorFont>
        <a:latin typeface="Calibri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/>
      <a:bodyPr>
        <a:spAutoFit/>
      </a:bodyPr>
      <a:lstStyle>
        <a:defPPr algn="l">
          <a:spcBef>
            <a:spcPct val="50000"/>
          </a:spcBef>
          <a:defRPr dirty="0">
            <a:solidFill>
              <a:schemeClr val="tx1"/>
            </a:solidFill>
            <a:latin typeface="Times New Roman" panose="02020603050405020304" pitchFamily="18" charset="0"/>
            <a:cs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rgbClr val="FF0000"/>
          </a:solidFill>
          <a:prstDash val="solid"/>
          <a:miter lim="800000"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2800" b="1" i="0" u="none" strike="noStrike" cap="none" normalizeH="0" baseline="0" smtClean="0">
            <a:ln>
              <a:noFill/>
            </a:ln>
            <a:solidFill>
              <a:schemeClr val="bg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Tahoma" panose="020B0604030504040204" pitchFamily="34" charset="0"/>
            <a:ea typeface="宋体" panose="02010600030101010101" pitchFamily="2" charset="-122"/>
          </a:defRPr>
        </a:defPPr>
      </a:lstStyle>
    </a:lnDef>
    <a:txDef>
      <a:spPr bwMode="auto"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chemeClr val="tx1"/>
              </a:solidFill>
              <a:miter lim="800000"/>
              <a:headEnd/>
              <a:tailEnd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>
        <a:spAutoFit/>
      </a:bodyPr>
      <a:lstStyle>
        <a:defPPr algn="l" eaLnBrk="1" hangingPunct="1">
          <a:spcBef>
            <a:spcPct val="50000"/>
          </a:spcBef>
          <a:buClrTx/>
          <a:buSzTx/>
          <a:buFontTx/>
          <a:buNone/>
          <a:defRPr sz="2800">
            <a:latin typeface="Times New Roman" panose="02020603050405020304" pitchFamily="18" charset="0"/>
          </a:defRPr>
        </a:defPPr>
      </a:lstStyle>
    </a:txDef>
  </a:objectDefaults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000000"/>
        </a:dk2>
        <a:lt2>
          <a:srgbClr val="5F5F5F"/>
        </a:lt2>
        <a:accent1>
          <a:srgbClr val="EAEAEA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F3F3F3"/>
        </a:accent5>
        <a:accent6>
          <a:srgbClr val="737373"/>
        </a:accent6>
        <a:hlink>
          <a:srgbClr val="4D4D4D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7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副本.pptx" id="{D1AE52D2-BE41-41D5-A49F-47AC97D25992}" vid="{BF6386B9-C2A8-4912-A98A-856397BB6C10}"/>
    </a:ext>
  </a:extLst>
</a:theme>
</file>

<file path=ppt/theme/theme4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课件北航模板</Template>
  <TotalTime>4160</TotalTime>
  <Words>9709</Words>
  <Application>Microsoft Office PowerPoint</Application>
  <PresentationFormat>全屏显示(4:3)</PresentationFormat>
  <Paragraphs>3812</Paragraphs>
  <Slides>114</Slides>
  <Notes>32</Notes>
  <HiddenSlides>0</HiddenSlides>
  <MMClips>0</MMClips>
  <ScaleCrop>false</ScaleCrop>
  <HeadingPairs>
    <vt:vector size="8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3</vt:i4>
      </vt:variant>
      <vt:variant>
        <vt:lpstr>嵌入 OLE 服务器</vt:lpstr>
      </vt:variant>
      <vt:variant>
        <vt:i4>7</vt:i4>
      </vt:variant>
      <vt:variant>
        <vt:lpstr>幻灯片标题</vt:lpstr>
      </vt:variant>
      <vt:variant>
        <vt:i4>114</vt:i4>
      </vt:variant>
    </vt:vector>
  </HeadingPairs>
  <TitlesOfParts>
    <vt:vector size="136" baseType="lpstr">
      <vt:lpstr>Arial Unicode MS</vt:lpstr>
      <vt:lpstr>Monotype Sorts</vt:lpstr>
      <vt:lpstr>黑体</vt:lpstr>
      <vt:lpstr>楷体_GB2312</vt:lpstr>
      <vt:lpstr>宋体</vt:lpstr>
      <vt:lpstr>Arial</vt:lpstr>
      <vt:lpstr>Calibri</vt:lpstr>
      <vt:lpstr>Georgia</vt:lpstr>
      <vt:lpstr>Symbol</vt:lpstr>
      <vt:lpstr>Tahoma</vt:lpstr>
      <vt:lpstr>Times New Roman</vt:lpstr>
      <vt:lpstr>Wingdings</vt:lpstr>
      <vt:lpstr>默认设计模板</vt:lpstr>
      <vt:lpstr>诗情画意</vt:lpstr>
      <vt:lpstr>Blends</vt:lpstr>
      <vt:lpstr>BMP 图象</vt:lpstr>
      <vt:lpstr>位图图像</vt:lpstr>
      <vt:lpstr>Image</vt:lpstr>
      <vt:lpstr>Bitmap Image</vt:lpstr>
      <vt:lpstr>Equation</vt:lpstr>
      <vt:lpstr>公式</vt:lpstr>
      <vt:lpstr>Visio</vt:lpstr>
      <vt:lpstr>第五部分  组合逻辑电路</vt:lpstr>
      <vt:lpstr>组合逻辑电路的定义</vt:lpstr>
      <vt:lpstr>组合逻辑电路</vt:lpstr>
      <vt:lpstr>§3—2    组合数字电路的分析</vt:lpstr>
      <vt:lpstr>【例1】</vt:lpstr>
      <vt:lpstr>【例2】</vt:lpstr>
      <vt:lpstr>逻辑功能</vt:lpstr>
      <vt:lpstr>【例3】</vt:lpstr>
      <vt:lpstr>§3—3    组合数字电路的综合（设计）</vt:lpstr>
      <vt:lpstr>【例1】</vt:lpstr>
      <vt:lpstr>5. 画出逻辑图：</vt:lpstr>
      <vt:lpstr>【例2】</vt:lpstr>
      <vt:lpstr>【例3】</vt:lpstr>
      <vt:lpstr>一、译码器</vt:lpstr>
      <vt:lpstr>最典型的例子：存储器的地址译码。</vt:lpstr>
      <vt:lpstr>译码器的功能分类</vt:lpstr>
      <vt:lpstr>1、最小项译码器</vt:lpstr>
      <vt:lpstr>译码原理</vt:lpstr>
      <vt:lpstr>2-4译码器原理图</vt:lpstr>
      <vt:lpstr>译码器的逻辑符号</vt:lpstr>
      <vt:lpstr>双二——四线译码器</vt:lpstr>
      <vt:lpstr>三——八线译码器</vt:lpstr>
      <vt:lpstr>74138逻辑图</vt:lpstr>
      <vt:lpstr>功能表</vt:lpstr>
      <vt:lpstr>使能端的功能</vt:lpstr>
      <vt:lpstr>延迟产生尖峰</vt:lpstr>
      <vt:lpstr>尖峰信号和零重叠</vt:lpstr>
      <vt:lpstr>用使能端E消除尖峰信号和零重叠</vt:lpstr>
      <vt:lpstr>使用E来抑制零重叠和尖峰，译码器的输出波形变窄了.</vt:lpstr>
      <vt:lpstr>译码器的灵活应用</vt:lpstr>
      <vt:lpstr>【例2】</vt:lpstr>
      <vt:lpstr>【例3】</vt:lpstr>
      <vt:lpstr>2、构成数据分配器</vt:lpstr>
      <vt:lpstr>两位1—4线数据分配器</vt:lpstr>
      <vt:lpstr>3、实现存储器系统的地址译码</vt:lpstr>
      <vt:lpstr>4、用译码器实现组合逻辑函数</vt:lpstr>
      <vt:lpstr>【例2】</vt:lpstr>
      <vt:lpstr>2、码制变换译码器</vt:lpstr>
      <vt:lpstr>完全译码的BCD译码器</vt:lpstr>
      <vt:lpstr>完全译码的BCD译码器电路图</vt:lpstr>
      <vt:lpstr>不完全译码的BCD译码器</vt:lpstr>
      <vt:lpstr>不完全译码的BCD译码器电路图</vt:lpstr>
      <vt:lpstr>集成8421BCD译码器7442</vt:lpstr>
      <vt:lpstr>3、数字显示译码器</vt:lpstr>
      <vt:lpstr>字形显示</vt:lpstr>
      <vt:lpstr>LED连接方式</vt:lpstr>
      <vt:lpstr>显示译码器的真值表</vt:lpstr>
      <vt:lpstr>显示译码器的函数式</vt:lpstr>
      <vt:lpstr>显示译码器的逻辑电路图</vt:lpstr>
      <vt:lpstr>共阳极显示器接线图</vt:lpstr>
      <vt:lpstr>常用显示译码器</vt:lpstr>
      <vt:lpstr>真值表（不同型号要看deatsheet）</vt:lpstr>
      <vt:lpstr>7448的连接</vt:lpstr>
      <vt:lpstr>二、数据选择器</vt:lpstr>
      <vt:lpstr>四选一数据选择器</vt:lpstr>
      <vt:lpstr>常用数据选择器</vt:lpstr>
      <vt:lpstr>常用数据选择器</vt:lpstr>
      <vt:lpstr>常用数据选择器</vt:lpstr>
      <vt:lpstr>有使能端的双4选1数据选择器</vt:lpstr>
      <vt:lpstr>选择器扩展</vt:lpstr>
      <vt:lpstr>【例2】</vt:lpstr>
      <vt:lpstr>方案一：</vt:lpstr>
      <vt:lpstr>方案二：</vt:lpstr>
      <vt:lpstr>方案三：</vt:lpstr>
      <vt:lpstr>用数据选择器实现组合逻辑函数</vt:lpstr>
      <vt:lpstr>用四选一74153</vt:lpstr>
      <vt:lpstr>【例2】</vt:lpstr>
      <vt:lpstr>数据同比较器—</vt:lpstr>
      <vt:lpstr>PowerPoint 演示文稿</vt:lpstr>
      <vt:lpstr>2、全加器</vt:lpstr>
      <vt:lpstr>全加器</vt:lpstr>
      <vt:lpstr>门电路组成的全加器</vt:lpstr>
      <vt:lpstr>集成全加器芯片74183</vt:lpstr>
      <vt:lpstr>3、四位串行进位加法器</vt:lpstr>
      <vt:lpstr>4、四位并行进位(超前进位)加法器</vt:lpstr>
      <vt:lpstr>四位并行进位加法器</vt:lpstr>
      <vt:lpstr>集成四位并行进位加法器74283</vt:lpstr>
      <vt:lpstr>PowerPoint 演示文稿</vt:lpstr>
      <vt:lpstr>PowerPoint 演示文稿</vt:lpstr>
      <vt:lpstr>例2.  将BCD的8421码转换为余3码</vt:lpstr>
      <vt:lpstr>例3：采用四位全加器将5421BCD码转换为2421码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四、编码器</vt:lpstr>
      <vt:lpstr>1、二进制编码器</vt:lpstr>
      <vt:lpstr>编码器的应用-中断</vt:lpstr>
      <vt:lpstr>编码器的应用-中断</vt:lpstr>
      <vt:lpstr>【例】</vt:lpstr>
      <vt:lpstr>2、二—十进制编码器</vt:lpstr>
      <vt:lpstr>3、优先编码器</vt:lpstr>
      <vt:lpstr>【例】</vt:lpstr>
      <vt:lpstr>集成优先编码器——74148（8线-3线）</vt:lpstr>
      <vt:lpstr>集成优先编码器——74148</vt:lpstr>
      <vt:lpstr>【例1】</vt:lpstr>
      <vt:lpstr>【例2】</vt:lpstr>
      <vt:lpstr>五、   数码比较器</vt:lpstr>
      <vt:lpstr>2、四位数值比较器</vt:lpstr>
      <vt:lpstr>集成化四位数值比较器7485</vt:lpstr>
      <vt:lpstr>7485</vt:lpstr>
      <vt:lpstr>【例】</vt:lpstr>
      <vt:lpstr>用7485构成24位数值比较器</vt:lpstr>
      <vt:lpstr>【例】</vt:lpstr>
      <vt:lpstr>方案：</vt:lpstr>
      <vt:lpstr>§3—5   竞争与冒险</vt:lpstr>
      <vt:lpstr>一、冒险的类型</vt:lpstr>
      <vt:lpstr>【例1】</vt:lpstr>
      <vt:lpstr>2、卡诺图法</vt:lpstr>
      <vt:lpstr>三、消除冒险的方法</vt:lpstr>
      <vt:lpstr>3、 选通法</vt:lpstr>
      <vt:lpstr>THE END</vt:lpstr>
    </vt:vector>
  </TitlesOfParts>
  <Company>pc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第一章  逻辑代数及逻辑函数的化简</dc:title>
  <dc:creator>thtf</dc:creator>
  <cp:lastModifiedBy>Dong Xu</cp:lastModifiedBy>
  <cp:revision>252</cp:revision>
  <dcterms:created xsi:type="dcterms:W3CDTF">2004-02-20T06:45:48Z</dcterms:created>
  <dcterms:modified xsi:type="dcterms:W3CDTF">2019-10-29T15:33:51Z</dcterms:modified>
</cp:coreProperties>
</file>