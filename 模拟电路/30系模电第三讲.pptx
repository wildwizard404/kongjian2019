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1126" r:id="rId3"/>
    <p:sldId id="1127" r:id="rId4"/>
    <p:sldId id="1128" r:id="rId5"/>
    <p:sldId id="1235" r:id="rId7"/>
    <p:sldId id="1236" r:id="rId8"/>
    <p:sldId id="1237" r:id="rId9"/>
    <p:sldId id="1129" r:id="rId10"/>
    <p:sldId id="1130" r:id="rId11"/>
    <p:sldId id="1131" r:id="rId12"/>
    <p:sldId id="1132" r:id="rId13"/>
    <p:sldId id="1133" r:id="rId14"/>
    <p:sldId id="1134" r:id="rId15"/>
    <p:sldId id="1135" r:id="rId16"/>
    <p:sldId id="1136" r:id="rId17"/>
    <p:sldId id="1137" r:id="rId18"/>
    <p:sldId id="1138" r:id="rId19"/>
    <p:sldId id="1139" r:id="rId20"/>
    <p:sldId id="1140" r:id="rId21"/>
    <p:sldId id="1141" r:id="rId22"/>
    <p:sldId id="1142" r:id="rId23"/>
    <p:sldId id="1238" r:id="rId24"/>
    <p:sldId id="1255" r:id="rId25"/>
    <p:sldId id="1256" r:id="rId26"/>
    <p:sldId id="1239" r:id="rId27"/>
  </p:sldIdLst>
  <p:sldSz cx="12192000" cy="6858000"/>
  <p:notesSz cx="6761480" cy="9942830"/>
  <p:defaultTextStyle>
    <a:defPPr>
      <a:defRPr lang="en-US"/>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kern="120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kern="120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kern="120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kern="120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kern="120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kern="120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kern="120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kern="1200">
        <a:solidFill>
          <a:schemeClr val="tx1"/>
        </a:solidFill>
        <a:latin typeface="Calibri" panose="020F050202020403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712"/>
  </p:normalViewPr>
  <p:slideViewPr>
    <p:cSldViewPr snapToGrid="0" showGuides="1">
      <p:cViewPr varScale="1">
        <p:scale>
          <a:sx n="81" d="100"/>
          <a:sy n="81" d="100"/>
        </p:scale>
        <p:origin x="312" y="96"/>
      </p:cViewPr>
      <p:guideLst>
        <p:guide orient="horz" pos="2188"/>
        <p:guide pos="2880"/>
      </p:guideLst>
    </p:cSldViewPr>
  </p:slideViewPr>
  <p:notesTextViewPr>
    <p:cViewPr>
      <p:scale>
        <a:sx n="200" d="100"/>
        <a:sy n="200" d="100"/>
      </p:scale>
      <p:origin x="0" y="0"/>
    </p:cViewPr>
  </p:notesText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image" Target="../media/image12.png"/></Relationships>
</file>

<file path=ppt/drawings/_rels/vmlDrawing2.vml.rels><?xml version="1.0" encoding="UTF-8" standalone="yes"?>
<Relationships xmlns="http://schemas.openxmlformats.org/package/2006/relationships"><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png"/><Relationship Id="rId1" Type="http://schemas.openxmlformats.org/officeDocument/2006/relationships/image" Target="../media/image15.png"/></Relationships>
</file>

<file path=ppt/drawings/_rels/vmlDrawing3.vml.rels><?xml version="1.0" encoding="UTF-8" standalone="yes"?>
<Relationships xmlns="http://schemas.openxmlformats.org/package/2006/relationships"><Relationship Id="rId7" Type="http://schemas.openxmlformats.org/officeDocument/2006/relationships/image" Target="../media/image26.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16.png"/></Relationships>
</file>

<file path=ppt/drawings/_rels/vmlDrawing4.vml.rels><?xml version="1.0" encoding="UTF-8" standalone="yes"?>
<Relationships xmlns="http://schemas.openxmlformats.org/package/2006/relationships"><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png"/></Relationships>
</file>

<file path=ppt/drawings/_rels/vmlDrawing5.vml.rels><?xml version="1.0" encoding="UTF-8" standalone="yes"?>
<Relationships xmlns="http://schemas.openxmlformats.org/package/2006/relationships"><Relationship Id="rId5" Type="http://schemas.openxmlformats.org/officeDocument/2006/relationships/image" Target="../media/image37.png"/><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png"/></Relationships>
</file>

<file path=ppt/drawings/_rels/vmlDrawing6.vml.rels><?xml version="1.0" encoding="UTF-8" standalone="yes"?>
<Relationships xmlns="http://schemas.openxmlformats.org/package/2006/relationships"><Relationship Id="rId5" Type="http://schemas.openxmlformats.org/officeDocument/2006/relationships/image" Target="../media/image39.wmf"/><Relationship Id="rId4" Type="http://schemas.openxmlformats.org/officeDocument/2006/relationships/image" Target="../media/image38.wmf"/><Relationship Id="rId3" Type="http://schemas.openxmlformats.org/officeDocument/2006/relationships/image" Target="../media/image24.wmf"/><Relationship Id="rId2" Type="http://schemas.openxmlformats.org/officeDocument/2006/relationships/image" Target="../media/image33.png"/><Relationship Id="rId1" Type="http://schemas.openxmlformats.org/officeDocument/2006/relationships/image" Target="../media/image27.png"/></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png"/></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png"/></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wmf"/><Relationship Id="rId1" Type="http://schemas.openxmlformats.org/officeDocument/2006/relationships/image" Target="../media/image46.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png"/></Relationships>
</file>

<file path=ppt/drawings/_rels/vmlDrawing11.vml.rels><?xml version="1.0" encoding="UTF-8" standalone="yes"?>
<Relationships xmlns="http://schemas.openxmlformats.org/package/2006/relationships"><Relationship Id="rId7" Type="http://schemas.openxmlformats.org/officeDocument/2006/relationships/image" Target="../media/image59.w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3.vml.rels><?xml version="1.0" encoding="UTF-8" standalone="yes"?>
<Relationships xmlns="http://schemas.openxmlformats.org/package/2006/relationships"><Relationship Id="rId6" Type="http://schemas.openxmlformats.org/officeDocument/2006/relationships/image" Target="../media/image66.png"/><Relationship Id="rId5" Type="http://schemas.openxmlformats.org/officeDocument/2006/relationships/image" Target="../media/image65.wmf"/><Relationship Id="rId4" Type="http://schemas.openxmlformats.org/officeDocument/2006/relationships/image" Target="../media/image64.wmf"/><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14.vml.rels><?xml version="1.0" encoding="UTF-8" standalone="yes"?>
<Relationships xmlns="http://schemas.openxmlformats.org/package/2006/relationships"><Relationship Id="rId5" Type="http://schemas.openxmlformats.org/officeDocument/2006/relationships/image" Target="../media/image71.wmf"/><Relationship Id="rId4" Type="http://schemas.openxmlformats.org/officeDocument/2006/relationships/image" Target="../media/image70.wmf"/><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wmf"/><Relationship Id="rId1" Type="http://schemas.openxmlformats.org/officeDocument/2006/relationships/image" Target="../media/image7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30525" cy="498475"/>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fontAlgn="auto">
              <a:defRPr/>
            </a:pPr>
            <a:endParaRPr lang="en-US" strike="noStrike" noProof="1"/>
          </a:p>
        </p:txBody>
      </p:sp>
      <p:sp>
        <p:nvSpPr>
          <p:cNvPr id="3" name="Date Placeholder 2"/>
          <p:cNvSpPr>
            <a:spLocks noGrp="1"/>
          </p:cNvSpPr>
          <p:nvPr>
            <p:ph type="dt" idx="1"/>
          </p:nvPr>
        </p:nvSpPr>
        <p:spPr>
          <a:xfrm>
            <a:off x="3829050" y="0"/>
            <a:ext cx="2930525" cy="498475"/>
          </a:xfrm>
          <a:prstGeom prst="rect">
            <a:avLst/>
          </a:prstGeom>
        </p:spPr>
        <p:txBody>
          <a:bodyPr vert="horz" wrap="square" lIns="91440" tIns="45720" rIns="91440" bIns="45720" numCol="1" anchor="t" anchorCtr="0" compatLnSpc="1"/>
          <a:lstStyle>
            <a:lvl1pPr algn="r" eaLnBrk="1" hangingPunct="1">
              <a:defRPr sz="1200"/>
            </a:lvl1pPr>
          </a:lstStyle>
          <a:p>
            <a:pPr fontAlgn="base"/>
            <a:fld id="{8901ACA6-161F-453A-B99B-BF748B6C31B5}"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13316" name="Slide Image Placeholder 3"/>
          <p:cNvSpPr>
            <a:spLocks noGrp="1" noRot="1" noChangeAspect="1"/>
          </p:cNvSpPr>
          <p:nvPr>
            <p:ph type="sldImg"/>
          </p:nvPr>
        </p:nvSpPr>
        <p:spPr>
          <a:xfrm>
            <a:off x="398463" y="1243013"/>
            <a:ext cx="5964237" cy="3355975"/>
          </a:xfrm>
          <a:prstGeom prst="rect">
            <a:avLst/>
          </a:prstGeom>
          <a:noFill/>
          <a:ln w="12700" cap="flat" cmpd="sng">
            <a:solidFill>
              <a:srgbClr val="000000"/>
            </a:solidFill>
            <a:prstDash val="solid"/>
            <a:round/>
            <a:headEnd type="none" w="med" len="med"/>
            <a:tailEnd type="none" w="med" len="med"/>
          </a:ln>
        </p:spPr>
      </p:sp>
      <p:sp>
        <p:nvSpPr>
          <p:cNvPr id="13317" name="Notes Placeholder 4"/>
          <p:cNvSpPr>
            <a:spLocks noGrp="1"/>
          </p:cNvSpPr>
          <p:nvPr>
            <p:ph type="body" sz="quarter"/>
          </p:nvPr>
        </p:nvSpPr>
        <p:spPr>
          <a:xfrm>
            <a:off x="676275" y="4784725"/>
            <a:ext cx="5408613" cy="3914775"/>
          </a:xfrm>
          <a:prstGeom prst="rect">
            <a:avLst/>
          </a:prstGeom>
          <a:noFill/>
          <a:ln w="9525">
            <a:noFill/>
          </a:ln>
        </p:spPr>
        <p:txBody>
          <a:bodyPr lIns="91440" tIns="45720" rIns="91440" bIns="45720" anchor="t"/>
          <a:p>
            <a:pPr lvl="0"/>
            <a:r>
              <a:rPr lang="en-US" altLang="zh-CN"/>
              <a:t>Click to edit Master text styles</a:t>
            </a:r>
            <a:endParaRPr lang="en-US" altLang="zh-CN"/>
          </a:p>
          <a:p>
            <a:pPr lvl="1" indent="0"/>
            <a:r>
              <a:rPr lang="en-US" altLang="zh-CN"/>
              <a:t>Second level</a:t>
            </a:r>
            <a:endParaRPr lang="en-US" altLang="zh-CN"/>
          </a:p>
          <a:p>
            <a:pPr lvl="2" indent="0"/>
            <a:r>
              <a:rPr lang="en-US" altLang="zh-CN"/>
              <a:t>Third level</a:t>
            </a:r>
            <a:endParaRPr lang="en-US" altLang="zh-CN"/>
          </a:p>
          <a:p>
            <a:pPr lvl="3" indent="0"/>
            <a:r>
              <a:rPr lang="en-US" altLang="zh-CN"/>
              <a:t>Fourth level</a:t>
            </a:r>
            <a:endParaRPr lang="en-US" altLang="zh-CN"/>
          </a:p>
          <a:p>
            <a:pPr lvl="4" indent="0"/>
            <a:r>
              <a:rPr lang="en-US" altLang="zh-CN"/>
              <a:t>Fifth level</a:t>
            </a:r>
            <a:endParaRPr lang="en-US" altLang="zh-CN"/>
          </a:p>
        </p:txBody>
      </p:sp>
      <p:sp>
        <p:nvSpPr>
          <p:cNvPr id="6" name="Footer Placeholder 5"/>
          <p:cNvSpPr>
            <a:spLocks noGrp="1"/>
          </p:cNvSpPr>
          <p:nvPr>
            <p:ph type="ftr" sz="quarter" idx="4"/>
          </p:nvPr>
        </p:nvSpPr>
        <p:spPr>
          <a:xfrm>
            <a:off x="0" y="9444038"/>
            <a:ext cx="2930525" cy="498475"/>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fontAlgn="auto">
              <a:defRPr/>
            </a:pPr>
            <a:endParaRPr lang="en-US" strike="noStrike" noProof="1"/>
          </a:p>
        </p:txBody>
      </p:sp>
      <p:sp>
        <p:nvSpPr>
          <p:cNvPr id="7" name="Slide Number Placeholder 6"/>
          <p:cNvSpPr>
            <a:spLocks noGrp="1"/>
          </p:cNvSpPr>
          <p:nvPr>
            <p:ph type="sldNum" sz="quarter" idx="5"/>
          </p:nvPr>
        </p:nvSpPr>
        <p:spPr>
          <a:xfrm>
            <a:off x="3829050" y="9444038"/>
            <a:ext cx="2930525" cy="498475"/>
          </a:xfrm>
          <a:prstGeom prst="rect">
            <a:avLst/>
          </a:prstGeom>
        </p:spPr>
        <p:txBody>
          <a:bodyPr vert="horz" wrap="square" lIns="91440" tIns="45720" rIns="91440" bIns="45720" numCol="1" anchor="b" anchorCtr="0" compatLnSpc="1"/>
          <a:lstStyle>
            <a:lvl1pPr algn="r" eaLnBrk="1" hangingPunct="1">
              <a:defRPr sz="1200"/>
            </a:lvl1pPr>
          </a:lstStyle>
          <a:p>
            <a:pPr fontAlgn="base"/>
            <a:fld id="{EBC39A65-1D42-4793-9CDD-372F7B6FC31B}" type="slidenum">
              <a:rPr lang="en-US" altLang="zh-CN" strike="noStrike" noProof="1">
                <a:latin typeface="Calibri" panose="020F0502020204030204" pitchFamily="34" charset="0"/>
                <a:ea typeface="+mn-ea"/>
                <a:cs typeface="+mn-cs"/>
              </a:rPr>
            </a:fld>
            <a:endParaRPr lang="en-US" altLang="zh-CN"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7"/>
          <p:cNvSpPr>
            <a:spLocks noGrp="1"/>
          </p:cNvSpPr>
          <p:nvPr>
            <p:ph type="sldNum" sz="quarter"/>
          </p:nvPr>
        </p:nvSpPr>
        <p:spPr>
          <a:xfrm>
            <a:off x="3829050" y="9444038"/>
            <a:ext cx="2930525" cy="498475"/>
          </a:xfrm>
          <a:prstGeom prst="rect">
            <a:avLst/>
          </a:prstGeom>
          <a:noFill/>
          <a:ln w="9525">
            <a:noFill/>
          </a:ln>
        </p:spPr>
        <p:txBody>
          <a:bodyPr wrap="square" lIns="91440" tIns="45720" rIns="91440" bIns="45720" anchor="b"/>
          <a:p>
            <a:pPr lvl="0" indent="0" algn="r"/>
            <a:fld id="{9A0DB2DC-4C9A-4742-B13C-FB6460FD3503}"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17410" name="Rectangle 2"/>
          <p:cNvSpPr>
            <a:spLocks noGrp="1" noRot="1" noChangeAspect="1" noTextEdit="1"/>
          </p:cNvSpPr>
          <p:nvPr>
            <p:ph type="sldImg"/>
          </p:nvPr>
        </p:nvSpPr>
        <p:spPr>
          <a:ln>
            <a:miter/>
          </a:ln>
        </p:spPr>
      </p:sp>
      <p:sp>
        <p:nvSpPr>
          <p:cNvPr id="17411" name="Rectangle 3"/>
          <p:cNvSpPr>
            <a:spLocks noGrp="1"/>
          </p:cNvSpPr>
          <p:nvPr>
            <p:ph type="body"/>
          </p:nvPr>
        </p:nvSpPr>
        <p:spPr>
          <a:xfrm>
            <a:off x="914400" y="4343400"/>
            <a:ext cx="5029200" cy="4114800"/>
          </a:xfrm>
        </p:spPr>
        <p:txBody>
          <a:bodyPr wrap="square" lIns="91440" tIns="45720" rIns="91440" bIns="45720" anchor="t"/>
          <a:p>
            <a:pPr lvl="0"/>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幻灯片图像占位符 1"/>
          <p:cNvSpPr>
            <a:spLocks noGrp="1" noRot="1" noChangeAspect="1"/>
          </p:cNvSpPr>
          <p:nvPr>
            <p:ph type="sldImg"/>
          </p:nvPr>
        </p:nvSpPr>
        <p:spPr/>
      </p:sp>
      <p:sp>
        <p:nvSpPr>
          <p:cNvPr id="20482" name="备注占位符 2"/>
          <p:cNvSpPr>
            <a:spLocks noGrp="1"/>
          </p:cNvSpPr>
          <p:nvPr>
            <p:ph type="body"/>
          </p:nvPr>
        </p:nvSpPr>
        <p:spPr/>
        <p:txBody>
          <a:bodyPr lIns="91440" tIns="45720" rIns="91440" bIns="45720" anchor="t"/>
          <a:p>
            <a:pPr lvl="0"/>
            <a:r>
              <a:rPr lang="en-US" altLang="zh-CN" dirty="0"/>
              <a:t>TTL</a:t>
            </a:r>
            <a:r>
              <a:rPr lang="zh-CN" altLang="en-US" dirty="0">
                <a:ea typeface="宋体" panose="02010600030101010101" pitchFamily="2" charset="-122"/>
              </a:rPr>
              <a:t>电路和模拟电路的电源设计</a:t>
            </a:r>
            <a:endParaRPr lang="zh-CN" altLang="en-US" dirty="0">
              <a:ea typeface="宋体" panose="02010600030101010101" pitchFamily="2" charset="-122"/>
            </a:endParaRPr>
          </a:p>
        </p:txBody>
      </p:sp>
      <p:sp>
        <p:nvSpPr>
          <p:cNvPr id="20483" name="灯片编号占位符 3"/>
          <p:cNvSpPr>
            <a:spLocks noGrp="1"/>
          </p:cNvSpPr>
          <p:nvPr>
            <p:ph type="sldNum" sz="quarter"/>
          </p:nvPr>
        </p:nvSpPr>
        <p:spPr>
          <a:xfrm>
            <a:off x="3829050" y="9444038"/>
            <a:ext cx="2930525" cy="498475"/>
          </a:xfrm>
          <a:prstGeom prst="rect">
            <a:avLst/>
          </a:prstGeom>
          <a:noFill/>
          <a:ln w="9525">
            <a:noFill/>
          </a:ln>
        </p:spPr>
        <p:txBody>
          <a:bodyPr wrap="square" lIns="91440" tIns="45720" rIns="91440" bIns="45720" anchor="b"/>
          <a:p>
            <a:pPr lvl="0" indent="0" algn="r"/>
            <a:fld id="{9A0DB2DC-4C9A-4742-B13C-FB6460FD3503}" type="slidenum">
              <a:rPr lang="en-US" altLang="zh-CN" sz="1200">
                <a:latin typeface="Calibri" panose="020F0502020204030204" pitchFamily="34" charset="0"/>
              </a:rPr>
            </a:fld>
            <a:endParaRPr lang="en-US" altLang="zh-CN" sz="1200">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7"/>
          <p:cNvSpPr>
            <a:spLocks noGrp="1"/>
          </p:cNvSpPr>
          <p:nvPr>
            <p:ph type="sldNum" sz="quarter"/>
          </p:nvPr>
        </p:nvSpPr>
        <p:spPr>
          <a:xfrm>
            <a:off x="3829050" y="9444038"/>
            <a:ext cx="2930525" cy="498475"/>
          </a:xfrm>
          <a:prstGeom prst="rect">
            <a:avLst/>
          </a:prstGeom>
          <a:noFill/>
          <a:ln w="9525">
            <a:noFill/>
          </a:ln>
        </p:spPr>
        <p:txBody>
          <a:bodyPr wrap="square" lIns="91440" tIns="45720" rIns="91440" bIns="45720" anchor="b"/>
          <a:p>
            <a:pPr lvl="0" indent="0" algn="r"/>
            <a:fld id="{9A0DB2DC-4C9A-4742-B13C-FB6460FD3503}"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24578" name="Rectangle 2"/>
          <p:cNvSpPr>
            <a:spLocks noGrp="1" noRot="1" noChangeAspect="1" noTextEdit="1"/>
          </p:cNvSpPr>
          <p:nvPr>
            <p:ph type="sldImg"/>
          </p:nvPr>
        </p:nvSpPr>
        <p:spPr>
          <a:ln>
            <a:miter/>
          </a:ln>
        </p:spPr>
      </p:sp>
      <p:sp>
        <p:nvSpPr>
          <p:cNvPr id="24579" name="Rectangle 3"/>
          <p:cNvSpPr>
            <a:spLocks noGrp="1"/>
          </p:cNvSpPr>
          <p:nvPr>
            <p:ph type="body"/>
          </p:nvPr>
        </p:nvSpPr>
        <p:spPr>
          <a:xfrm>
            <a:off x="914400" y="4343400"/>
            <a:ext cx="5029200" cy="4114800"/>
          </a:xfrm>
        </p:spPr>
        <p:txBody>
          <a:bodyPr wrap="square" lIns="91440" tIns="45720" rIns="91440" bIns="45720" anchor="t"/>
          <a:p>
            <a:pPr lvl="0"/>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幻灯片图像占位符 1"/>
          <p:cNvSpPr>
            <a:spLocks noGrp="1" noRot="1" noChangeAspect="1"/>
          </p:cNvSpPr>
          <p:nvPr>
            <p:ph type="sldImg"/>
          </p:nvPr>
        </p:nvSpPr>
        <p:spPr/>
      </p:sp>
      <p:sp>
        <p:nvSpPr>
          <p:cNvPr id="26626" name="备注占位符 2"/>
          <p:cNvSpPr>
            <a:spLocks noGrp="1"/>
          </p:cNvSpPr>
          <p:nvPr>
            <p:ph type="body"/>
          </p:nvPr>
        </p:nvSpPr>
        <p:spPr/>
        <p:txBody>
          <a:bodyPr lIns="91440" tIns="45720" rIns="91440" bIns="45720" anchor="t"/>
          <a:p>
            <a:pPr lvl="0"/>
            <a:endParaRPr lang="zh-CN" altLang="en-US" dirty="0">
              <a:ea typeface="宋体" panose="02010600030101010101" pitchFamily="2" charset="-122"/>
            </a:endParaRPr>
          </a:p>
        </p:txBody>
      </p:sp>
      <p:sp>
        <p:nvSpPr>
          <p:cNvPr id="26627" name="灯片编号占位符 3"/>
          <p:cNvSpPr>
            <a:spLocks noGrp="1"/>
          </p:cNvSpPr>
          <p:nvPr>
            <p:ph type="sldNum" sz="quarter"/>
          </p:nvPr>
        </p:nvSpPr>
        <p:spPr>
          <a:xfrm>
            <a:off x="3829050" y="9444038"/>
            <a:ext cx="2930525" cy="498475"/>
          </a:xfrm>
          <a:prstGeom prst="rect">
            <a:avLst/>
          </a:prstGeom>
          <a:noFill/>
          <a:ln w="9525">
            <a:noFill/>
          </a:ln>
        </p:spPr>
        <p:txBody>
          <a:bodyPr wrap="square" lIns="91440" tIns="45720" rIns="91440" bIns="45720" anchor="b"/>
          <a:p>
            <a:pPr lvl="0" indent="0" algn="r"/>
            <a:fld id="{9A0DB2DC-4C9A-4742-B13C-FB6460FD3503}" type="slidenum">
              <a:rPr lang="en-US" altLang="zh-CN" sz="1200">
                <a:latin typeface="Calibri" panose="020F0502020204030204" pitchFamily="34" charset="0"/>
              </a:rPr>
            </a:fld>
            <a:endParaRPr lang="en-US" altLang="zh-CN" sz="1200">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7"/>
          <p:cNvSpPr>
            <a:spLocks noGrp="1"/>
          </p:cNvSpPr>
          <p:nvPr>
            <p:ph type="sldNum" sz="quarter"/>
          </p:nvPr>
        </p:nvSpPr>
        <p:spPr>
          <a:xfrm>
            <a:off x="3829050" y="9444038"/>
            <a:ext cx="2930525" cy="498475"/>
          </a:xfrm>
          <a:prstGeom prst="rect">
            <a:avLst/>
          </a:prstGeom>
          <a:noFill/>
          <a:ln w="9525">
            <a:noFill/>
          </a:ln>
        </p:spPr>
        <p:txBody>
          <a:bodyPr wrap="square" lIns="91440" tIns="45720" rIns="91440" bIns="45720" anchor="b"/>
          <a:p>
            <a:pPr lvl="0" indent="0" algn="r"/>
            <a:fld id="{9A0DB2DC-4C9A-4742-B13C-FB6460FD3503}"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29698" name="Rectangle 2"/>
          <p:cNvSpPr>
            <a:spLocks noGrp="1" noRot="1" noChangeAspect="1" noTextEdit="1"/>
          </p:cNvSpPr>
          <p:nvPr>
            <p:ph type="sldImg"/>
          </p:nvPr>
        </p:nvSpPr>
        <p:spPr>
          <a:ln>
            <a:miter/>
          </a:ln>
        </p:spPr>
      </p:sp>
      <p:sp>
        <p:nvSpPr>
          <p:cNvPr id="29699" name="Rectangle 3"/>
          <p:cNvSpPr>
            <a:spLocks noGrp="1"/>
          </p:cNvSpPr>
          <p:nvPr>
            <p:ph type="body"/>
          </p:nvPr>
        </p:nvSpPr>
        <p:spPr>
          <a:xfrm>
            <a:off x="914400" y="4343400"/>
            <a:ext cx="5029200" cy="4114800"/>
          </a:xfrm>
        </p:spPr>
        <p:txBody>
          <a:bodyPr wrap="square" lIns="91440" tIns="45720" rIns="91440" bIns="45720" anchor="t"/>
          <a:p>
            <a:pPr lvl="0"/>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7"/>
          <p:cNvSpPr>
            <a:spLocks noGrp="1"/>
          </p:cNvSpPr>
          <p:nvPr>
            <p:ph type="sldNum" sz="quarter"/>
          </p:nvPr>
        </p:nvSpPr>
        <p:spPr>
          <a:xfrm>
            <a:off x="3829050" y="9444038"/>
            <a:ext cx="2930525" cy="498475"/>
          </a:xfrm>
          <a:prstGeom prst="rect">
            <a:avLst/>
          </a:prstGeom>
          <a:noFill/>
          <a:ln w="9525">
            <a:noFill/>
          </a:ln>
        </p:spPr>
        <p:txBody>
          <a:bodyPr wrap="square" lIns="91440" tIns="45720" rIns="91440" bIns="45720" anchor="b"/>
          <a:p>
            <a:pPr lvl="0" indent="0" algn="r"/>
            <a:fld id="{9A0DB2DC-4C9A-4742-B13C-FB6460FD3503}"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31746" name="Rectangle 2"/>
          <p:cNvSpPr>
            <a:spLocks noGrp="1" noRot="1" noChangeAspect="1" noTextEdit="1"/>
          </p:cNvSpPr>
          <p:nvPr>
            <p:ph type="sldImg"/>
          </p:nvPr>
        </p:nvSpPr>
        <p:spPr>
          <a:ln>
            <a:miter/>
          </a:ln>
        </p:spPr>
      </p:sp>
      <p:sp>
        <p:nvSpPr>
          <p:cNvPr id="31747" name="Rectangle 3"/>
          <p:cNvSpPr>
            <a:spLocks noGrp="1"/>
          </p:cNvSpPr>
          <p:nvPr>
            <p:ph type="body"/>
          </p:nvPr>
        </p:nvSpPr>
        <p:spPr>
          <a:xfrm>
            <a:off x="914400" y="4343400"/>
            <a:ext cx="5029200" cy="4114800"/>
          </a:xfrm>
        </p:spPr>
        <p:txBody>
          <a:bodyPr wrap="square" lIns="91440" tIns="45720" rIns="91440" bIns="45720" anchor="t"/>
          <a:p>
            <a:pPr lvl="0"/>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pPr fontAlgn="base"/>
            <a:r>
              <a:rPr lang="en-US" strike="noStrike" noProof="1"/>
              <a:t>Click to edit Master title style</a:t>
            </a:r>
            <a:endParaRPr lang="en-US" strike="noStrike"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en-US" strike="noStrike" noProof="1"/>
              <a:t>Click to edit Master subtitle style</a:t>
            </a:r>
            <a:endParaRPr lang="en-US" strike="noStrike" noProof="1"/>
          </a:p>
        </p:txBody>
      </p:sp>
      <p:sp>
        <p:nvSpPr>
          <p:cNvPr id="4" name="日期占位符 3"/>
          <p:cNvSpPr>
            <a:spLocks noGrp="1"/>
          </p:cNvSpPr>
          <p:nvPr>
            <p:ph type="dt" sz="half" idx="10"/>
          </p:nvPr>
        </p:nvSpPr>
        <p:spPr/>
        <p:txBody>
          <a:bodyPr/>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5" name="页脚占位符 4"/>
          <p:cNvSpPr>
            <a:spLocks noGrp="1"/>
          </p:cNvSpPr>
          <p:nvPr>
            <p:ph type="ftr" sz="quarter" idx="11"/>
          </p:nvPr>
        </p:nvSpPr>
        <p:spPr/>
        <p:txBody>
          <a:bodyPr/>
          <a:p>
            <a:pPr fontAlgn="auto">
              <a:defRPr/>
            </a:pPr>
            <a:endParaRPr lang="en-US" strike="noStrike" noProof="1"/>
          </a:p>
        </p:txBody>
      </p:sp>
      <p:sp>
        <p:nvSpPr>
          <p:cNvPr id="6" name="灯片编号占位符 5"/>
          <p:cNvSpPr>
            <a:spLocks noGrp="1"/>
          </p:cNvSpPr>
          <p:nvPr>
            <p:ph type="sldNum" sz="quarter" idx="12"/>
          </p:nvPr>
        </p:nvSpPr>
        <p:spPr/>
        <p:txBody>
          <a:bodyPr/>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2050" name="Picture 6"/>
          <p:cNvPicPr>
            <a:picLocks noChangeAspect="1"/>
          </p:cNvPicPr>
          <p:nvPr/>
        </p:nvPicPr>
        <p:blipFill>
          <a:blip r:embed="rId2"/>
          <a:stretch>
            <a:fillRect/>
          </a:stretch>
        </p:blipFill>
        <p:spPr>
          <a:xfrm>
            <a:off x="123825" y="96838"/>
            <a:ext cx="2962275" cy="638175"/>
          </a:xfrm>
          <a:prstGeom prst="rect">
            <a:avLst/>
          </a:prstGeom>
          <a:noFill/>
          <a:ln w="9525">
            <a:noFill/>
          </a:ln>
        </p:spPr>
      </p:pic>
      <p:cxnSp>
        <p:nvCxnSpPr>
          <p:cNvPr id="3" name="Straight Connector 7"/>
          <p:cNvCxnSpPr/>
          <p:nvPr/>
        </p:nvCxnSpPr>
        <p:spPr>
          <a:xfrm>
            <a:off x="0" y="901700"/>
            <a:ext cx="4114800" cy="0"/>
          </a:xfrm>
          <a:prstGeom prst="line">
            <a:avLst/>
          </a:prstGeom>
          <a:ln w="38100"/>
        </p:spPr>
        <p:style>
          <a:lnRef idx="3">
            <a:schemeClr val="dk1"/>
          </a:lnRef>
          <a:fillRef idx="0">
            <a:schemeClr val="dk1"/>
          </a:fillRef>
          <a:effectRef idx="2">
            <a:schemeClr val="dk1"/>
          </a:effectRef>
          <a:fontRef idx="minor">
            <a:schemeClr val="tx1"/>
          </a:fontRef>
        </p:style>
      </p:cxnSp>
      <p:pic>
        <p:nvPicPr>
          <p:cNvPr id="2052" name="Picture 6"/>
          <p:cNvPicPr>
            <a:picLocks noChangeAspect="1"/>
          </p:cNvPicPr>
          <p:nvPr userDrawn="1"/>
        </p:nvPicPr>
        <p:blipFill>
          <a:blip r:embed="rId2"/>
          <a:stretch>
            <a:fillRect/>
          </a:stretch>
        </p:blipFill>
        <p:spPr>
          <a:xfrm>
            <a:off x="123825" y="96838"/>
            <a:ext cx="2962275" cy="638175"/>
          </a:xfrm>
          <a:prstGeom prst="rect">
            <a:avLst/>
          </a:prstGeom>
          <a:noFill/>
          <a:ln w="9525">
            <a:noFill/>
          </a:ln>
        </p:spPr>
      </p:pic>
      <p:cxnSp>
        <p:nvCxnSpPr>
          <p:cNvPr id="5" name="Straight Connector 9"/>
          <p:cNvCxnSpPr/>
          <p:nvPr userDrawn="1"/>
        </p:nvCxnSpPr>
        <p:spPr>
          <a:xfrm>
            <a:off x="0" y="901700"/>
            <a:ext cx="4114800" cy="0"/>
          </a:xfrm>
          <a:prstGeom prst="line">
            <a:avLst/>
          </a:prstGeom>
          <a:ln w="38100"/>
        </p:spPr>
        <p:style>
          <a:lnRef idx="3">
            <a:schemeClr val="dk1"/>
          </a:lnRef>
          <a:fillRef idx="0">
            <a:schemeClr val="dk1"/>
          </a:fillRef>
          <a:effectRef idx="2">
            <a:schemeClr val="dk1"/>
          </a:effectRef>
          <a:fontRef idx="minor">
            <a:schemeClr val="tx1"/>
          </a:fontRef>
        </p:style>
      </p:cxnSp>
      <p:sp>
        <p:nvSpPr>
          <p:cNvPr id="2" name="日期占位符 1"/>
          <p:cNvSpPr>
            <a:spLocks noGrp="1"/>
          </p:cNvSpPr>
          <p:nvPr>
            <p:ph type="dt" sz="half" idx="10"/>
          </p:nvPr>
        </p:nvSpPr>
        <p:spPr>
          <a:xfrm>
            <a:off x="838200" y="6356350"/>
            <a:ext cx="2743200" cy="365125"/>
          </a:xfrm>
          <a:prstGeom prst="rect">
            <a:avLst/>
          </a:prstGeom>
        </p:spPr>
        <p:txBody>
          <a:bodyPr vert="horz" wrap="square" lIns="91440" tIns="45720" rIns="91440" bIns="45720" numCol="1" anchor="ctr" anchorCtr="0" compatLnSpc="1"/>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4" name="页脚占位符 3"/>
          <p:cNvSpPr>
            <a:spLocks noGrp="1"/>
          </p:cNvSpPr>
          <p:nvPr>
            <p:ph type="ftr" sz="quarter" idx="11"/>
          </p:nvPr>
        </p:nvSpPr>
        <p:spPr>
          <a:xfrm>
            <a:off x="4038600" y="6356350"/>
            <a:ext cx="4114800" cy="365125"/>
          </a:xfrm>
          <a:prstGeom prst="rect">
            <a:avLst/>
          </a:prstGeom>
        </p:spPr>
        <p:txBody>
          <a:bodyPr vert="horz" lIns="91440" tIns="45720" rIns="91440" bIns="45720" rtlCol="0" anchor="ctr"/>
          <a:p>
            <a:pPr fontAlgn="auto">
              <a:defRPr/>
            </a:pPr>
            <a:endParaRPr lang="en-US"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ctr" anchorCtr="0" compatLnSpc="1"/>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pPr fontAlgn="base"/>
            <a:r>
              <a:rPr lang="en-US" strike="noStrike" noProof="1"/>
              <a:t>Click to edit Master title style</a:t>
            </a:r>
            <a:endParaRPr lang="en-US" strike="noStrike"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en-US" strike="noStrike" noProof="1"/>
              <a:t>Click to edit Master text styles</a:t>
            </a:r>
            <a:endParaRPr lang="en-US" strike="noStrike" noProof="1"/>
          </a:p>
        </p:txBody>
      </p:sp>
      <p:sp>
        <p:nvSpPr>
          <p:cNvPr id="4" name="日期占位符 3"/>
          <p:cNvSpPr>
            <a:spLocks noGrp="1"/>
          </p:cNvSpPr>
          <p:nvPr>
            <p:ph type="dt" sz="half" idx="10"/>
          </p:nvPr>
        </p:nvSpPr>
        <p:spPr/>
        <p:txBody>
          <a:bodyPr/>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5" name="页脚占位符 4"/>
          <p:cNvSpPr>
            <a:spLocks noGrp="1"/>
          </p:cNvSpPr>
          <p:nvPr>
            <p:ph type="ftr" sz="quarter" idx="11"/>
          </p:nvPr>
        </p:nvSpPr>
        <p:spPr/>
        <p:txBody>
          <a:bodyPr/>
          <a:p>
            <a:pPr fontAlgn="auto">
              <a:defRPr/>
            </a:pPr>
            <a:endParaRPr lang="en-US" strike="noStrike" noProof="1"/>
          </a:p>
        </p:txBody>
      </p:sp>
      <p:sp>
        <p:nvSpPr>
          <p:cNvPr id="6" name="灯片编号占位符 5"/>
          <p:cNvSpPr>
            <a:spLocks noGrp="1"/>
          </p:cNvSpPr>
          <p:nvPr>
            <p:ph type="sldNum" sz="quarter" idx="12"/>
          </p:nvPr>
        </p:nvSpPr>
        <p:spPr/>
        <p:txBody>
          <a:bodyPr/>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endParaRPr lang="en-US" strike="noStrike" noProof="1" dirty="0"/>
          </a:p>
        </p:txBody>
      </p:sp>
      <p:sp>
        <p:nvSpPr>
          <p:cNvPr id="3" name="Content Placeholder 2"/>
          <p:cNvSpPr>
            <a:spLocks noGrp="1"/>
          </p:cNvSpPr>
          <p:nvPr>
            <p:ph sz="half" idx="1"/>
          </p:nvPr>
        </p:nvSpPr>
        <p:spPr>
          <a:xfrm>
            <a:off x="838200" y="1825625"/>
            <a:ext cx="5181600" cy="4351338"/>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Content Placeholder 3"/>
          <p:cNvSpPr>
            <a:spLocks noGrp="1"/>
          </p:cNvSpPr>
          <p:nvPr>
            <p:ph sz="half" idx="2"/>
          </p:nvPr>
        </p:nvSpPr>
        <p:spPr>
          <a:xfrm>
            <a:off x="6172200" y="1825625"/>
            <a:ext cx="5181600" cy="4351338"/>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5" name="日期占位符 4"/>
          <p:cNvSpPr>
            <a:spLocks noGrp="1"/>
          </p:cNvSpPr>
          <p:nvPr>
            <p:ph type="dt" sz="half" idx="10"/>
          </p:nvPr>
        </p:nvSpPr>
        <p:spPr/>
        <p:txBody>
          <a:bodyPr/>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6" name="页脚占位符 5"/>
          <p:cNvSpPr>
            <a:spLocks noGrp="1"/>
          </p:cNvSpPr>
          <p:nvPr>
            <p:ph type="ftr" sz="quarter" idx="11"/>
          </p:nvPr>
        </p:nvSpPr>
        <p:spPr/>
        <p:txBody>
          <a:bodyPr/>
          <a:p>
            <a:pPr fontAlgn="auto">
              <a:defRPr/>
            </a:pPr>
            <a:endParaRPr lang="en-US" strike="noStrike" noProof="1"/>
          </a:p>
        </p:txBody>
      </p:sp>
      <p:sp>
        <p:nvSpPr>
          <p:cNvPr id="7" name="灯片编号占位符 6"/>
          <p:cNvSpPr>
            <a:spLocks noGrp="1"/>
          </p:cNvSpPr>
          <p:nvPr>
            <p:ph type="sldNum" sz="quarter" idx="12"/>
          </p:nvPr>
        </p:nvSpPr>
        <p:spPr/>
        <p:txBody>
          <a:bodyPr/>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pPr fontAlgn="base"/>
            <a:r>
              <a:rPr lang="en-US" strike="noStrike" noProof="1"/>
              <a:t>Click to edit Master title style</a:t>
            </a:r>
            <a:endParaRPr lang="en-US" strike="noStrike"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endParaRPr lang="en-US" strike="noStrike" noProof="1"/>
          </a:p>
        </p:txBody>
      </p:sp>
      <p:sp>
        <p:nvSpPr>
          <p:cNvPr id="4" name="Content Placeholder 3"/>
          <p:cNvSpPr>
            <a:spLocks noGrp="1"/>
          </p:cNvSpPr>
          <p:nvPr>
            <p:ph sz="half" idx="2"/>
          </p:nvPr>
        </p:nvSpPr>
        <p:spPr>
          <a:xfrm>
            <a:off x="839788" y="2505075"/>
            <a:ext cx="5157787" cy="3684588"/>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endParaRPr lang="en-US" strike="noStrike" noProof="1"/>
          </a:p>
        </p:txBody>
      </p:sp>
      <p:sp>
        <p:nvSpPr>
          <p:cNvPr id="6" name="Content Placeholder 5"/>
          <p:cNvSpPr>
            <a:spLocks noGrp="1"/>
          </p:cNvSpPr>
          <p:nvPr>
            <p:ph sz="quarter" idx="4"/>
          </p:nvPr>
        </p:nvSpPr>
        <p:spPr>
          <a:xfrm>
            <a:off x="6172200" y="2505075"/>
            <a:ext cx="5183188" cy="3684588"/>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7" name="日期占位符 6"/>
          <p:cNvSpPr>
            <a:spLocks noGrp="1"/>
          </p:cNvSpPr>
          <p:nvPr>
            <p:ph type="dt" sz="half" idx="10"/>
          </p:nvPr>
        </p:nvSpPr>
        <p:spPr/>
        <p:txBody>
          <a:bodyPr/>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8" name="页脚占位符 7"/>
          <p:cNvSpPr>
            <a:spLocks noGrp="1"/>
          </p:cNvSpPr>
          <p:nvPr>
            <p:ph type="ftr" sz="quarter" idx="11"/>
          </p:nvPr>
        </p:nvSpPr>
        <p:spPr/>
        <p:txBody>
          <a:bodyPr/>
          <a:p>
            <a:pPr fontAlgn="auto">
              <a:defRPr/>
            </a:pPr>
            <a:endParaRPr lang="en-US" strike="noStrike" noProof="1"/>
          </a:p>
        </p:txBody>
      </p:sp>
      <p:sp>
        <p:nvSpPr>
          <p:cNvPr id="9" name="灯片编号占位符 8"/>
          <p:cNvSpPr>
            <a:spLocks noGrp="1"/>
          </p:cNvSpPr>
          <p:nvPr>
            <p:ph type="sldNum" sz="quarter" idx="12"/>
          </p:nvPr>
        </p:nvSpPr>
        <p:spPr/>
        <p:txBody>
          <a:bodyPr/>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pic>
        <p:nvPicPr>
          <p:cNvPr id="3074" name="Picture 6"/>
          <p:cNvPicPr>
            <a:picLocks noChangeAspect="1"/>
          </p:cNvPicPr>
          <p:nvPr/>
        </p:nvPicPr>
        <p:blipFill>
          <a:blip r:embed="rId2"/>
          <a:stretch>
            <a:fillRect/>
          </a:stretch>
        </p:blipFill>
        <p:spPr>
          <a:xfrm>
            <a:off x="2366963" y="182563"/>
            <a:ext cx="2428875" cy="2428875"/>
          </a:xfrm>
          <a:prstGeom prst="rect">
            <a:avLst/>
          </a:prstGeom>
          <a:noFill/>
          <a:ln w="9525">
            <a:noFill/>
          </a:ln>
        </p:spPr>
      </p:pic>
      <p:pic>
        <p:nvPicPr>
          <p:cNvPr id="3075" name="Picture 7"/>
          <p:cNvPicPr>
            <a:picLocks noChangeAspect="1"/>
          </p:cNvPicPr>
          <p:nvPr userDrawn="1"/>
        </p:nvPicPr>
        <p:blipFill>
          <a:blip r:embed="rId2"/>
          <a:stretch>
            <a:fillRect/>
          </a:stretch>
        </p:blipFill>
        <p:spPr>
          <a:xfrm>
            <a:off x="2366963" y="182563"/>
            <a:ext cx="2428875" cy="2428875"/>
          </a:xfrm>
          <a:prstGeom prst="rect">
            <a:avLst/>
          </a:prstGeom>
          <a:noFill/>
          <a:ln w="9525">
            <a:noFill/>
          </a:ln>
        </p:spPr>
      </p:pic>
      <p:sp>
        <p:nvSpPr>
          <p:cNvPr id="2" name="Title 1"/>
          <p:cNvSpPr>
            <a:spLocks noGrp="1"/>
          </p:cNvSpPr>
          <p:nvPr>
            <p:ph type="title"/>
          </p:nvPr>
        </p:nvSpPr>
        <p:spPr/>
        <p:txBody>
          <a:bodyPr/>
          <a:lstStyle/>
          <a:p>
            <a:pPr fontAlgn="base"/>
            <a:r>
              <a:rPr lang="en-US" strike="noStrike" noProof="1"/>
              <a:t>Click to edit Master title style</a:t>
            </a:r>
            <a:endParaRPr lang="en-US" strike="noStrike" noProof="1" dirty="0"/>
          </a:p>
        </p:txBody>
      </p:sp>
      <p:sp>
        <p:nvSpPr>
          <p:cNvPr id="5" name="Date Placeholder 3"/>
          <p:cNvSpPr>
            <a:spLocks noGrp="1"/>
          </p:cNvSpPr>
          <p:nvPr>
            <p:ph type="dt" sz="half" idx="10"/>
          </p:nvPr>
        </p:nvSpPr>
        <p:spPr>
          <a:xfrm>
            <a:off x="838200" y="6356350"/>
            <a:ext cx="2743200" cy="365125"/>
          </a:xfrm>
          <a:prstGeom prst="rect">
            <a:avLst/>
          </a:prstGeom>
        </p:spPr>
        <p:txBody>
          <a:bodyPr vert="horz" wrap="square" lIns="91440" tIns="45720" rIns="91440" bIns="45720" numCol="1" anchor="ctr" anchorCtr="0" compatLnSpc="1"/>
          <a:lstStyle>
            <a:lvl1pPr>
              <a:defRPr/>
            </a:lvl1pPr>
          </a:lstStyle>
          <a:p>
            <a:pPr fontAlgn="base"/>
            <a:fld id="{6E694058-BDC6-4B4C-BD25-0AC6E6ABC316}"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6" name="Footer Placeholder 4"/>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defRPr/>
            </a:lvl1pPr>
          </a:lstStyle>
          <a:p>
            <a:pPr fontAlgn="auto">
              <a:defRPr/>
            </a:pPr>
            <a:endParaRPr lang="en-US" strike="noStrike" noProof="1"/>
          </a:p>
        </p:txBody>
      </p:sp>
      <p:sp>
        <p:nvSpPr>
          <p:cNvPr id="7" name="Slide Number Placeholder 5"/>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ctr" anchorCtr="0" compatLnSpc="1"/>
          <a:lstStyle>
            <a:lvl1pPr>
              <a:defRPr/>
            </a:lvl1pPr>
          </a:lstStyle>
          <a:p>
            <a:pPr fontAlgn="base"/>
            <a:fld id="{AB7D40FA-71D0-4838-B11F-C6497B66FA84}"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3" name="页脚占位符 2"/>
          <p:cNvSpPr>
            <a:spLocks noGrp="1"/>
          </p:cNvSpPr>
          <p:nvPr>
            <p:ph type="ftr" sz="quarter" idx="11"/>
          </p:nvPr>
        </p:nvSpPr>
        <p:spPr/>
        <p:txBody>
          <a:bodyPr/>
          <a:p>
            <a:pPr fontAlgn="auto">
              <a:defRPr/>
            </a:pPr>
            <a:endParaRPr lang="en-US" strike="noStrike" noProof="1"/>
          </a:p>
        </p:txBody>
      </p:sp>
      <p:sp>
        <p:nvSpPr>
          <p:cNvPr id="4" name="灯片编号占位符 3"/>
          <p:cNvSpPr>
            <a:spLocks noGrp="1"/>
          </p:cNvSpPr>
          <p:nvPr>
            <p:ph type="sldNum" sz="quarter" idx="12"/>
          </p:nvPr>
        </p:nvSpPr>
        <p:spPr/>
        <p:txBody>
          <a:bodyPr/>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US" strike="noStrike"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endParaRPr lang="en-US" strike="noStrike" noProof="1"/>
          </a:p>
        </p:txBody>
      </p:sp>
      <p:sp>
        <p:nvSpPr>
          <p:cNvPr id="5" name="日期占位符 4"/>
          <p:cNvSpPr>
            <a:spLocks noGrp="1"/>
          </p:cNvSpPr>
          <p:nvPr>
            <p:ph type="dt" sz="half" idx="10"/>
          </p:nvPr>
        </p:nvSpPr>
        <p:spPr/>
        <p:txBody>
          <a:bodyPr/>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6" name="页脚占位符 5"/>
          <p:cNvSpPr>
            <a:spLocks noGrp="1"/>
          </p:cNvSpPr>
          <p:nvPr>
            <p:ph type="ftr" sz="quarter" idx="11"/>
          </p:nvPr>
        </p:nvSpPr>
        <p:spPr/>
        <p:txBody>
          <a:bodyPr/>
          <a:p>
            <a:pPr fontAlgn="auto">
              <a:defRPr/>
            </a:pPr>
            <a:endParaRPr lang="en-US" strike="noStrike" noProof="1"/>
          </a:p>
        </p:txBody>
      </p:sp>
      <p:sp>
        <p:nvSpPr>
          <p:cNvPr id="7" name="灯片编号占位符 6"/>
          <p:cNvSpPr>
            <a:spLocks noGrp="1"/>
          </p:cNvSpPr>
          <p:nvPr>
            <p:ph type="sldNum" sz="quarter" idx="12"/>
          </p:nvPr>
        </p:nvSpPr>
        <p:spPr/>
        <p:txBody>
          <a:bodyPr/>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pPr fontAlgn="base"/>
            <a:r>
              <a:rPr lang="en-US" strike="noStrike" noProof="1"/>
              <a:t>Click to edit Master title style</a:t>
            </a:r>
            <a:endParaRPr lang="en-US" strike="noStrike" noProof="1"/>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fontAlgn="base"/>
            <a:r>
              <a:rPr lang="en-US" strike="noStrike" noProof="0"/>
              <a:t>Click icon to add picture</a:t>
            </a:r>
            <a:endParaRPr lang="en-US" strike="noStrike"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endParaRPr lang="en-US" strike="noStrike" noProof="1"/>
          </a:p>
        </p:txBody>
      </p:sp>
      <p:sp>
        <p:nvSpPr>
          <p:cNvPr id="5" name="日期占位符 4"/>
          <p:cNvSpPr>
            <a:spLocks noGrp="1"/>
          </p:cNvSpPr>
          <p:nvPr>
            <p:ph type="dt" sz="half" idx="10"/>
          </p:nvPr>
        </p:nvSpPr>
        <p:spPr/>
        <p:txBody>
          <a:bodyPr/>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6" name="页脚占位符 5"/>
          <p:cNvSpPr>
            <a:spLocks noGrp="1"/>
          </p:cNvSpPr>
          <p:nvPr>
            <p:ph type="ftr" sz="quarter" idx="11"/>
          </p:nvPr>
        </p:nvSpPr>
        <p:spPr/>
        <p:txBody>
          <a:bodyPr/>
          <a:p>
            <a:pPr fontAlgn="auto">
              <a:defRPr/>
            </a:pPr>
            <a:endParaRPr lang="en-US" strike="noStrike" noProof="1"/>
          </a:p>
        </p:txBody>
      </p:sp>
      <p:sp>
        <p:nvSpPr>
          <p:cNvPr id="7" name="灯片编号占位符 6"/>
          <p:cNvSpPr>
            <a:spLocks noGrp="1"/>
          </p:cNvSpPr>
          <p:nvPr>
            <p:ph type="sldNum" sz="quarter" idx="12"/>
          </p:nvPr>
        </p:nvSpPr>
        <p:spPr/>
        <p:txBody>
          <a:bodyPr/>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bg1"/>
        </a:solidFill>
        <a:effectLst/>
      </p:bgPr>
    </p:bg>
    <p:spTree>
      <p:nvGrpSpPr>
        <p:cNvPr id="1" name=""/>
        <p:cNvGrpSpPr/>
        <p:nvPr/>
      </p:nvGrpSpPr>
      <p:grpSpPr>
        <a:xfrm>
          <a:off x="0" y="0"/>
          <a:ext cx="0" cy="0"/>
          <a:chOff x="0" y="0"/>
          <a:chExt cx="0" cy="0"/>
        </a:xfrm>
      </p:grpSpPr>
      <p:pic>
        <p:nvPicPr>
          <p:cNvPr id="4098" name="Picture 6"/>
          <p:cNvPicPr>
            <a:picLocks noChangeAspect="1"/>
          </p:cNvPicPr>
          <p:nvPr/>
        </p:nvPicPr>
        <p:blipFill>
          <a:blip r:embed="rId2"/>
          <a:stretch>
            <a:fillRect/>
          </a:stretch>
        </p:blipFill>
        <p:spPr>
          <a:xfrm>
            <a:off x="0" y="4763"/>
            <a:ext cx="3771900" cy="695325"/>
          </a:xfrm>
          <a:prstGeom prst="rect">
            <a:avLst/>
          </a:prstGeom>
          <a:noFill/>
          <a:ln w="9525">
            <a:noFill/>
          </a:ln>
        </p:spPr>
      </p:pic>
      <p:cxnSp>
        <p:nvCxnSpPr>
          <p:cNvPr id="5" name="Straight Connector 7"/>
          <p:cNvCxnSpPr/>
          <p:nvPr/>
        </p:nvCxnSpPr>
        <p:spPr>
          <a:xfrm>
            <a:off x="0" y="700088"/>
            <a:ext cx="3898900" cy="0"/>
          </a:xfrm>
          <a:prstGeom prst="line">
            <a:avLst/>
          </a:prstGeom>
          <a:ln w="38100"/>
        </p:spPr>
        <p:style>
          <a:lnRef idx="3">
            <a:schemeClr val="dk1"/>
          </a:lnRef>
          <a:fillRef idx="0">
            <a:schemeClr val="dk1"/>
          </a:fillRef>
          <a:effectRef idx="2">
            <a:schemeClr val="dk1"/>
          </a:effectRef>
          <a:fontRef idx="minor">
            <a:schemeClr val="tx1"/>
          </a:fontRef>
        </p:style>
      </p:cxnSp>
      <p:pic>
        <p:nvPicPr>
          <p:cNvPr id="4100" name="Picture 6"/>
          <p:cNvPicPr>
            <a:picLocks noChangeAspect="1"/>
          </p:cNvPicPr>
          <p:nvPr userDrawn="1"/>
        </p:nvPicPr>
        <p:blipFill>
          <a:blip r:embed="rId2"/>
          <a:stretch>
            <a:fillRect/>
          </a:stretch>
        </p:blipFill>
        <p:spPr>
          <a:xfrm>
            <a:off x="0" y="4763"/>
            <a:ext cx="3771900" cy="695325"/>
          </a:xfrm>
          <a:prstGeom prst="rect">
            <a:avLst/>
          </a:prstGeom>
          <a:noFill/>
          <a:ln w="9525">
            <a:noFill/>
          </a:ln>
        </p:spPr>
      </p:pic>
      <p:cxnSp>
        <p:nvCxnSpPr>
          <p:cNvPr id="7" name="Straight Connector 9"/>
          <p:cNvCxnSpPr/>
          <p:nvPr userDrawn="1"/>
        </p:nvCxnSpPr>
        <p:spPr>
          <a:xfrm>
            <a:off x="0" y="700088"/>
            <a:ext cx="3898900" cy="0"/>
          </a:xfrm>
          <a:prstGeom prst="line">
            <a:avLst/>
          </a:prstGeom>
          <a:ln w="38100"/>
        </p:spPr>
        <p:style>
          <a:lnRef idx="3">
            <a:schemeClr val="dk1"/>
          </a:lnRef>
          <a:fillRef idx="0">
            <a:schemeClr val="dk1"/>
          </a:fillRef>
          <a:effectRef idx="2">
            <a:schemeClr val="dk1"/>
          </a:effectRef>
          <a:fontRef idx="minor">
            <a:schemeClr val="tx1"/>
          </a:fontRef>
        </p:style>
      </p:cxnSp>
      <p:sp>
        <p:nvSpPr>
          <p:cNvPr id="2" name="Title 1"/>
          <p:cNvSpPr>
            <a:spLocks noGrp="1"/>
          </p:cNvSpPr>
          <p:nvPr>
            <p:ph type="title"/>
          </p:nvPr>
        </p:nvSpPr>
        <p:spPr>
          <a:xfrm>
            <a:off x="838200" y="836487"/>
            <a:ext cx="10515600" cy="814388"/>
          </a:xfrm>
        </p:spPr>
        <p:txBody>
          <a:bodyPr/>
          <a:lstStyle/>
          <a:p>
            <a:pPr fontAlgn="base"/>
            <a:r>
              <a:rPr lang="en-US" strike="noStrike" noProof="1"/>
              <a:t>Click to edit Master title style</a:t>
            </a:r>
            <a:endParaRPr lang="en-US" strike="noStrike" noProof="1" dirty="0"/>
          </a:p>
        </p:txBody>
      </p:sp>
      <p:sp>
        <p:nvSpPr>
          <p:cNvPr id="3" name="Vertical Text Placeholder 2"/>
          <p:cNvSpPr>
            <a:spLocks noGrp="1"/>
          </p:cNvSpPr>
          <p:nvPr>
            <p:ph type="body" orient="vert" idx="1"/>
          </p:nvPr>
        </p:nvSpPr>
        <p:spPr>
          <a:xfrm>
            <a:off x="838200" y="1787525"/>
            <a:ext cx="10515600" cy="4351338"/>
          </a:xfrm>
        </p:spPr>
        <p:txBody>
          <a:bodyPr vert="eaVert"/>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8" name="Date Placeholder 3"/>
          <p:cNvSpPr>
            <a:spLocks noGrp="1"/>
          </p:cNvSpPr>
          <p:nvPr>
            <p:ph type="dt" sz="half" idx="10"/>
          </p:nvPr>
        </p:nvSpPr>
        <p:spPr>
          <a:xfrm>
            <a:off x="838200" y="6356350"/>
            <a:ext cx="2743200" cy="365125"/>
          </a:xfrm>
          <a:prstGeom prst="rect">
            <a:avLst/>
          </a:prstGeom>
        </p:spPr>
        <p:txBody>
          <a:bodyPr vert="horz" wrap="square" lIns="91440" tIns="45720" rIns="91440" bIns="45720" numCol="1" anchor="ctr" anchorCtr="0" compatLnSpc="1"/>
          <a:lstStyle>
            <a:lvl1pPr>
              <a:defRPr/>
            </a:lvl1pPr>
          </a:lstStyle>
          <a:p>
            <a:pPr fontAlgn="base"/>
            <a:fld id="{5F0FE6D3-5216-4EE3-81F3-67E000E546A9}"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9" name="Footer Placeholder 4"/>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defRPr/>
            </a:lvl1pPr>
          </a:lstStyle>
          <a:p>
            <a:pPr fontAlgn="auto">
              <a:defRPr/>
            </a:pPr>
            <a:endParaRPr lang="en-US" strike="noStrike" noProof="1"/>
          </a:p>
        </p:txBody>
      </p:sp>
      <p:sp>
        <p:nvSpPr>
          <p:cNvPr id="10" name="Slide Number Placeholder 5"/>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ctr" anchorCtr="0" compatLnSpc="1"/>
          <a:lstStyle>
            <a:lvl1pPr>
              <a:defRPr/>
            </a:lvl1pPr>
          </a:lstStyle>
          <a:p>
            <a:pPr fontAlgn="base"/>
            <a:fld id="{19E8CED5-B51D-4498-9334-C277122C3963}"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pPr fontAlgn="base"/>
            <a:r>
              <a:rPr lang="en-US" strike="noStrike" noProof="1"/>
              <a:t>Click to edit Master title style</a:t>
            </a:r>
            <a:endParaRPr lang="en-US" strike="noStrike"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日期占位符 3"/>
          <p:cNvSpPr>
            <a:spLocks noGrp="1"/>
          </p:cNvSpPr>
          <p:nvPr>
            <p:ph type="dt" sz="half" idx="10"/>
          </p:nvPr>
        </p:nvSpPr>
        <p:spPr/>
        <p:txBody>
          <a:bodyPr/>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5" name="页脚占位符 4"/>
          <p:cNvSpPr>
            <a:spLocks noGrp="1"/>
          </p:cNvSpPr>
          <p:nvPr>
            <p:ph type="ftr" sz="quarter" idx="11"/>
          </p:nvPr>
        </p:nvSpPr>
        <p:spPr/>
        <p:txBody>
          <a:bodyPr/>
          <a:p>
            <a:pPr fontAlgn="auto">
              <a:defRPr/>
            </a:pPr>
            <a:endParaRPr lang="en-US" strike="noStrike" noProof="1"/>
          </a:p>
        </p:txBody>
      </p:sp>
      <p:sp>
        <p:nvSpPr>
          <p:cNvPr id="6" name="灯片编号占位符 5"/>
          <p:cNvSpPr>
            <a:spLocks noGrp="1"/>
          </p:cNvSpPr>
          <p:nvPr>
            <p:ph type="sldNum" sz="quarter" idx="12"/>
          </p:nvPr>
        </p:nvSpPr>
        <p:spPr/>
        <p:txBody>
          <a:bodyPr/>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solidFill>
          <a:schemeClr val="bg1"/>
        </a:solidFill>
        <a:effectLst/>
      </p:bgPr>
    </p:bg>
    <p:spTree>
      <p:nvGrpSpPr>
        <p:cNvPr id="1" name=""/>
        <p:cNvGrpSpPr/>
        <p:nvPr/>
      </p:nvGrpSpPr>
      <p:grpSpPr>
        <a:xfrm>
          <a:off x="0" y="0"/>
          <a:ext cx="0" cy="0"/>
          <a:chOff x="0" y="0"/>
          <a:chExt cx="0" cy="0"/>
        </a:xfrm>
      </p:grpSpPr>
      <p:pic>
        <p:nvPicPr>
          <p:cNvPr id="5122" name="Picture 6"/>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 name="日期占位符 1"/>
          <p:cNvSpPr>
            <a:spLocks noGrp="1"/>
          </p:cNvSpPr>
          <p:nvPr>
            <p:ph type="dt" sz="half" idx="10"/>
          </p:nvPr>
        </p:nvSpPr>
        <p:spPr>
          <a:xfrm>
            <a:off x="838200" y="6356350"/>
            <a:ext cx="2743200" cy="365125"/>
          </a:xfrm>
          <a:prstGeom prst="rect">
            <a:avLst/>
          </a:prstGeom>
        </p:spPr>
        <p:txBody>
          <a:bodyPr vert="horz" wrap="square" lIns="91440" tIns="45720" rIns="91440" bIns="45720" numCol="1" anchor="ctr" anchorCtr="0" compatLnSpc="1"/>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3" name="页脚占位符 2"/>
          <p:cNvSpPr>
            <a:spLocks noGrp="1"/>
          </p:cNvSpPr>
          <p:nvPr>
            <p:ph type="ftr" sz="quarter" idx="11"/>
          </p:nvPr>
        </p:nvSpPr>
        <p:spPr>
          <a:xfrm>
            <a:off x="4038600" y="6356350"/>
            <a:ext cx="4114800" cy="365125"/>
          </a:xfrm>
          <a:prstGeom prst="rect">
            <a:avLst/>
          </a:prstGeom>
        </p:spPr>
        <p:txBody>
          <a:bodyPr vert="horz" lIns="91440" tIns="45720" rIns="91440" bIns="45720" rtlCol="0" anchor="ctr"/>
          <a:p>
            <a:pPr fontAlgn="auto">
              <a:defRPr/>
            </a:pPr>
            <a:endParaRPr lang="en-US" strike="noStrike" noProof="1"/>
          </a:p>
        </p:txBody>
      </p:sp>
      <p:sp>
        <p:nvSpPr>
          <p:cNvPr id="4" name="灯片编号占位符 3"/>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ctr" anchorCtr="0" compatLnSpc="1"/>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le and 4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pPr fontAlgn="base"/>
            <a:r>
              <a:rPr lang="en-US" strike="noStrike" noProof="1"/>
              <a:t>Click to edit Master title style</a:t>
            </a:r>
            <a:endParaRPr lang="en-US" strike="noStrike" noProof="1"/>
          </a:p>
        </p:txBody>
      </p:sp>
      <p:sp>
        <p:nvSpPr>
          <p:cNvPr id="3" name="Content Placeholder 2"/>
          <p:cNvSpPr>
            <a:spLocks noGrp="1"/>
          </p:cNvSpPr>
          <p:nvPr>
            <p:ph sz="quarter" idx="1"/>
          </p:nvPr>
        </p:nvSpPr>
        <p:spPr>
          <a:xfrm>
            <a:off x="609600" y="1600200"/>
            <a:ext cx="5384800" cy="2185988"/>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Content Placeholder 3"/>
          <p:cNvSpPr>
            <a:spLocks noGrp="1"/>
          </p:cNvSpPr>
          <p:nvPr>
            <p:ph sz="quarter" idx="2"/>
          </p:nvPr>
        </p:nvSpPr>
        <p:spPr>
          <a:xfrm>
            <a:off x="6197600" y="1600200"/>
            <a:ext cx="5384800" cy="2185988"/>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5" name="Content Placeholder 4"/>
          <p:cNvSpPr>
            <a:spLocks noGrp="1"/>
          </p:cNvSpPr>
          <p:nvPr>
            <p:ph sz="quarter" idx="3"/>
          </p:nvPr>
        </p:nvSpPr>
        <p:spPr>
          <a:xfrm>
            <a:off x="609600" y="3938589"/>
            <a:ext cx="5384800" cy="2187575"/>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6" name="Content Placeholder 5"/>
          <p:cNvSpPr>
            <a:spLocks noGrp="1"/>
          </p:cNvSpPr>
          <p:nvPr>
            <p:ph sz="quarter" idx="4"/>
          </p:nvPr>
        </p:nvSpPr>
        <p:spPr>
          <a:xfrm>
            <a:off x="6197600" y="3938589"/>
            <a:ext cx="5384800" cy="2187575"/>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7" name="Date Placeholder 6"/>
          <p:cNvSpPr>
            <a:spLocks noGrp="1"/>
          </p:cNvSpPr>
          <p:nvPr>
            <p:ph type="dt" sz="half" idx="10"/>
          </p:nvPr>
        </p:nvSpPr>
        <p:spPr>
          <a:xfrm>
            <a:off x="609600" y="6245225"/>
            <a:ext cx="2844800" cy="476250"/>
          </a:xfrm>
          <a:prstGeom prst="rect">
            <a:avLst/>
          </a:prstGeom>
        </p:spPr>
        <p:txBody>
          <a:bodyPr vert="horz" wrap="square" lIns="91440" tIns="45720" rIns="91440" bIns="45720" numCol="1" rtlCol="0" anchor="ctr" anchorCtr="0" compatLnSpc="1"/>
          <a:lstStyle>
            <a:lvl1pPr fontAlgn="auto">
              <a:spcBef>
                <a:spcPts val="0"/>
              </a:spcBef>
              <a:spcAft>
                <a:spcPts val="0"/>
              </a:spcAft>
              <a:defRPr>
                <a:solidFill>
                  <a:schemeClr val="tx1">
                    <a:tint val="75000"/>
                  </a:schemeClr>
                </a:solidFill>
                <a:latin typeface="+mn-lt"/>
              </a:defRPr>
            </a:lvl1pPr>
          </a:lstStyle>
          <a:p>
            <a:pPr fontAlgn="auto">
              <a:defRPr/>
            </a:pPr>
            <a:endParaRPr lang="en-US" altLang="zh-CN" strike="noStrike" noProof="1"/>
          </a:p>
        </p:txBody>
      </p:sp>
      <p:sp>
        <p:nvSpPr>
          <p:cNvPr id="8" name="Footer Placeholder 7"/>
          <p:cNvSpPr>
            <a:spLocks noGrp="1"/>
          </p:cNvSpPr>
          <p:nvPr>
            <p:ph type="ftr" sz="quarter" idx="11"/>
          </p:nvPr>
        </p:nvSpPr>
        <p:spPr>
          <a:xfrm>
            <a:off x="4165600" y="6245225"/>
            <a:ext cx="3860800" cy="476250"/>
          </a:xfrm>
          <a:prstGeom prst="rect">
            <a:avLst/>
          </a:prstGeom>
        </p:spPr>
        <p:txBody>
          <a:bodyPr vert="horz" lIns="91440" tIns="45720" rIns="91440" bIns="45720" rtlCol="0" anchor="ctr"/>
          <a:lstStyle>
            <a:lvl1pPr>
              <a:defRPr/>
            </a:lvl1pPr>
          </a:lstStyle>
          <a:p>
            <a:pPr fontAlgn="auto">
              <a:defRPr/>
            </a:pPr>
            <a:endParaRPr lang="en-US" altLang="zh-CN" strike="noStrike" noProof="1"/>
          </a:p>
        </p:txBody>
      </p:sp>
      <p:sp>
        <p:nvSpPr>
          <p:cNvPr id="9" name="Slide Number Placeholder 8"/>
          <p:cNvSpPr>
            <a:spLocks noGrp="1"/>
          </p:cNvSpPr>
          <p:nvPr>
            <p:ph type="sldNum" sz="quarter" idx="12"/>
          </p:nvPr>
        </p:nvSpPr>
        <p:spPr>
          <a:xfrm>
            <a:off x="8737600" y="6245225"/>
            <a:ext cx="2844800" cy="476250"/>
          </a:xfrm>
          <a:prstGeom prst="rect">
            <a:avLst/>
          </a:prstGeom>
        </p:spPr>
        <p:txBody>
          <a:bodyPr vert="horz" wrap="square" lIns="91440" tIns="45720" rIns="91440" bIns="45720" numCol="1" rtlCol="0" anchor="ctr" anchorCtr="0" compatLnSpc="1"/>
          <a:lstStyle>
            <a:lvl1pPr fontAlgn="auto">
              <a:spcBef>
                <a:spcPts val="0"/>
              </a:spcBef>
              <a:spcAft>
                <a:spcPts val="0"/>
              </a:spcAft>
              <a:defRPr>
                <a:solidFill>
                  <a:schemeClr val="tx1">
                    <a:tint val="75000"/>
                  </a:schemeClr>
                </a:solidFill>
                <a:latin typeface="+mn-lt"/>
              </a:defRPr>
            </a:lvl1pPr>
          </a:lstStyle>
          <a:p>
            <a:pPr fontAlgn="auto">
              <a:defRPr/>
            </a:pPr>
            <a:fld id="{874F91F9-194C-47DA-B67C-189A18EA7074}"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Title, Text, and 2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pPr fontAlgn="base"/>
            <a:r>
              <a:rPr lang="en-US" strike="noStrike" noProof="1"/>
              <a:t>Click to edit Master title style</a:t>
            </a:r>
            <a:endParaRPr lang="en-US" strike="noStrike" noProof="1"/>
          </a:p>
        </p:txBody>
      </p:sp>
      <p:sp>
        <p:nvSpPr>
          <p:cNvPr id="3" name="Text Placeholder 2"/>
          <p:cNvSpPr>
            <a:spLocks noGrp="1"/>
          </p:cNvSpPr>
          <p:nvPr>
            <p:ph type="body" sz="half" idx="1"/>
          </p:nvPr>
        </p:nvSpPr>
        <p:spPr>
          <a:xfrm>
            <a:off x="609600" y="1600201"/>
            <a:ext cx="5384800" cy="4525963"/>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4" name="Content Placeholder 3"/>
          <p:cNvSpPr>
            <a:spLocks noGrp="1"/>
          </p:cNvSpPr>
          <p:nvPr>
            <p:ph sz="quarter" idx="2"/>
          </p:nvPr>
        </p:nvSpPr>
        <p:spPr>
          <a:xfrm>
            <a:off x="6197600" y="1600200"/>
            <a:ext cx="5384800" cy="2185988"/>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5" name="Content Placeholder 4"/>
          <p:cNvSpPr>
            <a:spLocks noGrp="1"/>
          </p:cNvSpPr>
          <p:nvPr>
            <p:ph sz="quarter" idx="3"/>
          </p:nvPr>
        </p:nvSpPr>
        <p:spPr>
          <a:xfrm>
            <a:off x="6197600" y="3938589"/>
            <a:ext cx="5384800" cy="2187575"/>
          </a:xfrm>
        </p:spPr>
        <p:txBody>
          <a:bodyPr/>
          <a:lstStyle/>
          <a:p>
            <a:pPr lvl="0" fontAlgn="base"/>
            <a:r>
              <a:rPr lang="en-US" strike="noStrike" noProof="1"/>
              <a:t>Click to edit Master text styles</a:t>
            </a:r>
            <a:endParaRPr lang="en-US" strike="noStrike" noProof="1"/>
          </a:p>
          <a:p>
            <a:pPr lvl="1" fontAlgn="base"/>
            <a:r>
              <a:rPr lang="en-US" strike="noStrike" noProof="1"/>
              <a:t>Second level</a:t>
            </a:r>
            <a:endParaRPr lang="en-US" strike="noStrike" noProof="1"/>
          </a:p>
          <a:p>
            <a:pPr lvl="2" fontAlgn="base"/>
            <a:r>
              <a:rPr lang="en-US" strike="noStrike" noProof="1"/>
              <a:t>Third level</a:t>
            </a:r>
            <a:endParaRPr lang="en-US" strike="noStrike" noProof="1"/>
          </a:p>
          <a:p>
            <a:pPr lvl="3" fontAlgn="base"/>
            <a:r>
              <a:rPr lang="en-US" strike="noStrike" noProof="1"/>
              <a:t>Fourth level</a:t>
            </a:r>
            <a:endParaRPr lang="en-US" strike="noStrike" noProof="1"/>
          </a:p>
          <a:p>
            <a:pPr lvl="4" fontAlgn="base"/>
            <a:r>
              <a:rPr lang="en-US" strike="noStrike" noProof="1"/>
              <a:t>Fifth level</a:t>
            </a:r>
            <a:endParaRPr lang="en-US" strike="noStrike" noProof="1"/>
          </a:p>
        </p:txBody>
      </p:sp>
      <p:sp>
        <p:nvSpPr>
          <p:cNvPr id="6" name="Date Placeholder 5"/>
          <p:cNvSpPr>
            <a:spLocks noGrp="1"/>
          </p:cNvSpPr>
          <p:nvPr>
            <p:ph type="dt" sz="half" idx="10"/>
          </p:nvPr>
        </p:nvSpPr>
        <p:spPr>
          <a:xfrm>
            <a:off x="609600" y="6245225"/>
            <a:ext cx="2844800" cy="476250"/>
          </a:xfrm>
          <a:prstGeom prst="rect">
            <a:avLst/>
          </a:prstGeom>
        </p:spPr>
        <p:txBody>
          <a:bodyPr vert="horz" wrap="square" lIns="91440" tIns="45720" rIns="91440" bIns="45720" numCol="1" rtlCol="0" anchor="ctr" anchorCtr="0" compatLnSpc="1"/>
          <a:lstStyle>
            <a:lvl1pPr fontAlgn="auto">
              <a:spcBef>
                <a:spcPts val="0"/>
              </a:spcBef>
              <a:spcAft>
                <a:spcPts val="0"/>
              </a:spcAft>
              <a:defRPr>
                <a:solidFill>
                  <a:schemeClr val="tx1">
                    <a:tint val="75000"/>
                  </a:schemeClr>
                </a:solidFill>
                <a:latin typeface="+mn-lt"/>
              </a:defRPr>
            </a:lvl1pPr>
          </a:lstStyle>
          <a:p>
            <a:pPr fontAlgn="auto">
              <a:defRPr/>
            </a:pPr>
            <a:endParaRPr lang="en-US" altLang="zh-CN" strike="noStrike" noProof="1"/>
          </a:p>
        </p:txBody>
      </p:sp>
      <p:sp>
        <p:nvSpPr>
          <p:cNvPr id="7" name="Footer Placeholder 6"/>
          <p:cNvSpPr>
            <a:spLocks noGrp="1"/>
          </p:cNvSpPr>
          <p:nvPr>
            <p:ph type="ftr" sz="quarter" idx="11"/>
          </p:nvPr>
        </p:nvSpPr>
        <p:spPr>
          <a:xfrm>
            <a:off x="4165600" y="6245225"/>
            <a:ext cx="3860800" cy="476250"/>
          </a:xfrm>
          <a:prstGeom prst="rect">
            <a:avLst/>
          </a:prstGeom>
        </p:spPr>
        <p:txBody>
          <a:bodyPr vert="horz" lIns="91440" tIns="45720" rIns="91440" bIns="45720" rtlCol="0" anchor="ctr"/>
          <a:lstStyle>
            <a:lvl1pPr>
              <a:defRPr/>
            </a:lvl1pPr>
          </a:lstStyle>
          <a:p>
            <a:pPr fontAlgn="auto">
              <a:defRPr/>
            </a:pPr>
            <a:endParaRPr lang="en-US" altLang="zh-CN" strike="noStrike" noProof="1"/>
          </a:p>
        </p:txBody>
      </p:sp>
      <p:sp>
        <p:nvSpPr>
          <p:cNvPr id="8" name="Slide Number Placeholder 7"/>
          <p:cNvSpPr>
            <a:spLocks noGrp="1"/>
          </p:cNvSpPr>
          <p:nvPr>
            <p:ph type="sldNum" sz="quarter" idx="12"/>
          </p:nvPr>
        </p:nvSpPr>
        <p:spPr>
          <a:xfrm>
            <a:off x="8737600" y="6245225"/>
            <a:ext cx="2844800" cy="476250"/>
          </a:xfrm>
          <a:prstGeom prst="rect">
            <a:avLst/>
          </a:prstGeom>
        </p:spPr>
        <p:txBody>
          <a:bodyPr vert="horz" wrap="square" lIns="91440" tIns="45720" rIns="91440" bIns="45720" numCol="1" rtlCol="0" anchor="ctr" anchorCtr="0" compatLnSpc="1"/>
          <a:lstStyle>
            <a:lvl1pPr fontAlgn="auto">
              <a:spcBef>
                <a:spcPts val="0"/>
              </a:spcBef>
              <a:spcAft>
                <a:spcPts val="0"/>
              </a:spcAft>
              <a:defRPr>
                <a:solidFill>
                  <a:schemeClr val="tx1">
                    <a:tint val="75000"/>
                  </a:schemeClr>
                </a:solidFill>
                <a:latin typeface="+mn-lt"/>
              </a:defRPr>
            </a:lvl1pPr>
          </a:lstStyle>
          <a:p>
            <a:pPr fontAlgn="auto">
              <a:defRPr/>
            </a:pPr>
            <a:fld id="{175314B4-4728-4AD8-BE5B-9038CEFD8BC5}"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3" name="页脚占位符 2"/>
          <p:cNvSpPr>
            <a:spLocks noGrp="1"/>
          </p:cNvSpPr>
          <p:nvPr>
            <p:ph type="ftr" sz="quarter" idx="11"/>
          </p:nvPr>
        </p:nvSpPr>
        <p:spPr/>
        <p:txBody>
          <a:bodyPr/>
          <a:p>
            <a:pPr fontAlgn="auto">
              <a:defRPr/>
            </a:pPr>
            <a:endParaRPr lang="en-US" strike="noStrike" noProof="1"/>
          </a:p>
        </p:txBody>
      </p:sp>
      <p:sp>
        <p:nvSpPr>
          <p:cNvPr id="4" name="灯片编号占位符 3"/>
          <p:cNvSpPr>
            <a:spLocks noGrp="1"/>
          </p:cNvSpPr>
          <p:nvPr>
            <p:ph type="sldNum" sz="quarter" idx="12"/>
          </p:nvPr>
        </p:nvSpPr>
        <p:spPr/>
        <p:txBody>
          <a:bodyPr/>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and Content">
    <p:bg>
      <p:bgPr>
        <a:solidFill>
          <a:schemeClr val="bg1"/>
        </a:solidFill>
        <a:effectLst/>
      </p:bgPr>
    </p:bg>
    <p:spTree>
      <p:nvGrpSpPr>
        <p:cNvPr id="1" name=""/>
        <p:cNvGrpSpPr/>
        <p:nvPr/>
      </p:nvGrpSpPr>
      <p:grpSpPr>
        <a:xfrm>
          <a:off x="0" y="0"/>
          <a:ext cx="0" cy="0"/>
          <a:chOff x="0" y="0"/>
          <a:chExt cx="0" cy="0"/>
        </a:xfrm>
      </p:grpSpPr>
      <p:pic>
        <p:nvPicPr>
          <p:cNvPr id="8194" name="Picture 6"/>
          <p:cNvPicPr>
            <a:picLocks noChangeAspect="1"/>
          </p:cNvPicPr>
          <p:nvPr userDrawn="1"/>
        </p:nvPicPr>
        <p:blipFill>
          <a:blip r:embed="rId2"/>
          <a:stretch>
            <a:fillRect/>
          </a:stretch>
        </p:blipFill>
        <p:spPr>
          <a:xfrm>
            <a:off x="123825" y="96838"/>
            <a:ext cx="2962275" cy="638175"/>
          </a:xfrm>
          <a:prstGeom prst="rect">
            <a:avLst/>
          </a:prstGeom>
          <a:noFill/>
          <a:ln w="9525">
            <a:noFill/>
          </a:ln>
        </p:spPr>
      </p:pic>
      <p:cxnSp>
        <p:nvCxnSpPr>
          <p:cNvPr id="3" name="Straight Connector 7"/>
          <p:cNvCxnSpPr/>
          <p:nvPr userDrawn="1"/>
        </p:nvCxnSpPr>
        <p:spPr>
          <a:xfrm>
            <a:off x="0" y="901700"/>
            <a:ext cx="4114800" cy="0"/>
          </a:xfrm>
          <a:prstGeom prst="line">
            <a:avLst/>
          </a:prstGeom>
          <a:ln w="38100"/>
        </p:spPr>
        <p:style>
          <a:lnRef idx="3">
            <a:schemeClr val="dk1"/>
          </a:lnRef>
          <a:fillRef idx="0">
            <a:schemeClr val="dk1"/>
          </a:fillRef>
          <a:effectRef idx="2">
            <a:schemeClr val="dk1"/>
          </a:effectRef>
          <a:fontRef idx="minor">
            <a:schemeClr val="tx1"/>
          </a:fontRef>
        </p:style>
      </p:cxnSp>
      <p:sp>
        <p:nvSpPr>
          <p:cNvPr id="2" name="日期占位符 1"/>
          <p:cNvSpPr>
            <a:spLocks noGrp="1"/>
          </p:cNvSpPr>
          <p:nvPr>
            <p:ph type="dt" sz="half" idx="10"/>
          </p:nvPr>
        </p:nvSpPr>
        <p:spPr>
          <a:xfrm>
            <a:off x="838200" y="6356350"/>
            <a:ext cx="2743200" cy="365125"/>
          </a:xfrm>
          <a:prstGeom prst="rect">
            <a:avLst/>
          </a:prstGeom>
        </p:spPr>
        <p:txBody>
          <a:bodyPr vert="horz" wrap="square" lIns="91440" tIns="45720" rIns="91440" bIns="45720" numCol="1" anchor="ctr" anchorCtr="0" compatLnSpc="1"/>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4" name="页脚占位符 3"/>
          <p:cNvSpPr>
            <a:spLocks noGrp="1"/>
          </p:cNvSpPr>
          <p:nvPr>
            <p:ph type="ftr" sz="quarter" idx="11"/>
          </p:nvPr>
        </p:nvSpPr>
        <p:spPr>
          <a:xfrm>
            <a:off x="4038600" y="6356350"/>
            <a:ext cx="4114800" cy="365125"/>
          </a:xfrm>
          <a:prstGeom prst="rect">
            <a:avLst/>
          </a:prstGeom>
        </p:spPr>
        <p:txBody>
          <a:bodyPr vert="horz" lIns="91440" tIns="45720" rIns="91440" bIns="45720" rtlCol="0" anchor="ctr"/>
          <a:p>
            <a:pPr fontAlgn="auto">
              <a:defRPr/>
            </a:pPr>
            <a:endParaRPr lang="en-US" strike="noStrike" noProof="1"/>
          </a:p>
        </p:txBody>
      </p:sp>
      <p:sp>
        <p:nvSpPr>
          <p:cNvPr id="5" name="灯片编号占位符 4"/>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ctr" anchorCtr="0" compatLnSpc="1"/>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a:xfrm>
            <a:off x="838200" y="6356350"/>
            <a:ext cx="2743200" cy="365125"/>
          </a:xfrm>
          <a:prstGeom prst="rect">
            <a:avLst/>
          </a:prstGeom>
        </p:spPr>
        <p:txBody>
          <a:bodyPr vert="horz" wrap="square" lIns="91440" tIns="45720" rIns="91440" bIns="45720" numCol="1" rtlCol="0" anchor="ctr" anchorCtr="0" compatLnSpc="1"/>
          <a:lstStyle>
            <a:lvl1pPr fontAlgn="auto">
              <a:spcBef>
                <a:spcPts val="0"/>
              </a:spcBef>
              <a:spcAft>
                <a:spcPts val="0"/>
              </a:spcAft>
              <a:defRPr>
                <a:solidFill>
                  <a:schemeClr val="tx1">
                    <a:tint val="75000"/>
                  </a:schemeClr>
                </a:solidFill>
                <a:latin typeface="+mn-lt"/>
              </a:defRPr>
            </a:lvl1pPr>
          </a:lstStyle>
          <a:p>
            <a:pPr fontAlgn="auto">
              <a:defRPr/>
            </a:pPr>
            <a:endParaRPr lang="en-US" altLang="zh-CN" strike="noStrike" noProof="1"/>
          </a:p>
        </p:txBody>
      </p:sp>
      <p:sp>
        <p:nvSpPr>
          <p:cNvPr id="5" name="页脚占位符 4"/>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defRPr/>
            </a:lvl1pPr>
          </a:lstStyle>
          <a:p>
            <a:pPr fontAlgn="auto">
              <a:defRPr/>
            </a:pPr>
            <a:endParaRPr lang="en-US" altLang="zh-CN"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wrap="square" lIns="91440" tIns="45720" rIns="91440" bIns="45720" numCol="1" rtlCol="0" anchor="ctr" anchorCtr="0" compatLnSpc="1"/>
          <a:lstStyle>
            <a:lvl1pPr fontAlgn="auto">
              <a:spcBef>
                <a:spcPts val="0"/>
              </a:spcBef>
              <a:spcAft>
                <a:spcPts val="0"/>
              </a:spcAft>
              <a:defRPr>
                <a:solidFill>
                  <a:schemeClr val="tx1">
                    <a:tint val="75000"/>
                  </a:schemeClr>
                </a:solidFill>
                <a:latin typeface="+mn-lt"/>
              </a:defRPr>
            </a:lvl1pPr>
          </a:lstStyle>
          <a:p>
            <a:pPr fontAlgn="auto">
              <a:defRPr/>
            </a:pPr>
            <a:fld id="{5245E63E-0D7F-4F13-B288-51B12505D472}"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mediaAndTx">
  <p:cSld name="标题，媒体剪辑与文本">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媒体占位符 2"/>
          <p:cNvSpPr>
            <a:spLocks noGrp="1"/>
          </p:cNvSpPr>
          <p:nvPr>
            <p:ph type="media" sz="half" idx="1"/>
          </p:nvPr>
        </p:nvSpPr>
        <p:spPr>
          <a:xfrm>
            <a:off x="609600" y="1600201"/>
            <a:ext cx="5384800" cy="4525963"/>
          </a:xfrm>
        </p:spPr>
        <p:txBody>
          <a:bodyPr/>
          <a:lstStyle/>
          <a:p>
            <a:pPr lvl="0" fontAlgn="base"/>
            <a:endParaRPr lang="zh-CN" altLang="en-US" strike="noStrike" noProof="0" smtClean="0"/>
          </a:p>
        </p:txBody>
      </p:sp>
      <p:sp>
        <p:nvSpPr>
          <p:cNvPr id="4" name="文本占位符 3"/>
          <p:cNvSpPr>
            <a:spLocks noGrp="1"/>
          </p:cNvSpPr>
          <p:nvPr>
            <p:ph type="body" sz="half" idx="2"/>
          </p:nvPr>
        </p:nvSpPr>
        <p:spPr>
          <a:xfrm>
            <a:off x="6197600" y="1600201"/>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Rectangle 4"/>
          <p:cNvSpPr>
            <a:spLocks noGrp="1" noChangeArrowheads="1"/>
          </p:cNvSpPr>
          <p:nvPr>
            <p:ph type="dt" sz="half" idx="10"/>
          </p:nvPr>
        </p:nvSpPr>
        <p:spPr>
          <a:xfrm>
            <a:off x="838200" y="6356350"/>
            <a:ext cx="2743200" cy="365125"/>
          </a:xfrm>
          <a:prstGeom prst="rect">
            <a:avLst/>
          </a:prstGeom>
        </p:spPr>
        <p:txBody>
          <a:bodyPr vert="horz" wrap="square" lIns="91440" tIns="45720" rIns="91440" bIns="45720" numCol="1" anchor="ctr" anchorCtr="0" compatLnSpc="1"/>
          <a:lstStyle>
            <a:lvl1pPr>
              <a:defRPr/>
            </a:lvl1pPr>
          </a:lstStyle>
          <a:p>
            <a:pPr fontAlgn="base">
              <a:defRPr/>
            </a:pPr>
            <a:endParaRPr lang="en-US" altLang="zh-CN" strike="noStrike" noProof="1"/>
          </a:p>
        </p:txBody>
      </p:sp>
      <p:sp>
        <p:nvSpPr>
          <p:cNvPr id="6" name="Rectangle 5"/>
          <p:cNvSpPr>
            <a:spLocks noGrp="1" noChangeArrowheads="1"/>
          </p:cNvSpPr>
          <p:nvPr>
            <p:ph type="ftr" sz="quarter" idx="11"/>
          </p:nvPr>
        </p:nvSpPr>
        <p:spPr>
          <a:xfrm>
            <a:off x="4038600" y="6356350"/>
            <a:ext cx="4114800" cy="365125"/>
          </a:xfrm>
          <a:prstGeom prst="rect">
            <a:avLst/>
          </a:prstGeom>
        </p:spPr>
        <p:txBody>
          <a:bodyPr vert="horz" lIns="91440" tIns="45720" rIns="91440" bIns="45720" rtlCol="0" anchor="ctr"/>
          <a:lstStyle>
            <a:lvl1pPr>
              <a:defRPr/>
            </a:lvl1pPr>
          </a:lstStyle>
          <a:p>
            <a:pPr fontAlgn="auto">
              <a:defRPr/>
            </a:pPr>
            <a:endParaRPr lang="en-US" altLang="zh-CN" strike="noStrike" noProof="1"/>
          </a:p>
        </p:txBody>
      </p:sp>
      <p:sp>
        <p:nvSpPr>
          <p:cNvPr id="7" name="Rectangle 6"/>
          <p:cNvSpPr>
            <a:spLocks noGrp="1" noChangeArrowheads="1"/>
          </p:cNvSpPr>
          <p:nvPr>
            <p:ph type="sldNum" sz="quarter" idx="12"/>
          </p:nvPr>
        </p:nvSpPr>
        <p:spPr>
          <a:xfrm>
            <a:off x="8610600" y="6356350"/>
            <a:ext cx="2743200" cy="365125"/>
          </a:xfrm>
          <a:prstGeom prst="rect">
            <a:avLst/>
          </a:prstGeom>
        </p:spPr>
        <p:txBody>
          <a:bodyPr vert="horz" wrap="square" lIns="91440" tIns="45720" rIns="91440" bIns="45720" numCol="1" anchor="ctr" anchorCtr="0" compatLnSpc="1"/>
          <a:lstStyle>
            <a:lvl1pPr>
              <a:defRPr/>
            </a:lvl1pPr>
          </a:lstStyle>
          <a:p>
            <a:pPr fontAlgn="base">
              <a:defRPr/>
            </a:pPr>
            <a:fld id="{6A9D7EFB-0B88-4C04-AD80-7BE81B1816C7}"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transition spd="slow">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3" name="日期占位符 2"/>
          <p:cNvSpPr>
            <a:spLocks noGrp="1"/>
          </p:cNvSpPr>
          <p:nvPr>
            <p:ph type="dt" sz="half" idx="10"/>
          </p:nvPr>
        </p:nvSpPr>
        <p:spPr/>
        <p:txBody>
          <a:bodyPr/>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4" name="页脚占位符 3"/>
          <p:cNvSpPr>
            <a:spLocks noGrp="1"/>
          </p:cNvSpPr>
          <p:nvPr>
            <p:ph type="ftr" sz="quarter" idx="11"/>
          </p:nvPr>
        </p:nvSpPr>
        <p:spPr/>
        <p:txBody>
          <a:bodyPr/>
          <a:p>
            <a:pPr fontAlgn="auto">
              <a:defRPr/>
            </a:pPr>
            <a:endParaRPr lang="en-US" strike="noStrike" noProof="1"/>
          </a:p>
        </p:txBody>
      </p:sp>
      <p:sp>
        <p:nvSpPr>
          <p:cNvPr id="5" name="灯片编号占位符 4"/>
          <p:cNvSpPr>
            <a:spLocks noGrp="1"/>
          </p:cNvSpPr>
          <p:nvPr>
            <p:ph type="sldNum" sz="quarter" idx="12"/>
          </p:nvPr>
        </p:nvSpPr>
        <p:spPr/>
        <p:txBody>
          <a:bodyPr/>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914400" y="1981200"/>
            <a:ext cx="508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981200"/>
            <a:ext cx="5080000"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Rectangle 4"/>
          <p:cNvSpPr>
            <a:spLocks noGrp="1" noChangeArrowheads="1"/>
          </p:cNvSpPr>
          <p:nvPr>
            <p:ph type="dt" sz="half" idx="10"/>
          </p:nvPr>
        </p:nvSpPr>
        <p:spPr>
          <a:xfrm>
            <a:off x="838200" y="6356350"/>
            <a:ext cx="2743200" cy="365125"/>
          </a:xfrm>
          <a:prstGeom prst="rect">
            <a:avLst/>
          </a:prstGeom>
        </p:spPr>
        <p:txBody>
          <a:bodyPr vert="horz" wrap="square" lIns="91440" tIns="45720" rIns="91440" bIns="45720" numCol="1" anchor="ctr" anchorCtr="0" compatLnSpc="1"/>
          <a:lstStyle>
            <a:lvl1pPr>
              <a:defRPr/>
            </a:lvl1pPr>
          </a:lstStyle>
          <a:p>
            <a:pPr fontAlgn="base">
              <a:defRPr/>
            </a:pPr>
            <a:r>
              <a:rPr lang="zh-CN" strike="noStrike" noProof="1">
                <a:latin typeface="Calibri" panose="020F0502020204030204" pitchFamily="34" charset="0"/>
                <a:ea typeface="+mn-ea"/>
                <a:cs typeface="+mn-cs"/>
              </a:rPr>
              <a:t>2004.4.14</a:t>
            </a:r>
            <a:endParaRPr lang="zh-CN" altLang="zh-CN" strike="noStrike" noProof="1"/>
          </a:p>
        </p:txBody>
      </p:sp>
      <p:sp>
        <p:nvSpPr>
          <p:cNvPr id="6" name="Rectangle 5"/>
          <p:cNvSpPr>
            <a:spLocks noGrp="1" noChangeArrowheads="1"/>
          </p:cNvSpPr>
          <p:nvPr>
            <p:ph type="ftr" sz="quarter" idx="11"/>
          </p:nvPr>
        </p:nvSpPr>
        <p:spPr>
          <a:xfrm>
            <a:off x="4038600" y="6356350"/>
            <a:ext cx="4114800" cy="365125"/>
          </a:xfrm>
          <a:prstGeom prst="rect">
            <a:avLst/>
          </a:prstGeom>
        </p:spPr>
        <p:txBody>
          <a:bodyPr vert="horz" lIns="91440" tIns="45720" rIns="91440" bIns="45720" rtlCol="0" anchor="ctr"/>
          <a:lstStyle>
            <a:lvl1pPr>
              <a:defRPr/>
            </a:lvl1pPr>
          </a:lstStyle>
          <a:p>
            <a:pPr fontAlgn="auto">
              <a:defRPr/>
            </a:pPr>
            <a:endParaRPr lang="zh-CN" altLang="zh-CN" strike="noStrike" noProof="1"/>
          </a:p>
        </p:txBody>
      </p:sp>
      <p:sp>
        <p:nvSpPr>
          <p:cNvPr id="7" name="Rectangle 6"/>
          <p:cNvSpPr>
            <a:spLocks noGrp="1" noChangeArrowheads="1"/>
          </p:cNvSpPr>
          <p:nvPr>
            <p:ph type="sldNum" sz="quarter" idx="12"/>
          </p:nvPr>
        </p:nvSpPr>
        <p:spPr>
          <a:xfrm>
            <a:off x="8610600" y="6356350"/>
            <a:ext cx="2743200" cy="365125"/>
          </a:xfrm>
          <a:prstGeom prst="rect">
            <a:avLst/>
          </a:prstGeom>
        </p:spPr>
        <p:txBody>
          <a:bodyPr vert="horz" wrap="square" lIns="91440" tIns="45720" rIns="91440" bIns="45720" numCol="1" anchor="ctr" anchorCtr="0" compatLnSpc="1"/>
          <a:lstStyle>
            <a:lvl1pPr>
              <a:defRPr/>
            </a:lvl1pPr>
          </a:lstStyle>
          <a:p>
            <a:pPr fontAlgn="base"/>
            <a:fld id="{351E7A1B-5931-4169-89FE-BCFBD50EDC27}" type="slidenum">
              <a:rPr lang="zh-CN" altLang="zh-CN" strike="noStrike" noProof="1">
                <a:latin typeface="Calibri" panose="020F0502020204030204" pitchFamily="34" charset="0"/>
                <a:ea typeface="+mn-ea"/>
                <a:cs typeface="+mn-cs"/>
              </a:rPr>
            </a:fld>
            <a:endParaRPr lang="zh-CN" altLang="zh-CN" strike="noStrike" noProof="1"/>
          </a:p>
        </p:txBody>
      </p:sp>
    </p:spTree>
  </p:cSld>
  <p:clrMapOvr>
    <a:masterClrMapping/>
  </p:clrMapOvr>
  <p:transition spd="slow">
    <p:zo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itle and Table">
    <p:bg>
      <p:bgPr>
        <a:solidFill>
          <a:schemeClr val="bg1"/>
        </a:solidFill>
        <a:effectLst/>
      </p:bgPr>
    </p:bg>
    <p:spTree>
      <p:nvGrpSpPr>
        <p:cNvPr id="1" name=""/>
        <p:cNvGrpSpPr/>
        <p:nvPr/>
      </p:nvGrpSpPr>
      <p:grpSpPr>
        <a:xfrm>
          <a:off x="0" y="0"/>
          <a:ext cx="0" cy="0"/>
          <a:chOff x="0" y="0"/>
          <a:chExt cx="0" cy="0"/>
        </a:xfrm>
      </p:grpSpPr>
      <p:pic>
        <p:nvPicPr>
          <p:cNvPr id="12290" name="Picture 6"/>
          <p:cNvPicPr>
            <a:picLocks noChangeAspect="1"/>
          </p:cNvPicPr>
          <p:nvPr/>
        </p:nvPicPr>
        <p:blipFill>
          <a:blip r:embed="rId2"/>
          <a:stretch>
            <a:fillRect/>
          </a:stretch>
        </p:blipFill>
        <p:spPr>
          <a:xfrm>
            <a:off x="130175" y="0"/>
            <a:ext cx="2801938" cy="627063"/>
          </a:xfrm>
          <a:prstGeom prst="rect">
            <a:avLst/>
          </a:prstGeom>
          <a:noFill/>
          <a:ln w="9525">
            <a:noFill/>
          </a:ln>
        </p:spPr>
      </p:pic>
      <p:cxnSp>
        <p:nvCxnSpPr>
          <p:cNvPr id="3" name="Straight Connector 7"/>
          <p:cNvCxnSpPr/>
          <p:nvPr/>
        </p:nvCxnSpPr>
        <p:spPr>
          <a:xfrm>
            <a:off x="0" y="741363"/>
            <a:ext cx="3565525" cy="0"/>
          </a:xfrm>
          <a:prstGeom prst="line">
            <a:avLst/>
          </a:prstGeom>
          <a:ln w="38100"/>
        </p:spPr>
        <p:style>
          <a:lnRef idx="3">
            <a:schemeClr val="dk1"/>
          </a:lnRef>
          <a:fillRef idx="0">
            <a:schemeClr val="dk1"/>
          </a:fillRef>
          <a:effectRef idx="2">
            <a:schemeClr val="dk1"/>
          </a:effectRef>
          <a:fontRef idx="minor">
            <a:schemeClr val="tx1"/>
          </a:fontRef>
        </p:style>
      </p:cxnSp>
      <p:pic>
        <p:nvPicPr>
          <p:cNvPr id="12292" name="Picture 6"/>
          <p:cNvPicPr>
            <a:picLocks noChangeAspect="1"/>
          </p:cNvPicPr>
          <p:nvPr userDrawn="1"/>
        </p:nvPicPr>
        <p:blipFill>
          <a:blip r:embed="rId2"/>
          <a:stretch>
            <a:fillRect/>
          </a:stretch>
        </p:blipFill>
        <p:spPr>
          <a:xfrm>
            <a:off x="130175" y="0"/>
            <a:ext cx="2801938" cy="627063"/>
          </a:xfrm>
          <a:prstGeom prst="rect">
            <a:avLst/>
          </a:prstGeom>
          <a:noFill/>
          <a:ln w="9525">
            <a:noFill/>
          </a:ln>
        </p:spPr>
      </p:pic>
      <p:cxnSp>
        <p:nvCxnSpPr>
          <p:cNvPr id="5" name="Straight Connector 9"/>
          <p:cNvCxnSpPr/>
          <p:nvPr userDrawn="1"/>
        </p:nvCxnSpPr>
        <p:spPr>
          <a:xfrm>
            <a:off x="0" y="741363"/>
            <a:ext cx="3565525" cy="0"/>
          </a:xfrm>
          <a:prstGeom prst="line">
            <a:avLst/>
          </a:prstGeom>
          <a:ln w="38100"/>
        </p:spPr>
        <p:style>
          <a:lnRef idx="3">
            <a:schemeClr val="dk1"/>
          </a:lnRef>
          <a:fillRef idx="0">
            <a:schemeClr val="dk1"/>
          </a:fillRef>
          <a:effectRef idx="2">
            <a:schemeClr val="dk1"/>
          </a:effectRef>
          <a:fontRef idx="minor">
            <a:schemeClr val="tx1"/>
          </a:fontRef>
        </p:style>
      </p:cxnSp>
      <p:sp>
        <p:nvSpPr>
          <p:cNvPr id="2" name="日期占位符 1"/>
          <p:cNvSpPr>
            <a:spLocks noGrp="1"/>
          </p:cNvSpPr>
          <p:nvPr>
            <p:ph type="dt" sz="half" idx="10"/>
          </p:nvPr>
        </p:nvSpPr>
        <p:spPr>
          <a:xfrm>
            <a:off x="838200" y="6356350"/>
            <a:ext cx="2743200" cy="365125"/>
          </a:xfrm>
          <a:prstGeom prst="rect">
            <a:avLst/>
          </a:prstGeom>
        </p:spPr>
        <p:txBody>
          <a:bodyPr vert="horz" wrap="square" lIns="91440" tIns="45720" rIns="91440" bIns="45720" numCol="1" anchor="ctr" anchorCtr="0" compatLnSpc="1"/>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4" name="页脚占位符 3"/>
          <p:cNvSpPr>
            <a:spLocks noGrp="1"/>
          </p:cNvSpPr>
          <p:nvPr>
            <p:ph type="ftr" sz="quarter" idx="11"/>
          </p:nvPr>
        </p:nvSpPr>
        <p:spPr>
          <a:xfrm>
            <a:off x="4038600" y="6356350"/>
            <a:ext cx="4114800" cy="365125"/>
          </a:xfrm>
          <a:prstGeom prst="rect">
            <a:avLst/>
          </a:prstGeom>
        </p:spPr>
        <p:txBody>
          <a:bodyPr vert="horz" lIns="91440" tIns="45720" rIns="91440" bIns="45720" rtlCol="0" anchor="ctr"/>
          <a:p>
            <a:pPr fontAlgn="auto">
              <a:defRPr/>
            </a:pPr>
            <a:endParaRPr lang="en-US"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wrap="square" lIns="91440" tIns="45720" rIns="91440" bIns="45720" numCol="1" anchor="ctr" anchorCtr="0" compatLnSpc="1"/>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wrap="square" lIns="91440" tIns="45720" rIns="91440" bIns="45720" anchor="ctr"/>
          <a:p>
            <a:pPr lvl="0"/>
            <a:r>
              <a:rPr lang="en-US" altLang="en-US"/>
              <a:t>Click to edit Master title style</a:t>
            </a:r>
            <a:endParaRPr lang="en-US" altLang="en-US"/>
          </a:p>
        </p:txBody>
      </p:sp>
      <p:sp>
        <p:nvSpPr>
          <p:cNvPr id="1027" name="Text Placeholder 2"/>
          <p:cNvSpPr>
            <a:spLocks noGrp="1"/>
          </p:cNvSpPr>
          <p:nvPr>
            <p:ph type="body"/>
          </p:nvPr>
        </p:nvSpPr>
        <p:spPr>
          <a:xfrm>
            <a:off x="838200" y="1825625"/>
            <a:ext cx="10515600" cy="4351338"/>
          </a:xfrm>
          <a:prstGeom prst="rect">
            <a:avLst/>
          </a:prstGeom>
          <a:noFill/>
          <a:ln w="9525">
            <a:noFill/>
          </a:ln>
        </p:spPr>
        <p:txBody>
          <a:bodyPr wrap="square" lIns="91440" tIns="45720" rIns="91440" bIns="45720" anchor="t"/>
          <a:p>
            <a:pPr lvl="0" indent="-228600"/>
            <a:r>
              <a:rPr lang="en-US" altLang="en-US"/>
              <a:t>Click to edit Master text styles</a:t>
            </a:r>
            <a:endParaRPr lang="en-US" altLang="en-US"/>
          </a:p>
          <a:p>
            <a:pPr lvl="1" indent="-228600"/>
            <a:r>
              <a:rPr lang="en-US" altLang="en-US"/>
              <a:t>Second level</a:t>
            </a:r>
            <a:endParaRPr lang="en-US" altLang="en-US"/>
          </a:p>
          <a:p>
            <a:pPr lvl="2" indent="-228600"/>
            <a:r>
              <a:rPr lang="en-US" altLang="en-US"/>
              <a:t>Third level</a:t>
            </a:r>
            <a:endParaRPr lang="en-US" altLang="en-US"/>
          </a:p>
          <a:p>
            <a:pPr lvl="3" indent="-228600"/>
            <a:r>
              <a:rPr lang="en-US" altLang="en-US"/>
              <a:t>Fourth level</a:t>
            </a:r>
            <a:endParaRPr lang="en-US" altLang="en-US"/>
          </a:p>
          <a:p>
            <a:pPr lvl="4" indent="-228600"/>
            <a:r>
              <a:rPr lang="en-US" altLang="en-US"/>
              <a:t>Fifth level</a:t>
            </a:r>
            <a:endParaRPr lang="en-US"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lstStyle>
            <a:lvl1pPr eaLnBrk="1" hangingPunct="1">
              <a:defRPr sz="1200">
                <a:solidFill>
                  <a:srgbClr val="898989"/>
                </a:solidFill>
              </a:defRPr>
            </a:lvl1pPr>
          </a:lstStyle>
          <a:p>
            <a:pPr fontAlgn="base"/>
            <a:fld id="{24807311-A9D7-4BE4-88EC-C6AC55CF7811}" type="datetimeFigureOut">
              <a:rPr lang="en-US" altLang="zh-CN" strike="noStrike" noProof="1">
                <a:latin typeface="Calibri" panose="020F0502020204030204" pitchFamily="34" charset="0"/>
                <a:ea typeface="+mn-ea"/>
                <a:cs typeface="+mn-cs"/>
              </a:rPr>
            </a:fld>
            <a:endParaRPr lang="en-US" altLang="zh-CN" strike="noStrike" noProof="1"/>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fontAlgn="auto">
              <a:defRPr/>
            </a:pPr>
            <a:endParaRPr lang="en-US" strike="noStrike" noProof="1"/>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fontAlgn="base"/>
            <a:fld id="{D6C79F43-B131-496A-9DE3-3B7DAA8EF10E}" type="slidenum">
              <a:rPr lang="en-US" altLang="zh-CN" strike="noStrike" noProof="1">
                <a:latin typeface="Calibri" panose="020F0502020204030204" pitchFamily="34" charset="0"/>
                <a:ea typeface="+mn-ea"/>
                <a:cs typeface="+mn-cs"/>
              </a:rPr>
            </a:fld>
            <a:endParaRPr lang="en-US" altLang="zh-CN"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slide" Target="slide15.xml"/><Relationship Id="rId2" Type="http://schemas.openxmlformats.org/officeDocument/2006/relationships/slide" Target="slide8.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1.xml"/><Relationship Id="rId2" Type="http://schemas.openxmlformats.org/officeDocument/2006/relationships/image" Target="../media/image7.jpe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1.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1.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image" Target="../media/image13.png"/><Relationship Id="rId7" Type="http://schemas.openxmlformats.org/officeDocument/2006/relationships/oleObject" Target="../embeddings/oleObject6.bin"/><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oleObject" Target="../embeddings/oleObject3.bin"/><Relationship Id="rId3" Type="http://schemas.openxmlformats.org/officeDocument/2006/relationships/oleObject" Target="../embeddings/oleObject2.bin"/><Relationship Id="rId2" Type="http://schemas.openxmlformats.org/officeDocument/2006/relationships/image" Target="../media/image12.png"/><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1.xml"/><Relationship Id="rId3" Type="http://schemas.openxmlformats.org/officeDocument/2006/relationships/slide" Target="slide12.xml"/><Relationship Id="rId2" Type="http://schemas.openxmlformats.org/officeDocument/2006/relationships/slide" Target="slide10.xml"/><Relationship Id="rId1" Type="http://schemas.openxmlformats.org/officeDocument/2006/relationships/slide" Target="slide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1.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18.wmf"/><Relationship Id="rId7" Type="http://schemas.openxmlformats.org/officeDocument/2006/relationships/oleObject" Target="../embeddings/oleObject10.bin"/><Relationship Id="rId6" Type="http://schemas.openxmlformats.org/officeDocument/2006/relationships/image" Target="../media/image17.wmf"/><Relationship Id="rId5" Type="http://schemas.openxmlformats.org/officeDocument/2006/relationships/oleObject" Target="../embeddings/oleObject9.bin"/><Relationship Id="rId4" Type="http://schemas.openxmlformats.org/officeDocument/2006/relationships/image" Target="../media/image16.png"/><Relationship Id="rId3" Type="http://schemas.openxmlformats.org/officeDocument/2006/relationships/oleObject" Target="../embeddings/oleObject8.bin"/><Relationship Id="rId20" Type="http://schemas.openxmlformats.org/officeDocument/2006/relationships/vmlDrawing" Target="../drawings/vmlDrawing2.vml"/><Relationship Id="rId2" Type="http://schemas.openxmlformats.org/officeDocument/2006/relationships/image" Target="../media/image15.png"/><Relationship Id="rId19" Type="http://schemas.openxmlformats.org/officeDocument/2006/relationships/slideLayout" Target="../slideLayouts/slideLayout21.xml"/><Relationship Id="rId18" Type="http://schemas.openxmlformats.org/officeDocument/2006/relationships/oleObject" Target="../embeddings/oleObject18.bin"/><Relationship Id="rId17" Type="http://schemas.openxmlformats.org/officeDocument/2006/relationships/oleObject" Target="../embeddings/oleObject17.bin"/><Relationship Id="rId16" Type="http://schemas.openxmlformats.org/officeDocument/2006/relationships/oleObject" Target="../embeddings/oleObject16.bin"/><Relationship Id="rId15" Type="http://schemas.openxmlformats.org/officeDocument/2006/relationships/image" Target="../media/image20.wmf"/><Relationship Id="rId14" Type="http://schemas.openxmlformats.org/officeDocument/2006/relationships/oleObject" Target="../embeddings/oleObject15.bin"/><Relationship Id="rId13" Type="http://schemas.openxmlformats.org/officeDocument/2006/relationships/oleObject" Target="../embeddings/oleObject14.bin"/><Relationship Id="rId12" Type="http://schemas.openxmlformats.org/officeDocument/2006/relationships/oleObject" Target="../embeddings/oleObject13.bin"/><Relationship Id="rId11" Type="http://schemas.openxmlformats.org/officeDocument/2006/relationships/oleObject" Target="../embeddings/oleObject12.bin"/><Relationship Id="rId10" Type="http://schemas.openxmlformats.org/officeDocument/2006/relationships/image" Target="../media/image19.wmf"/><Relationship Id="rId1" Type="http://schemas.openxmlformats.org/officeDocument/2006/relationships/oleObject" Target="../embeddings/oleObject7.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23.wmf"/><Relationship Id="rId7" Type="http://schemas.openxmlformats.org/officeDocument/2006/relationships/oleObject" Target="../embeddings/oleObject22.bin"/><Relationship Id="rId6" Type="http://schemas.openxmlformats.org/officeDocument/2006/relationships/image" Target="../media/image22.wmf"/><Relationship Id="rId5" Type="http://schemas.openxmlformats.org/officeDocument/2006/relationships/oleObject" Target="../embeddings/oleObject21.bin"/><Relationship Id="rId4" Type="http://schemas.openxmlformats.org/officeDocument/2006/relationships/image" Target="../media/image21.wmf"/><Relationship Id="rId3" Type="http://schemas.openxmlformats.org/officeDocument/2006/relationships/oleObject" Target="../embeddings/oleObject20.bin"/><Relationship Id="rId2" Type="http://schemas.openxmlformats.org/officeDocument/2006/relationships/image" Target="../media/image16.png"/><Relationship Id="rId17" Type="http://schemas.openxmlformats.org/officeDocument/2006/relationships/notesSlide" Target="../notesSlides/notesSlide5.xml"/><Relationship Id="rId16" Type="http://schemas.openxmlformats.org/officeDocument/2006/relationships/vmlDrawing" Target="../drawings/vmlDrawing3.vml"/><Relationship Id="rId15" Type="http://schemas.openxmlformats.org/officeDocument/2006/relationships/slideLayout" Target="../slideLayouts/slideLayout21.xml"/><Relationship Id="rId14" Type="http://schemas.openxmlformats.org/officeDocument/2006/relationships/image" Target="../media/image26.wmf"/><Relationship Id="rId13" Type="http://schemas.openxmlformats.org/officeDocument/2006/relationships/oleObject" Target="../embeddings/oleObject25.bin"/><Relationship Id="rId12" Type="http://schemas.openxmlformats.org/officeDocument/2006/relationships/image" Target="../media/image25.wmf"/><Relationship Id="rId11" Type="http://schemas.openxmlformats.org/officeDocument/2006/relationships/oleObject" Target="../embeddings/oleObject24.bin"/><Relationship Id="rId10" Type="http://schemas.openxmlformats.org/officeDocument/2006/relationships/image" Target="../media/image24.wmf"/><Relationship Id="rId1" Type="http://schemas.openxmlformats.org/officeDocument/2006/relationships/oleObject" Target="../embeddings/oleObject19.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30.wmf"/><Relationship Id="rId7" Type="http://schemas.openxmlformats.org/officeDocument/2006/relationships/oleObject" Target="../embeddings/oleObject29.bin"/><Relationship Id="rId6" Type="http://schemas.openxmlformats.org/officeDocument/2006/relationships/image" Target="../media/image29.wmf"/><Relationship Id="rId5" Type="http://schemas.openxmlformats.org/officeDocument/2006/relationships/oleObject" Target="../embeddings/oleObject28.bin"/><Relationship Id="rId4" Type="http://schemas.openxmlformats.org/officeDocument/2006/relationships/image" Target="../media/image28.wmf"/><Relationship Id="rId3" Type="http://schemas.openxmlformats.org/officeDocument/2006/relationships/oleObject" Target="../embeddings/oleObject27.bin"/><Relationship Id="rId2" Type="http://schemas.openxmlformats.org/officeDocument/2006/relationships/image" Target="../media/image27.png"/><Relationship Id="rId16" Type="http://schemas.openxmlformats.org/officeDocument/2006/relationships/notesSlide" Target="../notesSlides/notesSlide6.xml"/><Relationship Id="rId15" Type="http://schemas.openxmlformats.org/officeDocument/2006/relationships/vmlDrawing" Target="../drawings/vmlDrawing4.vml"/><Relationship Id="rId14" Type="http://schemas.openxmlformats.org/officeDocument/2006/relationships/slideLayout" Target="../slideLayouts/slideLayout21.xml"/><Relationship Id="rId13" Type="http://schemas.openxmlformats.org/officeDocument/2006/relationships/image" Target="../media/image32.wmf"/><Relationship Id="rId12" Type="http://schemas.openxmlformats.org/officeDocument/2006/relationships/oleObject" Target="../embeddings/oleObject32.bin"/><Relationship Id="rId11" Type="http://schemas.openxmlformats.org/officeDocument/2006/relationships/image" Target="../media/image31.wmf"/><Relationship Id="rId10" Type="http://schemas.openxmlformats.org/officeDocument/2006/relationships/oleObject" Target="../embeddings/oleObject31.bin"/><Relationship Id="rId1" Type="http://schemas.openxmlformats.org/officeDocument/2006/relationships/oleObject" Target="../embeddings/oleObject26.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36.wmf"/><Relationship Id="rId7" Type="http://schemas.openxmlformats.org/officeDocument/2006/relationships/oleObject" Target="../embeddings/oleObject36.bin"/><Relationship Id="rId6" Type="http://schemas.openxmlformats.org/officeDocument/2006/relationships/image" Target="../media/image35.wmf"/><Relationship Id="rId5" Type="http://schemas.openxmlformats.org/officeDocument/2006/relationships/oleObject" Target="../embeddings/oleObject35.bin"/><Relationship Id="rId4" Type="http://schemas.openxmlformats.org/officeDocument/2006/relationships/image" Target="../media/image34.wmf"/><Relationship Id="rId3" Type="http://schemas.openxmlformats.org/officeDocument/2006/relationships/oleObject" Target="../embeddings/oleObject34.bin"/><Relationship Id="rId2" Type="http://schemas.openxmlformats.org/officeDocument/2006/relationships/image" Target="../media/image33.png"/><Relationship Id="rId12" Type="http://schemas.openxmlformats.org/officeDocument/2006/relationships/vmlDrawing" Target="../drawings/vmlDrawing5.vml"/><Relationship Id="rId11" Type="http://schemas.openxmlformats.org/officeDocument/2006/relationships/slideLayout" Target="../slideLayouts/slideLayout21.xml"/><Relationship Id="rId10" Type="http://schemas.openxmlformats.org/officeDocument/2006/relationships/image" Target="../media/image37.png"/><Relationship Id="rId1" Type="http://schemas.openxmlformats.org/officeDocument/2006/relationships/oleObject" Target="../embeddings/oleObject33.bin"/></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image" Target="../media/image38.wmf"/><Relationship Id="rId7" Type="http://schemas.openxmlformats.org/officeDocument/2006/relationships/oleObject" Target="../embeddings/oleObject41.bin"/><Relationship Id="rId6" Type="http://schemas.openxmlformats.org/officeDocument/2006/relationships/image" Target="../media/image24.wmf"/><Relationship Id="rId5" Type="http://schemas.openxmlformats.org/officeDocument/2006/relationships/oleObject" Target="../embeddings/oleObject40.bin"/><Relationship Id="rId4" Type="http://schemas.openxmlformats.org/officeDocument/2006/relationships/image" Target="../media/image33.png"/><Relationship Id="rId3" Type="http://schemas.openxmlformats.org/officeDocument/2006/relationships/oleObject" Target="../embeddings/oleObject39.bin"/><Relationship Id="rId2" Type="http://schemas.openxmlformats.org/officeDocument/2006/relationships/image" Target="../media/image27.png"/><Relationship Id="rId12" Type="http://schemas.openxmlformats.org/officeDocument/2006/relationships/vmlDrawing" Target="../drawings/vmlDrawing6.vml"/><Relationship Id="rId11" Type="http://schemas.openxmlformats.org/officeDocument/2006/relationships/slideLayout" Target="../slideLayouts/slideLayout21.xml"/><Relationship Id="rId10" Type="http://schemas.openxmlformats.org/officeDocument/2006/relationships/image" Target="../media/image39.wmf"/><Relationship Id="rId1" Type="http://schemas.openxmlformats.org/officeDocument/2006/relationships/oleObject" Target="../embeddings/oleObject38.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 Target="slide19.xml"/><Relationship Id="rId1" Type="http://schemas.openxmlformats.org/officeDocument/2006/relationships/slide" Target="slide16.xml"/></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image" Target="../media/image43.wmf"/><Relationship Id="rId7" Type="http://schemas.openxmlformats.org/officeDocument/2006/relationships/oleObject" Target="../embeddings/oleObject46.bin"/><Relationship Id="rId6" Type="http://schemas.openxmlformats.org/officeDocument/2006/relationships/image" Target="../media/image42.wmf"/><Relationship Id="rId5" Type="http://schemas.openxmlformats.org/officeDocument/2006/relationships/oleObject" Target="../embeddings/oleObject45.bin"/><Relationship Id="rId4" Type="http://schemas.openxmlformats.org/officeDocument/2006/relationships/oleObject" Target="../embeddings/oleObject44.bin"/><Relationship Id="rId3" Type="http://schemas.openxmlformats.org/officeDocument/2006/relationships/image" Target="../media/image41.png"/><Relationship Id="rId2" Type="http://schemas.openxmlformats.org/officeDocument/2006/relationships/oleObject" Target="../embeddings/oleObject43.bin"/><Relationship Id="rId10" Type="http://schemas.openxmlformats.org/officeDocument/2006/relationships/vmlDrawing" Target="../drawings/vmlDrawing7.vml"/><Relationship Id="rId1" Type="http://schemas.openxmlformats.org/officeDocument/2006/relationships/image" Target="../media/image40.png"/></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1.xml"/><Relationship Id="rId4" Type="http://schemas.openxmlformats.org/officeDocument/2006/relationships/image" Target="../media/image45.wmf"/><Relationship Id="rId3" Type="http://schemas.openxmlformats.org/officeDocument/2006/relationships/oleObject" Target="../embeddings/oleObject48.bin"/><Relationship Id="rId2" Type="http://schemas.openxmlformats.org/officeDocument/2006/relationships/image" Target="../media/image44.png"/><Relationship Id="rId1" Type="http://schemas.openxmlformats.org/officeDocument/2006/relationships/oleObject" Target="../embeddings/oleObject47.bin"/></Relationships>
</file>

<file path=ppt/slides/_rels/slide18.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1.xml"/><Relationship Id="rId6" Type="http://schemas.openxmlformats.org/officeDocument/2006/relationships/image" Target="../media/image48.png"/><Relationship Id="rId5" Type="http://schemas.openxmlformats.org/officeDocument/2006/relationships/oleObject" Target="../embeddings/oleObject51.bin"/><Relationship Id="rId4" Type="http://schemas.openxmlformats.org/officeDocument/2006/relationships/image" Target="../media/image47.wmf"/><Relationship Id="rId3" Type="http://schemas.openxmlformats.org/officeDocument/2006/relationships/oleObject" Target="../embeddings/oleObject50.bin"/><Relationship Id="rId2" Type="http://schemas.openxmlformats.org/officeDocument/2006/relationships/image" Target="../media/image46.wmf"/><Relationship Id="rId1" Type="http://schemas.openxmlformats.org/officeDocument/2006/relationships/oleObject" Target="../embeddings/oleObject49.bin"/></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image" Target="../media/image52.wmf"/><Relationship Id="rId7" Type="http://schemas.openxmlformats.org/officeDocument/2006/relationships/oleObject" Target="../embeddings/oleObject55.bin"/><Relationship Id="rId6" Type="http://schemas.openxmlformats.org/officeDocument/2006/relationships/image" Target="../media/image51.wmf"/><Relationship Id="rId5" Type="http://schemas.openxmlformats.org/officeDocument/2006/relationships/oleObject" Target="../embeddings/oleObject54.bin"/><Relationship Id="rId4" Type="http://schemas.openxmlformats.org/officeDocument/2006/relationships/image" Target="../media/image50.wmf"/><Relationship Id="rId3" Type="http://schemas.openxmlformats.org/officeDocument/2006/relationships/oleObject" Target="../embeddings/oleObject53.bin"/><Relationship Id="rId2" Type="http://schemas.openxmlformats.org/officeDocument/2006/relationships/image" Target="../media/image49.png"/><Relationship Id="rId10" Type="http://schemas.openxmlformats.org/officeDocument/2006/relationships/vmlDrawing" Target="../drawings/vmlDrawing10.vml"/><Relationship Id="rId1" Type="http://schemas.openxmlformats.org/officeDocument/2006/relationships/oleObject" Target="../embeddings/oleObject52.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60.bin"/><Relationship Id="rId8" Type="http://schemas.openxmlformats.org/officeDocument/2006/relationships/image" Target="../media/image56.wmf"/><Relationship Id="rId7" Type="http://schemas.openxmlformats.org/officeDocument/2006/relationships/oleObject" Target="../embeddings/oleObject59.bin"/><Relationship Id="rId6" Type="http://schemas.openxmlformats.org/officeDocument/2006/relationships/image" Target="../media/image55.wmf"/><Relationship Id="rId5" Type="http://schemas.openxmlformats.org/officeDocument/2006/relationships/oleObject" Target="../embeddings/oleObject58.bin"/><Relationship Id="rId4" Type="http://schemas.openxmlformats.org/officeDocument/2006/relationships/image" Target="../media/image54.wmf"/><Relationship Id="rId3" Type="http://schemas.openxmlformats.org/officeDocument/2006/relationships/oleObject" Target="../embeddings/oleObject57.bin"/><Relationship Id="rId22" Type="http://schemas.openxmlformats.org/officeDocument/2006/relationships/vmlDrawing" Target="../drawings/vmlDrawing11.vml"/><Relationship Id="rId21" Type="http://schemas.openxmlformats.org/officeDocument/2006/relationships/slideLayout" Target="../slideLayouts/slideLayout21.xml"/><Relationship Id="rId20" Type="http://schemas.openxmlformats.org/officeDocument/2006/relationships/oleObject" Target="../embeddings/oleObject68.bin"/><Relationship Id="rId2" Type="http://schemas.openxmlformats.org/officeDocument/2006/relationships/image" Target="../media/image53.png"/><Relationship Id="rId19" Type="http://schemas.openxmlformats.org/officeDocument/2006/relationships/oleObject" Target="../embeddings/oleObject67.bin"/><Relationship Id="rId18" Type="http://schemas.openxmlformats.org/officeDocument/2006/relationships/image" Target="../media/image59.wmf"/><Relationship Id="rId17" Type="http://schemas.openxmlformats.org/officeDocument/2006/relationships/oleObject" Target="../embeddings/oleObject66.bin"/><Relationship Id="rId16" Type="http://schemas.openxmlformats.org/officeDocument/2006/relationships/image" Target="../media/image58.wmf"/><Relationship Id="rId15" Type="http://schemas.openxmlformats.org/officeDocument/2006/relationships/oleObject" Target="../embeddings/oleObject65.bin"/><Relationship Id="rId14" Type="http://schemas.openxmlformats.org/officeDocument/2006/relationships/image" Target="../media/image57.wmf"/><Relationship Id="rId13" Type="http://schemas.openxmlformats.org/officeDocument/2006/relationships/oleObject" Target="../embeddings/oleObject64.bin"/><Relationship Id="rId12" Type="http://schemas.openxmlformats.org/officeDocument/2006/relationships/oleObject" Target="../embeddings/oleObject63.bin"/><Relationship Id="rId11" Type="http://schemas.openxmlformats.org/officeDocument/2006/relationships/oleObject" Target="../embeddings/oleObject62.bin"/><Relationship Id="rId10" Type="http://schemas.openxmlformats.org/officeDocument/2006/relationships/oleObject" Target="../embeddings/oleObject61.bin"/><Relationship Id="rId1" Type="http://schemas.openxmlformats.org/officeDocument/2006/relationships/oleObject" Target="../embeddings/oleObject56.bin"/></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60.wmf"/><Relationship Id="rId1" Type="http://schemas.openxmlformats.org/officeDocument/2006/relationships/oleObject" Target="../embeddings/oleObject69.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74.bin"/><Relationship Id="rId8" Type="http://schemas.openxmlformats.org/officeDocument/2006/relationships/image" Target="../media/image64.wmf"/><Relationship Id="rId7" Type="http://schemas.openxmlformats.org/officeDocument/2006/relationships/oleObject" Target="../embeddings/oleObject73.bin"/><Relationship Id="rId6" Type="http://schemas.openxmlformats.org/officeDocument/2006/relationships/image" Target="../media/image63.wmf"/><Relationship Id="rId5" Type="http://schemas.openxmlformats.org/officeDocument/2006/relationships/oleObject" Target="../embeddings/oleObject72.bin"/><Relationship Id="rId4" Type="http://schemas.openxmlformats.org/officeDocument/2006/relationships/image" Target="../media/image62.wmf"/><Relationship Id="rId3" Type="http://schemas.openxmlformats.org/officeDocument/2006/relationships/oleObject" Target="../embeddings/oleObject71.bin"/><Relationship Id="rId2" Type="http://schemas.openxmlformats.org/officeDocument/2006/relationships/image" Target="../media/image61.wmf"/><Relationship Id="rId14" Type="http://schemas.openxmlformats.org/officeDocument/2006/relationships/vmlDrawing" Target="../drawings/vmlDrawing13.vml"/><Relationship Id="rId13" Type="http://schemas.openxmlformats.org/officeDocument/2006/relationships/slideLayout" Target="../slideLayouts/slideLayout21.xml"/><Relationship Id="rId12" Type="http://schemas.openxmlformats.org/officeDocument/2006/relationships/image" Target="../media/image66.png"/><Relationship Id="rId11" Type="http://schemas.openxmlformats.org/officeDocument/2006/relationships/oleObject" Target="../embeddings/oleObject75.bin"/><Relationship Id="rId10" Type="http://schemas.openxmlformats.org/officeDocument/2006/relationships/image" Target="../media/image65.wmf"/><Relationship Id="rId1" Type="http://schemas.openxmlformats.org/officeDocument/2006/relationships/oleObject" Target="../embeddings/oleObject70.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80.bin"/><Relationship Id="rId8" Type="http://schemas.openxmlformats.org/officeDocument/2006/relationships/image" Target="../media/image70.wmf"/><Relationship Id="rId7" Type="http://schemas.openxmlformats.org/officeDocument/2006/relationships/oleObject" Target="../embeddings/oleObject79.bin"/><Relationship Id="rId6" Type="http://schemas.openxmlformats.org/officeDocument/2006/relationships/image" Target="../media/image69.png"/><Relationship Id="rId5" Type="http://schemas.openxmlformats.org/officeDocument/2006/relationships/oleObject" Target="../embeddings/oleObject78.bin"/><Relationship Id="rId4" Type="http://schemas.openxmlformats.org/officeDocument/2006/relationships/image" Target="../media/image68.png"/><Relationship Id="rId3" Type="http://schemas.openxmlformats.org/officeDocument/2006/relationships/oleObject" Target="../embeddings/oleObject77.bin"/><Relationship Id="rId2" Type="http://schemas.openxmlformats.org/officeDocument/2006/relationships/image" Target="../media/image67.png"/><Relationship Id="rId12" Type="http://schemas.openxmlformats.org/officeDocument/2006/relationships/vmlDrawing" Target="../drawings/vmlDrawing14.vml"/><Relationship Id="rId11" Type="http://schemas.openxmlformats.org/officeDocument/2006/relationships/slideLayout" Target="../slideLayouts/slideLayout21.xml"/><Relationship Id="rId10" Type="http://schemas.openxmlformats.org/officeDocument/2006/relationships/image" Target="../media/image71.wmf"/><Relationship Id="rId1" Type="http://schemas.openxmlformats.org/officeDocument/2006/relationships/oleObject" Target="../embeddings/oleObject76.bin"/></Relationships>
</file>

<file path=ppt/slides/_rels/slide24.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oleObject" Target="../embeddings/oleObject83.bin"/><Relationship Id="rId4" Type="http://schemas.openxmlformats.org/officeDocument/2006/relationships/image" Target="../media/image73.wmf"/><Relationship Id="rId3" Type="http://schemas.openxmlformats.org/officeDocument/2006/relationships/oleObject" Target="../embeddings/oleObject82.bin"/><Relationship Id="rId2" Type="http://schemas.openxmlformats.org/officeDocument/2006/relationships/image" Target="../media/image72.wmf"/><Relationship Id="rId1" Type="http://schemas.openxmlformats.org/officeDocument/2006/relationships/oleObject" Target="../embeddings/oleObject8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TextBox 2"/>
          <p:cNvSpPr txBox="1"/>
          <p:nvPr/>
        </p:nvSpPr>
        <p:spPr>
          <a:xfrm>
            <a:off x="661988" y="2225675"/>
            <a:ext cx="9532937" cy="768350"/>
          </a:xfrm>
          <a:prstGeom prst="rect">
            <a:avLst/>
          </a:prstGeom>
          <a:noFill/>
          <a:ln w="9525">
            <a:noFill/>
          </a:ln>
        </p:spPr>
        <p:txBody>
          <a:bodyPr wrap="square" anchor="t">
            <a:spAutoFit/>
          </a:bodyPr>
          <a:p>
            <a:pPr eaLnBrk="0" hangingPunct="0"/>
            <a:r>
              <a:rPr lang="zh-CN" altLang="en-US" sz="4400" b="1" dirty="0">
                <a:latin typeface="宋体" panose="02010600030101010101" pitchFamily="2" charset="-122"/>
                <a:ea typeface="宋体" panose="02010600030101010101" pitchFamily="2" charset="-122"/>
              </a:rPr>
              <a:t>第三讲  整流、滤波电路和简单稳压</a:t>
            </a:r>
            <a:endParaRPr lang="en-US" altLang="en-US" sz="4400" b="1" dirty="0">
              <a:latin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4">
            <a:hlinkClick r:id="rId1" action="ppaction://hlinksldjump"/>
          </p:cNvPr>
          <p:cNvSpPr/>
          <p:nvPr/>
        </p:nvSpPr>
        <p:spPr>
          <a:xfrm>
            <a:off x="3408363" y="1352550"/>
            <a:ext cx="4249737" cy="522288"/>
          </a:xfrm>
          <a:prstGeom prst="rect">
            <a:avLst/>
          </a:prstGeom>
          <a:noFill/>
          <a:ln w="9525">
            <a:noFill/>
          </a:ln>
        </p:spPr>
        <p:txBody>
          <a:bodyPr anchor="t">
            <a:spAutoFit/>
          </a:bodyPr>
          <a:p>
            <a:pPr eaLnBrk="0" hangingPunct="0"/>
            <a:r>
              <a:rPr lang="zh-CN" altLang="en-US" sz="2800" b="1" dirty="0">
                <a:latin typeface="宋体" panose="02010600030101010101" pitchFamily="2" charset="-122"/>
                <a:ea typeface="宋体" panose="02010600030101010101" pitchFamily="2" charset="-122"/>
              </a:rPr>
              <a:t>一、直流电源的组成概述</a:t>
            </a:r>
            <a:endParaRPr lang="zh-CN" altLang="en-US" sz="2800" b="1" dirty="0">
              <a:latin typeface="宋体" panose="02010600030101010101" pitchFamily="2" charset="-122"/>
              <a:ea typeface="宋体" panose="02010600030101010101" pitchFamily="2" charset="-122"/>
            </a:endParaRPr>
          </a:p>
        </p:txBody>
      </p:sp>
      <p:sp>
        <p:nvSpPr>
          <p:cNvPr id="15362" name="Rectangle 5">
            <a:hlinkClick r:id="rId2" action="ppaction://hlinksldjump"/>
          </p:cNvPr>
          <p:cNvSpPr/>
          <p:nvPr/>
        </p:nvSpPr>
        <p:spPr>
          <a:xfrm>
            <a:off x="3433763" y="2293938"/>
            <a:ext cx="3889375" cy="520700"/>
          </a:xfrm>
          <a:prstGeom prst="rect">
            <a:avLst/>
          </a:prstGeom>
          <a:noFill/>
          <a:ln w="9525">
            <a:noFill/>
          </a:ln>
        </p:spPr>
        <p:txBody>
          <a:bodyPr anchor="t">
            <a:spAutoFit/>
          </a:bodyPr>
          <a:p>
            <a:pPr eaLnBrk="0" hangingPunct="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二、单相整流电路</a:t>
            </a:r>
            <a:endParaRPr lang="zh-CN" altLang="en-US" sz="2800" b="1" dirty="0">
              <a:latin typeface="宋体" panose="02010600030101010101" pitchFamily="2" charset="-122"/>
              <a:ea typeface="宋体" panose="02010600030101010101" pitchFamily="2" charset="-122"/>
            </a:endParaRPr>
          </a:p>
        </p:txBody>
      </p:sp>
      <p:sp>
        <p:nvSpPr>
          <p:cNvPr id="15363" name="Rectangle 6"/>
          <p:cNvSpPr/>
          <p:nvPr/>
        </p:nvSpPr>
        <p:spPr>
          <a:xfrm>
            <a:off x="3532188" y="4129088"/>
            <a:ext cx="3311525" cy="521970"/>
          </a:xfrm>
          <a:prstGeom prst="rect">
            <a:avLst/>
          </a:prstGeom>
          <a:noFill/>
          <a:ln w="9525">
            <a:noFill/>
          </a:ln>
        </p:spPr>
        <p:txBody>
          <a:bodyPr wrap="square" anchor="t">
            <a:spAutoFit/>
          </a:bodyPr>
          <a:p>
            <a:pPr eaLnBrk="0" hangingPunct="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四、倍压整流电路 </a:t>
            </a:r>
            <a:endParaRPr lang="zh-CN" altLang="en-US" sz="2800" b="1" dirty="0">
              <a:latin typeface="宋体" panose="02010600030101010101" pitchFamily="2" charset="-122"/>
              <a:ea typeface="宋体" panose="02010600030101010101" pitchFamily="2" charset="-122"/>
            </a:endParaRPr>
          </a:p>
        </p:txBody>
      </p:sp>
      <p:sp>
        <p:nvSpPr>
          <p:cNvPr id="15364" name="Rectangle 9">
            <a:hlinkClick r:id="rId3" action="ppaction://hlinksldjump"/>
          </p:cNvPr>
          <p:cNvSpPr/>
          <p:nvPr/>
        </p:nvSpPr>
        <p:spPr>
          <a:xfrm>
            <a:off x="3503613" y="3219450"/>
            <a:ext cx="3384550" cy="520700"/>
          </a:xfrm>
          <a:prstGeom prst="rect">
            <a:avLst/>
          </a:prstGeom>
          <a:noFill/>
          <a:ln w="9525">
            <a:noFill/>
          </a:ln>
        </p:spPr>
        <p:txBody>
          <a:bodyPr anchor="t">
            <a:spAutoFit/>
          </a:bodyPr>
          <a:p>
            <a:pPr eaLnBrk="0" hangingPunct="0">
              <a:buFont typeface="Arial" panose="020B0604020202020204" pitchFamily="34" charset="0"/>
              <a:buNone/>
            </a:pPr>
            <a:r>
              <a:rPr lang="zh-CN" altLang="en-US" sz="2800" b="1" dirty="0">
                <a:latin typeface="宋体" panose="02010600030101010101" pitchFamily="2" charset="-122"/>
                <a:ea typeface="宋体" panose="02010600030101010101" pitchFamily="2" charset="-122"/>
              </a:rPr>
              <a:t>三、滤波电路</a:t>
            </a:r>
            <a:endParaRPr lang="zh-CN" altLang="en-US" sz="2800" b="1" dirty="0">
              <a:latin typeface="宋体" panose="02010600030101010101" pitchFamily="2" charset="-122"/>
              <a:ea typeface="宋体" panose="02010600030101010101" pitchFamily="2" charset="-122"/>
            </a:endParaRPr>
          </a:p>
        </p:txBody>
      </p:sp>
      <p:sp>
        <p:nvSpPr>
          <p:cNvPr id="15365" name="Rectangle 2"/>
          <p:cNvSpPr>
            <a:spLocks noGrp="1"/>
          </p:cNvSpPr>
          <p:nvPr>
            <p:ph type="title"/>
          </p:nvPr>
        </p:nvSpPr>
        <p:spPr>
          <a:xfrm>
            <a:off x="3532188" y="4986338"/>
            <a:ext cx="6096000" cy="457200"/>
          </a:xfrm>
        </p:spPr>
        <p:txBody>
          <a:bodyPr wrap="square" lIns="91440" tIns="45720" rIns="91440" bIns="45720" anchor="ctr"/>
          <a:p>
            <a:pPr>
              <a:lnSpc>
                <a:spcPct val="115000"/>
              </a:lnSpc>
            </a:pPr>
            <a:r>
              <a:rPr lang="zh-CN" altLang="en-US" sz="3200" b="1" dirty="0">
                <a:latin typeface="宋体" panose="02010600030101010101" pitchFamily="2" charset="-122"/>
                <a:ea typeface="宋体" panose="02010600030101010101" pitchFamily="2" charset="-122"/>
              </a:rPr>
              <a:t>五、稳压管构成的简单稳压电路</a:t>
            </a:r>
            <a:endParaRPr lang="zh-CN" altLang="en-US" sz="3200" b="1" dirty="0">
              <a:latin typeface="宋体" panose="02010600030101010101" pitchFamily="2"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a:spLocks noGrp="1"/>
          </p:cNvSpPr>
          <p:nvPr>
            <p:ph type="ctrTitle"/>
          </p:nvPr>
        </p:nvSpPr>
        <p:spPr>
          <a:xfrm>
            <a:off x="650875" y="900113"/>
            <a:ext cx="4451350" cy="711200"/>
          </a:xfrm>
        </p:spPr>
        <p:txBody>
          <a:bodyPr wrap="square" lIns="91440" tIns="45720" rIns="91440" bIns="45720" anchor="ctr"/>
          <a:lstStyle>
            <a:lvl1pPr lvl="0">
              <a:defRPr/>
            </a:lvl1pPr>
          </a:lstStyle>
          <a:p>
            <a:pPr lvl="0"/>
            <a:r>
              <a:rPr lang="zh-CN" altLang="en-US" sz="3200" b="1" dirty="0">
                <a:latin typeface="宋体" panose="02010600030101010101" pitchFamily="2" charset="-122"/>
                <a:ea typeface="宋体" panose="02010600030101010101" pitchFamily="2" charset="-122"/>
              </a:rPr>
              <a:t>一、直流电源组成概述</a:t>
            </a:r>
            <a:endParaRPr lang="zh-CN" altLang="en-US" sz="3200" b="1" dirty="0">
              <a:latin typeface="宋体" panose="02010600030101010101" pitchFamily="2" charset="-122"/>
              <a:ea typeface="宋体" panose="02010600030101010101" pitchFamily="2" charset="-122"/>
            </a:endParaRPr>
          </a:p>
        </p:txBody>
      </p:sp>
      <p:pic>
        <p:nvPicPr>
          <p:cNvPr id="16386" name="图片 1"/>
          <p:cNvPicPr>
            <a:picLocks noChangeAspect="1"/>
          </p:cNvPicPr>
          <p:nvPr/>
        </p:nvPicPr>
        <p:blipFill>
          <a:blip r:embed="rId1"/>
          <a:stretch>
            <a:fillRect/>
          </a:stretch>
        </p:blipFill>
        <p:spPr>
          <a:xfrm>
            <a:off x="457200" y="2057400"/>
            <a:ext cx="4838700" cy="3630613"/>
          </a:xfrm>
          <a:prstGeom prst="rect">
            <a:avLst/>
          </a:prstGeom>
          <a:noFill/>
          <a:ln w="9525">
            <a:noFill/>
          </a:ln>
        </p:spPr>
      </p:pic>
      <p:pic>
        <p:nvPicPr>
          <p:cNvPr id="16387" name="图片 5"/>
          <p:cNvPicPr>
            <a:picLocks noChangeAspect="1"/>
          </p:cNvPicPr>
          <p:nvPr/>
        </p:nvPicPr>
        <p:blipFill>
          <a:blip r:embed="rId2"/>
          <a:stretch>
            <a:fillRect/>
          </a:stretch>
        </p:blipFill>
        <p:spPr>
          <a:xfrm>
            <a:off x="6161088" y="2284413"/>
            <a:ext cx="4840287" cy="291782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3" name="图片 4"/>
          <p:cNvPicPr>
            <a:picLocks noChangeAspect="1"/>
          </p:cNvPicPr>
          <p:nvPr/>
        </p:nvPicPr>
        <p:blipFill>
          <a:blip r:embed="rId1"/>
          <a:stretch>
            <a:fillRect/>
          </a:stretch>
        </p:blipFill>
        <p:spPr>
          <a:xfrm>
            <a:off x="404813" y="1625600"/>
            <a:ext cx="4205287" cy="3054350"/>
          </a:xfrm>
          <a:prstGeom prst="rect">
            <a:avLst/>
          </a:prstGeom>
          <a:noFill/>
          <a:ln w="9525">
            <a:noFill/>
          </a:ln>
        </p:spPr>
      </p:pic>
      <p:pic>
        <p:nvPicPr>
          <p:cNvPr id="18434" name="图片 6"/>
          <p:cNvPicPr>
            <a:picLocks noChangeAspect="1"/>
          </p:cNvPicPr>
          <p:nvPr/>
        </p:nvPicPr>
        <p:blipFill>
          <a:blip r:embed="rId2"/>
          <a:stretch>
            <a:fillRect/>
          </a:stretch>
        </p:blipFill>
        <p:spPr>
          <a:xfrm>
            <a:off x="6607175" y="1538288"/>
            <a:ext cx="4206875" cy="3513137"/>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7" name="图片 1"/>
          <p:cNvPicPr>
            <a:picLocks noChangeAspect="1"/>
          </p:cNvPicPr>
          <p:nvPr/>
        </p:nvPicPr>
        <p:blipFill>
          <a:blip r:embed="rId1"/>
          <a:stretch>
            <a:fillRect/>
          </a:stretch>
        </p:blipFill>
        <p:spPr>
          <a:xfrm>
            <a:off x="323850" y="1012825"/>
            <a:ext cx="10868025" cy="523557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505" name="图片 2"/>
          <p:cNvPicPr>
            <a:picLocks noChangeAspect="1"/>
          </p:cNvPicPr>
          <p:nvPr/>
        </p:nvPicPr>
        <p:blipFill>
          <a:blip r:embed="rId1"/>
          <a:stretch>
            <a:fillRect/>
          </a:stretch>
        </p:blipFill>
        <p:spPr>
          <a:xfrm>
            <a:off x="131763" y="852488"/>
            <a:ext cx="11707812" cy="587692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title"/>
          </p:nvPr>
        </p:nvSpPr>
        <p:spPr>
          <a:xfrm>
            <a:off x="4171950" y="273050"/>
            <a:ext cx="6396038" cy="457200"/>
          </a:xfrm>
        </p:spPr>
        <p:txBody>
          <a:bodyPr wrap="square" lIns="91440" tIns="45720" rIns="91440" bIns="45720" anchor="ctr"/>
          <a:p>
            <a:pPr marL="457200" indent="-457200">
              <a:buFont typeface="Arial" panose="020B0604020202020204" pitchFamily="34" charset="0"/>
              <a:buChar char="•"/>
            </a:pPr>
            <a:r>
              <a:rPr lang="zh-CN" altLang="en-US" sz="3200" b="1" dirty="0">
                <a:latin typeface="黑体" panose="02010609060101010101" charset="-122"/>
                <a:ea typeface="黑体" panose="02010609060101010101" charset="-122"/>
              </a:rPr>
              <a:t>直流电源的组成及各部分的作用</a:t>
            </a:r>
            <a:endParaRPr lang="zh-CN" altLang="en-US" sz="3200" b="1" dirty="0">
              <a:latin typeface="黑体" panose="02010609060101010101" charset="-122"/>
              <a:ea typeface="黑体" panose="02010609060101010101" charset="-122"/>
            </a:endParaRPr>
          </a:p>
        </p:txBody>
      </p:sp>
      <p:graphicFrame>
        <p:nvGraphicFramePr>
          <p:cNvPr id="21507" name="Object 3"/>
          <p:cNvGraphicFramePr>
            <a:graphicFrameLocks noChangeAspect="1"/>
          </p:cNvGraphicFramePr>
          <p:nvPr/>
        </p:nvGraphicFramePr>
        <p:xfrm>
          <a:off x="1177925" y="2633663"/>
          <a:ext cx="533400" cy="555625"/>
        </p:xfrm>
        <a:graphic>
          <a:graphicData uri="http://schemas.openxmlformats.org/presentationml/2006/ole">
            <mc:AlternateContent xmlns:mc="http://schemas.openxmlformats.org/markup-compatibility/2006">
              <mc:Choice xmlns:v="urn:schemas-microsoft-com:vml" Requires="v">
                <p:oleObj spid="_x0000_s3083" name="" r:id="rId1" imgW="23660100" imgH="4314825" progId="MSPhotoEd.3">
                  <p:embed/>
                </p:oleObj>
              </mc:Choice>
              <mc:Fallback>
                <p:oleObj name="" r:id="rId1" imgW="23660100" imgH="4314825" progId="MSPhotoEd.3">
                  <p:embed/>
                  <p:pic>
                    <p:nvPicPr>
                      <p:cNvPr id="0" name="图片 3082"/>
                      <p:cNvPicPr/>
                      <p:nvPr/>
                    </p:nvPicPr>
                    <p:blipFill>
                      <a:blip r:embed="rId2"/>
                      <a:srcRect l="5000" t="50000" r="86250"/>
                      <a:stretch>
                        <a:fillRect/>
                      </a:stretch>
                    </p:blipFill>
                    <p:spPr>
                      <a:xfrm>
                        <a:off x="1177925" y="2633663"/>
                        <a:ext cx="533400" cy="555625"/>
                      </a:xfrm>
                      <a:prstGeom prst="rect">
                        <a:avLst/>
                      </a:prstGeom>
                      <a:noFill/>
                      <a:ln w="38100">
                        <a:noFill/>
                        <a:miter/>
                      </a:ln>
                    </p:spPr>
                  </p:pic>
                </p:oleObj>
              </mc:Fallback>
            </mc:AlternateContent>
          </a:graphicData>
        </a:graphic>
      </p:graphicFrame>
      <p:graphicFrame>
        <p:nvGraphicFramePr>
          <p:cNvPr id="21508" name="Object 4"/>
          <p:cNvGraphicFramePr>
            <a:graphicFrameLocks noChangeAspect="1"/>
          </p:cNvGraphicFramePr>
          <p:nvPr/>
        </p:nvGraphicFramePr>
        <p:xfrm>
          <a:off x="2892425" y="2641600"/>
          <a:ext cx="533400" cy="555625"/>
        </p:xfrm>
        <a:graphic>
          <a:graphicData uri="http://schemas.openxmlformats.org/presentationml/2006/ole">
            <mc:AlternateContent xmlns:mc="http://schemas.openxmlformats.org/markup-compatibility/2006">
              <mc:Choice xmlns:v="urn:schemas-microsoft-com:vml" Requires="v">
                <p:oleObj spid="_x0000_s3084" name="" r:id="rId3" imgW="23660100" imgH="4314825" progId="MSPhotoEd.3">
                  <p:embed/>
                </p:oleObj>
              </mc:Choice>
              <mc:Fallback>
                <p:oleObj name="" r:id="rId3" imgW="23660100" imgH="4314825" progId="MSPhotoEd.3">
                  <p:embed/>
                  <p:pic>
                    <p:nvPicPr>
                      <p:cNvPr id="0" name="图片 3083"/>
                      <p:cNvPicPr/>
                      <p:nvPr/>
                    </p:nvPicPr>
                    <p:blipFill>
                      <a:blip r:embed="rId2"/>
                      <a:srcRect l="5000" t="50000" r="86250"/>
                      <a:stretch>
                        <a:fillRect/>
                      </a:stretch>
                    </p:blipFill>
                    <p:spPr>
                      <a:xfrm>
                        <a:off x="2892425" y="2641600"/>
                        <a:ext cx="533400" cy="555625"/>
                      </a:xfrm>
                      <a:prstGeom prst="rect">
                        <a:avLst/>
                      </a:prstGeom>
                      <a:noFill/>
                      <a:ln w="38100">
                        <a:noFill/>
                        <a:miter/>
                      </a:ln>
                    </p:spPr>
                  </p:pic>
                </p:oleObj>
              </mc:Fallback>
            </mc:AlternateContent>
          </a:graphicData>
        </a:graphic>
      </p:graphicFrame>
      <p:graphicFrame>
        <p:nvGraphicFramePr>
          <p:cNvPr id="21509" name="Object 5"/>
          <p:cNvGraphicFramePr>
            <a:graphicFrameLocks noChangeAspect="1"/>
          </p:cNvGraphicFramePr>
          <p:nvPr/>
        </p:nvGraphicFramePr>
        <p:xfrm>
          <a:off x="7753350" y="2862263"/>
          <a:ext cx="609600" cy="434975"/>
        </p:xfrm>
        <a:graphic>
          <a:graphicData uri="http://schemas.openxmlformats.org/presentationml/2006/ole">
            <mc:AlternateContent xmlns:mc="http://schemas.openxmlformats.org/markup-compatibility/2006">
              <mc:Choice xmlns:v="urn:schemas-microsoft-com:vml" Requires="v">
                <p:oleObj spid="_x0000_s3085" name="" r:id="rId4" imgW="23660100" imgH="4314825" progId="MSPhotoEd.3">
                  <p:embed/>
                </p:oleObj>
              </mc:Choice>
              <mc:Fallback>
                <p:oleObj name="" r:id="rId4" imgW="23660100" imgH="4314825" progId="MSPhotoEd.3">
                  <p:embed/>
                  <p:pic>
                    <p:nvPicPr>
                      <p:cNvPr id="0" name="图片 3084"/>
                      <p:cNvPicPr/>
                      <p:nvPr/>
                    </p:nvPicPr>
                    <p:blipFill>
                      <a:blip r:embed="rId2"/>
                      <a:srcRect l="91251" t="48000" b="17714"/>
                      <a:stretch>
                        <a:fillRect/>
                      </a:stretch>
                    </p:blipFill>
                    <p:spPr>
                      <a:xfrm>
                        <a:off x="7753350" y="2862263"/>
                        <a:ext cx="609600" cy="434975"/>
                      </a:xfrm>
                      <a:prstGeom prst="rect">
                        <a:avLst/>
                      </a:prstGeom>
                      <a:noFill/>
                      <a:ln w="38100">
                        <a:noFill/>
                        <a:miter/>
                      </a:ln>
                    </p:spPr>
                  </p:pic>
                </p:oleObj>
              </mc:Fallback>
            </mc:AlternateContent>
          </a:graphicData>
        </a:graphic>
      </p:graphicFrame>
      <p:graphicFrame>
        <p:nvGraphicFramePr>
          <p:cNvPr id="21510" name="Object 6"/>
          <p:cNvGraphicFramePr>
            <a:graphicFrameLocks noChangeAspect="1"/>
          </p:cNvGraphicFramePr>
          <p:nvPr/>
        </p:nvGraphicFramePr>
        <p:xfrm>
          <a:off x="5924550" y="2938463"/>
          <a:ext cx="762000" cy="352425"/>
        </p:xfrm>
        <a:graphic>
          <a:graphicData uri="http://schemas.openxmlformats.org/presentationml/2006/ole">
            <mc:AlternateContent xmlns:mc="http://schemas.openxmlformats.org/markup-compatibility/2006">
              <mc:Choice xmlns:v="urn:schemas-microsoft-com:vml" Requires="v">
                <p:oleObj spid="_x0000_s3086" name="" r:id="rId5" imgW="23660100" imgH="4314825" progId="MSPhotoEd.3">
                  <p:embed/>
                </p:oleObj>
              </mc:Choice>
              <mc:Fallback>
                <p:oleObj name="" r:id="rId5" imgW="23660100" imgH="4314825" progId="MSPhotoEd.3">
                  <p:embed/>
                  <p:pic>
                    <p:nvPicPr>
                      <p:cNvPr id="0" name="图片 3085"/>
                      <p:cNvPicPr/>
                      <p:nvPr/>
                    </p:nvPicPr>
                    <p:blipFill>
                      <a:blip r:embed="rId2"/>
                      <a:srcRect l="66666" t="52222" r="23016" b="21667"/>
                      <a:stretch>
                        <a:fillRect/>
                      </a:stretch>
                    </p:blipFill>
                    <p:spPr>
                      <a:xfrm>
                        <a:off x="5924550" y="2938463"/>
                        <a:ext cx="762000" cy="352425"/>
                      </a:xfrm>
                      <a:prstGeom prst="rect">
                        <a:avLst/>
                      </a:prstGeom>
                      <a:noFill/>
                      <a:ln w="38100">
                        <a:noFill/>
                        <a:miter/>
                      </a:ln>
                    </p:spPr>
                  </p:pic>
                </p:oleObj>
              </mc:Fallback>
            </mc:AlternateContent>
          </a:graphicData>
        </a:graphic>
      </p:graphicFrame>
      <p:graphicFrame>
        <p:nvGraphicFramePr>
          <p:cNvPr id="21511" name="Object 7"/>
          <p:cNvGraphicFramePr>
            <a:graphicFrameLocks noChangeAspect="1"/>
          </p:cNvGraphicFramePr>
          <p:nvPr/>
        </p:nvGraphicFramePr>
        <p:xfrm>
          <a:off x="4400550" y="2862263"/>
          <a:ext cx="685800" cy="598487"/>
        </p:xfrm>
        <a:graphic>
          <a:graphicData uri="http://schemas.openxmlformats.org/presentationml/2006/ole">
            <mc:AlternateContent xmlns:mc="http://schemas.openxmlformats.org/markup-compatibility/2006">
              <mc:Choice xmlns:v="urn:schemas-microsoft-com:vml" Requires="v">
                <p:oleObj spid="_x0000_s3087" name="" r:id="rId6" imgW="23660100" imgH="4314825" progId="MSPhotoEd.3">
                  <p:embed/>
                </p:oleObj>
              </mc:Choice>
              <mc:Fallback>
                <p:oleObj name="" r:id="rId6" imgW="23660100" imgH="4314825" progId="MSPhotoEd.3">
                  <p:embed/>
                  <p:pic>
                    <p:nvPicPr>
                      <p:cNvPr id="0" name="图片 3086"/>
                      <p:cNvPicPr/>
                      <p:nvPr/>
                    </p:nvPicPr>
                    <p:blipFill>
                      <a:blip r:embed="rId2"/>
                      <a:srcRect l="45859" t="52402" r="42676" b="-7205"/>
                      <a:stretch>
                        <a:fillRect/>
                      </a:stretch>
                    </p:blipFill>
                    <p:spPr>
                      <a:xfrm>
                        <a:off x="4400550" y="2862263"/>
                        <a:ext cx="685800" cy="598487"/>
                      </a:xfrm>
                      <a:prstGeom prst="rect">
                        <a:avLst/>
                      </a:prstGeom>
                      <a:noFill/>
                      <a:ln w="38100">
                        <a:noFill/>
                        <a:miter/>
                      </a:ln>
                    </p:spPr>
                  </p:pic>
                </p:oleObj>
              </mc:Fallback>
            </mc:AlternateContent>
          </a:graphicData>
        </a:graphic>
      </p:graphicFrame>
      <p:sp>
        <p:nvSpPr>
          <p:cNvPr id="21512" name="Text Box 8"/>
          <p:cNvSpPr txBox="1"/>
          <p:nvPr/>
        </p:nvSpPr>
        <p:spPr>
          <a:xfrm>
            <a:off x="201613" y="3203575"/>
            <a:ext cx="3289300" cy="460375"/>
          </a:xfrm>
          <a:prstGeom prst="rect">
            <a:avLst/>
          </a:prstGeom>
          <a:noFill/>
          <a:ln w="9525">
            <a:noFill/>
          </a:ln>
        </p:spPr>
        <p:txBody>
          <a:bodyPr wrap="square" anchor="t">
            <a:spAutoFit/>
          </a:bodyPr>
          <a:p>
            <a:pPr eaLnBrk="0" hangingPunct="0"/>
            <a:r>
              <a:rPr lang="zh-CN" altLang="en-US" sz="2400" b="1" dirty="0">
                <a:latin typeface="Times New Roman" panose="02020603050405020304" pitchFamily="18" charset="0"/>
                <a:ea typeface="宋体" panose="02010600030101010101" pitchFamily="2" charset="-122"/>
              </a:rPr>
              <a:t>改变电压值通常为降压</a:t>
            </a:r>
            <a:endParaRPr lang="zh-CN" altLang="en-US" sz="2400" b="1" dirty="0">
              <a:latin typeface="Times New Roman" panose="02020603050405020304" pitchFamily="18" charset="0"/>
              <a:ea typeface="宋体" panose="02010600030101010101" pitchFamily="2" charset="-122"/>
            </a:endParaRPr>
          </a:p>
        </p:txBody>
      </p:sp>
      <p:sp>
        <p:nvSpPr>
          <p:cNvPr id="21513" name="Text Box 9"/>
          <p:cNvSpPr txBox="1"/>
          <p:nvPr/>
        </p:nvSpPr>
        <p:spPr>
          <a:xfrm>
            <a:off x="3051175" y="4711700"/>
            <a:ext cx="2632075" cy="460375"/>
          </a:xfrm>
          <a:prstGeom prst="rect">
            <a:avLst/>
          </a:prstGeom>
          <a:noFill/>
          <a:ln w="9525">
            <a:noFill/>
          </a:ln>
        </p:spPr>
        <p:txBody>
          <a:bodyPr wrap="square" anchor="t">
            <a:spAutoFit/>
          </a:bodyPr>
          <a:p>
            <a:pPr eaLnBrk="0" hangingPunct="0">
              <a:spcBef>
                <a:spcPct val="50000"/>
              </a:spcBef>
            </a:pPr>
            <a:r>
              <a:rPr lang="zh-CN" altLang="en-US" sz="2400" b="1" dirty="0">
                <a:latin typeface="Times New Roman" panose="02020603050405020304" pitchFamily="18" charset="0"/>
                <a:ea typeface="宋体" panose="02010600030101010101" pitchFamily="2" charset="-122"/>
              </a:rPr>
              <a:t>交流变脉动的直流</a:t>
            </a:r>
            <a:endParaRPr lang="zh-CN" altLang="en-US" sz="2400" b="1" dirty="0">
              <a:latin typeface="Times New Roman" panose="02020603050405020304" pitchFamily="18" charset="0"/>
              <a:ea typeface="宋体" panose="02010600030101010101" pitchFamily="2" charset="-122"/>
            </a:endParaRPr>
          </a:p>
        </p:txBody>
      </p:sp>
      <p:sp>
        <p:nvSpPr>
          <p:cNvPr id="21514" name="Text Box 10"/>
          <p:cNvSpPr txBox="1"/>
          <p:nvPr/>
        </p:nvSpPr>
        <p:spPr>
          <a:xfrm>
            <a:off x="5932488" y="3338513"/>
            <a:ext cx="1512887" cy="460375"/>
          </a:xfrm>
          <a:prstGeom prst="rect">
            <a:avLst/>
          </a:prstGeom>
          <a:noFill/>
          <a:ln w="9525">
            <a:noFill/>
          </a:ln>
        </p:spPr>
        <p:txBody>
          <a:bodyPr wrap="square" anchor="t">
            <a:spAutoFit/>
          </a:bodyPr>
          <a:p>
            <a:pPr eaLnBrk="0" hangingPunct="0">
              <a:spcBef>
                <a:spcPct val="50000"/>
              </a:spcBef>
            </a:pPr>
            <a:r>
              <a:rPr lang="zh-CN" altLang="en-US" sz="2400" b="1" dirty="0">
                <a:latin typeface="Times New Roman" panose="02020603050405020304" pitchFamily="18" charset="0"/>
                <a:ea typeface="宋体" panose="02010600030101010101" pitchFamily="2" charset="-122"/>
              </a:rPr>
              <a:t>减小脉动</a:t>
            </a:r>
            <a:endParaRPr lang="zh-CN" altLang="en-US" sz="2400" b="1" dirty="0">
              <a:latin typeface="Times New Roman" panose="02020603050405020304" pitchFamily="18" charset="0"/>
              <a:ea typeface="宋体" panose="02010600030101010101" pitchFamily="2" charset="-122"/>
            </a:endParaRPr>
          </a:p>
        </p:txBody>
      </p:sp>
      <p:sp>
        <p:nvSpPr>
          <p:cNvPr id="21515" name="Text Box 11"/>
          <p:cNvSpPr txBox="1"/>
          <p:nvPr/>
        </p:nvSpPr>
        <p:spPr>
          <a:xfrm>
            <a:off x="8829675" y="1851025"/>
            <a:ext cx="3084513" cy="2332038"/>
          </a:xfrm>
          <a:prstGeom prst="rect">
            <a:avLst/>
          </a:prstGeom>
          <a:noFill/>
          <a:ln w="9525">
            <a:noFill/>
          </a:ln>
        </p:spPr>
        <p:txBody>
          <a:bodyPr wrap="square" anchor="t">
            <a:spAutoFit/>
          </a:bodyPr>
          <a:p>
            <a:pPr eaLnBrk="0" hangingPunct="0">
              <a:lnSpc>
                <a:spcPct val="130000"/>
              </a:lnSpc>
            </a:pPr>
            <a:r>
              <a:rPr lang="en-US" altLang="zh-CN" sz="2800" b="1" dirty="0">
                <a:latin typeface="Times New Roman" panose="02020603050405020304" pitchFamily="18" charset="0"/>
              </a:rPr>
              <a:t>1) </a:t>
            </a:r>
            <a:r>
              <a:rPr lang="zh-CN" altLang="en-US" sz="2800" b="1" dirty="0">
                <a:latin typeface="Times New Roman" panose="02020603050405020304" pitchFamily="18" charset="0"/>
                <a:ea typeface="宋体" panose="02010600030101010101" pitchFamily="2" charset="-122"/>
              </a:rPr>
              <a:t>负载变化输出电压基本不变；</a:t>
            </a:r>
            <a:endParaRPr lang="zh-CN" altLang="en-US" sz="2800" b="1" dirty="0">
              <a:latin typeface="Times New Roman" panose="02020603050405020304" pitchFamily="18" charset="0"/>
              <a:ea typeface="宋体" panose="02010600030101010101" pitchFamily="2" charset="-122"/>
            </a:endParaRPr>
          </a:p>
          <a:p>
            <a:pPr eaLnBrk="0" hangingPunct="0">
              <a:lnSpc>
                <a:spcPct val="130000"/>
              </a:lnSpc>
            </a:pPr>
            <a:r>
              <a:rPr lang="en-US" altLang="zh-CN" sz="2800" b="1" dirty="0">
                <a:latin typeface="Times New Roman" panose="02020603050405020304" pitchFamily="18" charset="0"/>
              </a:rPr>
              <a:t>2) </a:t>
            </a:r>
            <a:r>
              <a:rPr lang="zh-CN" altLang="en-US" sz="2800" b="1" dirty="0">
                <a:latin typeface="Times New Roman" panose="02020603050405020304" pitchFamily="18" charset="0"/>
                <a:ea typeface="宋体" panose="02010600030101010101" pitchFamily="2" charset="-122"/>
              </a:rPr>
              <a:t>电网电压变化输出电压基本不变。</a:t>
            </a:r>
            <a:endParaRPr lang="zh-CN" altLang="en-US" sz="2800" b="1" dirty="0">
              <a:latin typeface="Times New Roman" panose="02020603050405020304" pitchFamily="18" charset="0"/>
              <a:ea typeface="宋体" panose="02010600030101010101" pitchFamily="2" charset="-122"/>
            </a:endParaRPr>
          </a:p>
        </p:txBody>
      </p:sp>
      <p:sp>
        <p:nvSpPr>
          <p:cNvPr id="21516" name="Text Box 12"/>
          <p:cNvSpPr txBox="1"/>
          <p:nvPr/>
        </p:nvSpPr>
        <p:spPr>
          <a:xfrm>
            <a:off x="71438" y="920750"/>
            <a:ext cx="12120562" cy="522288"/>
          </a:xfrm>
          <a:prstGeom prst="rect">
            <a:avLst/>
          </a:prstGeom>
          <a:noFill/>
          <a:ln w="9525">
            <a:noFill/>
          </a:ln>
        </p:spPr>
        <p:txBody>
          <a:bodyPr wrap="square" anchor="t">
            <a:spAutoFit/>
          </a:bodyPr>
          <a:p>
            <a:pPr eaLnBrk="0" hangingPunct="0">
              <a:spcBef>
                <a:spcPct val="50000"/>
              </a:spcBef>
            </a:pPr>
            <a:r>
              <a:rPr lang="zh-CN" altLang="en-US" sz="2800" b="1" dirty="0">
                <a:latin typeface="Times New Roman" panose="02020603050405020304" pitchFamily="18" charset="0"/>
                <a:ea typeface="宋体" panose="02010600030101010101" pitchFamily="2" charset="-122"/>
              </a:rPr>
              <a:t>直流电源是能量转换电路，将</a:t>
            </a:r>
            <a:r>
              <a:rPr lang="en-US" altLang="zh-CN" sz="2800" b="1" dirty="0">
                <a:latin typeface="Times New Roman" panose="02020603050405020304" pitchFamily="18" charset="0"/>
              </a:rPr>
              <a:t>220V</a:t>
            </a:r>
            <a:r>
              <a:rPr lang="zh-CN" altLang="en-US" sz="2800" b="1" dirty="0">
                <a:latin typeface="Times New Roman" panose="02020603050405020304" pitchFamily="18" charset="0"/>
                <a:ea typeface="宋体" panose="02010600030101010101" pitchFamily="2" charset="-122"/>
              </a:rPr>
              <a:t>（</a:t>
            </a:r>
            <a:r>
              <a:rPr lang="zh-CN" altLang="zh-CN" sz="2800" b="1" dirty="0">
                <a:latin typeface="Times New Roman" panose="02020603050405020304" pitchFamily="18" charset="0"/>
                <a:ea typeface="宋体" panose="02010600030101010101" pitchFamily="2" charset="-122"/>
              </a:rPr>
              <a:t>或380</a:t>
            </a:r>
            <a:r>
              <a:rPr lang="en-US" altLang="zh-CN" sz="2800" b="1" dirty="0">
                <a:latin typeface="Times New Roman" panose="02020603050405020304" pitchFamily="18" charset="0"/>
              </a:rPr>
              <a:t>V</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rPr>
              <a:t>50Hz</a:t>
            </a:r>
            <a:r>
              <a:rPr lang="zh-CN" altLang="zh-CN" sz="2800" b="1" dirty="0">
                <a:latin typeface="Times New Roman" panose="02020603050405020304" pitchFamily="18" charset="0"/>
                <a:ea typeface="宋体" panose="02010600030101010101" pitchFamily="2" charset="-122"/>
              </a:rPr>
              <a:t>的</a:t>
            </a:r>
            <a:r>
              <a:rPr lang="zh-CN" altLang="en-US" sz="2800" b="1" dirty="0">
                <a:latin typeface="Times New Roman" panose="02020603050405020304" pitchFamily="18" charset="0"/>
                <a:ea typeface="宋体" panose="02010600030101010101" pitchFamily="2" charset="-122"/>
              </a:rPr>
              <a:t>交流电转换为直流电</a:t>
            </a:r>
            <a:endParaRPr lang="zh-CN" altLang="en-US" sz="2800" b="1" dirty="0">
              <a:latin typeface="Times New Roman" panose="02020603050405020304" pitchFamily="18" charset="0"/>
              <a:ea typeface="宋体" panose="02010600030101010101" pitchFamily="2" charset="-122"/>
            </a:endParaRPr>
          </a:p>
        </p:txBody>
      </p:sp>
      <p:sp>
        <p:nvSpPr>
          <p:cNvPr id="21517" name="AutoShape 13"/>
          <p:cNvSpPr/>
          <p:nvPr/>
        </p:nvSpPr>
        <p:spPr>
          <a:xfrm>
            <a:off x="1262063" y="4087813"/>
            <a:ext cx="1770062" cy="523875"/>
          </a:xfrm>
          <a:prstGeom prst="borderCallout1">
            <a:avLst>
              <a:gd name="adj1" fmla="val -13375"/>
              <a:gd name="adj2" fmla="val 65495"/>
              <a:gd name="adj3" fmla="val -210051"/>
              <a:gd name="adj4" fmla="val 175653"/>
            </a:avLst>
          </a:prstGeom>
          <a:noFill/>
          <a:ln w="19050" cap="flat" cmpd="sng">
            <a:solidFill>
              <a:srgbClr val="FF0000"/>
            </a:solidFill>
            <a:prstDash val="solid"/>
            <a:miter/>
            <a:headEnd type="none" w="med" len="med"/>
            <a:tailEnd type="none" w="med" len="med"/>
          </a:ln>
        </p:spPr>
        <p:txBody>
          <a:bodyPr wrap="square" anchor="ctr">
            <a:spAutoFit/>
          </a:bodyPr>
          <a:p>
            <a:pPr algn="ctr" eaLnBrk="0" hangingPunct="0"/>
            <a:r>
              <a:rPr lang="zh-CN" altLang="en-US" sz="2800" b="1" dirty="0">
                <a:solidFill>
                  <a:srgbClr val="000000"/>
                </a:solidFill>
                <a:latin typeface="Times New Roman" panose="02020603050405020304" pitchFamily="18" charset="0"/>
                <a:ea typeface="宋体" panose="02010600030101010101" pitchFamily="2" charset="-122"/>
              </a:rPr>
              <a:t>半波整流</a:t>
            </a:r>
            <a:endParaRPr lang="zh-CN" altLang="en-US" sz="2800" b="1" dirty="0">
              <a:solidFill>
                <a:srgbClr val="000000"/>
              </a:solidFill>
              <a:latin typeface="Times New Roman" panose="02020603050405020304" pitchFamily="18" charset="0"/>
              <a:ea typeface="宋体" panose="02010600030101010101" pitchFamily="2" charset="-122"/>
            </a:endParaRPr>
          </a:p>
        </p:txBody>
      </p:sp>
      <p:sp>
        <p:nvSpPr>
          <p:cNvPr id="21518" name="AutoShape 14"/>
          <p:cNvSpPr/>
          <p:nvPr/>
        </p:nvSpPr>
        <p:spPr>
          <a:xfrm>
            <a:off x="4583113" y="4073525"/>
            <a:ext cx="1657350" cy="522288"/>
          </a:xfrm>
          <a:prstGeom prst="borderCallout1">
            <a:avLst>
              <a:gd name="adj1" fmla="val -18556"/>
              <a:gd name="adj2" fmla="val 48995"/>
              <a:gd name="adj3" fmla="val -117037"/>
              <a:gd name="adj4" fmla="val 11227"/>
            </a:avLst>
          </a:prstGeom>
          <a:noFill/>
          <a:ln w="19050" cap="flat" cmpd="sng">
            <a:solidFill>
              <a:srgbClr val="FF0000"/>
            </a:solidFill>
            <a:prstDash val="solid"/>
            <a:miter/>
            <a:headEnd type="none" w="med" len="med"/>
            <a:tailEnd type="none" w="med" len="med"/>
          </a:ln>
        </p:spPr>
        <p:txBody>
          <a:bodyPr wrap="square" anchor="ctr">
            <a:spAutoFit/>
          </a:bodyPr>
          <a:p>
            <a:pPr algn="ctr" eaLnBrk="0" hangingPunct="0"/>
            <a:r>
              <a:rPr lang="zh-CN" altLang="en-US" sz="2800" b="1" dirty="0">
                <a:solidFill>
                  <a:srgbClr val="000000"/>
                </a:solidFill>
                <a:latin typeface="Times New Roman" panose="02020603050405020304" pitchFamily="18" charset="0"/>
                <a:ea typeface="宋体" panose="02010600030101010101" pitchFamily="2" charset="-122"/>
              </a:rPr>
              <a:t>全波整流</a:t>
            </a:r>
            <a:endParaRPr lang="zh-CN" altLang="en-US" sz="2800" b="1" dirty="0">
              <a:solidFill>
                <a:srgbClr val="000000"/>
              </a:solidFill>
              <a:latin typeface="Times New Roman" panose="02020603050405020304" pitchFamily="18" charset="0"/>
              <a:ea typeface="宋体" panose="02010600030101010101" pitchFamily="2" charset="-122"/>
            </a:endParaRPr>
          </a:p>
        </p:txBody>
      </p:sp>
      <p:sp>
        <p:nvSpPr>
          <p:cNvPr id="21519" name="Text Box 15"/>
          <p:cNvSpPr txBox="1"/>
          <p:nvPr/>
        </p:nvSpPr>
        <p:spPr>
          <a:xfrm>
            <a:off x="201613" y="5407025"/>
            <a:ext cx="11747500" cy="1211263"/>
          </a:xfrm>
          <a:prstGeom prst="rect">
            <a:avLst/>
          </a:prstGeom>
          <a:noFill/>
          <a:ln w="9525">
            <a:noFill/>
          </a:ln>
        </p:spPr>
        <p:txBody>
          <a:bodyPr wrap="square" anchor="ctr">
            <a:spAutoFit/>
          </a:bodyPr>
          <a:p>
            <a:pPr eaLnBrk="0" hangingPunct="0">
              <a:lnSpc>
                <a:spcPct val="130000"/>
              </a:lnSpc>
              <a:spcBef>
                <a:spcPct val="50000"/>
              </a:spcBef>
            </a:pPr>
            <a:r>
              <a:rPr lang="zh-CN" altLang="en-US" sz="2800" b="1" dirty="0">
                <a:latin typeface="Times New Roman" panose="02020603050405020304" pitchFamily="18" charset="0"/>
                <a:ea typeface="宋体" panose="02010600030101010101" pitchFamily="2" charset="-122"/>
              </a:rPr>
              <a:t>在分析电源电路时要特别考虑的两个问题：允许电网电压波动</a:t>
            </a:r>
            <a:r>
              <a:rPr lang="en-US" altLang="zh-CN" sz="2800" b="1" dirty="0">
                <a:latin typeface="Times New Roman" panose="02020603050405020304" pitchFamily="18" charset="0"/>
              </a:rPr>
              <a:t>±10</a:t>
            </a:r>
            <a:r>
              <a:rPr lang="zh-CN" altLang="en-US" sz="2800" b="1" dirty="0">
                <a:latin typeface="Times New Roman" panose="02020603050405020304" pitchFamily="18" charset="0"/>
                <a:ea typeface="宋体" panose="02010600030101010101" pitchFamily="2" charset="-122"/>
              </a:rPr>
              <a:t>％，且负载有一定的变化范围。</a:t>
            </a:r>
            <a:endParaRPr lang="zh-CN" altLang="en-US" sz="2800" b="1" dirty="0">
              <a:latin typeface="Times New Roman" panose="02020603050405020304" pitchFamily="18" charset="0"/>
              <a:ea typeface="宋体" panose="02010600030101010101" pitchFamily="2" charset="-122"/>
            </a:endParaRPr>
          </a:p>
        </p:txBody>
      </p:sp>
      <p:graphicFrame>
        <p:nvGraphicFramePr>
          <p:cNvPr id="21520" name="Object 16"/>
          <p:cNvGraphicFramePr>
            <a:graphicFrameLocks noChangeAspect="1"/>
          </p:cNvGraphicFramePr>
          <p:nvPr/>
        </p:nvGraphicFramePr>
        <p:xfrm>
          <a:off x="509588" y="1876425"/>
          <a:ext cx="8229600" cy="823913"/>
        </p:xfrm>
        <a:graphic>
          <a:graphicData uri="http://schemas.openxmlformats.org/presentationml/2006/ole">
            <mc:AlternateContent xmlns:mc="http://schemas.openxmlformats.org/markup-compatibility/2006">
              <mc:Choice xmlns:v="urn:schemas-microsoft-com:vml" Requires="v">
                <p:oleObj spid="_x0000_s3088" name="" r:id="rId7" imgW="23250525" imgH="2333625" progId="MSPhotoEd.3">
                  <p:embed/>
                </p:oleObj>
              </mc:Choice>
              <mc:Fallback>
                <p:oleObj name="" r:id="rId7" imgW="23250525" imgH="2333625" progId="MSPhotoEd.3">
                  <p:embed/>
                  <p:pic>
                    <p:nvPicPr>
                      <p:cNvPr id="0" name="图片 3087"/>
                      <p:cNvPicPr/>
                      <p:nvPr/>
                    </p:nvPicPr>
                    <p:blipFill>
                      <a:blip r:embed="rId8"/>
                      <a:stretch>
                        <a:fillRect/>
                      </a:stretch>
                    </p:blipFill>
                    <p:spPr>
                      <a:xfrm>
                        <a:off x="509588" y="1876425"/>
                        <a:ext cx="8229600" cy="8239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16">
                                            <p:txEl>
                                              <p:charRg st="0" end="39"/>
                                            </p:txEl>
                                          </p:spTgt>
                                        </p:tgtEl>
                                        <p:attrNameLst>
                                          <p:attrName>style.visibility</p:attrName>
                                        </p:attrNameLst>
                                      </p:cBhvr>
                                      <p:to>
                                        <p:strVal val="visible"/>
                                      </p:to>
                                    </p:set>
                                    <p:animEffect transition="in" filter="wipe(left)">
                                      <p:cBhvr>
                                        <p:cTn id="7" dur="500"/>
                                        <p:tgtEl>
                                          <p:spTgt spid="21516">
                                            <p:txEl>
                                              <p:charRg st="0" end="3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520"/>
                                        </p:tgtEl>
                                        <p:attrNameLst>
                                          <p:attrName>style.visibility</p:attrName>
                                        </p:attrNameLst>
                                      </p:cBhvr>
                                      <p:to>
                                        <p:strVal val="visible"/>
                                      </p:to>
                                    </p:set>
                                    <p:animEffect transition="in" filter="wipe(left)">
                                      <p:cBhvr>
                                        <p:cTn id="12" dur="500"/>
                                        <p:tgtEl>
                                          <p:spTgt spid="2152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2150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2150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21512">
                                            <p:txEl>
                                              <p:charRg st="0"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215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215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215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21513">
                                            <p:txEl>
                                              <p:charRg st="0"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215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21514">
                                            <p:txEl>
                                              <p:charRg st="0"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499"/>
                                          </p:stCondLst>
                                        </p:cTn>
                                        <p:tgtEl>
                                          <p:spTgt spid="2150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21515">
                                            <p:txEl>
                                              <p:charRg st="0" end="17"/>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499"/>
                                          </p:stCondLst>
                                        </p:cTn>
                                        <p:tgtEl>
                                          <p:spTgt spid="21515">
                                            <p:txEl>
                                              <p:charRg st="17" end="36"/>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1519">
                                            <p:txEl>
                                              <p:charRg st="0" end="45"/>
                                            </p:txEl>
                                          </p:spTgt>
                                        </p:tgtEl>
                                        <p:attrNameLst>
                                          <p:attrName>style.visibility</p:attrName>
                                        </p:attrNameLst>
                                      </p:cBhvr>
                                      <p:to>
                                        <p:strVal val="visible"/>
                                      </p:to>
                                    </p:set>
                                    <p:animEffect transition="in" filter="wipe(left)">
                                      <p:cBhvr>
                                        <p:cTn id="65" dur="500"/>
                                        <p:tgtEl>
                                          <p:spTgt spid="21519">
                                            <p:txEl>
                                              <p:charRg st="0" end="4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2" grpId="0" build="p"/>
      <p:bldP spid="21513" grpId="0" build="p"/>
      <p:bldP spid="21514" grpId="0" build="p"/>
      <p:bldP spid="21515" grpId="0" build="p"/>
      <p:bldP spid="21516" grpId="0" build="p"/>
      <p:bldP spid="21517" grpId="0" animBg="1"/>
      <p:bldP spid="21518" grpId="0" animBg="1"/>
      <p:bldP spid="2151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ctrTitle"/>
          </p:nvPr>
        </p:nvSpPr>
        <p:spPr>
          <a:xfrm>
            <a:off x="2678113" y="1031875"/>
            <a:ext cx="5173662" cy="692150"/>
          </a:xfrm>
        </p:spPr>
        <p:txBody>
          <a:bodyPr wrap="square" lIns="91440" tIns="45720" rIns="91440" bIns="45720" anchor="ctr"/>
          <a:lstStyle>
            <a:lvl1pPr lvl="0">
              <a:defRPr/>
            </a:lvl1pPr>
          </a:lstStyle>
          <a:p>
            <a:pPr lvl="0"/>
            <a:r>
              <a:rPr lang="zh-CN" altLang="en-US" sz="3200" b="1" dirty="0">
                <a:latin typeface="黑体" panose="02010609060101010101" charset="-122"/>
                <a:ea typeface="黑体" panose="02010609060101010101" charset="-122"/>
              </a:rPr>
              <a:t>二、单相整流电路</a:t>
            </a:r>
            <a:endParaRPr lang="zh-CN" altLang="en-US" sz="3200" b="1" dirty="0">
              <a:latin typeface="黑体" panose="02010609060101010101" charset="-122"/>
              <a:ea typeface="黑体" panose="02010609060101010101" charset="-122"/>
            </a:endParaRPr>
          </a:p>
        </p:txBody>
      </p:sp>
      <p:sp>
        <p:nvSpPr>
          <p:cNvPr id="23554" name="Text Box 4">
            <a:hlinkClick r:id="rId1" action="ppaction://hlinksldjump"/>
          </p:cNvPr>
          <p:cNvSpPr txBox="1"/>
          <p:nvPr/>
        </p:nvSpPr>
        <p:spPr>
          <a:xfrm>
            <a:off x="2279650" y="2003425"/>
            <a:ext cx="5807075" cy="522288"/>
          </a:xfrm>
          <a:prstGeom prst="rect">
            <a:avLst/>
          </a:prstGeom>
          <a:noFill/>
          <a:ln w="9525">
            <a:noFill/>
          </a:ln>
        </p:spPr>
        <p:txBody>
          <a:bodyPr wrap="square" anchor="t">
            <a:spAutoFit/>
          </a:bodyPr>
          <a:p>
            <a:pPr eaLnBrk="0" hangingPunct="0">
              <a:spcBef>
                <a:spcPct val="50000"/>
              </a:spcBef>
            </a:pPr>
            <a:r>
              <a:rPr lang="zh-CN" altLang="en-US" sz="2800" b="1" dirty="0">
                <a:latin typeface="Times New Roman" panose="02020603050405020304" pitchFamily="18" charset="0"/>
                <a:ea typeface="宋体" panose="02010600030101010101" pitchFamily="2" charset="-122"/>
              </a:rPr>
              <a:t>（一）对整流电路要研究的问题</a:t>
            </a:r>
            <a:endParaRPr lang="zh-CN" altLang="en-US" sz="2800" b="1" dirty="0">
              <a:latin typeface="Times New Roman" panose="02020603050405020304" pitchFamily="18" charset="0"/>
              <a:ea typeface="宋体" panose="02010600030101010101" pitchFamily="2" charset="-122"/>
            </a:endParaRPr>
          </a:p>
        </p:txBody>
      </p:sp>
      <p:sp>
        <p:nvSpPr>
          <p:cNvPr id="23555" name="Text Box 6">
            <a:hlinkClick r:id="rId2" action="ppaction://hlinksldjump"/>
          </p:cNvPr>
          <p:cNvSpPr txBox="1"/>
          <p:nvPr/>
        </p:nvSpPr>
        <p:spPr>
          <a:xfrm>
            <a:off x="2251075" y="2724150"/>
            <a:ext cx="5111750" cy="522288"/>
          </a:xfrm>
          <a:prstGeom prst="rect">
            <a:avLst/>
          </a:prstGeom>
          <a:noFill/>
          <a:ln w="9525">
            <a:noFill/>
          </a:ln>
        </p:spPr>
        <p:txBody>
          <a:bodyPr wrap="square" anchor="t">
            <a:spAutoFit/>
          </a:bodyPr>
          <a:p>
            <a:pPr eaLnBrk="0" hangingPunct="0">
              <a:spcBef>
                <a:spcPct val="50000"/>
              </a:spcBef>
              <a:buFont typeface="Arial" panose="020B0604020202020204" pitchFamily="34" charset="0"/>
              <a:buNone/>
            </a:pPr>
            <a:r>
              <a:rPr lang="zh-CN" altLang="en-US" sz="2800" b="1" dirty="0">
                <a:latin typeface="Times New Roman" panose="02020603050405020304" pitchFamily="18" charset="0"/>
                <a:ea typeface="宋体" panose="02010600030101010101" pitchFamily="2" charset="-122"/>
              </a:rPr>
              <a:t>（二）单相半波整流电路</a:t>
            </a:r>
            <a:endParaRPr lang="zh-CN" altLang="en-US" sz="2800" b="1" dirty="0">
              <a:latin typeface="Times New Roman" panose="02020603050405020304" pitchFamily="18" charset="0"/>
              <a:ea typeface="宋体" panose="02010600030101010101" pitchFamily="2" charset="-122"/>
            </a:endParaRPr>
          </a:p>
        </p:txBody>
      </p:sp>
      <p:sp>
        <p:nvSpPr>
          <p:cNvPr id="23556" name="Text Box 7">
            <a:hlinkClick r:id="rId3" action="ppaction://hlinksldjump"/>
          </p:cNvPr>
          <p:cNvSpPr txBox="1"/>
          <p:nvPr/>
        </p:nvSpPr>
        <p:spPr>
          <a:xfrm>
            <a:off x="2238375" y="3443288"/>
            <a:ext cx="4621213" cy="522287"/>
          </a:xfrm>
          <a:prstGeom prst="rect">
            <a:avLst/>
          </a:prstGeom>
          <a:noFill/>
          <a:ln w="9525">
            <a:noFill/>
          </a:ln>
        </p:spPr>
        <p:txBody>
          <a:bodyPr wrap="square" anchor="t">
            <a:spAutoFit/>
          </a:bodyPr>
          <a:p>
            <a:pPr eaLnBrk="0" hangingPunct="0">
              <a:spcBef>
                <a:spcPct val="50000"/>
              </a:spcBef>
              <a:buFont typeface="Arial" panose="020B0604020202020204" pitchFamily="34" charset="0"/>
              <a:buNone/>
            </a:pPr>
            <a:r>
              <a:rPr lang="zh-CN" altLang="en-US" sz="2800" b="1" dirty="0">
                <a:latin typeface="Times New Roman" panose="02020603050405020304" pitchFamily="18" charset="0"/>
                <a:ea typeface="宋体" panose="02010600030101010101" pitchFamily="2" charset="-122"/>
              </a:rPr>
              <a:t>（三）单相桥式整流电路</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Rectangle 2"/>
          <p:cNvSpPr>
            <a:spLocks noGrp="1"/>
          </p:cNvSpPr>
          <p:nvPr>
            <p:ph type="title"/>
          </p:nvPr>
        </p:nvSpPr>
        <p:spPr>
          <a:xfrm>
            <a:off x="3613150" y="114300"/>
            <a:ext cx="5730875" cy="457200"/>
          </a:xfrm>
        </p:spPr>
        <p:txBody>
          <a:bodyPr wrap="square" lIns="91440" tIns="45720" rIns="91440" bIns="45720" anchor="ctr"/>
          <a:p>
            <a:r>
              <a:rPr lang="en-US" altLang="zh-CN" sz="3200" b="1" dirty="0">
                <a:latin typeface="宋体" panose="02010600030101010101" pitchFamily="2" charset="-122"/>
              </a:rPr>
              <a:t>(</a:t>
            </a:r>
            <a:r>
              <a:rPr lang="zh-CN" altLang="en-US" sz="3200" b="1" dirty="0">
                <a:latin typeface="宋体" panose="02010600030101010101" pitchFamily="2" charset="-122"/>
                <a:ea typeface="宋体" panose="02010600030101010101" pitchFamily="2" charset="-122"/>
              </a:rPr>
              <a:t>一</a:t>
            </a:r>
            <a:r>
              <a:rPr lang="en-US" altLang="zh-CN" sz="3200" b="1" dirty="0">
                <a:latin typeface="宋体" panose="02010600030101010101" pitchFamily="2" charset="-122"/>
              </a:rPr>
              <a:t>)</a:t>
            </a:r>
            <a:r>
              <a:rPr lang="zh-CN" altLang="en-US" sz="3200" b="1" dirty="0">
                <a:latin typeface="宋体" panose="02010600030101010101" pitchFamily="2" charset="-122"/>
                <a:ea typeface="宋体" panose="02010600030101010101" pitchFamily="2" charset="-122"/>
              </a:rPr>
              <a:t>对整流电路要研究的问题</a:t>
            </a:r>
            <a:endParaRPr lang="zh-CN" altLang="en-US" sz="3200" b="1" dirty="0">
              <a:latin typeface="宋体" panose="02010600030101010101" pitchFamily="2" charset="-122"/>
              <a:ea typeface="宋体" panose="02010600030101010101" pitchFamily="2" charset="-122"/>
            </a:endParaRPr>
          </a:p>
        </p:txBody>
      </p:sp>
      <p:sp>
        <p:nvSpPr>
          <p:cNvPr id="22531" name="Text Box 3"/>
          <p:cNvSpPr txBox="1"/>
          <p:nvPr/>
        </p:nvSpPr>
        <p:spPr>
          <a:xfrm>
            <a:off x="344488" y="687388"/>
            <a:ext cx="11342687" cy="3449637"/>
          </a:xfrm>
          <a:prstGeom prst="rect">
            <a:avLst/>
          </a:prstGeom>
          <a:noFill/>
          <a:ln w="9525">
            <a:noFill/>
          </a:ln>
        </p:spPr>
        <p:txBody>
          <a:bodyPr wrap="square" anchor="t">
            <a:spAutoFit/>
          </a:bodyPr>
          <a:p>
            <a:pPr eaLnBrk="0" hangingPunct="0">
              <a:lnSpc>
                <a:spcPct val="130000"/>
              </a:lnSpc>
            </a:pPr>
            <a:r>
              <a:rPr lang="en-US" altLang="zh-CN" sz="2800" b="1" dirty="0">
                <a:latin typeface="Times New Roman" panose="02020603050405020304" pitchFamily="18" charset="0"/>
              </a:rPr>
              <a:t>1.</a:t>
            </a:r>
            <a:r>
              <a:rPr lang="zh-CN" altLang="en-US" sz="2800" b="1" dirty="0">
                <a:latin typeface="Times New Roman" panose="02020603050405020304" pitchFamily="18" charset="0"/>
                <a:ea typeface="宋体" panose="02010600030101010101" pitchFamily="2" charset="-122"/>
              </a:rPr>
              <a:t>电路的工作原理</a:t>
            </a:r>
            <a:endParaRPr lang="en-US" altLang="zh-CN" sz="2800" b="1" dirty="0">
              <a:latin typeface="Times New Roman" panose="02020603050405020304" pitchFamily="18" charset="0"/>
            </a:endParaRPr>
          </a:p>
          <a:p>
            <a:pPr eaLnBrk="0" hangingPunct="0">
              <a:lnSpc>
                <a:spcPct val="130000"/>
              </a:lnSpc>
            </a:pPr>
            <a:r>
              <a:rPr lang="en-US" altLang="zh-CN" sz="2400" b="1" dirty="0">
                <a:latin typeface="Times New Roman" panose="02020603050405020304" pitchFamily="18" charset="0"/>
              </a:rPr>
              <a:t>  </a:t>
            </a:r>
            <a:r>
              <a:rPr lang="zh-CN" altLang="en-US" sz="2800" b="1" dirty="0">
                <a:latin typeface="Times New Roman" panose="02020603050405020304" pitchFamily="18" charset="0"/>
                <a:ea typeface="宋体" panose="02010600030101010101" pitchFamily="2" charset="-122"/>
              </a:rPr>
              <a:t>根据电路的偏置电压确定二极管工作状态、分析电路的波形变换</a:t>
            </a:r>
            <a:endParaRPr lang="zh-CN" altLang="en-US" sz="2800" b="1" dirty="0">
              <a:latin typeface="Times New Roman" panose="02020603050405020304" pitchFamily="18" charset="0"/>
              <a:ea typeface="宋体" panose="02010600030101010101" pitchFamily="2" charset="-122"/>
            </a:endParaRPr>
          </a:p>
          <a:p>
            <a:pPr eaLnBrk="0" hangingPunct="0">
              <a:lnSpc>
                <a:spcPct val="130000"/>
              </a:lnSpc>
              <a:buFont typeface="Arial" panose="020B0604020202020204" pitchFamily="34" charset="0"/>
              <a:buNone/>
            </a:pPr>
            <a:r>
              <a:rPr lang="en-US" altLang="zh-CN" sz="2800" b="1" dirty="0">
                <a:latin typeface="Times New Roman" panose="02020603050405020304" pitchFamily="18" charset="0"/>
              </a:rPr>
              <a:t>2.</a:t>
            </a:r>
            <a:r>
              <a:rPr lang="zh-CN" altLang="en-US" sz="2800" b="1" dirty="0">
                <a:latin typeface="Times New Roman" panose="02020603050405020304" pitchFamily="18" charset="0"/>
                <a:ea typeface="宋体" panose="02010600030101010101" pitchFamily="2" charset="-122"/>
              </a:rPr>
              <a:t>直流输出电压和输出电流平均值</a:t>
            </a:r>
            <a:endParaRPr lang="en-US" altLang="zh-CN" sz="2800" b="1" dirty="0">
              <a:latin typeface="Times New Roman" panose="02020603050405020304" pitchFamily="18" charset="0"/>
            </a:endParaRPr>
          </a:p>
          <a:p>
            <a:pPr eaLnBrk="0" hangingPunct="0">
              <a:lnSpc>
                <a:spcPct val="130000"/>
              </a:lnSpc>
              <a:buFont typeface="Arial" panose="020B0604020202020204" pitchFamily="34" charset="0"/>
              <a:buNone/>
            </a:pPr>
            <a:r>
              <a:rPr lang="en-US" altLang="zh-CN" sz="2400" b="1" dirty="0">
                <a:latin typeface="Times New Roman" panose="02020603050405020304" pitchFamily="18" charset="0"/>
              </a:rPr>
              <a:t>    </a:t>
            </a:r>
            <a:r>
              <a:rPr lang="zh-CN" altLang="en-US" sz="2800" b="1" dirty="0">
                <a:latin typeface="Times New Roman" panose="02020603050405020304" pitchFamily="18" charset="0"/>
                <a:ea typeface="宋体" panose="02010600030101010101" pitchFamily="2" charset="-122"/>
              </a:rPr>
              <a:t>输出脉动直流电压和电流平均值的估算方法</a:t>
            </a:r>
            <a:endParaRPr lang="zh-CN" altLang="en-US" sz="2800" b="1" dirty="0">
              <a:latin typeface="Times New Roman" panose="02020603050405020304" pitchFamily="18" charset="0"/>
              <a:ea typeface="宋体" panose="02010600030101010101" pitchFamily="2" charset="-122"/>
            </a:endParaRPr>
          </a:p>
          <a:p>
            <a:pPr eaLnBrk="0" hangingPunct="0">
              <a:lnSpc>
                <a:spcPct val="130000"/>
              </a:lnSpc>
            </a:pPr>
            <a:r>
              <a:rPr lang="en-US" altLang="zh-CN" sz="2800" b="1" dirty="0">
                <a:latin typeface="Times New Roman" panose="02020603050405020304" pitchFamily="18" charset="0"/>
              </a:rPr>
              <a:t>3.</a:t>
            </a:r>
            <a:r>
              <a:rPr lang="zh-CN" altLang="en-US" sz="2800" b="1" dirty="0">
                <a:latin typeface="Times New Roman" panose="02020603050405020304" pitchFamily="18" charset="0"/>
                <a:ea typeface="宋体" panose="02010600030101010101" pitchFamily="2" charset="-122"/>
              </a:rPr>
              <a:t>整流二极管的选择</a:t>
            </a:r>
            <a:endParaRPr lang="en-US" altLang="zh-CN" sz="2800" b="1" dirty="0">
              <a:latin typeface="Times New Roman" panose="02020603050405020304" pitchFamily="18" charset="0"/>
            </a:endParaRPr>
          </a:p>
          <a:p>
            <a:pPr eaLnBrk="0" hangingPunct="0">
              <a:lnSpc>
                <a:spcPct val="130000"/>
              </a:lnSpc>
              <a:buFont typeface="Arial" panose="020B0604020202020204" pitchFamily="34" charset="0"/>
              <a:buNone/>
            </a:pPr>
            <a:r>
              <a:rPr lang="en-US" altLang="zh-CN" sz="2400" b="1" dirty="0">
                <a:latin typeface="Times New Roman" panose="02020603050405020304" pitchFamily="18" charset="0"/>
              </a:rPr>
              <a:t> </a:t>
            </a:r>
            <a:r>
              <a:rPr lang="zh-CN" altLang="en-US" sz="2800" b="1" dirty="0">
                <a:latin typeface="Times New Roman" panose="02020603050405020304" pitchFamily="18" charset="0"/>
                <a:ea typeface="宋体" panose="02010600030101010101" pitchFamily="2" charset="-122"/>
              </a:rPr>
              <a:t>根据电路结构分析二极管承受的最大整流平均电流和最高反向工作电压</a:t>
            </a:r>
            <a:endParaRPr lang="zh-CN" altLang="en-US" sz="2800" b="1" dirty="0">
              <a:latin typeface="Times New Roman" panose="02020603050405020304" pitchFamily="18" charset="0"/>
              <a:ea typeface="宋体" panose="02010600030101010101" pitchFamily="2" charset="-122"/>
            </a:endParaRPr>
          </a:p>
        </p:txBody>
      </p:sp>
      <p:sp>
        <p:nvSpPr>
          <p:cNvPr id="22533" name="Text Box 5"/>
          <p:cNvSpPr txBox="1"/>
          <p:nvPr/>
        </p:nvSpPr>
        <p:spPr>
          <a:xfrm>
            <a:off x="179388" y="4449763"/>
            <a:ext cx="4264025" cy="523875"/>
          </a:xfrm>
          <a:prstGeom prst="rect">
            <a:avLst/>
          </a:prstGeom>
          <a:noFill/>
          <a:ln w="9525">
            <a:noFill/>
          </a:ln>
        </p:spPr>
        <p:txBody>
          <a:bodyPr anchor="t">
            <a:spAutoFit/>
          </a:bodyPr>
          <a:p>
            <a:pPr eaLnBrk="0" hangingPunct="0">
              <a:spcBef>
                <a:spcPct val="50000"/>
              </a:spcBef>
            </a:pPr>
            <a:r>
              <a:rPr lang="zh-CN" altLang="en-US" sz="2800" b="1" dirty="0">
                <a:latin typeface="Times New Roman" panose="02020603050405020304" pitchFamily="18" charset="0"/>
                <a:ea typeface="宋体" panose="02010600030101010101" pitchFamily="2" charset="-122"/>
              </a:rPr>
              <a:t>整流二极管的伏安特性：</a:t>
            </a:r>
            <a:endParaRPr lang="zh-CN" altLang="en-US" sz="2800" b="1" dirty="0">
              <a:latin typeface="Times New Roman" panose="02020603050405020304" pitchFamily="18" charset="0"/>
              <a:ea typeface="宋体" panose="02010600030101010101" pitchFamily="2" charset="-122"/>
            </a:endParaRPr>
          </a:p>
        </p:txBody>
      </p:sp>
      <p:pic>
        <p:nvPicPr>
          <p:cNvPr id="22534" name="Picture 6" descr="Dz010110"/>
          <p:cNvPicPr>
            <a:picLocks noChangeAspect="1"/>
          </p:cNvPicPr>
          <p:nvPr/>
        </p:nvPicPr>
        <p:blipFill>
          <a:blip r:embed="rId1"/>
          <a:srcRect l="14706" b="9911"/>
          <a:stretch>
            <a:fillRect/>
          </a:stretch>
        </p:blipFill>
        <p:spPr>
          <a:xfrm>
            <a:off x="7862888" y="4033838"/>
            <a:ext cx="2819400" cy="2430462"/>
          </a:xfrm>
          <a:prstGeom prst="rect">
            <a:avLst/>
          </a:prstGeom>
          <a:noFill/>
          <a:ln w="9525">
            <a:noFill/>
          </a:ln>
        </p:spPr>
      </p:pic>
      <p:grpSp>
        <p:nvGrpSpPr>
          <p:cNvPr id="2" name="Group 7"/>
          <p:cNvGrpSpPr/>
          <p:nvPr/>
        </p:nvGrpSpPr>
        <p:grpSpPr>
          <a:xfrm>
            <a:off x="8128000" y="4338638"/>
            <a:ext cx="1219200" cy="1766887"/>
            <a:chOff x="2951" y="2496"/>
            <a:chExt cx="768" cy="1113"/>
          </a:xfrm>
        </p:grpSpPr>
        <p:sp>
          <p:nvSpPr>
            <p:cNvPr id="25606" name="Line 8"/>
            <p:cNvSpPr/>
            <p:nvPr/>
          </p:nvSpPr>
          <p:spPr>
            <a:xfrm>
              <a:off x="2951" y="3609"/>
              <a:ext cx="768" cy="0"/>
            </a:xfrm>
            <a:prstGeom prst="line">
              <a:avLst/>
            </a:prstGeom>
            <a:ln w="28575" cap="flat" cmpd="sng">
              <a:solidFill>
                <a:srgbClr val="FF0000"/>
              </a:solidFill>
              <a:prstDash val="solid"/>
              <a:round/>
              <a:headEnd type="none" w="med" len="med"/>
              <a:tailEnd type="none" w="med" len="med"/>
            </a:ln>
          </p:spPr>
          <p:txBody>
            <a:bodyPr anchor="t"/>
            <a:p>
              <a:pPr eaLnBrk="0" hangingPunct="0"/>
              <a:endParaRPr lang="zh-CN" altLang="en-US">
                <a:latin typeface="Calibri" panose="020F0502020204030204" pitchFamily="34" charset="0"/>
                <a:ea typeface="宋体" panose="02010600030101010101" pitchFamily="2" charset="-122"/>
              </a:endParaRPr>
            </a:p>
          </p:txBody>
        </p:sp>
        <p:sp>
          <p:nvSpPr>
            <p:cNvPr id="25607" name="Line 9"/>
            <p:cNvSpPr/>
            <p:nvPr/>
          </p:nvSpPr>
          <p:spPr>
            <a:xfrm flipV="1">
              <a:off x="3717" y="2496"/>
              <a:ext cx="0" cy="1104"/>
            </a:xfrm>
            <a:prstGeom prst="line">
              <a:avLst/>
            </a:prstGeom>
            <a:ln w="28575" cap="flat" cmpd="sng">
              <a:solidFill>
                <a:srgbClr val="FF0000"/>
              </a:solidFill>
              <a:prstDash val="solid"/>
              <a:round/>
              <a:headEnd type="none" w="med" len="med"/>
              <a:tailEnd type="none" w="med" len="med"/>
            </a:ln>
          </p:spPr>
          <p:txBody>
            <a:bodyPr anchor="t"/>
            <a:p>
              <a:pPr eaLnBrk="0" hangingPunct="0"/>
              <a:endParaRPr lang="zh-CN" altLang="en-US">
                <a:latin typeface="Calibri" panose="020F0502020204030204" pitchFamily="34" charset="0"/>
                <a:ea typeface="宋体" panose="02010600030101010101" pitchFamily="2" charset="-122"/>
              </a:endParaRPr>
            </a:p>
          </p:txBody>
        </p:sp>
      </p:grpSp>
      <p:grpSp>
        <p:nvGrpSpPr>
          <p:cNvPr id="3" name="Group 10"/>
          <p:cNvGrpSpPr/>
          <p:nvPr/>
        </p:nvGrpSpPr>
        <p:grpSpPr>
          <a:xfrm>
            <a:off x="6811963" y="4641850"/>
            <a:ext cx="5199062" cy="1270000"/>
            <a:chOff x="2122" y="2735"/>
            <a:chExt cx="3275" cy="800"/>
          </a:xfrm>
        </p:grpSpPr>
        <p:sp>
          <p:nvSpPr>
            <p:cNvPr id="25609" name="AutoShape 11"/>
            <p:cNvSpPr/>
            <p:nvPr/>
          </p:nvSpPr>
          <p:spPr>
            <a:xfrm>
              <a:off x="4322" y="3262"/>
              <a:ext cx="1075" cy="273"/>
            </a:xfrm>
            <a:prstGeom prst="borderCallout1">
              <a:avLst>
                <a:gd name="adj1" fmla="val -17579"/>
                <a:gd name="adj2" fmla="val 64120"/>
                <a:gd name="adj3" fmla="val -168861"/>
                <a:gd name="adj4" fmla="val -6319"/>
              </a:avLst>
            </a:prstGeom>
            <a:noFill/>
            <a:ln w="19050" cap="flat" cmpd="sng">
              <a:solidFill>
                <a:srgbClr val="FF0000"/>
              </a:solidFill>
              <a:prstDash val="solid"/>
              <a:miter/>
              <a:headEnd type="none" w="med" len="med"/>
              <a:tailEnd type="none" w="med" len="med"/>
            </a:ln>
          </p:spPr>
          <p:txBody>
            <a:bodyPr anchor="t"/>
            <a:p>
              <a:pPr algn="ctr" eaLnBrk="0" hangingPunct="0"/>
              <a:r>
                <a:rPr lang="zh-CN" altLang="en-US" sz="2800" b="1" dirty="0">
                  <a:latin typeface="Times New Roman" panose="02020603050405020304" pitchFamily="18" charset="0"/>
                  <a:ea typeface="宋体" panose="02010600030101010101" pitchFamily="2" charset="-122"/>
                </a:rPr>
                <a:t>实际特性</a:t>
              </a:r>
              <a:endParaRPr lang="zh-CN" altLang="en-US" sz="2800" b="1" dirty="0">
                <a:latin typeface="Times New Roman" panose="02020603050405020304" pitchFamily="18" charset="0"/>
                <a:ea typeface="宋体" panose="02010600030101010101" pitchFamily="2" charset="-122"/>
              </a:endParaRPr>
            </a:p>
          </p:txBody>
        </p:sp>
        <p:sp>
          <p:nvSpPr>
            <p:cNvPr id="25610" name="AutoShape 12"/>
            <p:cNvSpPr/>
            <p:nvPr/>
          </p:nvSpPr>
          <p:spPr>
            <a:xfrm>
              <a:off x="2122" y="2735"/>
              <a:ext cx="1297" cy="269"/>
            </a:xfrm>
            <a:prstGeom prst="borderCallout1">
              <a:avLst>
                <a:gd name="adj1" fmla="val 127338"/>
                <a:gd name="adj2" fmla="val 61528"/>
                <a:gd name="adj3" fmla="val 313819"/>
                <a:gd name="adj4" fmla="val 115921"/>
              </a:avLst>
            </a:prstGeom>
            <a:noFill/>
            <a:ln w="19050" cap="flat" cmpd="sng">
              <a:solidFill>
                <a:srgbClr val="FF0000"/>
              </a:solidFill>
              <a:prstDash val="solid"/>
              <a:miter/>
              <a:headEnd type="none" w="med" len="med"/>
              <a:tailEnd type="none" w="med" len="med"/>
            </a:ln>
          </p:spPr>
          <p:txBody>
            <a:bodyPr anchor="t"/>
            <a:p>
              <a:pPr eaLnBrk="0" hangingPunct="0"/>
              <a:r>
                <a:rPr lang="zh-CN" altLang="en-US" sz="2800" b="1" dirty="0">
                  <a:latin typeface="Times New Roman" panose="02020603050405020304" pitchFamily="18" charset="0"/>
                  <a:ea typeface="宋体" panose="02010600030101010101" pitchFamily="2" charset="-122"/>
                </a:rPr>
                <a:t>理想化特性</a:t>
              </a:r>
              <a:endParaRPr lang="zh-CN" altLang="en-US" sz="2800" b="1" dirty="0">
                <a:latin typeface="Times New Roman" panose="02020603050405020304" pitchFamily="18" charset="0"/>
                <a:ea typeface="宋体" panose="02010600030101010101" pitchFamily="2" charset="-122"/>
              </a:endParaRPr>
            </a:p>
          </p:txBody>
        </p:sp>
      </p:grpSp>
      <p:sp>
        <p:nvSpPr>
          <p:cNvPr id="22541" name="Text Box 13"/>
          <p:cNvSpPr txBox="1"/>
          <p:nvPr/>
        </p:nvSpPr>
        <p:spPr>
          <a:xfrm>
            <a:off x="433388" y="5334000"/>
            <a:ext cx="7353300" cy="1212850"/>
          </a:xfrm>
          <a:prstGeom prst="rect">
            <a:avLst/>
          </a:prstGeom>
          <a:noFill/>
          <a:ln w="9525">
            <a:noFill/>
          </a:ln>
        </p:spPr>
        <p:txBody>
          <a:bodyPr wrap="square" anchor="t">
            <a:spAutoFit/>
          </a:bodyPr>
          <a:p>
            <a:pPr eaLnBrk="0" hangingPunct="0">
              <a:lnSpc>
                <a:spcPct val="130000"/>
              </a:lnSpc>
              <a:spcBef>
                <a:spcPct val="50000"/>
              </a:spcBef>
            </a:pPr>
            <a:r>
              <a:rPr lang="en-US" altLang="zh-CN" sz="2400" b="1" dirty="0">
                <a:latin typeface="Times New Roman" panose="02020603050405020304" pitchFamily="18" charset="0"/>
              </a:rPr>
              <a:t>  </a:t>
            </a:r>
            <a:r>
              <a:rPr lang="zh-CN" altLang="en-US" sz="2800" b="1" dirty="0">
                <a:latin typeface="Times New Roman" panose="02020603050405020304" pitchFamily="18" charset="0"/>
                <a:ea typeface="宋体" panose="02010600030101010101" pitchFamily="2" charset="-122"/>
              </a:rPr>
              <a:t>理想二极管的正向导通电压为</a:t>
            </a:r>
            <a:r>
              <a:rPr lang="en-US" altLang="zh-CN" sz="2800" b="1" dirty="0">
                <a:latin typeface="Times New Roman" panose="02020603050405020304" pitchFamily="18" charset="0"/>
              </a:rPr>
              <a:t>0</a:t>
            </a:r>
            <a:r>
              <a:rPr lang="zh-CN" altLang="en-US" sz="2800" b="1" dirty="0">
                <a:latin typeface="Times New Roman" panose="02020603050405020304" pitchFamily="18" charset="0"/>
                <a:ea typeface="宋体" panose="02010600030101010101" pitchFamily="2" charset="-122"/>
              </a:rPr>
              <a:t>，即正向电阻为</a:t>
            </a:r>
            <a:r>
              <a:rPr lang="en-US" altLang="zh-CN" sz="2800" b="1" dirty="0">
                <a:latin typeface="Times New Roman" panose="02020603050405020304" pitchFamily="18" charset="0"/>
              </a:rPr>
              <a:t>0</a:t>
            </a:r>
            <a:r>
              <a:rPr lang="zh-CN" altLang="en-US" sz="2800" b="1" dirty="0">
                <a:latin typeface="Times New Roman" panose="02020603050405020304" pitchFamily="18" charset="0"/>
                <a:ea typeface="宋体" panose="02010600030101010101" pitchFamily="2" charset="-122"/>
              </a:rPr>
              <a:t>；反向电流为</a:t>
            </a:r>
            <a:r>
              <a:rPr lang="en-US" altLang="zh-CN" sz="2800" b="1" dirty="0">
                <a:latin typeface="Times New Roman" panose="02020603050405020304" pitchFamily="18" charset="0"/>
              </a:rPr>
              <a:t>0</a:t>
            </a:r>
            <a:r>
              <a:rPr lang="zh-CN" altLang="en-US" sz="2800" b="1" dirty="0">
                <a:latin typeface="Times New Roman" panose="02020603050405020304" pitchFamily="18" charset="0"/>
                <a:ea typeface="宋体" panose="02010600030101010101" pitchFamily="2" charset="-122"/>
              </a:rPr>
              <a:t>，即反向电阻为无穷大。</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1">
                                            <p:txEl>
                                              <p:charRg st="0" end="10"/>
                                            </p:txEl>
                                          </p:spTgt>
                                        </p:tgtEl>
                                        <p:attrNameLst>
                                          <p:attrName>style.visibility</p:attrName>
                                        </p:attrNameLst>
                                      </p:cBhvr>
                                      <p:to>
                                        <p:strVal val="visible"/>
                                      </p:to>
                                    </p:set>
                                    <p:animEffect transition="in" filter="wipe(left)">
                                      <p:cBhvr>
                                        <p:cTn id="7" dur="500"/>
                                        <p:tgtEl>
                                          <p:spTgt spid="22531">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31">
                                            <p:txEl>
                                              <p:charRg st="10" end="41"/>
                                            </p:txEl>
                                          </p:spTgt>
                                        </p:tgtEl>
                                        <p:attrNameLst>
                                          <p:attrName>style.visibility</p:attrName>
                                        </p:attrNameLst>
                                      </p:cBhvr>
                                      <p:to>
                                        <p:strVal val="visible"/>
                                      </p:to>
                                    </p:set>
                                    <p:animEffect transition="in" filter="wipe(left)">
                                      <p:cBhvr>
                                        <p:cTn id="12" dur="500"/>
                                        <p:tgtEl>
                                          <p:spTgt spid="22531">
                                            <p:txEl>
                                              <p:charRg st="10" end="4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31">
                                            <p:txEl>
                                              <p:charRg st="41" end="58"/>
                                            </p:txEl>
                                          </p:spTgt>
                                        </p:tgtEl>
                                        <p:attrNameLst>
                                          <p:attrName>style.visibility</p:attrName>
                                        </p:attrNameLst>
                                      </p:cBhvr>
                                      <p:to>
                                        <p:strVal val="visible"/>
                                      </p:to>
                                    </p:set>
                                    <p:animEffect transition="in" filter="wipe(left)">
                                      <p:cBhvr>
                                        <p:cTn id="17" dur="500"/>
                                        <p:tgtEl>
                                          <p:spTgt spid="22531">
                                            <p:txEl>
                                              <p:charRg st="41" end="5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531">
                                            <p:txEl>
                                              <p:charRg st="58" end="82"/>
                                            </p:txEl>
                                          </p:spTgt>
                                        </p:tgtEl>
                                        <p:attrNameLst>
                                          <p:attrName>style.visibility</p:attrName>
                                        </p:attrNameLst>
                                      </p:cBhvr>
                                      <p:to>
                                        <p:strVal val="visible"/>
                                      </p:to>
                                    </p:set>
                                    <p:animEffect transition="in" filter="wipe(left)">
                                      <p:cBhvr>
                                        <p:cTn id="22" dur="500"/>
                                        <p:tgtEl>
                                          <p:spTgt spid="22531">
                                            <p:txEl>
                                              <p:charRg st="58" end="8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531">
                                            <p:txEl>
                                              <p:charRg st="82" end="93"/>
                                            </p:txEl>
                                          </p:spTgt>
                                        </p:tgtEl>
                                        <p:attrNameLst>
                                          <p:attrName>style.visibility</p:attrName>
                                        </p:attrNameLst>
                                      </p:cBhvr>
                                      <p:to>
                                        <p:strVal val="visible"/>
                                      </p:to>
                                    </p:set>
                                    <p:animEffect transition="in" filter="wipe(left)">
                                      <p:cBhvr>
                                        <p:cTn id="27" dur="500"/>
                                        <p:tgtEl>
                                          <p:spTgt spid="22531">
                                            <p:txEl>
                                              <p:charRg st="82" end="9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531">
                                            <p:txEl>
                                              <p:charRg st="93" end="126"/>
                                            </p:txEl>
                                          </p:spTgt>
                                        </p:tgtEl>
                                        <p:attrNameLst>
                                          <p:attrName>style.visibility</p:attrName>
                                        </p:attrNameLst>
                                      </p:cBhvr>
                                      <p:to>
                                        <p:strVal val="visible"/>
                                      </p:to>
                                    </p:set>
                                    <p:animEffect transition="in" filter="wipe(left)">
                                      <p:cBhvr>
                                        <p:cTn id="32" dur="500"/>
                                        <p:tgtEl>
                                          <p:spTgt spid="22531">
                                            <p:txEl>
                                              <p:charRg st="93" end="12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533">
                                            <p:txEl>
                                              <p:charRg st="0" end="12"/>
                                            </p:txEl>
                                          </p:spTgt>
                                        </p:tgtEl>
                                        <p:attrNameLst>
                                          <p:attrName>style.visibility</p:attrName>
                                        </p:attrNameLst>
                                      </p:cBhvr>
                                      <p:to>
                                        <p:strVal val="visible"/>
                                      </p:to>
                                    </p:set>
                                    <p:animEffect transition="in" filter="wipe(left)">
                                      <p:cBhvr>
                                        <p:cTn id="37" dur="500"/>
                                        <p:tgtEl>
                                          <p:spTgt spid="22533">
                                            <p:txEl>
                                              <p:charRg st="0" end="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2534"/>
                                        </p:tgtEl>
                                        <p:attrNameLst>
                                          <p:attrName>style.visibility</p:attrName>
                                        </p:attrNameLst>
                                      </p:cBhvr>
                                      <p:to>
                                        <p:strVal val="visible"/>
                                      </p:to>
                                    </p:set>
                                    <p:animEffect transition="in" filter="dissolve">
                                      <p:cBhvr>
                                        <p:cTn id="42" dur="500"/>
                                        <p:tgtEl>
                                          <p:spTgt spid="2253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2541">
                                            <p:txEl>
                                              <p:charRg st="0" end="43"/>
                                            </p:txEl>
                                          </p:spTgt>
                                        </p:tgtEl>
                                        <p:attrNameLst>
                                          <p:attrName>style.visibility</p:attrName>
                                        </p:attrNameLst>
                                      </p:cBhvr>
                                      <p:to>
                                        <p:strVal val="visible"/>
                                      </p:to>
                                    </p:set>
                                    <p:animEffect transition="in" filter="wipe(left)">
                                      <p:cBhvr>
                                        <p:cTn id="56" dur="500"/>
                                        <p:tgtEl>
                                          <p:spTgt spid="22541">
                                            <p:txEl>
                                              <p:charRg st="0" end="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P spid="22533" grpId="0" build="p"/>
      <p:bldP spid="2254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a:xfrm>
            <a:off x="288925" y="814388"/>
            <a:ext cx="4816475" cy="457200"/>
          </a:xfrm>
        </p:spPr>
        <p:txBody>
          <a:bodyPr wrap="square" lIns="91440" tIns="45720" rIns="91440" bIns="45720" anchor="ctr"/>
          <a:p>
            <a:r>
              <a:rPr lang="en-US" altLang="zh-CN" sz="3200" b="1" dirty="0">
                <a:latin typeface="宋体" panose="02010600030101010101" pitchFamily="2" charset="-122"/>
              </a:rPr>
              <a:t>(</a:t>
            </a:r>
            <a:r>
              <a:rPr lang="zh-CN" altLang="en-US" sz="3200" b="1" dirty="0">
                <a:latin typeface="宋体" panose="02010600030101010101" pitchFamily="2" charset="-122"/>
                <a:ea typeface="宋体" panose="02010600030101010101" pitchFamily="2" charset="-122"/>
              </a:rPr>
              <a:t>二</a:t>
            </a:r>
            <a:r>
              <a:rPr lang="en-US" altLang="zh-CN" sz="3200" b="1" dirty="0">
                <a:latin typeface="宋体" panose="02010600030101010101" pitchFamily="2" charset="-122"/>
              </a:rPr>
              <a:t>)</a:t>
            </a:r>
            <a:r>
              <a:rPr lang="zh-CN" altLang="en-US" sz="3200" b="1" dirty="0">
                <a:latin typeface="宋体" panose="02010600030101010101" pitchFamily="2" charset="-122"/>
                <a:ea typeface="宋体" panose="02010600030101010101" pitchFamily="2" charset="-122"/>
              </a:rPr>
              <a:t>单相半波整流电路</a:t>
            </a:r>
            <a:endParaRPr lang="zh-CN" altLang="en-US" sz="3200" b="1" dirty="0">
              <a:latin typeface="宋体" panose="02010600030101010101" pitchFamily="2" charset="-122"/>
              <a:ea typeface="宋体" panose="02010600030101010101" pitchFamily="2" charset="-122"/>
            </a:endParaRPr>
          </a:p>
        </p:txBody>
      </p:sp>
      <p:sp>
        <p:nvSpPr>
          <p:cNvPr id="23555" name="Text Box 3"/>
          <p:cNvSpPr txBox="1"/>
          <p:nvPr/>
        </p:nvSpPr>
        <p:spPr>
          <a:xfrm>
            <a:off x="914400" y="1371600"/>
            <a:ext cx="2349500" cy="544513"/>
          </a:xfrm>
          <a:prstGeom prst="rect">
            <a:avLst/>
          </a:prstGeom>
          <a:noFill/>
          <a:ln w="9525">
            <a:noFill/>
          </a:ln>
        </p:spPr>
        <p:txBody>
          <a:bodyPr anchor="t">
            <a:spAutoFit/>
          </a:bodyPr>
          <a:p>
            <a:pPr eaLnBrk="0" hangingPunct="0">
              <a:lnSpc>
                <a:spcPct val="115000"/>
              </a:lnSpc>
            </a:pPr>
            <a:r>
              <a:rPr lang="en-US" altLang="zh-CN" sz="2800" b="1" dirty="0">
                <a:latin typeface="Times New Roman" panose="02020603050405020304" pitchFamily="18" charset="0"/>
              </a:rPr>
              <a:t>1.</a:t>
            </a:r>
            <a:r>
              <a:rPr lang="zh-CN" altLang="en-US" sz="2800" b="1" dirty="0">
                <a:latin typeface="Times New Roman" panose="02020603050405020304" pitchFamily="18" charset="0"/>
                <a:ea typeface="宋体" panose="02010600030101010101" pitchFamily="2" charset="-122"/>
              </a:rPr>
              <a:t>工作原理</a:t>
            </a:r>
            <a:endParaRPr lang="zh-CN" altLang="en-US" sz="2800" b="1" dirty="0">
              <a:latin typeface="Times New Roman" panose="02020603050405020304" pitchFamily="18" charset="0"/>
              <a:ea typeface="宋体" panose="02010600030101010101" pitchFamily="2" charset="-122"/>
            </a:endParaRPr>
          </a:p>
        </p:txBody>
      </p:sp>
      <p:graphicFrame>
        <p:nvGraphicFramePr>
          <p:cNvPr id="23556" name="Object 4"/>
          <p:cNvGraphicFramePr>
            <a:graphicFrameLocks noChangeAspect="1"/>
          </p:cNvGraphicFramePr>
          <p:nvPr/>
        </p:nvGraphicFramePr>
        <p:xfrm>
          <a:off x="2362200" y="2286000"/>
          <a:ext cx="3581400" cy="1928813"/>
        </p:xfrm>
        <a:graphic>
          <a:graphicData uri="http://schemas.openxmlformats.org/presentationml/2006/ole">
            <mc:AlternateContent xmlns:mc="http://schemas.openxmlformats.org/markup-compatibility/2006">
              <mc:Choice xmlns:v="urn:schemas-microsoft-com:vml" Requires="v">
                <p:oleObj spid="_x0000_s3090" name="" r:id="rId1" imgW="10896600" imgH="5867400" progId="MSPhotoEd.3">
                  <p:embed/>
                </p:oleObj>
              </mc:Choice>
              <mc:Fallback>
                <p:oleObj name="" r:id="rId1" imgW="10896600" imgH="5867400" progId="MSPhotoEd.3">
                  <p:embed/>
                  <p:pic>
                    <p:nvPicPr>
                      <p:cNvPr id="0" name="图片 3089"/>
                      <p:cNvPicPr/>
                      <p:nvPr/>
                    </p:nvPicPr>
                    <p:blipFill>
                      <a:blip r:embed="rId2"/>
                      <a:stretch>
                        <a:fillRect/>
                      </a:stretch>
                    </p:blipFill>
                    <p:spPr>
                      <a:xfrm>
                        <a:off x="2362200" y="2286000"/>
                        <a:ext cx="3581400" cy="1928813"/>
                      </a:xfrm>
                      <a:prstGeom prst="rect">
                        <a:avLst/>
                      </a:prstGeom>
                      <a:noFill/>
                      <a:ln w="38100">
                        <a:noFill/>
                        <a:miter/>
                      </a:ln>
                    </p:spPr>
                  </p:pic>
                </p:oleObj>
              </mc:Fallback>
            </mc:AlternateContent>
          </a:graphicData>
        </a:graphic>
      </p:graphicFrame>
      <p:sp>
        <p:nvSpPr>
          <p:cNvPr id="23557" name="Text Box 5"/>
          <p:cNvSpPr txBox="1"/>
          <p:nvPr/>
        </p:nvSpPr>
        <p:spPr>
          <a:xfrm>
            <a:off x="2438400" y="4926013"/>
            <a:ext cx="7315200" cy="534987"/>
          </a:xfrm>
          <a:prstGeom prst="rect">
            <a:avLst/>
          </a:prstGeom>
          <a:noFill/>
          <a:ln w="9525">
            <a:noFill/>
          </a:ln>
        </p:spPr>
        <p:txBody>
          <a:bodyPr anchor="t">
            <a:spAutoFit/>
          </a:bodyPr>
          <a:p>
            <a:pPr eaLnBrk="0" hangingPunct="0">
              <a:lnSpc>
                <a:spcPct val="120000"/>
              </a:lnSpc>
            </a:pPr>
            <a:r>
              <a:rPr lang="en-US" altLang="zh-CN" sz="2400" b="1" i="1" dirty="0">
                <a:latin typeface="Times New Roman" panose="02020603050405020304" pitchFamily="18" charset="0"/>
              </a:rPr>
              <a:t>u</a:t>
            </a:r>
            <a:r>
              <a:rPr lang="en-US" altLang="zh-CN" sz="2400" b="1" baseline="-25000" dirty="0">
                <a:latin typeface="Times New Roman" panose="02020603050405020304" pitchFamily="18" charset="0"/>
              </a:rPr>
              <a:t>2</a:t>
            </a:r>
            <a:r>
              <a:rPr lang="zh-CN" altLang="zh-CN" sz="2400" b="1" dirty="0">
                <a:latin typeface="Times New Roman" panose="02020603050405020304" pitchFamily="18" charset="0"/>
                <a:ea typeface="宋体" panose="02010600030101010101" pitchFamily="2" charset="-122"/>
              </a:rPr>
              <a:t>的正半周，</a:t>
            </a:r>
            <a:r>
              <a:rPr lang="en-US" altLang="zh-CN" sz="2400" b="1" dirty="0">
                <a:latin typeface="Times New Roman" panose="02020603050405020304" pitchFamily="18" charset="0"/>
              </a:rPr>
              <a:t>D</a:t>
            </a:r>
            <a:r>
              <a:rPr lang="zh-CN" altLang="zh-CN" sz="2400" b="1" dirty="0">
                <a:latin typeface="Times New Roman" panose="02020603050405020304" pitchFamily="18" charset="0"/>
                <a:ea typeface="宋体" panose="02010600030101010101" pitchFamily="2" charset="-122"/>
              </a:rPr>
              <a:t>导通， </a:t>
            </a:r>
            <a:r>
              <a:rPr lang="en-US" altLang="zh-CN" sz="2400" b="1" dirty="0">
                <a:latin typeface="Times New Roman" panose="02020603050405020304" pitchFamily="18" charset="0"/>
              </a:rPr>
              <a:t>A→D→</a:t>
            </a:r>
            <a:r>
              <a:rPr lang="en-US" altLang="zh-CN" sz="2400" b="1" i="1" dirty="0">
                <a:latin typeface="Times New Roman" panose="02020603050405020304" pitchFamily="18" charset="0"/>
              </a:rPr>
              <a:t>R</a:t>
            </a:r>
            <a:r>
              <a:rPr lang="en-US" altLang="zh-CN" sz="2400" b="1" baseline="-25000" dirty="0">
                <a:latin typeface="Times New Roman" panose="02020603050405020304" pitchFamily="18" charset="0"/>
              </a:rPr>
              <a:t>L</a:t>
            </a:r>
            <a:r>
              <a:rPr lang="en-US" altLang="zh-CN" sz="2400" b="1" dirty="0">
                <a:latin typeface="Times New Roman" panose="02020603050405020304" pitchFamily="18" charset="0"/>
              </a:rPr>
              <a:t>→B</a:t>
            </a:r>
            <a:r>
              <a:rPr lang="zh-CN" altLang="en-US" sz="2400" b="1" dirty="0">
                <a:latin typeface="Times New Roman" panose="02020603050405020304" pitchFamily="18" charset="0"/>
                <a:ea typeface="宋体" panose="02010600030101010101" pitchFamily="2" charset="-122"/>
              </a:rPr>
              <a:t>，</a:t>
            </a:r>
            <a:r>
              <a:rPr lang="en-US" altLang="zh-CN" sz="2400" b="1" i="1" dirty="0" err="1">
                <a:latin typeface="Times New Roman" panose="02020603050405020304" pitchFamily="18" charset="0"/>
              </a:rPr>
              <a:t>u</a:t>
            </a:r>
            <a:r>
              <a:rPr lang="en-US" altLang="zh-CN" sz="2400" b="1" baseline="-25000" dirty="0" err="1">
                <a:latin typeface="Times New Roman" panose="02020603050405020304" pitchFamily="18" charset="0"/>
              </a:rPr>
              <a:t>O</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u</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graphicFrame>
        <p:nvGraphicFramePr>
          <p:cNvPr id="23558" name="Object 6"/>
          <p:cNvGraphicFramePr>
            <a:graphicFrameLocks noChangeAspect="1"/>
          </p:cNvGraphicFramePr>
          <p:nvPr/>
        </p:nvGraphicFramePr>
        <p:xfrm>
          <a:off x="6383338" y="1484313"/>
          <a:ext cx="3276600" cy="3225800"/>
        </p:xfrm>
        <a:graphic>
          <a:graphicData uri="http://schemas.openxmlformats.org/presentationml/2006/ole">
            <mc:AlternateContent xmlns:mc="http://schemas.openxmlformats.org/markup-compatibility/2006">
              <mc:Choice xmlns:v="urn:schemas-microsoft-com:vml" Requires="v">
                <p:oleObj spid="_x0000_s3093" name="" r:id="rId3" imgW="12172950" imgH="11982450" progId="MSPhotoEd.3">
                  <p:embed/>
                </p:oleObj>
              </mc:Choice>
              <mc:Fallback>
                <p:oleObj name="" r:id="rId3" imgW="12172950" imgH="11982450" progId="MSPhotoEd.3">
                  <p:embed/>
                  <p:pic>
                    <p:nvPicPr>
                      <p:cNvPr id="0" name="图片 3092"/>
                      <p:cNvPicPr/>
                      <p:nvPr/>
                    </p:nvPicPr>
                    <p:blipFill>
                      <a:blip r:embed="rId4"/>
                      <a:stretch>
                        <a:fillRect/>
                      </a:stretch>
                    </p:blipFill>
                    <p:spPr>
                      <a:xfrm>
                        <a:off x="6383338" y="1484313"/>
                        <a:ext cx="3276600" cy="3225800"/>
                      </a:xfrm>
                      <a:prstGeom prst="rect">
                        <a:avLst/>
                      </a:prstGeom>
                      <a:noFill/>
                      <a:ln w="38100">
                        <a:noFill/>
                        <a:miter/>
                      </a:ln>
                    </p:spPr>
                  </p:pic>
                </p:oleObj>
              </mc:Fallback>
            </mc:AlternateContent>
          </a:graphicData>
        </a:graphic>
      </p:graphicFrame>
      <p:grpSp>
        <p:nvGrpSpPr>
          <p:cNvPr id="2" name="Group 7"/>
          <p:cNvGrpSpPr/>
          <p:nvPr/>
        </p:nvGrpSpPr>
        <p:grpSpPr>
          <a:xfrm>
            <a:off x="3733800" y="2209800"/>
            <a:ext cx="228600" cy="2081213"/>
            <a:chOff x="1392" y="1296"/>
            <a:chExt cx="144" cy="1311"/>
          </a:xfrm>
        </p:grpSpPr>
        <p:graphicFrame>
          <p:nvGraphicFramePr>
            <p:cNvPr id="27655" name="Object 8"/>
            <p:cNvGraphicFramePr>
              <a:graphicFrameLocks noChangeAspect="1"/>
            </p:cNvGraphicFramePr>
            <p:nvPr/>
          </p:nvGraphicFramePr>
          <p:xfrm>
            <a:off x="1392" y="1296"/>
            <a:ext cx="144" cy="144"/>
          </p:xfrm>
          <a:graphic>
            <a:graphicData uri="http://schemas.openxmlformats.org/presentationml/2006/ole">
              <mc:AlternateContent xmlns:mc="http://schemas.openxmlformats.org/markup-compatibility/2006">
                <mc:Choice xmlns:v="urn:schemas-microsoft-com:vml" Requires="v">
                  <p:oleObj spid="_x0000_s3094" name="" r:id="rId5" imgW="139700" imgH="139700" progId="Equation.3">
                    <p:embed/>
                  </p:oleObj>
                </mc:Choice>
                <mc:Fallback>
                  <p:oleObj name="" r:id="rId5" imgW="139700" imgH="139700" progId="Equation.3">
                    <p:embed/>
                    <p:pic>
                      <p:nvPicPr>
                        <p:cNvPr id="0" name="图片 3093"/>
                        <p:cNvPicPr/>
                        <p:nvPr/>
                      </p:nvPicPr>
                      <p:blipFill>
                        <a:blip r:embed="rId6"/>
                        <a:stretch>
                          <a:fillRect/>
                        </a:stretch>
                      </p:blipFill>
                      <p:spPr>
                        <a:xfrm>
                          <a:off x="1392" y="1296"/>
                          <a:ext cx="144" cy="144"/>
                        </a:xfrm>
                        <a:prstGeom prst="rect">
                          <a:avLst/>
                        </a:prstGeom>
                        <a:solidFill>
                          <a:srgbClr val="FF0000"/>
                        </a:solidFill>
                        <a:ln w="38100">
                          <a:noFill/>
                          <a:miter/>
                        </a:ln>
                      </p:spPr>
                    </p:pic>
                  </p:oleObj>
                </mc:Fallback>
              </mc:AlternateContent>
            </a:graphicData>
          </a:graphic>
        </p:graphicFrame>
        <p:graphicFrame>
          <p:nvGraphicFramePr>
            <p:cNvPr id="27656" name="Object 9"/>
            <p:cNvGraphicFramePr>
              <a:graphicFrameLocks noChangeAspect="1"/>
            </p:cNvGraphicFramePr>
            <p:nvPr/>
          </p:nvGraphicFramePr>
          <p:xfrm>
            <a:off x="1398" y="2528"/>
            <a:ext cx="131" cy="79"/>
          </p:xfrm>
          <a:graphic>
            <a:graphicData uri="http://schemas.openxmlformats.org/presentationml/2006/ole">
              <mc:AlternateContent xmlns:mc="http://schemas.openxmlformats.org/markup-compatibility/2006">
                <mc:Choice xmlns:v="urn:schemas-microsoft-com:vml" Requires="v">
                  <p:oleObj spid="_x0000_s3095" name="" r:id="rId7" imgW="126365" imgH="76200" progId="Equation.3">
                    <p:embed/>
                  </p:oleObj>
                </mc:Choice>
                <mc:Fallback>
                  <p:oleObj name="" r:id="rId7" imgW="126365" imgH="76200" progId="Equation.3">
                    <p:embed/>
                    <p:pic>
                      <p:nvPicPr>
                        <p:cNvPr id="0" name="图片 3094"/>
                        <p:cNvPicPr/>
                        <p:nvPr/>
                      </p:nvPicPr>
                      <p:blipFill>
                        <a:blip r:embed="rId8"/>
                        <a:stretch>
                          <a:fillRect/>
                        </a:stretch>
                      </p:blipFill>
                      <p:spPr>
                        <a:xfrm>
                          <a:off x="1398" y="2528"/>
                          <a:ext cx="131" cy="79"/>
                        </a:xfrm>
                        <a:prstGeom prst="rect">
                          <a:avLst/>
                        </a:prstGeom>
                        <a:solidFill>
                          <a:srgbClr val="FF0000"/>
                        </a:solidFill>
                        <a:ln w="38100">
                          <a:noFill/>
                          <a:miter/>
                        </a:ln>
                      </p:spPr>
                    </p:pic>
                  </p:oleObj>
                </mc:Fallback>
              </mc:AlternateContent>
            </a:graphicData>
          </a:graphic>
        </p:graphicFrame>
      </p:grpSp>
      <p:grpSp>
        <p:nvGrpSpPr>
          <p:cNvPr id="3" name="Group 10"/>
          <p:cNvGrpSpPr/>
          <p:nvPr/>
        </p:nvGrpSpPr>
        <p:grpSpPr>
          <a:xfrm>
            <a:off x="3886200" y="2743200"/>
            <a:ext cx="228600" cy="1143000"/>
            <a:chOff x="1488" y="1632"/>
            <a:chExt cx="144" cy="720"/>
          </a:xfrm>
        </p:grpSpPr>
        <p:graphicFrame>
          <p:nvGraphicFramePr>
            <p:cNvPr id="27658" name="Object 11"/>
            <p:cNvGraphicFramePr>
              <a:graphicFrameLocks noChangeAspect="1"/>
            </p:cNvGraphicFramePr>
            <p:nvPr/>
          </p:nvGraphicFramePr>
          <p:xfrm>
            <a:off x="1488" y="2208"/>
            <a:ext cx="144" cy="144"/>
          </p:xfrm>
          <a:graphic>
            <a:graphicData uri="http://schemas.openxmlformats.org/presentationml/2006/ole">
              <mc:AlternateContent xmlns:mc="http://schemas.openxmlformats.org/markup-compatibility/2006">
                <mc:Choice xmlns:v="urn:schemas-microsoft-com:vml" Requires="v">
                  <p:oleObj spid="_x0000_s3096" name="" r:id="rId9" imgW="139700" imgH="139700" progId="Equation.3">
                    <p:embed/>
                  </p:oleObj>
                </mc:Choice>
                <mc:Fallback>
                  <p:oleObj name="" r:id="rId9" imgW="139700" imgH="139700" progId="Equation.3">
                    <p:embed/>
                    <p:pic>
                      <p:nvPicPr>
                        <p:cNvPr id="0" name="图片 3095"/>
                        <p:cNvPicPr/>
                        <p:nvPr/>
                      </p:nvPicPr>
                      <p:blipFill>
                        <a:blip r:embed="rId10"/>
                        <a:stretch>
                          <a:fillRect/>
                        </a:stretch>
                      </p:blipFill>
                      <p:spPr>
                        <a:xfrm>
                          <a:off x="1488" y="2208"/>
                          <a:ext cx="144" cy="144"/>
                        </a:xfrm>
                        <a:prstGeom prst="rect">
                          <a:avLst/>
                        </a:prstGeom>
                        <a:solidFill>
                          <a:schemeClr val="accent1"/>
                        </a:solidFill>
                        <a:ln w="38100">
                          <a:noFill/>
                          <a:miter/>
                        </a:ln>
                      </p:spPr>
                    </p:pic>
                  </p:oleObj>
                </mc:Fallback>
              </mc:AlternateContent>
            </a:graphicData>
          </a:graphic>
        </p:graphicFrame>
        <p:graphicFrame>
          <p:nvGraphicFramePr>
            <p:cNvPr id="27659" name="Object 12"/>
            <p:cNvGraphicFramePr>
              <a:graphicFrameLocks noChangeAspect="1"/>
            </p:cNvGraphicFramePr>
            <p:nvPr/>
          </p:nvGraphicFramePr>
          <p:xfrm>
            <a:off x="1488" y="1632"/>
            <a:ext cx="131" cy="79"/>
          </p:xfrm>
          <a:graphic>
            <a:graphicData uri="http://schemas.openxmlformats.org/presentationml/2006/ole">
              <mc:AlternateContent xmlns:mc="http://schemas.openxmlformats.org/markup-compatibility/2006">
                <mc:Choice xmlns:v="urn:schemas-microsoft-com:vml" Requires="v">
                  <p:oleObj spid="_x0000_s3089" name="" r:id="rId11" imgW="126365" imgH="76200" progId="Equation.3">
                    <p:embed/>
                  </p:oleObj>
                </mc:Choice>
                <mc:Fallback>
                  <p:oleObj name="" r:id="rId11" imgW="126365" imgH="76200" progId="Equation.3">
                    <p:embed/>
                    <p:pic>
                      <p:nvPicPr>
                        <p:cNvPr id="0" name="图片 3088"/>
                        <p:cNvPicPr/>
                        <p:nvPr/>
                      </p:nvPicPr>
                      <p:blipFill>
                        <a:blip r:embed="rId8"/>
                        <a:stretch>
                          <a:fillRect/>
                        </a:stretch>
                      </p:blipFill>
                      <p:spPr>
                        <a:xfrm>
                          <a:off x="1488" y="1632"/>
                          <a:ext cx="131" cy="79"/>
                        </a:xfrm>
                        <a:prstGeom prst="rect">
                          <a:avLst/>
                        </a:prstGeom>
                        <a:solidFill>
                          <a:schemeClr val="accent1"/>
                        </a:solidFill>
                        <a:ln w="38100">
                          <a:noFill/>
                          <a:miter/>
                        </a:ln>
                      </p:spPr>
                    </p:pic>
                  </p:oleObj>
                </mc:Fallback>
              </mc:AlternateContent>
            </a:graphicData>
          </a:graphic>
        </p:graphicFrame>
      </p:grpSp>
      <p:grpSp>
        <p:nvGrpSpPr>
          <p:cNvPr id="4" name="Group 13"/>
          <p:cNvGrpSpPr/>
          <p:nvPr/>
        </p:nvGrpSpPr>
        <p:grpSpPr>
          <a:xfrm>
            <a:off x="4267200" y="2057400"/>
            <a:ext cx="838200" cy="457200"/>
            <a:chOff x="1728" y="1200"/>
            <a:chExt cx="528" cy="288"/>
          </a:xfrm>
        </p:grpSpPr>
        <p:graphicFrame>
          <p:nvGraphicFramePr>
            <p:cNvPr id="27661" name="Object 14"/>
            <p:cNvGraphicFramePr>
              <a:graphicFrameLocks noChangeAspect="1"/>
            </p:cNvGraphicFramePr>
            <p:nvPr/>
          </p:nvGraphicFramePr>
          <p:xfrm>
            <a:off x="1728" y="1392"/>
            <a:ext cx="131" cy="79"/>
          </p:xfrm>
          <a:graphic>
            <a:graphicData uri="http://schemas.openxmlformats.org/presentationml/2006/ole">
              <mc:AlternateContent xmlns:mc="http://schemas.openxmlformats.org/markup-compatibility/2006">
                <mc:Choice xmlns:v="urn:schemas-microsoft-com:vml" Requires="v">
                  <p:oleObj spid="_x0000_s3098" name="" r:id="rId12" imgW="126365" imgH="76200" progId="Equation.3">
                    <p:embed/>
                  </p:oleObj>
                </mc:Choice>
                <mc:Fallback>
                  <p:oleObj name="" r:id="rId12" imgW="126365" imgH="76200" progId="Equation.3">
                    <p:embed/>
                    <p:pic>
                      <p:nvPicPr>
                        <p:cNvPr id="0" name="图片 3097"/>
                        <p:cNvPicPr/>
                        <p:nvPr/>
                      </p:nvPicPr>
                      <p:blipFill>
                        <a:blip r:embed="rId8"/>
                        <a:stretch>
                          <a:fillRect/>
                        </a:stretch>
                      </p:blipFill>
                      <p:spPr>
                        <a:xfrm>
                          <a:off x="1728" y="1392"/>
                          <a:ext cx="131" cy="79"/>
                        </a:xfrm>
                        <a:prstGeom prst="rect">
                          <a:avLst/>
                        </a:prstGeom>
                        <a:solidFill>
                          <a:schemeClr val="accent1"/>
                        </a:solidFill>
                        <a:ln w="38100">
                          <a:noFill/>
                          <a:miter/>
                        </a:ln>
                      </p:spPr>
                    </p:pic>
                  </p:oleObj>
                </mc:Fallback>
              </mc:AlternateContent>
            </a:graphicData>
          </a:graphic>
        </p:graphicFrame>
        <p:graphicFrame>
          <p:nvGraphicFramePr>
            <p:cNvPr id="27662" name="Object 15"/>
            <p:cNvGraphicFramePr>
              <a:graphicFrameLocks noChangeAspect="1"/>
            </p:cNvGraphicFramePr>
            <p:nvPr/>
          </p:nvGraphicFramePr>
          <p:xfrm>
            <a:off x="2112" y="1344"/>
            <a:ext cx="144" cy="144"/>
          </p:xfrm>
          <a:graphic>
            <a:graphicData uri="http://schemas.openxmlformats.org/presentationml/2006/ole">
              <mc:AlternateContent xmlns:mc="http://schemas.openxmlformats.org/markup-compatibility/2006">
                <mc:Choice xmlns:v="urn:schemas-microsoft-com:vml" Requires="v">
                  <p:oleObj spid="_x0000_s3097" name="" r:id="rId13" imgW="139700" imgH="139700" progId="Equation.3">
                    <p:embed/>
                  </p:oleObj>
                </mc:Choice>
                <mc:Fallback>
                  <p:oleObj name="" r:id="rId13" imgW="139700" imgH="139700" progId="Equation.3">
                    <p:embed/>
                    <p:pic>
                      <p:nvPicPr>
                        <p:cNvPr id="0" name="图片 3096"/>
                        <p:cNvPicPr/>
                        <p:nvPr/>
                      </p:nvPicPr>
                      <p:blipFill>
                        <a:blip r:embed="rId10"/>
                        <a:stretch>
                          <a:fillRect/>
                        </a:stretch>
                      </p:blipFill>
                      <p:spPr>
                        <a:xfrm>
                          <a:off x="2112" y="1344"/>
                          <a:ext cx="144" cy="144"/>
                        </a:xfrm>
                        <a:prstGeom prst="rect">
                          <a:avLst/>
                        </a:prstGeom>
                        <a:solidFill>
                          <a:schemeClr val="accent1"/>
                        </a:solidFill>
                        <a:ln w="38100">
                          <a:noFill/>
                          <a:miter/>
                        </a:ln>
                      </p:spPr>
                    </p:pic>
                  </p:oleObj>
                </mc:Fallback>
              </mc:AlternateContent>
            </a:graphicData>
          </a:graphic>
        </p:graphicFrame>
        <p:graphicFrame>
          <p:nvGraphicFramePr>
            <p:cNvPr id="27663" name="Object 16"/>
            <p:cNvGraphicFramePr>
              <a:graphicFrameLocks noChangeAspect="1"/>
            </p:cNvGraphicFramePr>
            <p:nvPr/>
          </p:nvGraphicFramePr>
          <p:xfrm>
            <a:off x="1920" y="1200"/>
            <a:ext cx="162" cy="212"/>
          </p:xfrm>
          <a:graphic>
            <a:graphicData uri="http://schemas.openxmlformats.org/presentationml/2006/ole">
              <mc:AlternateContent xmlns:mc="http://schemas.openxmlformats.org/markup-compatibility/2006">
                <mc:Choice xmlns:v="urn:schemas-microsoft-com:vml" Requires="v">
                  <p:oleObj spid="_x0000_s3099" name="" r:id="rId14" imgW="165100" imgH="215900" progId="Equation.3">
                    <p:embed/>
                  </p:oleObj>
                </mc:Choice>
                <mc:Fallback>
                  <p:oleObj name="" r:id="rId14" imgW="165100" imgH="215900" progId="Equation.3">
                    <p:embed/>
                    <p:pic>
                      <p:nvPicPr>
                        <p:cNvPr id="0" name="图片 3098"/>
                        <p:cNvPicPr/>
                        <p:nvPr/>
                      </p:nvPicPr>
                      <p:blipFill>
                        <a:blip r:embed="rId15"/>
                        <a:stretch>
                          <a:fillRect/>
                        </a:stretch>
                      </p:blipFill>
                      <p:spPr>
                        <a:xfrm>
                          <a:off x="1920" y="1200"/>
                          <a:ext cx="162" cy="212"/>
                        </a:xfrm>
                        <a:prstGeom prst="rect">
                          <a:avLst/>
                        </a:prstGeom>
                        <a:solidFill>
                          <a:schemeClr val="accent1"/>
                        </a:solidFill>
                        <a:ln w="38100">
                          <a:noFill/>
                          <a:miter/>
                        </a:ln>
                      </p:spPr>
                    </p:pic>
                  </p:oleObj>
                </mc:Fallback>
              </mc:AlternateContent>
            </a:graphicData>
          </a:graphic>
        </p:graphicFrame>
      </p:grpSp>
      <p:sp>
        <p:nvSpPr>
          <p:cNvPr id="23569" name="Freeform 17"/>
          <p:cNvSpPr/>
          <p:nvPr/>
        </p:nvSpPr>
        <p:spPr>
          <a:xfrm>
            <a:off x="4191000" y="2743200"/>
            <a:ext cx="1066800" cy="1066800"/>
          </a:xfrm>
          <a:custGeom>
            <a:avLst/>
            <a:gdLst/>
            <a:ahLst/>
            <a:cxnLst>
              <a:cxn ang="0">
                <a:pos x="0" y="0"/>
              </a:cxn>
              <a:cxn ang="0">
                <a:pos x="0" y="0"/>
              </a:cxn>
              <a:cxn ang="0">
                <a:pos x="0" y="0"/>
              </a:cxn>
              <a:cxn ang="0">
                <a:pos x="0" y="0"/>
              </a:cxn>
            </a:cxnLst>
            <a:pathLst>
              <a:path w="672" h="624">
                <a:moveTo>
                  <a:pt x="0" y="0"/>
                </a:moveTo>
                <a:cubicBezTo>
                  <a:pt x="240" y="4"/>
                  <a:pt x="480" y="8"/>
                  <a:pt x="576" y="96"/>
                </a:cubicBezTo>
                <a:cubicBezTo>
                  <a:pt x="672" y="184"/>
                  <a:pt x="664" y="440"/>
                  <a:pt x="576" y="528"/>
                </a:cubicBezTo>
                <a:cubicBezTo>
                  <a:pt x="488" y="616"/>
                  <a:pt x="144" y="608"/>
                  <a:pt x="48" y="624"/>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sp>
        <p:nvSpPr>
          <p:cNvPr id="23570" name="Text Box 18"/>
          <p:cNvSpPr txBox="1"/>
          <p:nvPr/>
        </p:nvSpPr>
        <p:spPr>
          <a:xfrm>
            <a:off x="2438400" y="5624513"/>
            <a:ext cx="8001000" cy="457200"/>
          </a:xfrm>
          <a:prstGeom prst="rect">
            <a:avLst/>
          </a:prstGeom>
          <a:noFill/>
          <a:ln w="9525">
            <a:noFill/>
          </a:ln>
        </p:spPr>
        <p:txBody>
          <a:bodyPr anchor="t">
            <a:spAutoFit/>
          </a:bodyPr>
          <a:p>
            <a:pPr eaLnBrk="0" hangingPunct="0">
              <a:spcBef>
                <a:spcPct val="50000"/>
              </a:spcBef>
            </a:pPr>
            <a:r>
              <a:rPr lang="en-US" altLang="zh-CN" sz="2400" b="1" i="1" dirty="0">
                <a:latin typeface="Times New Roman" panose="02020603050405020304" pitchFamily="18" charset="0"/>
              </a:rPr>
              <a:t>u</a:t>
            </a:r>
            <a:r>
              <a:rPr lang="en-US" altLang="zh-CN" sz="2400" b="1" baseline="-25000" dirty="0">
                <a:latin typeface="Times New Roman" panose="02020603050405020304" pitchFamily="18" charset="0"/>
              </a:rPr>
              <a:t>2</a:t>
            </a:r>
            <a:r>
              <a:rPr lang="zh-CN" altLang="zh-CN" sz="2400" b="1" dirty="0">
                <a:latin typeface="Times New Roman" panose="02020603050405020304" pitchFamily="18" charset="0"/>
                <a:ea typeface="宋体" panose="02010600030101010101" pitchFamily="2" charset="-122"/>
              </a:rPr>
              <a:t>的负半周，</a:t>
            </a:r>
            <a:r>
              <a:rPr lang="en-US" altLang="zh-CN" sz="2400" b="1" dirty="0">
                <a:latin typeface="Times New Roman" panose="02020603050405020304" pitchFamily="18" charset="0"/>
              </a:rPr>
              <a:t>D</a:t>
            </a:r>
            <a:r>
              <a:rPr lang="zh-CN" altLang="zh-CN" sz="2400" b="1" dirty="0">
                <a:latin typeface="Times New Roman" panose="02020603050405020304" pitchFamily="18" charset="0"/>
                <a:ea typeface="宋体" panose="02010600030101010101" pitchFamily="2" charset="-122"/>
              </a:rPr>
              <a:t>截止，承受反向电压，为</a:t>
            </a:r>
            <a:r>
              <a:rPr lang="en-US" altLang="zh-CN" sz="2400" b="1" i="1" dirty="0">
                <a:latin typeface="Times New Roman" panose="02020603050405020304" pitchFamily="18" charset="0"/>
              </a:rPr>
              <a:t>u</a:t>
            </a:r>
            <a:r>
              <a:rPr lang="en-US" altLang="zh-CN" sz="2400" b="1" baseline="-25000" dirty="0">
                <a:latin typeface="Times New Roman" panose="02020603050405020304" pitchFamily="18" charset="0"/>
              </a:rPr>
              <a:t>2</a:t>
            </a:r>
            <a:r>
              <a:rPr lang="zh-CN" altLang="en-US" sz="2400" b="1" baseline="-25000" dirty="0">
                <a:latin typeface="Times New Roman" panose="02020603050405020304" pitchFamily="18" charset="0"/>
                <a:ea typeface="宋体" panose="02010600030101010101" pitchFamily="2" charset="-122"/>
              </a:rPr>
              <a:t>； </a:t>
            </a:r>
            <a:r>
              <a:rPr lang="en-US" altLang="zh-CN" sz="2400" b="1" i="1" dirty="0" err="1">
                <a:latin typeface="Times New Roman" panose="02020603050405020304" pitchFamily="18" charset="0"/>
              </a:rPr>
              <a:t>u</a:t>
            </a:r>
            <a:r>
              <a:rPr lang="en-US" altLang="zh-CN" sz="2400" b="1" baseline="-25000" dirty="0" err="1">
                <a:latin typeface="Times New Roman" panose="02020603050405020304" pitchFamily="18" charset="0"/>
              </a:rPr>
              <a:t>O</a:t>
            </a:r>
            <a:r>
              <a:rPr lang="en-US" altLang="zh-CN" sz="2400" b="1" dirty="0">
                <a:latin typeface="Times New Roman" panose="02020603050405020304" pitchFamily="18" charset="0"/>
              </a:rPr>
              <a:t>=0</a:t>
            </a:r>
            <a:r>
              <a:rPr lang="zh-CN" altLang="zh-CN"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grpSp>
        <p:nvGrpSpPr>
          <p:cNvPr id="5" name="Group 19"/>
          <p:cNvGrpSpPr/>
          <p:nvPr/>
        </p:nvGrpSpPr>
        <p:grpSpPr>
          <a:xfrm>
            <a:off x="6019800" y="2492375"/>
            <a:ext cx="257175" cy="1585913"/>
            <a:chOff x="2832" y="1570"/>
            <a:chExt cx="162" cy="999"/>
          </a:xfrm>
        </p:grpSpPr>
        <p:graphicFrame>
          <p:nvGraphicFramePr>
            <p:cNvPr id="27667" name="Object 20"/>
            <p:cNvGraphicFramePr>
              <a:graphicFrameLocks noChangeAspect="1"/>
            </p:cNvGraphicFramePr>
            <p:nvPr/>
          </p:nvGraphicFramePr>
          <p:xfrm>
            <a:off x="2832" y="1968"/>
            <a:ext cx="162" cy="212"/>
          </p:xfrm>
          <a:graphic>
            <a:graphicData uri="http://schemas.openxmlformats.org/presentationml/2006/ole">
              <mc:AlternateContent xmlns:mc="http://schemas.openxmlformats.org/markup-compatibility/2006">
                <mc:Choice xmlns:v="urn:schemas-microsoft-com:vml" Requires="v">
                  <p:oleObj spid="_x0000_s3091" name="" r:id="rId16" imgW="165100" imgH="215900" progId="Equation.3">
                    <p:embed/>
                  </p:oleObj>
                </mc:Choice>
                <mc:Fallback>
                  <p:oleObj name="" r:id="rId16" imgW="165100" imgH="215900" progId="Equation.3">
                    <p:embed/>
                    <p:pic>
                      <p:nvPicPr>
                        <p:cNvPr id="0" name="图片 3090"/>
                        <p:cNvPicPr/>
                        <p:nvPr/>
                      </p:nvPicPr>
                      <p:blipFill>
                        <a:blip r:embed="rId15"/>
                        <a:stretch>
                          <a:fillRect/>
                        </a:stretch>
                      </p:blipFill>
                      <p:spPr>
                        <a:xfrm>
                          <a:off x="2832" y="1968"/>
                          <a:ext cx="162" cy="212"/>
                        </a:xfrm>
                        <a:prstGeom prst="rect">
                          <a:avLst/>
                        </a:prstGeom>
                        <a:solidFill>
                          <a:srgbClr val="FF0000"/>
                        </a:solidFill>
                        <a:ln w="38100">
                          <a:noFill/>
                          <a:miter/>
                        </a:ln>
                      </p:spPr>
                    </p:pic>
                  </p:oleObj>
                </mc:Fallback>
              </mc:AlternateContent>
            </a:graphicData>
          </a:graphic>
        </p:graphicFrame>
        <p:grpSp>
          <p:nvGrpSpPr>
            <p:cNvPr id="27668" name="Group 21"/>
            <p:cNvGrpSpPr/>
            <p:nvPr/>
          </p:nvGrpSpPr>
          <p:grpSpPr>
            <a:xfrm>
              <a:off x="2835" y="1570"/>
              <a:ext cx="136" cy="999"/>
              <a:chOff x="1392" y="1296"/>
              <a:chExt cx="144" cy="1311"/>
            </a:xfrm>
          </p:grpSpPr>
          <p:graphicFrame>
            <p:nvGraphicFramePr>
              <p:cNvPr id="27669" name="Object 22"/>
              <p:cNvGraphicFramePr>
                <a:graphicFrameLocks noChangeAspect="1"/>
              </p:cNvGraphicFramePr>
              <p:nvPr/>
            </p:nvGraphicFramePr>
            <p:xfrm>
              <a:off x="1392" y="1296"/>
              <a:ext cx="144" cy="144"/>
            </p:xfrm>
            <a:graphic>
              <a:graphicData uri="http://schemas.openxmlformats.org/presentationml/2006/ole">
                <mc:AlternateContent xmlns:mc="http://schemas.openxmlformats.org/markup-compatibility/2006">
                  <mc:Choice xmlns:v="urn:schemas-microsoft-com:vml" Requires="v">
                    <p:oleObj spid="_x0000_s3092" name="" r:id="rId17" imgW="139700" imgH="139700" progId="Equation.3">
                      <p:embed/>
                    </p:oleObj>
                  </mc:Choice>
                  <mc:Fallback>
                    <p:oleObj name="" r:id="rId17" imgW="139700" imgH="139700" progId="Equation.3">
                      <p:embed/>
                      <p:pic>
                        <p:nvPicPr>
                          <p:cNvPr id="0" name="图片 3091"/>
                          <p:cNvPicPr/>
                          <p:nvPr/>
                        </p:nvPicPr>
                        <p:blipFill>
                          <a:blip r:embed="rId6"/>
                          <a:stretch>
                            <a:fillRect/>
                          </a:stretch>
                        </p:blipFill>
                        <p:spPr>
                          <a:xfrm>
                            <a:off x="1392" y="1296"/>
                            <a:ext cx="144" cy="144"/>
                          </a:xfrm>
                          <a:prstGeom prst="rect">
                            <a:avLst/>
                          </a:prstGeom>
                          <a:solidFill>
                            <a:srgbClr val="FF0000"/>
                          </a:solidFill>
                          <a:ln w="38100">
                            <a:noFill/>
                            <a:miter/>
                          </a:ln>
                        </p:spPr>
                      </p:pic>
                    </p:oleObj>
                  </mc:Fallback>
                </mc:AlternateContent>
              </a:graphicData>
            </a:graphic>
          </p:graphicFrame>
          <p:graphicFrame>
            <p:nvGraphicFramePr>
              <p:cNvPr id="27670" name="Object 23"/>
              <p:cNvGraphicFramePr>
                <a:graphicFrameLocks noChangeAspect="1"/>
              </p:cNvGraphicFramePr>
              <p:nvPr/>
            </p:nvGraphicFramePr>
            <p:xfrm>
              <a:off x="1398" y="2528"/>
              <a:ext cx="131" cy="79"/>
            </p:xfrm>
            <a:graphic>
              <a:graphicData uri="http://schemas.openxmlformats.org/presentationml/2006/ole">
                <mc:AlternateContent xmlns:mc="http://schemas.openxmlformats.org/markup-compatibility/2006">
                  <mc:Choice xmlns:v="urn:schemas-microsoft-com:vml" Requires="v">
                    <p:oleObj spid="_x0000_s3100" name="" r:id="rId18" imgW="126365" imgH="76200" progId="Equation.3">
                      <p:embed/>
                    </p:oleObj>
                  </mc:Choice>
                  <mc:Fallback>
                    <p:oleObj name="" r:id="rId18" imgW="126365" imgH="76200" progId="Equation.3">
                      <p:embed/>
                      <p:pic>
                        <p:nvPicPr>
                          <p:cNvPr id="0" name="图片 3099"/>
                          <p:cNvPicPr/>
                          <p:nvPr/>
                        </p:nvPicPr>
                        <p:blipFill>
                          <a:blip r:embed="rId8"/>
                          <a:stretch>
                            <a:fillRect/>
                          </a:stretch>
                        </p:blipFill>
                        <p:spPr>
                          <a:xfrm>
                            <a:off x="1398" y="2528"/>
                            <a:ext cx="131" cy="79"/>
                          </a:xfrm>
                          <a:prstGeom prst="rect">
                            <a:avLst/>
                          </a:prstGeom>
                          <a:solidFill>
                            <a:srgbClr val="FF0000"/>
                          </a:solidFill>
                          <a:ln w="38100">
                            <a:noFill/>
                            <a:miter/>
                          </a:ln>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dissolve">
                                      <p:cBhvr>
                                        <p:cTn id="7" dur="500"/>
                                        <p:tgtEl>
                                          <p:spTgt spid="235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5">
                                            <p:txEl>
                                              <p:charRg st="0" end="7"/>
                                            </p:txEl>
                                          </p:spTgt>
                                        </p:tgtEl>
                                        <p:attrNameLst>
                                          <p:attrName>style.visibility</p:attrName>
                                        </p:attrNameLst>
                                      </p:cBhvr>
                                      <p:to>
                                        <p:strVal val="visible"/>
                                      </p:to>
                                    </p:set>
                                    <p:animEffect transition="in" filter="wipe(left)">
                                      <p:cBhvr>
                                        <p:cTn id="12" dur="500"/>
                                        <p:tgtEl>
                                          <p:spTgt spid="23555">
                                            <p:txEl>
                                              <p:charRg st="0"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3569"/>
                                        </p:tgtEl>
                                        <p:attrNameLst>
                                          <p:attrName>style.visibility</p:attrName>
                                        </p:attrNameLst>
                                      </p:cBhvr>
                                      <p:to>
                                        <p:strVal val="visible"/>
                                      </p:to>
                                    </p:set>
                                    <p:animEffect transition="in" filter="wipe(up)">
                                      <p:cBhvr>
                                        <p:cTn id="21" dur="500"/>
                                        <p:tgtEl>
                                          <p:spTgt spid="2356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up)">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3557">
                                            <p:txEl>
                                              <p:charRg st="0" end="31"/>
                                            </p:txEl>
                                          </p:spTgt>
                                        </p:tgtEl>
                                        <p:attrNameLst>
                                          <p:attrName>style.visibility</p:attrName>
                                        </p:attrNameLst>
                                      </p:cBhvr>
                                      <p:to>
                                        <p:strVal val="visible"/>
                                      </p:to>
                                    </p:set>
                                    <p:animEffect transition="in" filter="wipe(left)">
                                      <p:cBhvr>
                                        <p:cTn id="31" dur="500"/>
                                        <p:tgtEl>
                                          <p:spTgt spid="23557">
                                            <p:txEl>
                                              <p:charRg st="0" end="3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499"/>
                                          </p:stCondLst>
                                        </p:cTn>
                                        <p:tgtEl>
                                          <p:spTgt spid="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right)">
                                      <p:cBhvr>
                                        <p:cTn id="40" dur="500"/>
                                        <p:tgtEl>
                                          <p:spTgt spid="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3570">
                                            <p:txEl>
                                              <p:charRg st="0" end="29"/>
                                            </p:txEl>
                                          </p:spTgt>
                                        </p:tgtEl>
                                        <p:attrNameLst>
                                          <p:attrName>style.visibility</p:attrName>
                                        </p:attrNameLst>
                                      </p:cBhvr>
                                      <p:to>
                                        <p:strVal val="visible"/>
                                      </p:to>
                                    </p:set>
                                    <p:animEffect transition="in" filter="wipe(left)">
                                      <p:cBhvr>
                                        <p:cTn id="45" dur="500"/>
                                        <p:tgtEl>
                                          <p:spTgt spid="23570">
                                            <p:txEl>
                                              <p:charRg st="0" end="2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3558"/>
                                        </p:tgtEl>
                                        <p:attrNameLst>
                                          <p:attrName>style.visibility</p:attrName>
                                        </p:attrNameLst>
                                      </p:cBhvr>
                                      <p:to>
                                        <p:strVal val="visible"/>
                                      </p:to>
                                    </p:set>
                                    <p:animEffect transition="in" filter="wipe(left)">
                                      <p:cBhvr>
                                        <p:cTn id="50" dur="500"/>
                                        <p:tgtEl>
                                          <p:spTgt spid="23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P spid="23557" grpId="0" build="p"/>
      <p:bldP spid="23569" grpId="0" animBg="1"/>
      <p:bldP spid="2357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a:spLocks noGrp="1"/>
          </p:cNvSpPr>
          <p:nvPr>
            <p:ph type="title"/>
          </p:nvPr>
        </p:nvSpPr>
        <p:spPr>
          <a:xfrm>
            <a:off x="234950" y="860425"/>
            <a:ext cx="5495925" cy="739775"/>
          </a:xfrm>
        </p:spPr>
        <p:txBody>
          <a:bodyPr wrap="square" lIns="91440" tIns="45720" rIns="91440" bIns="45720" anchor="ctr"/>
          <a:p>
            <a:pPr>
              <a:lnSpc>
                <a:spcPct val="120000"/>
              </a:lnSpc>
            </a:pPr>
            <a:r>
              <a:rPr lang="en-US" altLang="zh-CN" sz="3200" b="1" dirty="0">
                <a:latin typeface="宋体" panose="02010600030101010101" pitchFamily="2" charset="-122"/>
              </a:rPr>
              <a:t>2. U</a:t>
            </a:r>
            <a:r>
              <a:rPr lang="en-US" altLang="zh-CN" sz="3200" b="1" baseline="-25000" dirty="0">
                <a:latin typeface="宋体" panose="02010600030101010101" pitchFamily="2" charset="-122"/>
              </a:rPr>
              <a:t>O</a:t>
            </a:r>
            <a:r>
              <a:rPr lang="zh-CN" altLang="en-US" sz="3200" b="1" baseline="-25000" dirty="0">
                <a:latin typeface="宋体" panose="02010600030101010101" pitchFamily="2" charset="-122"/>
                <a:ea typeface="宋体" panose="02010600030101010101" pitchFamily="2" charset="-122"/>
              </a:rPr>
              <a:t>（</a:t>
            </a:r>
            <a:r>
              <a:rPr lang="en-US" altLang="zh-CN" sz="3200" b="1" baseline="-25000" dirty="0">
                <a:latin typeface="宋体" panose="02010600030101010101" pitchFamily="2" charset="-122"/>
              </a:rPr>
              <a:t>AV</a:t>
            </a:r>
            <a:r>
              <a:rPr lang="zh-CN" altLang="en-US" sz="3200" b="1" baseline="-25000" dirty="0">
                <a:latin typeface="宋体" panose="02010600030101010101" pitchFamily="2" charset="-122"/>
                <a:ea typeface="宋体" panose="02010600030101010101" pitchFamily="2" charset="-122"/>
              </a:rPr>
              <a:t>）</a:t>
            </a:r>
            <a:r>
              <a:rPr lang="zh-CN" altLang="zh-CN" sz="3200" b="1" dirty="0">
                <a:latin typeface="宋体" panose="02010600030101010101" pitchFamily="2" charset="-122"/>
                <a:ea typeface="宋体" panose="02010600030101010101" pitchFamily="2" charset="-122"/>
              </a:rPr>
              <a:t>和</a:t>
            </a:r>
            <a:r>
              <a:rPr lang="en-US" altLang="zh-CN" sz="3200" b="1" dirty="0">
                <a:latin typeface="宋体" panose="02010600030101010101" pitchFamily="2" charset="-122"/>
              </a:rPr>
              <a:t>I</a:t>
            </a:r>
            <a:r>
              <a:rPr lang="en-US" altLang="zh-CN" sz="3200" b="1" baseline="-25000" dirty="0">
                <a:latin typeface="宋体" panose="02010600030101010101" pitchFamily="2" charset="-122"/>
              </a:rPr>
              <a:t>L</a:t>
            </a:r>
            <a:r>
              <a:rPr lang="zh-CN" altLang="en-US" sz="3200" b="1" baseline="-25000" dirty="0">
                <a:latin typeface="宋体" panose="02010600030101010101" pitchFamily="2" charset="-122"/>
                <a:ea typeface="宋体" panose="02010600030101010101" pitchFamily="2" charset="-122"/>
              </a:rPr>
              <a:t>（</a:t>
            </a:r>
            <a:r>
              <a:rPr lang="en-US" altLang="zh-CN" sz="3200" b="1" baseline="-25000" dirty="0">
                <a:latin typeface="宋体" panose="02010600030101010101" pitchFamily="2" charset="-122"/>
              </a:rPr>
              <a:t>AV</a:t>
            </a:r>
            <a:r>
              <a:rPr lang="zh-CN" altLang="en-US" sz="3200" b="1" baseline="-25000" dirty="0">
                <a:latin typeface="宋体" panose="02010600030101010101" pitchFamily="2" charset="-122"/>
                <a:ea typeface="宋体" panose="02010600030101010101" pitchFamily="2" charset="-122"/>
              </a:rPr>
              <a:t>）</a:t>
            </a:r>
            <a:r>
              <a:rPr lang="zh-CN" altLang="zh-CN" sz="3200" b="1" dirty="0">
                <a:latin typeface="宋体" panose="02010600030101010101" pitchFamily="2" charset="-122"/>
                <a:ea typeface="宋体" panose="02010600030101010101" pitchFamily="2" charset="-122"/>
              </a:rPr>
              <a:t>的估算</a:t>
            </a:r>
            <a:br>
              <a:rPr lang="zh-CN" altLang="en-US" sz="2400" b="1" dirty="0">
                <a:ea typeface="宋体" panose="02010600030101010101" pitchFamily="2" charset="-122"/>
              </a:rPr>
            </a:br>
            <a:endParaRPr lang="en-US" altLang="zh-CN" sz="2400" b="1" baseline="-25000" dirty="0"/>
          </a:p>
        </p:txBody>
      </p:sp>
      <p:graphicFrame>
        <p:nvGraphicFramePr>
          <p:cNvPr id="28674" name="Object 3"/>
          <p:cNvGraphicFramePr>
            <a:graphicFrameLocks noChangeAspect="1"/>
          </p:cNvGraphicFramePr>
          <p:nvPr/>
        </p:nvGraphicFramePr>
        <p:xfrm>
          <a:off x="1509713" y="1514475"/>
          <a:ext cx="2971800" cy="2925763"/>
        </p:xfrm>
        <a:graphic>
          <a:graphicData uri="http://schemas.openxmlformats.org/presentationml/2006/ole">
            <mc:AlternateContent xmlns:mc="http://schemas.openxmlformats.org/markup-compatibility/2006">
              <mc:Choice xmlns:v="urn:schemas-microsoft-com:vml" Requires="v">
                <p:oleObj spid="_x0000_s3081" name="" r:id="rId1" imgW="12172950" imgH="11982450" progId="MSPhotoEd.3">
                  <p:embed/>
                </p:oleObj>
              </mc:Choice>
              <mc:Fallback>
                <p:oleObj name="" r:id="rId1" imgW="12172950" imgH="11982450" progId="MSPhotoEd.3">
                  <p:embed/>
                  <p:pic>
                    <p:nvPicPr>
                      <p:cNvPr id="0" name="图片 3080"/>
                      <p:cNvPicPr/>
                      <p:nvPr/>
                    </p:nvPicPr>
                    <p:blipFill>
                      <a:blip r:embed="rId2"/>
                      <a:stretch>
                        <a:fillRect/>
                      </a:stretch>
                    </p:blipFill>
                    <p:spPr>
                      <a:xfrm>
                        <a:off x="1509713" y="1514475"/>
                        <a:ext cx="2971800" cy="2925763"/>
                      </a:xfrm>
                      <a:prstGeom prst="rect">
                        <a:avLst/>
                      </a:prstGeom>
                      <a:noFill/>
                      <a:ln w="38100">
                        <a:noFill/>
                        <a:miter/>
                      </a:ln>
                    </p:spPr>
                  </p:pic>
                </p:oleObj>
              </mc:Fallback>
            </mc:AlternateContent>
          </a:graphicData>
        </a:graphic>
      </p:graphicFrame>
      <p:sp>
        <p:nvSpPr>
          <p:cNvPr id="24580" name="Line 4"/>
          <p:cNvSpPr/>
          <p:nvPr/>
        </p:nvSpPr>
        <p:spPr>
          <a:xfrm flipV="1">
            <a:off x="1970088" y="3343275"/>
            <a:ext cx="2209800" cy="0"/>
          </a:xfrm>
          <a:prstGeom prst="line">
            <a:avLst/>
          </a:prstGeom>
          <a:ln w="28575" cap="flat" cmpd="sng">
            <a:solidFill>
              <a:srgbClr val="FF0000"/>
            </a:solidFill>
            <a:prstDash val="solid"/>
            <a:round/>
            <a:headEnd type="none" w="med" len="med"/>
            <a:tailEnd type="none" w="med" len="med"/>
          </a:ln>
        </p:spPr>
        <p:txBody>
          <a:bodyPr wrap="none" anchor="ctr"/>
          <a:p>
            <a:pPr eaLnBrk="0" hangingPunct="0"/>
            <a:endParaRPr lang="zh-CN" altLang="en-US">
              <a:latin typeface="Calibri" panose="020F0502020204030204" pitchFamily="34" charset="0"/>
              <a:ea typeface="宋体" panose="02010600030101010101" pitchFamily="2" charset="-122"/>
            </a:endParaRPr>
          </a:p>
        </p:txBody>
      </p:sp>
      <p:graphicFrame>
        <p:nvGraphicFramePr>
          <p:cNvPr id="24581" name="Object 5"/>
          <p:cNvGraphicFramePr>
            <a:graphicFrameLocks noChangeAspect="1"/>
          </p:cNvGraphicFramePr>
          <p:nvPr/>
        </p:nvGraphicFramePr>
        <p:xfrm>
          <a:off x="5967413" y="1112838"/>
          <a:ext cx="4114800" cy="787400"/>
        </p:xfrm>
        <a:graphic>
          <a:graphicData uri="http://schemas.openxmlformats.org/presentationml/2006/ole">
            <mc:AlternateContent xmlns:mc="http://schemas.openxmlformats.org/markup-compatibility/2006">
              <mc:Choice xmlns:v="urn:schemas-microsoft-com:vml" Requires="v">
                <p:oleObj spid="_x0000_s3077" name="" r:id="rId3" imgW="2057400" imgH="393700" progId="Equation.3">
                  <p:embed/>
                </p:oleObj>
              </mc:Choice>
              <mc:Fallback>
                <p:oleObj name="" r:id="rId3" imgW="2057400" imgH="393700" progId="Equation.3">
                  <p:embed/>
                  <p:pic>
                    <p:nvPicPr>
                      <p:cNvPr id="0" name="图片 3076"/>
                      <p:cNvPicPr/>
                      <p:nvPr/>
                    </p:nvPicPr>
                    <p:blipFill>
                      <a:blip r:embed="rId4"/>
                      <a:stretch>
                        <a:fillRect/>
                      </a:stretch>
                    </p:blipFill>
                    <p:spPr>
                      <a:xfrm>
                        <a:off x="5967413" y="1112838"/>
                        <a:ext cx="4114800" cy="787400"/>
                      </a:xfrm>
                      <a:prstGeom prst="rect">
                        <a:avLst/>
                      </a:prstGeom>
                      <a:noFill/>
                      <a:ln w="38100">
                        <a:noFill/>
                        <a:miter/>
                      </a:ln>
                    </p:spPr>
                  </p:pic>
                </p:oleObj>
              </mc:Fallback>
            </mc:AlternateContent>
          </a:graphicData>
        </a:graphic>
      </p:graphicFrame>
      <p:graphicFrame>
        <p:nvGraphicFramePr>
          <p:cNvPr id="24582" name="Object 6"/>
          <p:cNvGraphicFramePr>
            <a:graphicFrameLocks noChangeAspect="1"/>
          </p:cNvGraphicFramePr>
          <p:nvPr/>
        </p:nvGraphicFramePr>
        <p:xfrm>
          <a:off x="5967413" y="2801938"/>
          <a:ext cx="2895600" cy="862012"/>
        </p:xfrm>
        <a:graphic>
          <a:graphicData uri="http://schemas.openxmlformats.org/presentationml/2006/ole">
            <mc:AlternateContent xmlns:mc="http://schemas.openxmlformats.org/markup-compatibility/2006">
              <mc:Choice xmlns:v="urn:schemas-microsoft-com:vml" Requires="v">
                <p:oleObj spid="_x0000_s3080" name="" r:id="rId5" imgW="1536700" imgH="457200" progId="Equation.3">
                  <p:embed/>
                </p:oleObj>
              </mc:Choice>
              <mc:Fallback>
                <p:oleObj name="" r:id="rId5" imgW="1536700" imgH="457200" progId="Equation.3">
                  <p:embed/>
                  <p:pic>
                    <p:nvPicPr>
                      <p:cNvPr id="0" name="图片 3079"/>
                      <p:cNvPicPr/>
                      <p:nvPr/>
                    </p:nvPicPr>
                    <p:blipFill>
                      <a:blip r:embed="rId6"/>
                      <a:stretch>
                        <a:fillRect/>
                      </a:stretch>
                    </p:blipFill>
                    <p:spPr>
                      <a:xfrm>
                        <a:off x="5967413" y="2801938"/>
                        <a:ext cx="2895600" cy="862012"/>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24583" name="Object 7"/>
          <p:cNvGraphicFramePr>
            <a:graphicFrameLocks noChangeAspect="1"/>
          </p:cNvGraphicFramePr>
          <p:nvPr/>
        </p:nvGraphicFramePr>
        <p:xfrm>
          <a:off x="1738313" y="5707063"/>
          <a:ext cx="2895600" cy="846137"/>
        </p:xfrm>
        <a:graphic>
          <a:graphicData uri="http://schemas.openxmlformats.org/presentationml/2006/ole">
            <mc:AlternateContent xmlns:mc="http://schemas.openxmlformats.org/markup-compatibility/2006">
              <mc:Choice xmlns:v="urn:schemas-microsoft-com:vml" Requires="v">
                <p:oleObj spid="_x0000_s3079" name="" r:id="rId7" imgW="1473200" imgH="431800" progId="Equation.DSMT4">
                  <p:embed/>
                </p:oleObj>
              </mc:Choice>
              <mc:Fallback>
                <p:oleObj name="" r:id="rId7" imgW="1473200" imgH="431800" progId="Equation.DSMT4">
                  <p:embed/>
                  <p:pic>
                    <p:nvPicPr>
                      <p:cNvPr id="0" name="图片 3078"/>
                      <p:cNvPicPr/>
                      <p:nvPr/>
                    </p:nvPicPr>
                    <p:blipFill>
                      <a:blip r:embed="rId8"/>
                      <a:stretch>
                        <a:fillRect/>
                      </a:stretch>
                    </p:blipFill>
                    <p:spPr>
                      <a:xfrm>
                        <a:off x="1738313" y="5707063"/>
                        <a:ext cx="2895600" cy="846137"/>
                      </a:xfrm>
                      <a:prstGeom prst="rect">
                        <a:avLst/>
                      </a:prstGeom>
                      <a:noFill/>
                      <a:ln w="9525" cap="flat" cmpd="sng">
                        <a:solidFill>
                          <a:srgbClr val="A50021"/>
                        </a:solidFill>
                        <a:prstDash val="solid"/>
                        <a:miter/>
                        <a:headEnd type="none" w="med" len="med"/>
                        <a:tailEnd type="none" w="med" len="med"/>
                      </a:ln>
                    </p:spPr>
                  </p:pic>
                </p:oleObj>
              </mc:Fallback>
            </mc:AlternateContent>
          </a:graphicData>
        </a:graphic>
      </p:graphicFrame>
      <p:graphicFrame>
        <p:nvGraphicFramePr>
          <p:cNvPr id="24584" name="Object 8"/>
          <p:cNvGraphicFramePr>
            <a:graphicFrameLocks noChangeAspect="1"/>
          </p:cNvGraphicFramePr>
          <p:nvPr/>
        </p:nvGraphicFramePr>
        <p:xfrm>
          <a:off x="1738313" y="5095875"/>
          <a:ext cx="1676400" cy="469900"/>
        </p:xfrm>
        <a:graphic>
          <a:graphicData uri="http://schemas.openxmlformats.org/presentationml/2006/ole">
            <mc:AlternateContent xmlns:mc="http://schemas.openxmlformats.org/markup-compatibility/2006">
              <mc:Choice xmlns:v="urn:schemas-microsoft-com:vml" Requires="v">
                <p:oleObj spid="_x0000_s3078" name="" r:id="rId9" imgW="901065" imgH="254000" progId="Equation.3">
                  <p:embed/>
                </p:oleObj>
              </mc:Choice>
              <mc:Fallback>
                <p:oleObj name="" r:id="rId9" imgW="901065" imgH="254000" progId="Equation.3">
                  <p:embed/>
                  <p:pic>
                    <p:nvPicPr>
                      <p:cNvPr id="0" name="图片 3077"/>
                      <p:cNvPicPr/>
                      <p:nvPr/>
                    </p:nvPicPr>
                    <p:blipFill>
                      <a:blip r:embed="rId10"/>
                      <a:stretch>
                        <a:fillRect/>
                      </a:stretch>
                    </p:blipFill>
                    <p:spPr>
                      <a:xfrm>
                        <a:off x="1738313" y="5095875"/>
                        <a:ext cx="1676400" cy="469900"/>
                      </a:xfrm>
                      <a:prstGeom prst="rect">
                        <a:avLst/>
                      </a:prstGeom>
                      <a:noFill/>
                      <a:ln w="9525" cap="flat" cmpd="sng">
                        <a:solidFill>
                          <a:srgbClr val="A50021"/>
                        </a:solidFill>
                        <a:prstDash val="solid"/>
                        <a:miter/>
                        <a:headEnd type="none" w="med" len="med"/>
                        <a:tailEnd type="none" w="med" len="med"/>
                      </a:ln>
                    </p:spPr>
                  </p:pic>
                </p:oleObj>
              </mc:Fallback>
            </mc:AlternateContent>
          </a:graphicData>
        </a:graphic>
      </p:graphicFrame>
      <p:graphicFrame>
        <p:nvGraphicFramePr>
          <p:cNvPr id="24585" name="Object 9"/>
          <p:cNvGraphicFramePr>
            <a:graphicFrameLocks noChangeAspect="1"/>
          </p:cNvGraphicFramePr>
          <p:nvPr/>
        </p:nvGraphicFramePr>
        <p:xfrm>
          <a:off x="5967413" y="5095875"/>
          <a:ext cx="2319337" cy="1381125"/>
        </p:xfrm>
        <a:graphic>
          <a:graphicData uri="http://schemas.openxmlformats.org/presentationml/2006/ole">
            <mc:AlternateContent xmlns:mc="http://schemas.openxmlformats.org/markup-compatibility/2006">
              <mc:Choice xmlns:v="urn:schemas-microsoft-com:vml" Requires="v">
                <p:oleObj spid="_x0000_s3082" name="" r:id="rId11" imgW="1193800" imgH="711200" progId="Equation.3">
                  <p:embed/>
                </p:oleObj>
              </mc:Choice>
              <mc:Fallback>
                <p:oleObj name="" r:id="rId11" imgW="1193800" imgH="711200" progId="Equation.3">
                  <p:embed/>
                  <p:pic>
                    <p:nvPicPr>
                      <p:cNvPr id="0" name="图片 3081"/>
                      <p:cNvPicPr/>
                      <p:nvPr/>
                    </p:nvPicPr>
                    <p:blipFill>
                      <a:blip r:embed="rId12"/>
                      <a:stretch>
                        <a:fillRect/>
                      </a:stretch>
                    </p:blipFill>
                    <p:spPr>
                      <a:xfrm>
                        <a:off x="5967413" y="5095875"/>
                        <a:ext cx="2319337" cy="1381125"/>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24586" name="Object 10"/>
          <p:cNvGraphicFramePr>
            <a:graphicFrameLocks noChangeAspect="1"/>
          </p:cNvGraphicFramePr>
          <p:nvPr/>
        </p:nvGraphicFramePr>
        <p:xfrm>
          <a:off x="5967413" y="1908175"/>
          <a:ext cx="2819400" cy="800100"/>
        </p:xfrm>
        <a:graphic>
          <a:graphicData uri="http://schemas.openxmlformats.org/presentationml/2006/ole">
            <mc:AlternateContent xmlns:mc="http://schemas.openxmlformats.org/markup-compatibility/2006">
              <mc:Choice xmlns:v="urn:schemas-microsoft-com:vml" Requires="v">
                <p:oleObj spid="_x0000_s3076" name="" r:id="rId13" imgW="1524000" imgH="431800" progId="Equation.3">
                  <p:embed/>
                </p:oleObj>
              </mc:Choice>
              <mc:Fallback>
                <p:oleObj name="" r:id="rId13" imgW="1524000" imgH="431800" progId="Equation.3">
                  <p:embed/>
                  <p:pic>
                    <p:nvPicPr>
                      <p:cNvPr id="0" name="图片 3075"/>
                      <p:cNvPicPr/>
                      <p:nvPr/>
                    </p:nvPicPr>
                    <p:blipFill>
                      <a:blip r:embed="rId14"/>
                      <a:stretch>
                        <a:fillRect/>
                      </a:stretch>
                    </p:blipFill>
                    <p:spPr>
                      <a:xfrm>
                        <a:off x="5967413" y="1908175"/>
                        <a:ext cx="2819400" cy="800100"/>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24587" name="Text Box 11"/>
          <p:cNvSpPr txBox="1"/>
          <p:nvPr/>
        </p:nvSpPr>
        <p:spPr>
          <a:xfrm>
            <a:off x="5891213" y="3770313"/>
            <a:ext cx="6300787" cy="1212850"/>
          </a:xfrm>
          <a:prstGeom prst="rect">
            <a:avLst/>
          </a:prstGeom>
          <a:noFill/>
          <a:ln w="9525">
            <a:noFill/>
          </a:ln>
        </p:spPr>
        <p:txBody>
          <a:bodyPr wrap="square" anchor="t">
            <a:spAutoFit/>
          </a:bodyPr>
          <a:p>
            <a:pPr eaLnBrk="0" hangingPunct="0">
              <a:lnSpc>
                <a:spcPct val="130000"/>
              </a:lnSpc>
              <a:spcBef>
                <a:spcPct val="50000"/>
              </a:spcBef>
            </a:pPr>
            <a:r>
              <a:rPr lang="zh-CN" altLang="en-US" sz="2800" b="1" dirty="0">
                <a:latin typeface="Times New Roman" panose="02020603050405020304" pitchFamily="18" charset="0"/>
                <a:ea typeface="宋体" panose="02010600030101010101" pitchFamily="2" charset="-122"/>
              </a:rPr>
              <a:t>考虑到电网电压波动范围为</a:t>
            </a:r>
            <a:r>
              <a:rPr lang="en-US" altLang="zh-CN" sz="2800" b="1" dirty="0">
                <a:latin typeface="Times New Roman" panose="02020603050405020304" pitchFamily="18" charset="0"/>
              </a:rPr>
              <a:t>±10</a:t>
            </a:r>
            <a:r>
              <a:rPr lang="zh-CN" altLang="en-US" sz="2800" b="1" dirty="0">
                <a:latin typeface="Times New Roman" panose="02020603050405020304" pitchFamily="18" charset="0"/>
                <a:ea typeface="宋体" panose="02010600030101010101" pitchFamily="2" charset="-122"/>
              </a:rPr>
              <a:t>％，二极管的极限参数应满足： </a:t>
            </a:r>
            <a:endParaRPr lang="zh-CN" altLang="en-US" sz="2800" b="1" dirty="0">
              <a:latin typeface="Times New Roman" panose="02020603050405020304" pitchFamily="18" charset="0"/>
              <a:ea typeface="宋体" panose="02010600030101010101" pitchFamily="2" charset="-122"/>
            </a:endParaRPr>
          </a:p>
        </p:txBody>
      </p:sp>
      <p:sp>
        <p:nvSpPr>
          <p:cNvPr id="24588" name="Text Box 12"/>
          <p:cNvSpPr txBox="1"/>
          <p:nvPr/>
        </p:nvSpPr>
        <p:spPr>
          <a:xfrm>
            <a:off x="1433513" y="4529138"/>
            <a:ext cx="3048000" cy="523875"/>
          </a:xfrm>
          <a:prstGeom prst="rect">
            <a:avLst/>
          </a:prstGeom>
          <a:noFill/>
          <a:ln w="9525">
            <a:noFill/>
          </a:ln>
        </p:spPr>
        <p:txBody>
          <a:bodyPr anchor="ctr">
            <a:spAutoFit/>
          </a:bodyPr>
          <a:p>
            <a:pPr eaLnBrk="0" hangingPunct="0">
              <a:spcBef>
                <a:spcPct val="50000"/>
              </a:spcBef>
            </a:pPr>
            <a:r>
              <a:rPr lang="zh-CN" altLang="en-US" sz="2800" b="1" dirty="0">
                <a:latin typeface="Times New Roman" panose="02020603050405020304" pitchFamily="18" charset="0"/>
                <a:ea typeface="宋体" panose="02010600030101010101" pitchFamily="2" charset="-122"/>
              </a:rPr>
              <a:t>二极管的选择</a:t>
            </a:r>
            <a:endParaRPr lang="zh-CN" altLang="en-US" sz="2800" b="1" dirty="0">
              <a:latin typeface="Times New Roman" panose="02020603050405020304" pitchFamily="18" charset="0"/>
              <a:ea typeface="宋体" panose="02010600030101010101" pitchFamily="2" charset="-122"/>
            </a:endParaRPr>
          </a:p>
        </p:txBody>
      </p:sp>
      <p:sp>
        <p:nvSpPr>
          <p:cNvPr id="28684" name="Rectangle 2"/>
          <p:cNvSpPr txBox="1"/>
          <p:nvPr/>
        </p:nvSpPr>
        <p:spPr>
          <a:xfrm>
            <a:off x="5891213" y="490538"/>
            <a:ext cx="5386387" cy="519112"/>
          </a:xfrm>
          <a:prstGeom prst="rect">
            <a:avLst/>
          </a:prstGeom>
          <a:noFill/>
          <a:ln w="9525">
            <a:noFill/>
          </a:ln>
        </p:spPr>
        <p:txBody>
          <a:bodyPr wrap="square" lIns="91440" tIns="45720" rIns="91440" bIns="45720" anchor="ctr"/>
          <a:p>
            <a:pPr eaLnBrk="0" hangingPunct="0">
              <a:lnSpc>
                <a:spcPct val="120000"/>
              </a:lnSpc>
            </a:pPr>
            <a:r>
              <a:rPr lang="zh-CN" altLang="zh-CN" sz="2800" b="1" dirty="0">
                <a:latin typeface="Calibri Light" panose="020F0302020204030204" pitchFamily="34" charset="0"/>
                <a:ea typeface="宋体" panose="02010600030101010101" pitchFamily="2" charset="-122"/>
              </a:rPr>
              <a:t>已知变压器副边电压有效值为</a:t>
            </a:r>
            <a:r>
              <a:rPr lang="en-US" altLang="zh-CN" sz="2800" b="1" i="1" dirty="0">
                <a:latin typeface="Calibri Light" panose="020F0302020204030204" pitchFamily="34" charset="0"/>
                <a:ea typeface="宋体" panose="02010600030101010101" pitchFamily="2" charset="-122"/>
              </a:rPr>
              <a:t>U</a:t>
            </a:r>
            <a:r>
              <a:rPr lang="en-US" altLang="zh-CN" sz="2800" b="1" baseline="-25000" dirty="0">
                <a:latin typeface="Calibri Light" panose="020F0302020204030204" pitchFamily="34" charset="0"/>
                <a:ea typeface="宋体" panose="02010600030101010101" pitchFamily="2" charset="-122"/>
              </a:rPr>
              <a:t>2</a:t>
            </a:r>
            <a:endParaRPr lang="en-US" altLang="zh-CN" sz="2800" b="1" baseline="-25000" dirty="0">
              <a:latin typeface="Calibri Light" panose="020F03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wipe(left)">
                                      <p:cBhvr>
                                        <p:cTn id="7" dur="500"/>
                                        <p:tgtEl>
                                          <p:spTgt spid="245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581"/>
                                        </p:tgtEl>
                                        <p:attrNameLst>
                                          <p:attrName>style.visibility</p:attrName>
                                        </p:attrNameLst>
                                      </p:cBhvr>
                                      <p:to>
                                        <p:strVal val="visible"/>
                                      </p:to>
                                    </p:set>
                                    <p:animEffect transition="in" filter="wipe(left)">
                                      <p:cBhvr>
                                        <p:cTn id="12" dur="500"/>
                                        <p:tgtEl>
                                          <p:spTgt spid="2458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586"/>
                                        </p:tgtEl>
                                        <p:attrNameLst>
                                          <p:attrName>style.visibility</p:attrName>
                                        </p:attrNameLst>
                                      </p:cBhvr>
                                      <p:to>
                                        <p:strVal val="visible"/>
                                      </p:to>
                                    </p:set>
                                    <p:animEffect transition="in" filter="wipe(left)">
                                      <p:cBhvr>
                                        <p:cTn id="17" dur="500"/>
                                        <p:tgtEl>
                                          <p:spTgt spid="245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582"/>
                                        </p:tgtEl>
                                        <p:attrNameLst>
                                          <p:attrName>style.visibility</p:attrName>
                                        </p:attrNameLst>
                                      </p:cBhvr>
                                      <p:to>
                                        <p:strVal val="visible"/>
                                      </p:to>
                                    </p:set>
                                    <p:animEffect transition="in" filter="wipe(left)">
                                      <p:cBhvr>
                                        <p:cTn id="22" dur="500"/>
                                        <p:tgtEl>
                                          <p:spTgt spid="2458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4588">
                                            <p:txEl>
                                              <p:charRg st="0"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2458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2458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iterate type="lt">
                                    <p:tmPct val="100000"/>
                                  </p:iterate>
                                  <p:childTnLst>
                                    <p:set>
                                      <p:cBhvr>
                                        <p:cTn id="38" dur="1" fill="hold">
                                          <p:stCondLst>
                                            <p:cond delay="0"/>
                                          </p:stCondLst>
                                        </p:cTn>
                                        <p:tgtEl>
                                          <p:spTgt spid="24587">
                                            <p:txEl>
                                              <p:charRg st="0" end="31"/>
                                            </p:txEl>
                                          </p:spTgt>
                                        </p:tgtEl>
                                        <p:attrNameLst>
                                          <p:attrName>style.visibility</p:attrName>
                                        </p:attrNameLst>
                                      </p:cBhvr>
                                      <p:to>
                                        <p:strVal val="visible"/>
                                      </p:to>
                                    </p:set>
                                    <p:animEffect transition="in" filter="wipe(up)">
                                      <p:cBhvr>
                                        <p:cTn id="39" dur="75"/>
                                        <p:tgtEl>
                                          <p:spTgt spid="24587">
                                            <p:txEl>
                                              <p:charRg st="0" end="3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4585"/>
                                        </p:tgtEl>
                                        <p:attrNameLst>
                                          <p:attrName>style.visibility</p:attrName>
                                        </p:attrNameLst>
                                      </p:cBhvr>
                                      <p:to>
                                        <p:strVal val="visible"/>
                                      </p:to>
                                    </p:set>
                                    <p:animEffect transition="in" filter="wipe(left)">
                                      <p:cBhvr>
                                        <p:cTn id="44" dur="500"/>
                                        <p:tgtEl>
                                          <p:spTgt spid="24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animBg="1"/>
      <p:bldP spid="24587" grpId="0" build="p"/>
      <p:bldP spid="2458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a:spLocks noGrp="1"/>
          </p:cNvSpPr>
          <p:nvPr>
            <p:ph type="title"/>
          </p:nvPr>
        </p:nvSpPr>
        <p:spPr>
          <a:xfrm>
            <a:off x="3775075" y="92075"/>
            <a:ext cx="4829175" cy="523875"/>
          </a:xfrm>
        </p:spPr>
        <p:txBody>
          <a:bodyPr wrap="square" lIns="91440" tIns="45720" rIns="91440" bIns="45720" anchor="ctr"/>
          <a:p>
            <a:pPr>
              <a:lnSpc>
                <a:spcPct val="115000"/>
              </a:lnSpc>
            </a:pPr>
            <a:r>
              <a:rPr lang="zh-CN" altLang="zh-CN" sz="3200" b="1" dirty="0">
                <a:latin typeface="宋体" panose="02010600030101010101" pitchFamily="2" charset="-122"/>
                <a:ea typeface="宋体" panose="02010600030101010101" pitchFamily="2" charset="-122"/>
              </a:rPr>
              <a:t>（三）单相桥式整流电路</a:t>
            </a:r>
            <a:endParaRPr lang="zh-CN" altLang="zh-CN" sz="3200" b="1" dirty="0">
              <a:latin typeface="宋体" panose="02010600030101010101" pitchFamily="2" charset="-122"/>
              <a:ea typeface="宋体" panose="02010600030101010101" pitchFamily="2" charset="-122"/>
            </a:endParaRPr>
          </a:p>
        </p:txBody>
      </p:sp>
      <p:graphicFrame>
        <p:nvGraphicFramePr>
          <p:cNvPr id="26627" name="Object 3"/>
          <p:cNvGraphicFramePr>
            <a:graphicFrameLocks noChangeAspect="1"/>
          </p:cNvGraphicFramePr>
          <p:nvPr/>
        </p:nvGraphicFramePr>
        <p:xfrm>
          <a:off x="2030413" y="1604963"/>
          <a:ext cx="4572000" cy="1660525"/>
        </p:xfrm>
        <a:graphic>
          <a:graphicData uri="http://schemas.openxmlformats.org/presentationml/2006/ole">
            <mc:AlternateContent xmlns:mc="http://schemas.openxmlformats.org/markup-compatibility/2006">
              <mc:Choice xmlns:v="urn:schemas-microsoft-com:vml" Requires="v">
                <p:oleObj spid="_x0000_s3101" name="" r:id="rId1" imgW="27060525" imgH="6496050" progId="MSPhotoEd.3">
                  <p:embed/>
                </p:oleObj>
              </mc:Choice>
              <mc:Fallback>
                <p:oleObj name="" r:id="rId1" imgW="27060525" imgH="6496050" progId="MSPhotoEd.3">
                  <p:embed/>
                  <p:pic>
                    <p:nvPicPr>
                      <p:cNvPr id="0" name="图片 3100"/>
                      <p:cNvPicPr/>
                      <p:nvPr/>
                    </p:nvPicPr>
                    <p:blipFill>
                      <a:blip r:embed="rId2"/>
                      <a:srcRect r="46249" b="18764"/>
                      <a:stretch>
                        <a:fillRect/>
                      </a:stretch>
                    </p:blipFill>
                    <p:spPr>
                      <a:xfrm>
                        <a:off x="2030413" y="1604963"/>
                        <a:ext cx="4572000" cy="1660525"/>
                      </a:xfrm>
                      <a:prstGeom prst="rect">
                        <a:avLst/>
                      </a:prstGeom>
                      <a:noFill/>
                      <a:ln w="38100">
                        <a:noFill/>
                        <a:miter/>
                      </a:ln>
                    </p:spPr>
                  </p:pic>
                </p:oleObj>
              </mc:Fallback>
            </mc:AlternateContent>
          </a:graphicData>
        </a:graphic>
      </p:graphicFrame>
      <p:sp>
        <p:nvSpPr>
          <p:cNvPr id="26628" name="Text Box 4"/>
          <p:cNvSpPr txBox="1"/>
          <p:nvPr/>
        </p:nvSpPr>
        <p:spPr>
          <a:xfrm>
            <a:off x="1628775" y="4559300"/>
            <a:ext cx="7083425" cy="609600"/>
          </a:xfrm>
          <a:prstGeom prst="rect">
            <a:avLst/>
          </a:prstGeom>
          <a:noFill/>
          <a:ln w="9525">
            <a:noFill/>
          </a:ln>
        </p:spPr>
        <p:txBody>
          <a:bodyPr wrap="square" anchor="ctr">
            <a:spAutoFit/>
          </a:bodyPr>
          <a:p>
            <a:pPr eaLnBrk="0" hangingPunct="0">
              <a:lnSpc>
                <a:spcPct val="120000"/>
              </a:lnSpc>
            </a:pPr>
            <a:r>
              <a:rPr lang="en-US" altLang="zh-CN" sz="2800" b="1" i="1" dirty="0">
                <a:latin typeface="Times New Roman" panose="02020603050405020304" pitchFamily="18" charset="0"/>
              </a:rPr>
              <a:t>u</a:t>
            </a:r>
            <a:r>
              <a:rPr lang="en-US" altLang="zh-CN" sz="2800" b="1" baseline="-25000" dirty="0">
                <a:latin typeface="Times New Roman" panose="02020603050405020304" pitchFamily="18" charset="0"/>
              </a:rPr>
              <a:t>2</a:t>
            </a:r>
            <a:r>
              <a:rPr lang="zh-CN" altLang="zh-CN" sz="2800" b="1" dirty="0">
                <a:latin typeface="Times New Roman" panose="02020603050405020304" pitchFamily="18" charset="0"/>
                <a:ea typeface="宋体" panose="02010600030101010101" pitchFamily="2" charset="-122"/>
              </a:rPr>
              <a:t>的正半周</a:t>
            </a:r>
            <a:r>
              <a:rPr lang="zh-CN" altLang="en-US" sz="2800" b="1" dirty="0">
                <a:latin typeface="Times New Roman" panose="02020603050405020304" pitchFamily="18" charset="0"/>
                <a:ea typeface="宋体" panose="02010600030101010101" pitchFamily="2" charset="-122"/>
              </a:rPr>
              <a:t>：</a:t>
            </a:r>
            <a:r>
              <a:rPr lang="zh-CN" altLang="zh-CN"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rPr>
              <a:t>A→D</a:t>
            </a:r>
            <a:r>
              <a:rPr lang="en-US" altLang="zh-CN" sz="2800" b="1" baseline="-25000" dirty="0">
                <a:latin typeface="Times New Roman" panose="02020603050405020304" pitchFamily="18" charset="0"/>
              </a:rPr>
              <a:t>1</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baseline="-25000" dirty="0">
                <a:latin typeface="Times New Roman" panose="02020603050405020304" pitchFamily="18" charset="0"/>
              </a:rPr>
              <a:t>L</a:t>
            </a:r>
            <a:r>
              <a:rPr lang="en-US" altLang="zh-CN" sz="2800" b="1" dirty="0">
                <a:latin typeface="Times New Roman" panose="02020603050405020304" pitchFamily="18" charset="0"/>
              </a:rPr>
              <a:t>→D</a:t>
            </a:r>
            <a:r>
              <a:rPr lang="en-US" altLang="zh-CN" sz="2800" b="1" baseline="-25000" dirty="0">
                <a:latin typeface="Times New Roman" panose="02020603050405020304" pitchFamily="18" charset="0"/>
              </a:rPr>
              <a:t>3</a:t>
            </a:r>
            <a:r>
              <a:rPr lang="en-US" altLang="zh-CN" sz="2800" b="1" dirty="0">
                <a:latin typeface="Times New Roman" panose="02020603050405020304" pitchFamily="18" charset="0"/>
              </a:rPr>
              <a:t>→B</a:t>
            </a:r>
            <a:r>
              <a:rPr lang="zh-CN" altLang="en-US" sz="2800" b="1" dirty="0">
                <a:latin typeface="Times New Roman" panose="02020603050405020304" pitchFamily="18" charset="0"/>
                <a:ea typeface="宋体" panose="02010600030101010101" pitchFamily="2" charset="-122"/>
              </a:rPr>
              <a:t>，</a:t>
            </a:r>
            <a:r>
              <a:rPr lang="en-US" altLang="zh-CN" sz="2800" b="1" i="1" dirty="0" err="1">
                <a:latin typeface="Times New Roman" panose="02020603050405020304" pitchFamily="18" charset="0"/>
              </a:rPr>
              <a:t>u</a:t>
            </a:r>
            <a:r>
              <a:rPr lang="en-US" altLang="zh-CN" sz="2800" b="1" baseline="-25000" dirty="0" err="1">
                <a:latin typeface="Times New Roman" panose="02020603050405020304" pitchFamily="18" charset="0"/>
              </a:rPr>
              <a:t>O</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u</a:t>
            </a:r>
            <a:r>
              <a:rPr lang="en-US" altLang="zh-CN" sz="2800" b="1" baseline="-25000" dirty="0">
                <a:latin typeface="Times New Roman" panose="02020603050405020304" pitchFamily="18" charset="0"/>
              </a:rPr>
              <a:t>2</a:t>
            </a:r>
            <a:endParaRPr lang="en-US" altLang="zh-CN" sz="2800" b="1" baseline="-25000" dirty="0">
              <a:latin typeface="Times New Roman" panose="02020603050405020304" pitchFamily="18" charset="0"/>
            </a:endParaRPr>
          </a:p>
        </p:txBody>
      </p:sp>
      <p:sp>
        <p:nvSpPr>
          <p:cNvPr id="26629" name="Text Box 5"/>
          <p:cNvSpPr txBox="1"/>
          <p:nvPr/>
        </p:nvSpPr>
        <p:spPr>
          <a:xfrm>
            <a:off x="1628775" y="5318125"/>
            <a:ext cx="7720013" cy="609600"/>
          </a:xfrm>
          <a:prstGeom prst="rect">
            <a:avLst/>
          </a:prstGeom>
          <a:noFill/>
          <a:ln w="9525">
            <a:noFill/>
          </a:ln>
        </p:spPr>
        <p:txBody>
          <a:bodyPr wrap="square" anchor="ctr">
            <a:spAutoFit/>
          </a:bodyPr>
          <a:p>
            <a:pPr eaLnBrk="0" hangingPunct="0">
              <a:lnSpc>
                <a:spcPct val="120000"/>
              </a:lnSpc>
            </a:pPr>
            <a:r>
              <a:rPr lang="en-US" altLang="zh-CN" sz="2800" b="1" i="1" dirty="0">
                <a:latin typeface="Times New Roman" panose="02020603050405020304" pitchFamily="18" charset="0"/>
              </a:rPr>
              <a:t>u</a:t>
            </a:r>
            <a:r>
              <a:rPr lang="en-US" altLang="zh-CN" sz="2800" b="1" baseline="-25000" dirty="0">
                <a:latin typeface="Times New Roman" panose="02020603050405020304" pitchFamily="18" charset="0"/>
              </a:rPr>
              <a:t>2</a:t>
            </a:r>
            <a:r>
              <a:rPr lang="zh-CN" altLang="zh-CN" sz="2800" b="1" dirty="0">
                <a:latin typeface="Times New Roman" panose="02020603050405020304" pitchFamily="18" charset="0"/>
                <a:ea typeface="宋体" panose="02010600030101010101" pitchFamily="2" charset="-122"/>
              </a:rPr>
              <a:t>的负半周</a:t>
            </a:r>
            <a:r>
              <a:rPr lang="zh-CN" altLang="en-US"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rPr>
              <a:t>B →D</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R</a:t>
            </a:r>
            <a:r>
              <a:rPr lang="en-US" altLang="zh-CN" sz="2800" b="1" baseline="-25000" dirty="0">
                <a:latin typeface="Times New Roman" panose="02020603050405020304" pitchFamily="18" charset="0"/>
              </a:rPr>
              <a:t>L</a:t>
            </a:r>
            <a:r>
              <a:rPr lang="en-US" altLang="zh-CN" sz="2800" b="1" dirty="0">
                <a:latin typeface="Times New Roman" panose="02020603050405020304" pitchFamily="18" charset="0"/>
              </a:rPr>
              <a:t>→D</a:t>
            </a:r>
            <a:r>
              <a:rPr lang="en-US" altLang="zh-CN" sz="2800" b="1" baseline="-25000" dirty="0">
                <a:latin typeface="Times New Roman" panose="02020603050405020304" pitchFamily="18" charset="0"/>
              </a:rPr>
              <a:t>4</a:t>
            </a:r>
            <a:r>
              <a:rPr lang="en-US" altLang="zh-CN" sz="2800" b="1" dirty="0">
                <a:latin typeface="Times New Roman" panose="02020603050405020304" pitchFamily="18" charset="0"/>
              </a:rPr>
              <a:t>→ A</a:t>
            </a:r>
            <a:r>
              <a:rPr lang="zh-CN" altLang="en-US" sz="2800" b="1" dirty="0">
                <a:latin typeface="Times New Roman" panose="02020603050405020304" pitchFamily="18" charset="0"/>
                <a:ea typeface="宋体" panose="02010600030101010101" pitchFamily="2" charset="-122"/>
              </a:rPr>
              <a:t>，</a:t>
            </a:r>
            <a:r>
              <a:rPr lang="en-US" altLang="zh-CN" sz="2800" b="1" i="1" dirty="0" err="1">
                <a:latin typeface="Times New Roman" panose="02020603050405020304" pitchFamily="18" charset="0"/>
              </a:rPr>
              <a:t>u</a:t>
            </a:r>
            <a:r>
              <a:rPr lang="en-US" altLang="zh-CN" sz="2800" b="1" baseline="-25000" dirty="0" err="1">
                <a:latin typeface="Times New Roman" panose="02020603050405020304" pitchFamily="18" charset="0"/>
              </a:rPr>
              <a:t>O</a:t>
            </a:r>
            <a:r>
              <a:rPr lang="en-US" altLang="zh-CN" sz="2800" b="1" dirty="0">
                <a:latin typeface="Times New Roman" panose="02020603050405020304" pitchFamily="18" charset="0"/>
              </a:rPr>
              <a:t>= -</a:t>
            </a:r>
            <a:r>
              <a:rPr lang="en-US" altLang="zh-CN" sz="2800" b="1" i="1" dirty="0">
                <a:latin typeface="Times New Roman" panose="02020603050405020304" pitchFamily="18" charset="0"/>
              </a:rPr>
              <a:t>u</a:t>
            </a:r>
            <a:r>
              <a:rPr lang="en-US" altLang="zh-CN" sz="2800" b="1" baseline="-25000" dirty="0">
                <a:latin typeface="Times New Roman" panose="02020603050405020304" pitchFamily="18" charset="0"/>
              </a:rPr>
              <a:t>2</a:t>
            </a:r>
            <a:endParaRPr lang="en-US" altLang="zh-CN" sz="2800" b="1" dirty="0">
              <a:latin typeface="Times New Roman" panose="02020603050405020304" pitchFamily="18" charset="0"/>
            </a:endParaRPr>
          </a:p>
        </p:txBody>
      </p:sp>
      <p:sp>
        <p:nvSpPr>
          <p:cNvPr id="26630" name="AutoShape 6"/>
          <p:cNvSpPr/>
          <p:nvPr/>
        </p:nvSpPr>
        <p:spPr>
          <a:xfrm>
            <a:off x="3952875" y="3624263"/>
            <a:ext cx="3070225" cy="523875"/>
          </a:xfrm>
          <a:prstGeom prst="borderCallout1">
            <a:avLst>
              <a:gd name="adj1" fmla="val -8282"/>
              <a:gd name="adj2" fmla="val 48384"/>
              <a:gd name="adj3" fmla="val -65486"/>
              <a:gd name="adj4" fmla="val 16773"/>
            </a:avLst>
          </a:prstGeom>
          <a:noFill/>
          <a:ln w="19050" cap="flat" cmpd="sng">
            <a:solidFill>
              <a:srgbClr val="FF0000"/>
            </a:solidFill>
            <a:prstDash val="solid"/>
            <a:miter/>
            <a:headEnd type="none" w="med" len="med"/>
            <a:tailEnd type="none" w="med" len="med"/>
          </a:ln>
        </p:spPr>
        <p:txBody>
          <a:bodyPr wrap="none" anchor="ctr">
            <a:spAutoFit/>
          </a:bodyPr>
          <a:p>
            <a:pPr algn="ctr" eaLnBrk="0" hangingPunct="0"/>
            <a:r>
              <a:rPr lang="zh-CN" altLang="en-US" sz="2800" b="1" dirty="0">
                <a:solidFill>
                  <a:srgbClr val="000000"/>
                </a:solidFill>
                <a:latin typeface="Times New Roman" panose="02020603050405020304" pitchFamily="18" charset="0"/>
                <a:ea typeface="宋体" panose="02010600030101010101" pitchFamily="2" charset="-122"/>
              </a:rPr>
              <a:t>四只管子如何接？</a:t>
            </a:r>
            <a:endParaRPr lang="zh-CN" altLang="en-US" sz="2800" b="1" dirty="0">
              <a:solidFill>
                <a:srgbClr val="000000"/>
              </a:solidFill>
              <a:latin typeface="Times New Roman" panose="02020603050405020304" pitchFamily="18" charset="0"/>
              <a:ea typeface="宋体" panose="02010600030101010101" pitchFamily="2" charset="-122"/>
            </a:endParaRPr>
          </a:p>
        </p:txBody>
      </p:sp>
      <p:grpSp>
        <p:nvGrpSpPr>
          <p:cNvPr id="2" name="Group 7"/>
          <p:cNvGrpSpPr/>
          <p:nvPr/>
        </p:nvGrpSpPr>
        <p:grpSpPr>
          <a:xfrm>
            <a:off x="3248025" y="1839913"/>
            <a:ext cx="228600" cy="1114425"/>
            <a:chOff x="1200" y="768"/>
            <a:chExt cx="144" cy="702"/>
          </a:xfrm>
        </p:grpSpPr>
        <p:graphicFrame>
          <p:nvGraphicFramePr>
            <p:cNvPr id="30727" name="Object 8"/>
            <p:cNvGraphicFramePr>
              <a:graphicFrameLocks noChangeAspect="1"/>
            </p:cNvGraphicFramePr>
            <p:nvPr/>
          </p:nvGraphicFramePr>
          <p:xfrm>
            <a:off x="1200" y="768"/>
            <a:ext cx="144" cy="144"/>
          </p:xfrm>
          <a:graphic>
            <a:graphicData uri="http://schemas.openxmlformats.org/presentationml/2006/ole">
              <mc:AlternateContent xmlns:mc="http://schemas.openxmlformats.org/markup-compatibility/2006">
                <mc:Choice xmlns:v="urn:schemas-microsoft-com:vml" Requires="v">
                  <p:oleObj spid="_x0000_s3105" name="" r:id="rId3" imgW="139700" imgH="139700" progId="Equation.3">
                    <p:embed/>
                  </p:oleObj>
                </mc:Choice>
                <mc:Fallback>
                  <p:oleObj name="" r:id="rId3" imgW="139700" imgH="139700" progId="Equation.3">
                    <p:embed/>
                    <p:pic>
                      <p:nvPicPr>
                        <p:cNvPr id="0" name="图片 3104"/>
                        <p:cNvPicPr/>
                        <p:nvPr/>
                      </p:nvPicPr>
                      <p:blipFill>
                        <a:blip r:embed="rId4"/>
                        <a:stretch>
                          <a:fillRect/>
                        </a:stretch>
                      </p:blipFill>
                      <p:spPr>
                        <a:xfrm>
                          <a:off x="1200" y="768"/>
                          <a:ext cx="144" cy="144"/>
                        </a:xfrm>
                        <a:prstGeom prst="rect">
                          <a:avLst/>
                        </a:prstGeom>
                        <a:solidFill>
                          <a:srgbClr val="FF0000"/>
                        </a:solidFill>
                        <a:ln w="38100">
                          <a:noFill/>
                          <a:miter/>
                        </a:ln>
                      </p:spPr>
                    </p:pic>
                  </p:oleObj>
                </mc:Fallback>
              </mc:AlternateContent>
            </a:graphicData>
          </a:graphic>
        </p:graphicFrame>
        <p:graphicFrame>
          <p:nvGraphicFramePr>
            <p:cNvPr id="30728" name="Object 9"/>
            <p:cNvGraphicFramePr>
              <a:graphicFrameLocks noChangeAspect="1"/>
            </p:cNvGraphicFramePr>
            <p:nvPr/>
          </p:nvGraphicFramePr>
          <p:xfrm>
            <a:off x="1200" y="1392"/>
            <a:ext cx="131" cy="78"/>
          </p:xfrm>
          <a:graphic>
            <a:graphicData uri="http://schemas.openxmlformats.org/presentationml/2006/ole">
              <mc:AlternateContent xmlns:mc="http://schemas.openxmlformats.org/markup-compatibility/2006">
                <mc:Choice xmlns:v="urn:schemas-microsoft-com:vml" Requires="v">
                  <p:oleObj spid="_x0000_s3106" name="" r:id="rId5" imgW="126365" imgH="76200" progId="Equation.3">
                    <p:embed/>
                  </p:oleObj>
                </mc:Choice>
                <mc:Fallback>
                  <p:oleObj name="" r:id="rId5" imgW="126365" imgH="76200" progId="Equation.3">
                    <p:embed/>
                    <p:pic>
                      <p:nvPicPr>
                        <p:cNvPr id="0" name="图片 3105"/>
                        <p:cNvPicPr/>
                        <p:nvPr/>
                      </p:nvPicPr>
                      <p:blipFill>
                        <a:blip r:embed="rId6"/>
                        <a:stretch>
                          <a:fillRect/>
                        </a:stretch>
                      </p:blipFill>
                      <p:spPr>
                        <a:xfrm>
                          <a:off x="1200" y="1392"/>
                          <a:ext cx="131" cy="78"/>
                        </a:xfrm>
                        <a:prstGeom prst="rect">
                          <a:avLst/>
                        </a:prstGeom>
                        <a:solidFill>
                          <a:srgbClr val="FF0000"/>
                        </a:solidFill>
                        <a:ln w="38100">
                          <a:noFill/>
                          <a:miter/>
                        </a:ln>
                      </p:spPr>
                    </p:pic>
                  </p:oleObj>
                </mc:Fallback>
              </mc:AlternateContent>
            </a:graphicData>
          </a:graphic>
        </p:graphicFrame>
      </p:grpSp>
      <p:grpSp>
        <p:nvGrpSpPr>
          <p:cNvPr id="3" name="Group 10"/>
          <p:cNvGrpSpPr/>
          <p:nvPr/>
        </p:nvGrpSpPr>
        <p:grpSpPr>
          <a:xfrm>
            <a:off x="3133725" y="1614488"/>
            <a:ext cx="247650" cy="1638300"/>
            <a:chOff x="1128" y="625"/>
            <a:chExt cx="156" cy="1033"/>
          </a:xfrm>
        </p:grpSpPr>
        <p:graphicFrame>
          <p:nvGraphicFramePr>
            <p:cNvPr id="30730" name="Object 11"/>
            <p:cNvGraphicFramePr>
              <a:graphicFrameLocks noChangeAspect="1"/>
            </p:cNvGraphicFramePr>
            <p:nvPr/>
          </p:nvGraphicFramePr>
          <p:xfrm>
            <a:off x="1128" y="1514"/>
            <a:ext cx="144" cy="144"/>
          </p:xfrm>
          <a:graphic>
            <a:graphicData uri="http://schemas.openxmlformats.org/presentationml/2006/ole">
              <mc:AlternateContent xmlns:mc="http://schemas.openxmlformats.org/markup-compatibility/2006">
                <mc:Choice xmlns:v="urn:schemas-microsoft-com:vml" Requires="v">
                  <p:oleObj spid="_x0000_s3107" name="" r:id="rId7" imgW="139700" imgH="139700" progId="Equation.3">
                    <p:embed/>
                  </p:oleObj>
                </mc:Choice>
                <mc:Fallback>
                  <p:oleObj name="" r:id="rId7" imgW="139700" imgH="139700" progId="Equation.3">
                    <p:embed/>
                    <p:pic>
                      <p:nvPicPr>
                        <p:cNvPr id="0" name="图片 3106"/>
                        <p:cNvPicPr/>
                        <p:nvPr/>
                      </p:nvPicPr>
                      <p:blipFill>
                        <a:blip r:embed="rId8"/>
                        <a:stretch>
                          <a:fillRect/>
                        </a:stretch>
                      </p:blipFill>
                      <p:spPr>
                        <a:xfrm>
                          <a:off x="1128" y="1514"/>
                          <a:ext cx="144" cy="144"/>
                        </a:xfrm>
                        <a:prstGeom prst="rect">
                          <a:avLst/>
                        </a:prstGeom>
                        <a:solidFill>
                          <a:schemeClr val="hlink"/>
                        </a:solidFill>
                        <a:ln w="38100">
                          <a:noFill/>
                          <a:miter/>
                        </a:ln>
                      </p:spPr>
                    </p:pic>
                  </p:oleObj>
                </mc:Fallback>
              </mc:AlternateContent>
            </a:graphicData>
          </a:graphic>
        </p:graphicFrame>
        <p:graphicFrame>
          <p:nvGraphicFramePr>
            <p:cNvPr id="30731" name="Object 12"/>
            <p:cNvGraphicFramePr>
              <a:graphicFrameLocks noChangeAspect="1"/>
            </p:cNvGraphicFramePr>
            <p:nvPr/>
          </p:nvGraphicFramePr>
          <p:xfrm>
            <a:off x="1153" y="625"/>
            <a:ext cx="131" cy="78"/>
          </p:xfrm>
          <a:graphic>
            <a:graphicData uri="http://schemas.openxmlformats.org/presentationml/2006/ole">
              <mc:AlternateContent xmlns:mc="http://schemas.openxmlformats.org/markup-compatibility/2006">
                <mc:Choice xmlns:v="urn:schemas-microsoft-com:vml" Requires="v">
                  <p:oleObj spid="_x0000_s3103" name="" r:id="rId9" imgW="126365" imgH="76200" progId="Equation.3">
                    <p:embed/>
                  </p:oleObj>
                </mc:Choice>
                <mc:Fallback>
                  <p:oleObj name="" r:id="rId9" imgW="126365" imgH="76200" progId="Equation.3">
                    <p:embed/>
                    <p:pic>
                      <p:nvPicPr>
                        <p:cNvPr id="0" name="图片 3102"/>
                        <p:cNvPicPr/>
                        <p:nvPr/>
                      </p:nvPicPr>
                      <p:blipFill>
                        <a:blip r:embed="rId6"/>
                        <a:stretch>
                          <a:fillRect/>
                        </a:stretch>
                      </p:blipFill>
                      <p:spPr>
                        <a:xfrm>
                          <a:off x="1153" y="625"/>
                          <a:ext cx="131" cy="78"/>
                        </a:xfrm>
                        <a:prstGeom prst="rect">
                          <a:avLst/>
                        </a:prstGeom>
                        <a:solidFill>
                          <a:schemeClr val="hlink"/>
                        </a:solidFill>
                        <a:ln w="38100">
                          <a:noFill/>
                          <a:miter/>
                        </a:ln>
                      </p:spPr>
                    </p:pic>
                  </p:oleObj>
                </mc:Fallback>
              </mc:AlternateContent>
            </a:graphicData>
          </a:graphic>
        </p:graphicFrame>
      </p:grpSp>
      <p:sp>
        <p:nvSpPr>
          <p:cNvPr id="26637" name="Text Box 13"/>
          <p:cNvSpPr txBox="1"/>
          <p:nvPr/>
        </p:nvSpPr>
        <p:spPr>
          <a:xfrm>
            <a:off x="1462088" y="6129338"/>
            <a:ext cx="8053387" cy="523875"/>
          </a:xfrm>
          <a:prstGeom prst="rect">
            <a:avLst/>
          </a:prstGeom>
          <a:noFill/>
          <a:ln w="9525">
            <a:noFill/>
          </a:ln>
        </p:spPr>
        <p:txBody>
          <a:bodyPr wrap="square" anchor="t">
            <a:spAutoFit/>
          </a:bodyPr>
          <a:p>
            <a:pPr eaLnBrk="0" hangingPunct="0">
              <a:spcBef>
                <a:spcPct val="50000"/>
              </a:spcBef>
              <a:buFont typeface="Arial" panose="020B0604020202020204" pitchFamily="34" charset="0"/>
              <a:buNone/>
            </a:pPr>
            <a:r>
              <a:rPr lang="en-US" altLang="zh-CN" sz="2400" b="1" dirty="0">
                <a:latin typeface="Calibri" panose="020F0502020204030204" pitchFamily="34" charset="0"/>
              </a:rPr>
              <a:t>    </a:t>
            </a:r>
            <a:r>
              <a:rPr lang="zh-CN" altLang="en-US" sz="2800" b="1" dirty="0">
                <a:latin typeface="Times New Roman" panose="02020603050405020304" pitchFamily="18" charset="0"/>
                <a:ea typeface="宋体" panose="02010600030101010101" pitchFamily="2" charset="-122"/>
              </a:rPr>
              <a:t>集成的桥式整流电路称为整流桥（两进两出）。</a:t>
            </a:r>
            <a:endParaRPr lang="zh-CN" altLang="en-US" sz="2800" b="1" dirty="0">
              <a:latin typeface="Times New Roman" panose="02020603050405020304" pitchFamily="18" charset="0"/>
              <a:ea typeface="宋体" panose="02010600030101010101" pitchFamily="2" charset="-122"/>
            </a:endParaRPr>
          </a:p>
        </p:txBody>
      </p:sp>
      <p:sp>
        <p:nvSpPr>
          <p:cNvPr id="26638" name="Text Box 14"/>
          <p:cNvSpPr txBox="1"/>
          <p:nvPr/>
        </p:nvSpPr>
        <p:spPr>
          <a:xfrm>
            <a:off x="420688" y="933450"/>
            <a:ext cx="3200400" cy="519113"/>
          </a:xfrm>
          <a:prstGeom prst="rect">
            <a:avLst/>
          </a:prstGeom>
          <a:noFill/>
          <a:ln w="9525">
            <a:noFill/>
          </a:ln>
        </p:spPr>
        <p:txBody>
          <a:bodyPr anchor="t">
            <a:spAutoFit/>
          </a:bodyPr>
          <a:p>
            <a:pPr eaLnBrk="0" hangingPunct="0">
              <a:spcBef>
                <a:spcPct val="50000"/>
              </a:spcBef>
            </a:pPr>
            <a:r>
              <a:rPr lang="en-US" altLang="zh-CN" sz="2800" b="1" dirty="0">
                <a:latin typeface="Times New Roman" panose="02020603050405020304" pitchFamily="18" charset="0"/>
              </a:rPr>
              <a:t>1. </a:t>
            </a:r>
            <a:r>
              <a:rPr lang="zh-CN" altLang="en-US" sz="2800" b="1" dirty="0">
                <a:latin typeface="Times New Roman" panose="02020603050405020304" pitchFamily="18" charset="0"/>
                <a:ea typeface="宋体" panose="02010600030101010101" pitchFamily="2" charset="-122"/>
              </a:rPr>
              <a:t>工作原理</a:t>
            </a:r>
            <a:endParaRPr lang="zh-CN" altLang="en-US" sz="2800" b="1" dirty="0">
              <a:latin typeface="Times New Roman" panose="02020603050405020304" pitchFamily="18" charset="0"/>
              <a:ea typeface="宋体" panose="02010600030101010101" pitchFamily="2" charset="-122"/>
            </a:endParaRPr>
          </a:p>
        </p:txBody>
      </p:sp>
      <p:graphicFrame>
        <p:nvGraphicFramePr>
          <p:cNvPr id="26639" name="Object 15"/>
          <p:cNvGraphicFramePr>
            <a:graphicFrameLocks noChangeAspect="1"/>
          </p:cNvGraphicFramePr>
          <p:nvPr/>
        </p:nvGraphicFramePr>
        <p:xfrm>
          <a:off x="6999288" y="1030288"/>
          <a:ext cx="2181225" cy="3352800"/>
        </p:xfrm>
        <a:graphic>
          <a:graphicData uri="http://schemas.openxmlformats.org/presentationml/2006/ole">
            <mc:AlternateContent xmlns:mc="http://schemas.openxmlformats.org/markup-compatibility/2006">
              <mc:Choice xmlns:v="urn:schemas-microsoft-com:vml" Requires="v">
                <p:oleObj spid="_x0000_s3109" name="" r:id="rId10" imgW="1384300" imgH="2132965" progId="Visio.Drawing.5">
                  <p:embed/>
                </p:oleObj>
              </mc:Choice>
              <mc:Fallback>
                <p:oleObj name="" r:id="rId10" imgW="1384300" imgH="2132965" progId="Visio.Drawing.5">
                  <p:embed/>
                  <p:pic>
                    <p:nvPicPr>
                      <p:cNvPr id="0" name="图片 3108"/>
                      <p:cNvPicPr/>
                      <p:nvPr/>
                    </p:nvPicPr>
                    <p:blipFill>
                      <a:blip r:embed="rId11"/>
                      <a:stretch>
                        <a:fillRect/>
                      </a:stretch>
                    </p:blipFill>
                    <p:spPr>
                      <a:xfrm>
                        <a:off x="6999288" y="1030288"/>
                        <a:ext cx="2181225" cy="3352800"/>
                      </a:xfrm>
                      <a:prstGeom prst="rect">
                        <a:avLst/>
                      </a:prstGeom>
                      <a:noFill/>
                      <a:ln w="38100">
                        <a:noFill/>
                        <a:miter/>
                      </a:ln>
                    </p:spPr>
                  </p:pic>
                </p:oleObj>
              </mc:Fallback>
            </mc:AlternateContent>
          </a:graphicData>
        </a:graphic>
      </p:graphicFrame>
      <p:graphicFrame>
        <p:nvGraphicFramePr>
          <p:cNvPr id="26640" name="Object 16"/>
          <p:cNvGraphicFramePr>
            <a:graphicFrameLocks noChangeAspect="1"/>
          </p:cNvGraphicFramePr>
          <p:nvPr/>
        </p:nvGraphicFramePr>
        <p:xfrm>
          <a:off x="7742238" y="3389313"/>
          <a:ext cx="593725" cy="873125"/>
        </p:xfrm>
        <a:graphic>
          <a:graphicData uri="http://schemas.openxmlformats.org/presentationml/2006/ole">
            <mc:AlternateContent xmlns:mc="http://schemas.openxmlformats.org/markup-compatibility/2006">
              <mc:Choice xmlns:v="urn:schemas-microsoft-com:vml" Requires="v">
                <p:oleObj spid="_x0000_s3110" name="" r:id="rId12" imgW="384175" imgH="565150" progId="Visio.Drawing.5">
                  <p:embed/>
                </p:oleObj>
              </mc:Choice>
              <mc:Fallback>
                <p:oleObj name="" r:id="rId12" imgW="384175" imgH="565150" progId="Visio.Drawing.5">
                  <p:embed/>
                  <p:pic>
                    <p:nvPicPr>
                      <p:cNvPr id="0" name="图片 3109"/>
                      <p:cNvPicPr/>
                      <p:nvPr/>
                    </p:nvPicPr>
                    <p:blipFill>
                      <a:blip r:embed="rId13"/>
                      <a:stretch>
                        <a:fillRect/>
                      </a:stretch>
                    </p:blipFill>
                    <p:spPr>
                      <a:xfrm>
                        <a:off x="7742238" y="3389313"/>
                        <a:ext cx="593725" cy="873125"/>
                      </a:xfrm>
                      <a:prstGeom prst="rect">
                        <a:avLst/>
                      </a:prstGeom>
                      <a:noFill/>
                      <a:ln w="38100">
                        <a:noFill/>
                        <a:miter/>
                      </a:ln>
                    </p:spPr>
                  </p:pic>
                </p:oleObj>
              </mc:Fallback>
            </mc:AlternateContent>
          </a:graphicData>
        </a:graphic>
      </p:graphicFrame>
      <p:sp>
        <p:nvSpPr>
          <p:cNvPr id="26641" name="AutoShape 17"/>
          <p:cNvSpPr/>
          <p:nvPr/>
        </p:nvSpPr>
        <p:spPr>
          <a:xfrm>
            <a:off x="3941763" y="795338"/>
            <a:ext cx="2390775" cy="468312"/>
          </a:xfrm>
          <a:prstGeom prst="borderCallout1">
            <a:avLst>
              <a:gd name="adj1" fmla="val 105764"/>
              <a:gd name="adj2" fmla="val 47889"/>
              <a:gd name="adj3" fmla="val 187458"/>
              <a:gd name="adj4" fmla="val 40630"/>
            </a:avLst>
          </a:prstGeom>
          <a:noFill/>
          <a:ln w="19050" cap="flat" cmpd="sng">
            <a:solidFill>
              <a:srgbClr val="FF0000"/>
            </a:solidFill>
            <a:prstDash val="solid"/>
            <a:miter/>
            <a:headEnd type="none" w="med" len="med"/>
            <a:tailEnd type="none" w="med" len="med"/>
          </a:ln>
        </p:spPr>
        <p:txBody>
          <a:bodyPr anchor="t"/>
          <a:p>
            <a:pPr algn="ctr" eaLnBrk="0" hangingPunct="0"/>
            <a:r>
              <a:rPr lang="zh-CN" altLang="en-US" sz="2800" b="1" dirty="0">
                <a:latin typeface="Times New Roman" panose="02020603050405020304" pitchFamily="18" charset="0"/>
                <a:ea typeface="宋体" panose="02010600030101010101" pitchFamily="2" charset="-122"/>
              </a:rPr>
              <a:t>若接反了呢？</a:t>
            </a:r>
            <a:endParaRPr lang="zh-CN" altLang="en-US" sz="2800" b="1" dirty="0">
              <a:latin typeface="Times New Roman" panose="02020603050405020304" pitchFamily="18" charset="0"/>
              <a:ea typeface="宋体" panose="02010600030101010101" pitchFamily="2" charset="-122"/>
            </a:endParaRPr>
          </a:p>
        </p:txBody>
      </p:sp>
      <p:sp>
        <p:nvSpPr>
          <p:cNvPr id="26642" name="Freeform 18"/>
          <p:cNvSpPr/>
          <p:nvPr/>
        </p:nvSpPr>
        <p:spPr>
          <a:xfrm>
            <a:off x="3543300" y="1639888"/>
            <a:ext cx="2447925" cy="147637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550" h="930">
                <a:moveTo>
                  <a:pt x="45" y="23"/>
                </a:moveTo>
                <a:cubicBezTo>
                  <a:pt x="234" y="11"/>
                  <a:pt x="423" y="0"/>
                  <a:pt x="544" y="23"/>
                </a:cubicBezTo>
                <a:cubicBezTo>
                  <a:pt x="665" y="46"/>
                  <a:pt x="711" y="106"/>
                  <a:pt x="771" y="159"/>
                </a:cubicBezTo>
                <a:cubicBezTo>
                  <a:pt x="831" y="212"/>
                  <a:pt x="877" y="318"/>
                  <a:pt x="907" y="341"/>
                </a:cubicBezTo>
                <a:cubicBezTo>
                  <a:pt x="937" y="364"/>
                  <a:pt x="945" y="318"/>
                  <a:pt x="952" y="295"/>
                </a:cubicBezTo>
                <a:cubicBezTo>
                  <a:pt x="959" y="272"/>
                  <a:pt x="944" y="228"/>
                  <a:pt x="952" y="205"/>
                </a:cubicBezTo>
                <a:cubicBezTo>
                  <a:pt x="960" y="182"/>
                  <a:pt x="922" y="167"/>
                  <a:pt x="998" y="159"/>
                </a:cubicBezTo>
                <a:cubicBezTo>
                  <a:pt x="1074" y="151"/>
                  <a:pt x="1323" y="144"/>
                  <a:pt x="1406" y="159"/>
                </a:cubicBezTo>
                <a:cubicBezTo>
                  <a:pt x="1489" y="174"/>
                  <a:pt x="1482" y="144"/>
                  <a:pt x="1497" y="250"/>
                </a:cubicBezTo>
                <a:cubicBezTo>
                  <a:pt x="1512" y="356"/>
                  <a:pt x="1550" y="688"/>
                  <a:pt x="1497" y="794"/>
                </a:cubicBezTo>
                <a:cubicBezTo>
                  <a:pt x="1444" y="900"/>
                  <a:pt x="1376" y="870"/>
                  <a:pt x="1179" y="885"/>
                </a:cubicBezTo>
                <a:cubicBezTo>
                  <a:pt x="982" y="900"/>
                  <a:pt x="483" y="930"/>
                  <a:pt x="317" y="885"/>
                </a:cubicBezTo>
                <a:cubicBezTo>
                  <a:pt x="151" y="840"/>
                  <a:pt x="196" y="681"/>
                  <a:pt x="181" y="613"/>
                </a:cubicBezTo>
                <a:cubicBezTo>
                  <a:pt x="166" y="545"/>
                  <a:pt x="197" y="492"/>
                  <a:pt x="227" y="477"/>
                </a:cubicBezTo>
                <a:cubicBezTo>
                  <a:pt x="257" y="462"/>
                  <a:pt x="310" y="477"/>
                  <a:pt x="363" y="522"/>
                </a:cubicBezTo>
                <a:cubicBezTo>
                  <a:pt x="416" y="567"/>
                  <a:pt x="552" y="704"/>
                  <a:pt x="544" y="749"/>
                </a:cubicBezTo>
                <a:cubicBezTo>
                  <a:pt x="536" y="794"/>
                  <a:pt x="408" y="786"/>
                  <a:pt x="317" y="794"/>
                </a:cubicBezTo>
                <a:cubicBezTo>
                  <a:pt x="226" y="802"/>
                  <a:pt x="53" y="794"/>
                  <a:pt x="0" y="794"/>
                </a:cubicBezTo>
              </a:path>
            </a:pathLst>
          </a:custGeom>
          <a:noFill/>
          <a:ln w="12700" cap="flat" cmpd="sng">
            <a:solidFill>
              <a:srgbClr val="FF0000"/>
            </a:solidFill>
            <a:prstDash val="solid"/>
            <a:round/>
            <a:headEnd type="none" w="med" len="med"/>
            <a:tailEnd type="triangle" w="med" len="med"/>
          </a:ln>
        </p:spPr>
        <p:txBody>
          <a:bodyPr/>
          <a:p>
            <a:endParaRPr lang="zh-CN" altLang="en-US"/>
          </a:p>
        </p:txBody>
      </p:sp>
      <p:sp>
        <p:nvSpPr>
          <p:cNvPr id="26643" name="Line 19"/>
          <p:cNvSpPr/>
          <p:nvPr/>
        </p:nvSpPr>
        <p:spPr>
          <a:xfrm>
            <a:off x="6207125" y="1966913"/>
            <a:ext cx="0" cy="215900"/>
          </a:xfrm>
          <a:prstGeom prst="line">
            <a:avLst/>
          </a:prstGeom>
          <a:ln w="12700" cap="flat" cmpd="sng">
            <a:solidFill>
              <a:srgbClr val="FF0000"/>
            </a:solidFill>
            <a:prstDash val="solid"/>
            <a:round/>
            <a:headEnd type="none" w="med" len="med"/>
            <a:tailEnd type="triangle" w="med" len="med"/>
          </a:ln>
        </p:spPr>
        <p:txBody>
          <a:bodyPr anchor="t"/>
          <a:p>
            <a:pPr eaLnBrk="0" hangingPunct="0"/>
            <a:endParaRPr lang="zh-CN" altLang="en-US">
              <a:latin typeface="Calibri" panose="020F0502020204030204" pitchFamily="34" charset="0"/>
              <a:ea typeface="宋体" panose="02010600030101010101" pitchFamily="2" charset="-122"/>
            </a:endParaRPr>
          </a:p>
        </p:txBody>
      </p:sp>
      <p:sp>
        <p:nvSpPr>
          <p:cNvPr id="26644" name="Freeform 20"/>
          <p:cNvSpPr/>
          <p:nvPr/>
        </p:nvSpPr>
        <p:spPr>
          <a:xfrm>
            <a:off x="3543300" y="1703388"/>
            <a:ext cx="2771775" cy="1628775"/>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pathLst>
              <a:path w="1746" h="1073">
                <a:moveTo>
                  <a:pt x="45" y="891"/>
                </a:moveTo>
                <a:cubicBezTo>
                  <a:pt x="234" y="902"/>
                  <a:pt x="423" y="914"/>
                  <a:pt x="544" y="891"/>
                </a:cubicBezTo>
                <a:cubicBezTo>
                  <a:pt x="665" y="868"/>
                  <a:pt x="695" y="823"/>
                  <a:pt x="771" y="755"/>
                </a:cubicBezTo>
                <a:cubicBezTo>
                  <a:pt x="847" y="687"/>
                  <a:pt x="953" y="596"/>
                  <a:pt x="998" y="483"/>
                </a:cubicBezTo>
                <a:cubicBezTo>
                  <a:pt x="1043" y="370"/>
                  <a:pt x="937" y="150"/>
                  <a:pt x="1043" y="75"/>
                </a:cubicBezTo>
                <a:cubicBezTo>
                  <a:pt x="1149" y="0"/>
                  <a:pt x="1520" y="0"/>
                  <a:pt x="1633" y="30"/>
                </a:cubicBezTo>
                <a:cubicBezTo>
                  <a:pt x="1746" y="60"/>
                  <a:pt x="1708" y="113"/>
                  <a:pt x="1723" y="256"/>
                </a:cubicBezTo>
                <a:cubicBezTo>
                  <a:pt x="1738" y="399"/>
                  <a:pt x="1738" y="763"/>
                  <a:pt x="1723" y="891"/>
                </a:cubicBezTo>
                <a:cubicBezTo>
                  <a:pt x="1708" y="1019"/>
                  <a:pt x="1693" y="1004"/>
                  <a:pt x="1633" y="1027"/>
                </a:cubicBezTo>
                <a:cubicBezTo>
                  <a:pt x="1573" y="1050"/>
                  <a:pt x="1527" y="1027"/>
                  <a:pt x="1361" y="1027"/>
                </a:cubicBezTo>
                <a:cubicBezTo>
                  <a:pt x="1195" y="1027"/>
                  <a:pt x="839" y="1027"/>
                  <a:pt x="635" y="1027"/>
                </a:cubicBezTo>
                <a:cubicBezTo>
                  <a:pt x="431" y="1027"/>
                  <a:pt x="227" y="1035"/>
                  <a:pt x="136" y="1027"/>
                </a:cubicBezTo>
                <a:cubicBezTo>
                  <a:pt x="45" y="1019"/>
                  <a:pt x="99" y="1073"/>
                  <a:pt x="91" y="982"/>
                </a:cubicBezTo>
                <a:cubicBezTo>
                  <a:pt x="83" y="891"/>
                  <a:pt x="38" y="627"/>
                  <a:pt x="91" y="483"/>
                </a:cubicBezTo>
                <a:cubicBezTo>
                  <a:pt x="144" y="339"/>
                  <a:pt x="423" y="195"/>
                  <a:pt x="408" y="120"/>
                </a:cubicBezTo>
                <a:cubicBezTo>
                  <a:pt x="393" y="45"/>
                  <a:pt x="196" y="37"/>
                  <a:pt x="0" y="30"/>
                </a:cubicBezTo>
              </a:path>
            </a:pathLst>
          </a:custGeom>
          <a:noFill/>
          <a:ln w="12700" cap="flat" cmpd="sng">
            <a:solidFill>
              <a:schemeClr val="accent2"/>
            </a:solidFill>
            <a:prstDash val="solid"/>
            <a:round/>
            <a:headEnd type="none" w="med" len="med"/>
            <a:tailEnd type="triangle" w="med" len="med"/>
          </a:ln>
        </p:spPr>
        <p:txBody>
          <a:bodyPr/>
          <a:p>
            <a:endParaRPr lang="zh-CN" altLang="en-US"/>
          </a:p>
        </p:txBody>
      </p:sp>
      <p:sp>
        <p:nvSpPr>
          <p:cNvPr id="26645" name="Line 21"/>
          <p:cNvSpPr/>
          <p:nvPr/>
        </p:nvSpPr>
        <p:spPr>
          <a:xfrm>
            <a:off x="6207125" y="2325688"/>
            <a:ext cx="0" cy="288925"/>
          </a:xfrm>
          <a:prstGeom prst="line">
            <a:avLst/>
          </a:prstGeom>
          <a:ln w="12700" cap="flat" cmpd="sng">
            <a:solidFill>
              <a:schemeClr val="accent2"/>
            </a:solidFill>
            <a:prstDash val="solid"/>
            <a:round/>
            <a:headEnd type="none" w="med" len="med"/>
            <a:tailEnd type="triangle" w="med" len="med"/>
          </a:ln>
        </p:spPr>
        <p:txBody>
          <a:bodyPr anchor="t"/>
          <a:p>
            <a:pPr eaLnBrk="0" hangingPunct="0"/>
            <a:endParaRPr lang="zh-CN" altLang="en-US">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627"/>
                                        </p:tgtEl>
                                        <p:attrNameLst>
                                          <p:attrName>style.visibility</p:attrName>
                                        </p:attrNameLst>
                                      </p:cBhvr>
                                      <p:to>
                                        <p:strVal val="visible"/>
                                      </p:to>
                                    </p:set>
                                    <p:animEffect transition="in" filter="dissolve">
                                      <p:cBhvr>
                                        <p:cTn id="7" dur="500"/>
                                        <p:tgtEl>
                                          <p:spTgt spid="266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38">
                                            <p:txEl>
                                              <p:charRg st="0" end="8"/>
                                            </p:txEl>
                                          </p:spTgt>
                                        </p:tgtEl>
                                        <p:attrNameLst>
                                          <p:attrName>style.visibility</p:attrName>
                                        </p:attrNameLst>
                                      </p:cBhvr>
                                      <p:to>
                                        <p:strVal val="visible"/>
                                      </p:to>
                                    </p:set>
                                    <p:animEffect transition="in" filter="wipe(left)">
                                      <p:cBhvr>
                                        <p:cTn id="12" dur="500"/>
                                        <p:tgtEl>
                                          <p:spTgt spid="26638">
                                            <p:txEl>
                                              <p:charRg st="0"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6642"/>
                                        </p:tgtEl>
                                        <p:attrNameLst>
                                          <p:attrName>style.visibility</p:attrName>
                                        </p:attrNameLst>
                                      </p:cBhvr>
                                      <p:to>
                                        <p:strVal val="visible"/>
                                      </p:to>
                                    </p:set>
                                    <p:animEffect transition="in" filter="wipe(up)">
                                      <p:cBhvr>
                                        <p:cTn id="21" dur="500"/>
                                        <p:tgtEl>
                                          <p:spTgt spid="2664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6643"/>
                                        </p:tgtEl>
                                        <p:attrNameLst>
                                          <p:attrName>style.visibility</p:attrName>
                                        </p:attrNameLst>
                                      </p:cBhvr>
                                      <p:to>
                                        <p:strVal val="visible"/>
                                      </p:to>
                                    </p:set>
                                    <p:animEffect transition="in" filter="wipe(up)">
                                      <p:cBhvr>
                                        <p:cTn id="26" dur="500"/>
                                        <p:tgtEl>
                                          <p:spTgt spid="2664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6628">
                                            <p:txEl>
                                              <p:charRg st="0" end="28"/>
                                            </p:txEl>
                                          </p:spTgt>
                                        </p:tgtEl>
                                        <p:attrNameLst>
                                          <p:attrName>style.visibility</p:attrName>
                                        </p:attrNameLst>
                                      </p:cBhvr>
                                      <p:to>
                                        <p:strVal val="visible"/>
                                      </p:to>
                                    </p:set>
                                    <p:animEffect transition="in" filter="wipe(left)">
                                      <p:cBhvr>
                                        <p:cTn id="31" dur="500"/>
                                        <p:tgtEl>
                                          <p:spTgt spid="26628">
                                            <p:txEl>
                                              <p:charRg st="0" end="2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6639"/>
                                        </p:tgtEl>
                                        <p:attrNameLst>
                                          <p:attrName>style.visibility</p:attrName>
                                        </p:attrNameLst>
                                      </p:cBhvr>
                                      <p:to>
                                        <p:strVal val="visible"/>
                                      </p:to>
                                    </p:set>
                                    <p:animEffect transition="in" filter="wipe(left)">
                                      <p:cBhvr>
                                        <p:cTn id="36" dur="500"/>
                                        <p:tgtEl>
                                          <p:spTgt spid="26639"/>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6644"/>
                                        </p:tgtEl>
                                        <p:attrNameLst>
                                          <p:attrName>style.visibility</p:attrName>
                                        </p:attrNameLst>
                                      </p:cBhvr>
                                      <p:to>
                                        <p:strVal val="visible"/>
                                      </p:to>
                                    </p:set>
                                    <p:animEffect transition="in" filter="wipe(left)">
                                      <p:cBhvr>
                                        <p:cTn id="45" dur="500"/>
                                        <p:tgtEl>
                                          <p:spTgt spid="2664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26645"/>
                                        </p:tgtEl>
                                        <p:attrNameLst>
                                          <p:attrName>style.visibility</p:attrName>
                                        </p:attrNameLst>
                                      </p:cBhvr>
                                      <p:to>
                                        <p:strVal val="visible"/>
                                      </p:to>
                                    </p:set>
                                    <p:animEffect transition="in" filter="wipe(up)">
                                      <p:cBhvr>
                                        <p:cTn id="50" dur="500"/>
                                        <p:tgtEl>
                                          <p:spTgt spid="2664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6629">
                                            <p:txEl>
                                              <p:charRg st="0" end="31"/>
                                            </p:txEl>
                                          </p:spTgt>
                                        </p:tgtEl>
                                        <p:attrNameLst>
                                          <p:attrName>style.visibility</p:attrName>
                                        </p:attrNameLst>
                                      </p:cBhvr>
                                      <p:to>
                                        <p:strVal val="visible"/>
                                      </p:to>
                                    </p:set>
                                    <p:animEffect transition="in" filter="wipe(left)">
                                      <p:cBhvr>
                                        <p:cTn id="55" dur="500"/>
                                        <p:tgtEl>
                                          <p:spTgt spid="26629">
                                            <p:txEl>
                                              <p:charRg st="0" end="3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6640"/>
                                        </p:tgtEl>
                                        <p:attrNameLst>
                                          <p:attrName>style.visibility</p:attrName>
                                        </p:attrNameLst>
                                      </p:cBhvr>
                                      <p:to>
                                        <p:strVal val="visible"/>
                                      </p:to>
                                    </p:set>
                                    <p:animEffect transition="in" filter="wipe(left)">
                                      <p:cBhvr>
                                        <p:cTn id="60" dur="500"/>
                                        <p:tgtEl>
                                          <p:spTgt spid="26640"/>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2"/>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3"/>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26642"/>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26643"/>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0"/>
                                          </p:stCondLst>
                                        </p:cTn>
                                        <p:tgtEl>
                                          <p:spTgt spid="26644"/>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26645"/>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26637">
                                            <p:txEl>
                                              <p:charRg st="0" end="26"/>
                                            </p:txEl>
                                          </p:spTgt>
                                        </p:tgtEl>
                                        <p:attrNameLst>
                                          <p:attrName>style.visibility</p:attrName>
                                        </p:attrNameLst>
                                      </p:cBhvr>
                                      <p:to>
                                        <p:strVal val="visible"/>
                                      </p:to>
                                    </p:set>
                                    <p:animEffect transition="in" filter="wipe(left)">
                                      <p:cBhvr>
                                        <p:cTn id="79" dur="500"/>
                                        <p:tgtEl>
                                          <p:spTgt spid="26637">
                                            <p:txEl>
                                              <p:charRg st="0" end="26"/>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499"/>
                                          </p:stCondLst>
                                        </p:cTn>
                                        <p:tgtEl>
                                          <p:spTgt spid="2663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499"/>
                                          </p:stCondLst>
                                        </p:cTn>
                                        <p:tgtEl>
                                          <p:spTgt spid="266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build="p"/>
      <p:bldP spid="26629" grpId="0" build="p"/>
      <p:bldP spid="26638" grpId="0" build="p"/>
      <p:bldP spid="26641" grpId="0" animBg="1"/>
      <p:bldP spid="26642" grpId="0" animBg="1"/>
      <p:bldP spid="26642" grpId="1" animBg="1"/>
      <p:bldP spid="26643" grpId="0" animBg="1"/>
      <p:bldP spid="26643" grpId="1" animBg="1"/>
      <p:bldP spid="26644" grpId="0" animBg="1"/>
      <p:bldP spid="26644" grpId="1" animBg="1"/>
      <p:bldP spid="26645" grpId="0" animBg="1"/>
      <p:bldP spid="26645"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2"/>
          <p:cNvSpPr>
            <a:spLocks noGrp="1"/>
          </p:cNvSpPr>
          <p:nvPr>
            <p:ph type="title"/>
          </p:nvPr>
        </p:nvSpPr>
        <p:spPr>
          <a:xfrm>
            <a:off x="241300" y="873125"/>
            <a:ext cx="6153150" cy="530225"/>
          </a:xfrm>
        </p:spPr>
        <p:txBody>
          <a:bodyPr wrap="square" lIns="91440" tIns="45720" rIns="91440" bIns="45720" anchor="ctr"/>
          <a:p>
            <a:pPr>
              <a:lnSpc>
                <a:spcPct val="115000"/>
              </a:lnSpc>
            </a:pPr>
            <a:r>
              <a:rPr lang="en-US" altLang="zh-CN" sz="3200" b="1" dirty="0">
                <a:latin typeface="宋体" panose="02010600030101010101" pitchFamily="2" charset="-122"/>
              </a:rPr>
              <a:t>2.</a:t>
            </a:r>
            <a:r>
              <a:rPr lang="zh-CN" altLang="en-US" sz="3200" b="1" dirty="0">
                <a:latin typeface="宋体" panose="02010600030101010101" pitchFamily="2" charset="-122"/>
                <a:ea typeface="宋体" panose="02010600030101010101" pitchFamily="2" charset="-122"/>
              </a:rPr>
              <a:t>输出电压和电流平均值的估算</a:t>
            </a:r>
            <a:endParaRPr lang="zh-CN" altLang="zh-CN" sz="3200" b="1" dirty="0">
              <a:latin typeface="宋体" panose="02010600030101010101" pitchFamily="2" charset="-122"/>
              <a:ea typeface="宋体" panose="02010600030101010101" pitchFamily="2" charset="-122"/>
            </a:endParaRPr>
          </a:p>
        </p:txBody>
      </p:sp>
      <p:graphicFrame>
        <p:nvGraphicFramePr>
          <p:cNvPr id="28675" name="Object 3"/>
          <p:cNvGraphicFramePr>
            <a:graphicFrameLocks noChangeAspect="1"/>
          </p:cNvGraphicFramePr>
          <p:nvPr/>
        </p:nvGraphicFramePr>
        <p:xfrm>
          <a:off x="6629400" y="1511300"/>
          <a:ext cx="3082925" cy="4572000"/>
        </p:xfrm>
        <a:graphic>
          <a:graphicData uri="http://schemas.openxmlformats.org/presentationml/2006/ole">
            <mc:AlternateContent xmlns:mc="http://schemas.openxmlformats.org/markup-compatibility/2006">
              <mc:Choice xmlns:v="urn:schemas-microsoft-com:vml" Requires="v">
                <p:oleObj spid="_x0000_s3102" name="" r:id="rId1" imgW="11687175" imgH="17335500" progId="MSPhotoEd.3">
                  <p:embed/>
                </p:oleObj>
              </mc:Choice>
              <mc:Fallback>
                <p:oleObj name="" r:id="rId1" imgW="11687175" imgH="17335500" progId="MSPhotoEd.3">
                  <p:embed/>
                  <p:pic>
                    <p:nvPicPr>
                      <p:cNvPr id="0" name="图片 3101"/>
                      <p:cNvPicPr/>
                      <p:nvPr/>
                    </p:nvPicPr>
                    <p:blipFill>
                      <a:blip r:embed="rId2"/>
                      <a:stretch>
                        <a:fillRect/>
                      </a:stretch>
                    </p:blipFill>
                    <p:spPr>
                      <a:xfrm>
                        <a:off x="6629400" y="1511300"/>
                        <a:ext cx="3082925" cy="4572000"/>
                      </a:xfrm>
                      <a:prstGeom prst="rect">
                        <a:avLst/>
                      </a:prstGeom>
                      <a:noFill/>
                      <a:ln w="38100">
                        <a:noFill/>
                        <a:miter/>
                      </a:ln>
                    </p:spPr>
                  </p:pic>
                </p:oleObj>
              </mc:Fallback>
            </mc:AlternateContent>
          </a:graphicData>
        </a:graphic>
      </p:graphicFrame>
      <p:graphicFrame>
        <p:nvGraphicFramePr>
          <p:cNvPr id="28676" name="Object 4"/>
          <p:cNvGraphicFramePr>
            <a:graphicFrameLocks noChangeAspect="1"/>
          </p:cNvGraphicFramePr>
          <p:nvPr/>
        </p:nvGraphicFramePr>
        <p:xfrm>
          <a:off x="2362200" y="3187700"/>
          <a:ext cx="3862388" cy="782638"/>
        </p:xfrm>
        <a:graphic>
          <a:graphicData uri="http://schemas.openxmlformats.org/presentationml/2006/ole">
            <mc:AlternateContent xmlns:mc="http://schemas.openxmlformats.org/markup-compatibility/2006">
              <mc:Choice xmlns:v="urn:schemas-microsoft-com:vml" Requires="v">
                <p:oleObj spid="_x0000_s3108" name="" r:id="rId3" imgW="1943100" imgH="393700" progId="Equation.3">
                  <p:embed/>
                </p:oleObj>
              </mc:Choice>
              <mc:Fallback>
                <p:oleObj name="" r:id="rId3" imgW="1943100" imgH="393700" progId="Equation.3">
                  <p:embed/>
                  <p:pic>
                    <p:nvPicPr>
                      <p:cNvPr id="0" name="图片 3107"/>
                      <p:cNvPicPr/>
                      <p:nvPr/>
                    </p:nvPicPr>
                    <p:blipFill>
                      <a:blip r:embed="rId4"/>
                      <a:stretch>
                        <a:fillRect/>
                      </a:stretch>
                    </p:blipFill>
                    <p:spPr>
                      <a:xfrm>
                        <a:off x="2362200" y="3187700"/>
                        <a:ext cx="3862388" cy="782638"/>
                      </a:xfrm>
                      <a:prstGeom prst="rect">
                        <a:avLst/>
                      </a:prstGeom>
                      <a:noFill/>
                      <a:ln w="38100">
                        <a:noFill/>
                        <a:miter/>
                      </a:ln>
                    </p:spPr>
                  </p:pic>
                </p:oleObj>
              </mc:Fallback>
            </mc:AlternateContent>
          </a:graphicData>
        </a:graphic>
      </p:graphicFrame>
      <p:graphicFrame>
        <p:nvGraphicFramePr>
          <p:cNvPr id="28677" name="Object 5"/>
          <p:cNvGraphicFramePr>
            <a:graphicFrameLocks noChangeAspect="1"/>
          </p:cNvGraphicFramePr>
          <p:nvPr/>
        </p:nvGraphicFramePr>
        <p:xfrm>
          <a:off x="2362200" y="5295900"/>
          <a:ext cx="2743200" cy="858838"/>
        </p:xfrm>
        <a:graphic>
          <a:graphicData uri="http://schemas.openxmlformats.org/presentationml/2006/ole">
            <mc:AlternateContent xmlns:mc="http://schemas.openxmlformats.org/markup-compatibility/2006">
              <mc:Choice xmlns:v="urn:schemas-microsoft-com:vml" Requires="v">
                <p:oleObj spid="_x0000_s3113" name="" r:id="rId5" imgW="1460500" imgH="457200" progId="Equation.3">
                  <p:embed/>
                </p:oleObj>
              </mc:Choice>
              <mc:Fallback>
                <p:oleObj name="" r:id="rId5" imgW="1460500" imgH="457200" progId="Equation.3">
                  <p:embed/>
                  <p:pic>
                    <p:nvPicPr>
                      <p:cNvPr id="0" name="图片 3112"/>
                      <p:cNvPicPr/>
                      <p:nvPr/>
                    </p:nvPicPr>
                    <p:blipFill>
                      <a:blip r:embed="rId6"/>
                      <a:stretch>
                        <a:fillRect/>
                      </a:stretch>
                    </p:blipFill>
                    <p:spPr>
                      <a:xfrm>
                        <a:off x="2362200" y="5295900"/>
                        <a:ext cx="2743200" cy="858838"/>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28678" name="Object 6"/>
          <p:cNvGraphicFramePr>
            <a:graphicFrameLocks noChangeAspect="1"/>
          </p:cNvGraphicFramePr>
          <p:nvPr/>
        </p:nvGraphicFramePr>
        <p:xfrm>
          <a:off x="2362200" y="4249738"/>
          <a:ext cx="2819400" cy="792162"/>
        </p:xfrm>
        <a:graphic>
          <a:graphicData uri="http://schemas.openxmlformats.org/presentationml/2006/ole">
            <mc:AlternateContent xmlns:mc="http://schemas.openxmlformats.org/markup-compatibility/2006">
              <mc:Choice xmlns:v="urn:schemas-microsoft-com:vml" Requires="v">
                <p:oleObj spid="_x0000_s3114" name="" r:id="rId7" imgW="1536700" imgH="431800" progId="Equation.3">
                  <p:embed/>
                </p:oleObj>
              </mc:Choice>
              <mc:Fallback>
                <p:oleObj name="" r:id="rId7" imgW="1536700" imgH="431800" progId="Equation.3">
                  <p:embed/>
                  <p:pic>
                    <p:nvPicPr>
                      <p:cNvPr id="0" name="图片 3113"/>
                      <p:cNvPicPr/>
                      <p:nvPr/>
                    </p:nvPicPr>
                    <p:blipFill>
                      <a:blip r:embed="rId8"/>
                      <a:stretch>
                        <a:fillRect/>
                      </a:stretch>
                    </p:blipFill>
                    <p:spPr>
                      <a:xfrm>
                        <a:off x="2362200" y="4249738"/>
                        <a:ext cx="2819400" cy="792162"/>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32774" name="Object 7"/>
          <p:cNvGraphicFramePr>
            <a:graphicFrameLocks noChangeAspect="1"/>
          </p:cNvGraphicFramePr>
          <p:nvPr/>
        </p:nvGraphicFramePr>
        <p:xfrm>
          <a:off x="2279650" y="1557338"/>
          <a:ext cx="4114800" cy="1522412"/>
        </p:xfrm>
        <a:graphic>
          <a:graphicData uri="http://schemas.openxmlformats.org/presentationml/2006/ole">
            <mc:AlternateContent xmlns:mc="http://schemas.openxmlformats.org/markup-compatibility/2006">
              <mc:Choice xmlns:v="urn:schemas-microsoft-com:vml" Requires="v">
                <p:oleObj spid="_x0000_s3115" name="" r:id="rId9" imgW="14144625" imgH="5229225" progId="MSPhotoEd.3">
                  <p:embed/>
                </p:oleObj>
              </mc:Choice>
              <mc:Fallback>
                <p:oleObj name="" r:id="rId9" imgW="14144625" imgH="5229225" progId="MSPhotoEd.3">
                  <p:embed/>
                  <p:pic>
                    <p:nvPicPr>
                      <p:cNvPr id="0" name="图片 3114"/>
                      <p:cNvPicPr/>
                      <p:nvPr/>
                    </p:nvPicPr>
                    <p:blipFill>
                      <a:blip r:embed="rId10"/>
                      <a:stretch>
                        <a:fillRect/>
                      </a:stretch>
                    </p:blipFill>
                    <p:spPr>
                      <a:xfrm>
                        <a:off x="2279650" y="1557338"/>
                        <a:ext cx="4114800" cy="1522412"/>
                      </a:xfrm>
                      <a:prstGeom prst="rect">
                        <a:avLst/>
                      </a:prstGeom>
                      <a:noFill/>
                      <a:ln w="38100">
                        <a:noFill/>
                        <a:miter/>
                      </a:ln>
                    </p:spPr>
                  </p:pic>
                </p:oleObj>
              </mc:Fallback>
            </mc:AlternateContent>
          </a:graphicData>
        </a:graphic>
      </p:graphicFrame>
      <p:sp>
        <p:nvSpPr>
          <p:cNvPr id="28680" name="Line 8"/>
          <p:cNvSpPr/>
          <p:nvPr/>
        </p:nvSpPr>
        <p:spPr>
          <a:xfrm>
            <a:off x="7145338" y="4476750"/>
            <a:ext cx="2209800" cy="0"/>
          </a:xfrm>
          <a:prstGeom prst="line">
            <a:avLst/>
          </a:prstGeom>
          <a:ln w="28575" cap="flat" cmpd="sng">
            <a:solidFill>
              <a:srgbClr val="FF0000"/>
            </a:solidFill>
            <a:prstDash val="solid"/>
            <a:round/>
            <a:headEnd type="none" w="med" len="med"/>
            <a:tailEnd type="none" w="med" len="med"/>
          </a:ln>
        </p:spPr>
        <p:txBody>
          <a:bodyPr anchor="t"/>
          <a:p>
            <a:pPr eaLnBrk="0" hangingPunct="0"/>
            <a:endParaRPr lang="zh-CN" altLang="en-US">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86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8680"/>
                                        </p:tgtEl>
                                        <p:attrNameLst>
                                          <p:attrName>style.visibility</p:attrName>
                                        </p:attrNameLst>
                                      </p:cBhvr>
                                      <p:to>
                                        <p:strVal val="visible"/>
                                      </p:to>
                                    </p:set>
                                    <p:animEffect transition="in" filter="wipe(left)">
                                      <p:cBhvr>
                                        <p:cTn id="11" dur="500"/>
                                        <p:tgtEl>
                                          <p:spTgt spid="2868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8676"/>
                                        </p:tgtEl>
                                        <p:attrNameLst>
                                          <p:attrName>style.visibility</p:attrName>
                                        </p:attrNameLst>
                                      </p:cBhvr>
                                      <p:to>
                                        <p:strVal val="visible"/>
                                      </p:to>
                                    </p:set>
                                    <p:animEffect transition="in" filter="wipe(left)">
                                      <p:cBhvr>
                                        <p:cTn id="16" dur="500"/>
                                        <p:tgtEl>
                                          <p:spTgt spid="2867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8678"/>
                                        </p:tgtEl>
                                        <p:attrNameLst>
                                          <p:attrName>style.visibility</p:attrName>
                                        </p:attrNameLst>
                                      </p:cBhvr>
                                      <p:to>
                                        <p:strVal val="visible"/>
                                      </p:to>
                                    </p:set>
                                    <p:animEffect transition="in" filter="wipe(left)">
                                      <p:cBhvr>
                                        <p:cTn id="21" dur="500"/>
                                        <p:tgtEl>
                                          <p:spTgt spid="2867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8677"/>
                                        </p:tgtEl>
                                        <p:attrNameLst>
                                          <p:attrName>style.visibility</p:attrName>
                                        </p:attrNameLst>
                                      </p:cBhvr>
                                      <p:to>
                                        <p:strVal val="visible"/>
                                      </p:to>
                                    </p:set>
                                    <p:animEffect transition="in" filter="wipe(left)">
                                      <p:cBhvr>
                                        <p:cTn id="26"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3793" name="Object 2"/>
          <p:cNvGraphicFramePr>
            <a:graphicFrameLocks noChangeAspect="1"/>
          </p:cNvGraphicFramePr>
          <p:nvPr/>
        </p:nvGraphicFramePr>
        <p:xfrm>
          <a:off x="815975" y="1050925"/>
          <a:ext cx="4752975" cy="1812925"/>
        </p:xfrm>
        <a:graphic>
          <a:graphicData uri="http://schemas.openxmlformats.org/presentationml/2006/ole">
            <mc:AlternateContent xmlns:mc="http://schemas.openxmlformats.org/markup-compatibility/2006">
              <mc:Choice xmlns:v="urn:schemas-microsoft-com:vml" Requires="v">
                <p:oleObj spid="_x0000_s3116" name="" r:id="rId1" imgW="27060525" imgH="6496050" progId="MSPhotoEd.3">
                  <p:embed/>
                </p:oleObj>
              </mc:Choice>
              <mc:Fallback>
                <p:oleObj name="" r:id="rId1" imgW="27060525" imgH="6496050" progId="MSPhotoEd.3">
                  <p:embed/>
                  <p:pic>
                    <p:nvPicPr>
                      <p:cNvPr id="0" name="图片 3115"/>
                      <p:cNvPicPr/>
                      <p:nvPr/>
                    </p:nvPicPr>
                    <p:blipFill>
                      <a:blip r:embed="rId2"/>
                      <a:srcRect l="-1152" r="46722" b="13557"/>
                      <a:stretch>
                        <a:fillRect/>
                      </a:stretch>
                    </p:blipFill>
                    <p:spPr>
                      <a:xfrm>
                        <a:off x="815975" y="1050925"/>
                        <a:ext cx="4752975" cy="1812925"/>
                      </a:xfrm>
                      <a:prstGeom prst="rect">
                        <a:avLst/>
                      </a:prstGeom>
                      <a:noFill/>
                      <a:ln w="38100">
                        <a:noFill/>
                        <a:miter/>
                      </a:ln>
                    </p:spPr>
                  </p:pic>
                </p:oleObj>
              </mc:Fallback>
            </mc:AlternateContent>
          </a:graphicData>
        </a:graphic>
      </p:graphicFrame>
      <p:sp>
        <p:nvSpPr>
          <p:cNvPr id="33794" name="Rectangle 3"/>
          <p:cNvSpPr>
            <a:spLocks noGrp="1"/>
          </p:cNvSpPr>
          <p:nvPr>
            <p:ph type="title"/>
          </p:nvPr>
        </p:nvSpPr>
        <p:spPr>
          <a:xfrm>
            <a:off x="3768725" y="128588"/>
            <a:ext cx="3600450" cy="504825"/>
          </a:xfrm>
        </p:spPr>
        <p:txBody>
          <a:bodyPr wrap="square" lIns="91440" tIns="45720" rIns="91440" bIns="45720" anchor="ctr"/>
          <a:p>
            <a:pPr>
              <a:lnSpc>
                <a:spcPct val="115000"/>
              </a:lnSpc>
            </a:pPr>
            <a:r>
              <a:rPr lang="zh-CN" altLang="zh-CN" sz="3200" b="1" dirty="0">
                <a:latin typeface="宋体" panose="02010600030101010101" pitchFamily="2" charset="-122"/>
                <a:ea typeface="宋体" panose="02010600030101010101" pitchFamily="2" charset="-122"/>
              </a:rPr>
              <a:t>3</a:t>
            </a:r>
            <a:r>
              <a:rPr lang="en-US" altLang="zh-CN" sz="3200" b="1" dirty="0">
                <a:latin typeface="宋体" panose="02010600030101010101" pitchFamily="2" charset="-122"/>
              </a:rPr>
              <a:t>. </a:t>
            </a:r>
            <a:r>
              <a:rPr lang="zh-CN" altLang="zh-CN" sz="3200" b="1" dirty="0">
                <a:latin typeface="宋体" panose="02010600030101010101" pitchFamily="2" charset="-122"/>
                <a:ea typeface="宋体" panose="02010600030101010101" pitchFamily="2" charset="-122"/>
              </a:rPr>
              <a:t>二极管的选择</a:t>
            </a:r>
            <a:endParaRPr lang="zh-CN" altLang="zh-CN" sz="3200" b="1" dirty="0">
              <a:latin typeface="宋体" panose="02010600030101010101" pitchFamily="2" charset="-122"/>
              <a:ea typeface="宋体" panose="02010600030101010101" pitchFamily="2" charset="-122"/>
            </a:endParaRPr>
          </a:p>
        </p:txBody>
      </p:sp>
      <p:graphicFrame>
        <p:nvGraphicFramePr>
          <p:cNvPr id="33795" name="Object 4"/>
          <p:cNvGraphicFramePr>
            <a:graphicFrameLocks noChangeAspect="1"/>
          </p:cNvGraphicFramePr>
          <p:nvPr/>
        </p:nvGraphicFramePr>
        <p:xfrm>
          <a:off x="7540625" y="1243013"/>
          <a:ext cx="3235325" cy="5105400"/>
        </p:xfrm>
        <a:graphic>
          <a:graphicData uri="http://schemas.openxmlformats.org/presentationml/2006/ole">
            <mc:AlternateContent xmlns:mc="http://schemas.openxmlformats.org/markup-compatibility/2006">
              <mc:Choice xmlns:v="urn:schemas-microsoft-com:vml" Requires="v">
                <p:oleObj spid="_x0000_s3111" name="" r:id="rId3" imgW="11687175" imgH="17335500" progId="MSPhotoEd.3">
                  <p:embed/>
                </p:oleObj>
              </mc:Choice>
              <mc:Fallback>
                <p:oleObj name="" r:id="rId3" imgW="11687175" imgH="17335500" progId="MSPhotoEd.3">
                  <p:embed/>
                  <p:pic>
                    <p:nvPicPr>
                      <p:cNvPr id="0" name="图片 3110"/>
                      <p:cNvPicPr/>
                      <p:nvPr/>
                    </p:nvPicPr>
                    <p:blipFill>
                      <a:blip r:embed="rId4"/>
                      <a:stretch>
                        <a:fillRect/>
                      </a:stretch>
                    </p:blipFill>
                    <p:spPr>
                      <a:xfrm>
                        <a:off x="7540625" y="1243013"/>
                        <a:ext cx="3235325" cy="5105400"/>
                      </a:xfrm>
                      <a:prstGeom prst="rect">
                        <a:avLst/>
                      </a:prstGeom>
                      <a:noFill/>
                      <a:ln w="38100">
                        <a:noFill/>
                        <a:miter/>
                      </a:ln>
                    </p:spPr>
                  </p:pic>
                </p:oleObj>
              </mc:Fallback>
            </mc:AlternateContent>
          </a:graphicData>
        </a:graphic>
      </p:graphicFrame>
      <p:graphicFrame>
        <p:nvGraphicFramePr>
          <p:cNvPr id="29701" name="Object 5"/>
          <p:cNvGraphicFramePr>
            <a:graphicFrameLocks noChangeAspect="1"/>
          </p:cNvGraphicFramePr>
          <p:nvPr/>
        </p:nvGraphicFramePr>
        <p:xfrm>
          <a:off x="582613" y="2882900"/>
          <a:ext cx="1676400" cy="469900"/>
        </p:xfrm>
        <a:graphic>
          <a:graphicData uri="http://schemas.openxmlformats.org/presentationml/2006/ole">
            <mc:AlternateContent xmlns:mc="http://schemas.openxmlformats.org/markup-compatibility/2006">
              <mc:Choice xmlns:v="urn:schemas-microsoft-com:vml" Requires="v">
                <p:oleObj spid="_x0000_s3112" name="" r:id="rId5" imgW="901065" imgH="254000" progId="Equation.3">
                  <p:embed/>
                </p:oleObj>
              </mc:Choice>
              <mc:Fallback>
                <p:oleObj name="" r:id="rId5" imgW="901065" imgH="254000" progId="Equation.3">
                  <p:embed/>
                  <p:pic>
                    <p:nvPicPr>
                      <p:cNvPr id="0" name="图片 3111"/>
                      <p:cNvPicPr/>
                      <p:nvPr/>
                    </p:nvPicPr>
                    <p:blipFill>
                      <a:blip r:embed="rId6"/>
                      <a:stretch>
                        <a:fillRect/>
                      </a:stretch>
                    </p:blipFill>
                    <p:spPr>
                      <a:xfrm>
                        <a:off x="582613" y="2882900"/>
                        <a:ext cx="1676400" cy="469900"/>
                      </a:xfrm>
                      <a:prstGeom prst="rect">
                        <a:avLst/>
                      </a:prstGeom>
                      <a:noFill/>
                      <a:ln w="9525" cap="flat" cmpd="sng">
                        <a:solidFill>
                          <a:srgbClr val="A50021"/>
                        </a:solidFill>
                        <a:prstDash val="solid"/>
                        <a:miter/>
                        <a:headEnd type="none" w="med" len="med"/>
                        <a:tailEnd type="none" w="med" len="med"/>
                      </a:ln>
                    </p:spPr>
                  </p:pic>
                </p:oleObj>
              </mc:Fallback>
            </mc:AlternateContent>
          </a:graphicData>
        </a:graphic>
      </p:graphicFrame>
      <p:graphicFrame>
        <p:nvGraphicFramePr>
          <p:cNvPr id="29702" name="Object 6"/>
          <p:cNvGraphicFramePr>
            <a:graphicFrameLocks noChangeAspect="1"/>
          </p:cNvGraphicFramePr>
          <p:nvPr/>
        </p:nvGraphicFramePr>
        <p:xfrm>
          <a:off x="2392363" y="2894013"/>
          <a:ext cx="2944812" cy="900112"/>
        </p:xfrm>
        <a:graphic>
          <a:graphicData uri="http://schemas.openxmlformats.org/presentationml/2006/ole">
            <mc:AlternateContent xmlns:mc="http://schemas.openxmlformats.org/markup-compatibility/2006">
              <mc:Choice xmlns:v="urn:schemas-microsoft-com:vml" Requires="v">
                <p:oleObj spid="_x0000_s3104" name="" r:id="rId7" imgW="1498600" imgH="457200" progId="Equation.3">
                  <p:embed/>
                </p:oleObj>
              </mc:Choice>
              <mc:Fallback>
                <p:oleObj name="" r:id="rId7" imgW="1498600" imgH="457200" progId="Equation.3">
                  <p:embed/>
                  <p:pic>
                    <p:nvPicPr>
                      <p:cNvPr id="0" name="图片 3103"/>
                      <p:cNvPicPr/>
                      <p:nvPr/>
                    </p:nvPicPr>
                    <p:blipFill>
                      <a:blip r:embed="rId8"/>
                      <a:stretch>
                        <a:fillRect/>
                      </a:stretch>
                    </p:blipFill>
                    <p:spPr>
                      <a:xfrm>
                        <a:off x="2392363" y="2894013"/>
                        <a:ext cx="2944812" cy="900112"/>
                      </a:xfrm>
                      <a:prstGeom prst="rect">
                        <a:avLst/>
                      </a:prstGeom>
                      <a:noFill/>
                      <a:ln w="9525" cap="flat" cmpd="sng">
                        <a:solidFill>
                          <a:srgbClr val="A50021"/>
                        </a:solidFill>
                        <a:prstDash val="solid"/>
                        <a:miter/>
                        <a:headEnd type="none" w="med" len="med"/>
                        <a:tailEnd type="none" w="med" len="med"/>
                      </a:ln>
                    </p:spPr>
                  </p:pic>
                </p:oleObj>
              </mc:Fallback>
            </mc:AlternateContent>
          </a:graphicData>
        </a:graphic>
      </p:graphicFrame>
      <p:graphicFrame>
        <p:nvGraphicFramePr>
          <p:cNvPr id="29703" name="Object 7"/>
          <p:cNvGraphicFramePr>
            <a:graphicFrameLocks noChangeAspect="1"/>
          </p:cNvGraphicFramePr>
          <p:nvPr/>
        </p:nvGraphicFramePr>
        <p:xfrm>
          <a:off x="582613" y="5276850"/>
          <a:ext cx="2454275" cy="1462088"/>
        </p:xfrm>
        <a:graphic>
          <a:graphicData uri="http://schemas.openxmlformats.org/presentationml/2006/ole">
            <mc:AlternateContent xmlns:mc="http://schemas.openxmlformats.org/markup-compatibility/2006">
              <mc:Choice xmlns:v="urn:schemas-microsoft-com:vml" Requires="v">
                <p:oleObj spid="_x0000_s3117" name="" r:id="rId9" imgW="1193800" imgH="711200" progId="Equation.3">
                  <p:embed/>
                </p:oleObj>
              </mc:Choice>
              <mc:Fallback>
                <p:oleObj name="" r:id="rId9" imgW="1193800" imgH="711200" progId="Equation.3">
                  <p:embed/>
                  <p:pic>
                    <p:nvPicPr>
                      <p:cNvPr id="0" name="图片 3116"/>
                      <p:cNvPicPr/>
                      <p:nvPr/>
                    </p:nvPicPr>
                    <p:blipFill>
                      <a:blip r:embed="rId10"/>
                      <a:stretch>
                        <a:fillRect/>
                      </a:stretch>
                    </p:blipFill>
                    <p:spPr>
                      <a:xfrm>
                        <a:off x="582613" y="5276850"/>
                        <a:ext cx="2454275" cy="1462088"/>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29704" name="Text Box 8"/>
          <p:cNvSpPr txBox="1"/>
          <p:nvPr/>
        </p:nvSpPr>
        <p:spPr>
          <a:xfrm>
            <a:off x="406400" y="3919538"/>
            <a:ext cx="6350000" cy="1212850"/>
          </a:xfrm>
          <a:prstGeom prst="rect">
            <a:avLst/>
          </a:prstGeom>
          <a:noFill/>
          <a:ln w="9525">
            <a:noFill/>
          </a:ln>
        </p:spPr>
        <p:txBody>
          <a:bodyPr wrap="square" anchor="t">
            <a:spAutoFit/>
          </a:bodyPr>
          <a:p>
            <a:pPr eaLnBrk="0" hangingPunct="0">
              <a:lnSpc>
                <a:spcPct val="130000"/>
              </a:lnSpc>
              <a:spcBef>
                <a:spcPct val="50000"/>
              </a:spcBef>
            </a:pPr>
            <a:r>
              <a:rPr lang="en-US" altLang="zh-CN" sz="2400" b="1" dirty="0">
                <a:latin typeface="Times New Roman" panose="02020603050405020304" pitchFamily="18" charset="0"/>
              </a:rPr>
              <a:t> </a:t>
            </a:r>
            <a:r>
              <a:rPr lang="zh-CN" altLang="en-US" sz="2800" b="1" dirty="0">
                <a:latin typeface="Times New Roman" panose="02020603050405020304" pitchFamily="18" charset="0"/>
                <a:ea typeface="宋体" panose="02010600030101010101" pitchFamily="2" charset="-122"/>
              </a:rPr>
              <a:t>考虑到电网电压波动范围为</a:t>
            </a:r>
            <a:r>
              <a:rPr lang="en-US" altLang="zh-CN" sz="2800" b="1" dirty="0">
                <a:latin typeface="Times New Roman" panose="02020603050405020304" pitchFamily="18" charset="0"/>
              </a:rPr>
              <a:t>±10</a:t>
            </a:r>
            <a:r>
              <a:rPr lang="zh-CN" altLang="en-US" sz="2800" b="1" dirty="0">
                <a:latin typeface="Times New Roman" panose="02020603050405020304" pitchFamily="18" charset="0"/>
                <a:ea typeface="宋体" panose="02010600030101010101" pitchFamily="2" charset="-122"/>
              </a:rPr>
              <a:t>％，二极管的极限参数应满足： </a:t>
            </a:r>
            <a:endParaRPr lang="zh-CN" altLang="en-US" sz="2800" b="1" dirty="0">
              <a:latin typeface="Times New Roman" panose="02020603050405020304" pitchFamily="18" charset="0"/>
              <a:ea typeface="宋体" panose="02010600030101010101" pitchFamily="2" charset="-122"/>
            </a:endParaRPr>
          </a:p>
        </p:txBody>
      </p:sp>
      <p:sp>
        <p:nvSpPr>
          <p:cNvPr id="29705" name="AutoShape 9"/>
          <p:cNvSpPr/>
          <p:nvPr/>
        </p:nvSpPr>
        <p:spPr>
          <a:xfrm>
            <a:off x="4037013" y="5456238"/>
            <a:ext cx="3063875" cy="1128712"/>
          </a:xfrm>
          <a:prstGeom prst="borderCallout1">
            <a:avLst>
              <a:gd name="adj1" fmla="val 51236"/>
              <a:gd name="adj2" fmla="val -1736"/>
              <a:gd name="adj3" fmla="val 51403"/>
              <a:gd name="adj4" fmla="val -31139"/>
            </a:avLst>
          </a:prstGeom>
          <a:noFill/>
          <a:ln w="19050" cap="flat" cmpd="sng">
            <a:solidFill>
              <a:srgbClr val="A50021"/>
            </a:solidFill>
            <a:prstDash val="solid"/>
            <a:miter/>
            <a:headEnd type="none" w="med" len="med"/>
            <a:tailEnd type="none" w="med" len="med"/>
          </a:ln>
        </p:spPr>
        <p:txBody>
          <a:bodyPr anchor="t"/>
          <a:p>
            <a:pPr eaLnBrk="0" hangingPunct="0">
              <a:lnSpc>
                <a:spcPct val="130000"/>
              </a:lnSpc>
            </a:pPr>
            <a:r>
              <a:rPr lang="zh-CN" altLang="en-US" sz="2800" b="1" dirty="0">
                <a:latin typeface="Times New Roman" panose="02020603050405020304" pitchFamily="18" charset="0"/>
                <a:ea typeface="宋体" panose="02010600030101010101" pitchFamily="2" charset="-122"/>
              </a:rPr>
              <a:t>与半波整流电路对二极管的要求相同</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701"/>
                                        </p:tgtEl>
                                        <p:attrNameLst>
                                          <p:attrName>style.visibility</p:attrName>
                                        </p:attrNameLst>
                                      </p:cBhvr>
                                      <p:to>
                                        <p:strVal val="visible"/>
                                      </p:to>
                                    </p:set>
                                    <p:animEffect transition="in" filter="wipe(left)">
                                      <p:cBhvr>
                                        <p:cTn id="7" dur="500"/>
                                        <p:tgtEl>
                                          <p:spTgt spid="297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702"/>
                                        </p:tgtEl>
                                        <p:attrNameLst>
                                          <p:attrName>style.visibility</p:attrName>
                                        </p:attrNameLst>
                                      </p:cBhvr>
                                      <p:to>
                                        <p:strVal val="visible"/>
                                      </p:to>
                                    </p:set>
                                    <p:animEffect transition="in" filter="wipe(left)">
                                      <p:cBhvr>
                                        <p:cTn id="12" dur="500"/>
                                        <p:tgtEl>
                                          <p:spTgt spid="297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29704">
                                            <p:txEl>
                                              <p:charRg st="0" end="32"/>
                                            </p:txEl>
                                          </p:spTgt>
                                        </p:tgtEl>
                                        <p:attrNameLst>
                                          <p:attrName>style.visibility</p:attrName>
                                        </p:attrNameLst>
                                      </p:cBhvr>
                                      <p:to>
                                        <p:strVal val="visible"/>
                                      </p:to>
                                    </p:set>
                                    <p:animEffect transition="in" filter="wipe(up)">
                                      <p:cBhvr>
                                        <p:cTn id="17" dur="75"/>
                                        <p:tgtEl>
                                          <p:spTgt spid="29704">
                                            <p:txEl>
                                              <p:charRg st="0" end="3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703"/>
                                        </p:tgtEl>
                                        <p:attrNameLst>
                                          <p:attrName>style.visibility</p:attrName>
                                        </p:attrNameLst>
                                      </p:cBhvr>
                                      <p:to>
                                        <p:strVal val="visible"/>
                                      </p:to>
                                    </p:set>
                                    <p:animEffect transition="in" filter="wipe(left)">
                                      <p:cBhvr>
                                        <p:cTn id="22" dur="500"/>
                                        <p:tgtEl>
                                          <p:spTgt spid="2970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7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4" grpId="0" build="p"/>
      <p:bldP spid="2970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p:nvPr>
        </p:nvSpPr>
        <p:spPr>
          <a:xfrm>
            <a:off x="3284538" y="893763"/>
            <a:ext cx="2965450" cy="782637"/>
          </a:xfrm>
        </p:spPr>
        <p:txBody>
          <a:bodyPr wrap="square" lIns="91440" tIns="45720" rIns="91440" bIns="45720" anchor="ctr"/>
          <a:p>
            <a:pPr>
              <a:lnSpc>
                <a:spcPct val="115000"/>
              </a:lnSpc>
            </a:pPr>
            <a:r>
              <a:rPr lang="zh-CN" altLang="en-US" sz="3200" b="1" dirty="0">
                <a:latin typeface="宋体" panose="02010600030101010101" pitchFamily="2" charset="-122"/>
                <a:ea typeface="宋体" panose="02010600030101010101" pitchFamily="2" charset="-122"/>
              </a:rPr>
              <a:t>三、滤波电路</a:t>
            </a:r>
            <a:endParaRPr lang="zh-CN" altLang="en-US" sz="3200" b="1" dirty="0">
              <a:latin typeface="宋体" panose="02010600030101010101" pitchFamily="2" charset="-122"/>
              <a:ea typeface="宋体" panose="02010600030101010101" pitchFamily="2" charset="-122"/>
            </a:endParaRPr>
          </a:p>
        </p:txBody>
      </p:sp>
      <p:sp>
        <p:nvSpPr>
          <p:cNvPr id="34818" name="Rectangle 4">
            <a:hlinkClick r:id="rId1" action="ppaction://hlinksldjump"/>
          </p:cNvPr>
          <p:cNvSpPr/>
          <p:nvPr/>
        </p:nvSpPr>
        <p:spPr>
          <a:xfrm>
            <a:off x="3530600" y="2149475"/>
            <a:ext cx="3168650" cy="522288"/>
          </a:xfrm>
          <a:prstGeom prst="rect">
            <a:avLst/>
          </a:prstGeom>
          <a:noFill/>
          <a:ln w="9525">
            <a:noFill/>
          </a:ln>
        </p:spPr>
        <p:txBody>
          <a:bodyPr anchor="t">
            <a:spAutoFit/>
          </a:bodyPr>
          <a:p>
            <a:pPr eaLnBrk="0" hangingPunct="0"/>
            <a:r>
              <a:rPr lang="en-US" altLang="zh-CN" sz="2800" b="1" dirty="0">
                <a:latin typeface="宋体" panose="02010600030101010101" pitchFamily="2" charset="-122"/>
                <a:ea typeface="宋体" panose="02010600030101010101" pitchFamily="2" charset="-122"/>
              </a:rPr>
              <a:t>(</a:t>
            </a:r>
            <a:r>
              <a:rPr lang="zh-CN" altLang="zh-CN" sz="2800" b="1" dirty="0">
                <a:latin typeface="宋体" panose="02010600030101010101" pitchFamily="2" charset="-122"/>
                <a:ea typeface="宋体" panose="02010600030101010101" pitchFamily="2" charset="-122"/>
              </a:rPr>
              <a:t>一</a:t>
            </a:r>
            <a:r>
              <a:rPr lang="en-US" altLang="zh-CN" sz="2800" b="1" dirty="0">
                <a:latin typeface="宋体" panose="02010600030101010101" pitchFamily="2" charset="-122"/>
                <a:ea typeface="宋体" panose="02010600030101010101" pitchFamily="2" charset="-122"/>
              </a:rPr>
              <a:t>)</a:t>
            </a:r>
            <a:r>
              <a:rPr lang="zh-CN" altLang="zh-CN" sz="2800" b="1" dirty="0">
                <a:latin typeface="宋体" panose="02010600030101010101" pitchFamily="2" charset="-122"/>
                <a:ea typeface="宋体" panose="02010600030101010101" pitchFamily="2" charset="-122"/>
              </a:rPr>
              <a:t>电容滤波电路</a:t>
            </a:r>
            <a:endParaRPr lang="zh-CN" altLang="en-US" sz="2800" b="1" dirty="0">
              <a:latin typeface="宋体" panose="02010600030101010101" pitchFamily="2" charset="-122"/>
              <a:ea typeface="宋体" panose="02010600030101010101" pitchFamily="2" charset="-122"/>
            </a:endParaRPr>
          </a:p>
        </p:txBody>
      </p:sp>
      <p:sp>
        <p:nvSpPr>
          <p:cNvPr id="34819" name="Rectangle 5">
            <a:hlinkClick r:id="rId2" action="ppaction://hlinksldjump"/>
          </p:cNvPr>
          <p:cNvSpPr/>
          <p:nvPr/>
        </p:nvSpPr>
        <p:spPr>
          <a:xfrm>
            <a:off x="3530600" y="2870200"/>
            <a:ext cx="3044825" cy="522288"/>
          </a:xfrm>
          <a:prstGeom prst="rect">
            <a:avLst/>
          </a:prstGeom>
          <a:noFill/>
          <a:ln w="9525">
            <a:noFill/>
          </a:ln>
        </p:spPr>
        <p:txBody>
          <a:bodyPr wrap="none" anchor="t">
            <a:spAutoFit/>
          </a:bodyPr>
          <a:p>
            <a:pPr eaLnBrk="0" hangingPunct="0">
              <a:buFont typeface="Arial" panose="020B0604020202020204" pitchFamily="34" charset="0"/>
              <a:buNone/>
            </a:pPr>
            <a:r>
              <a:rPr lang="en-US" altLang="zh-CN" sz="2800" b="1" dirty="0">
                <a:latin typeface="宋体" panose="02010600030101010101" pitchFamily="2" charset="-122"/>
                <a:ea typeface="宋体" panose="02010600030101010101" pitchFamily="2" charset="-122"/>
              </a:rPr>
              <a:t>(</a:t>
            </a:r>
            <a:r>
              <a:rPr lang="zh-CN" altLang="zh-CN" sz="2800" b="1" dirty="0">
                <a:latin typeface="宋体" panose="02010600030101010101" pitchFamily="2" charset="-122"/>
                <a:ea typeface="宋体" panose="02010600030101010101" pitchFamily="2" charset="-122"/>
              </a:rPr>
              <a:t>二</a:t>
            </a:r>
            <a:r>
              <a:rPr lang="en-US" altLang="zh-CN" sz="2800" b="1" dirty="0">
                <a:latin typeface="宋体" panose="02010600030101010101" pitchFamily="2" charset="-122"/>
                <a:ea typeface="宋体" panose="02010600030101010101" pitchFamily="2" charset="-122"/>
              </a:rPr>
              <a:t>)</a:t>
            </a:r>
            <a:r>
              <a:rPr lang="zh-CN" altLang="zh-CN" sz="2800" b="1" dirty="0">
                <a:latin typeface="宋体" panose="02010600030101010101" pitchFamily="2" charset="-122"/>
                <a:ea typeface="宋体" panose="02010600030101010101" pitchFamily="2" charset="-122"/>
              </a:rPr>
              <a:t>电感滤波电路</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2"/>
          <p:cNvSpPr>
            <a:spLocks noGrp="1"/>
          </p:cNvSpPr>
          <p:nvPr>
            <p:ph type="title"/>
          </p:nvPr>
        </p:nvSpPr>
        <p:spPr>
          <a:xfrm>
            <a:off x="3683000" y="39688"/>
            <a:ext cx="3886200" cy="576262"/>
          </a:xfrm>
        </p:spPr>
        <p:txBody>
          <a:bodyPr wrap="square" lIns="91440" tIns="45720" rIns="91440" bIns="45720" anchor="ctr"/>
          <a:p>
            <a:pPr>
              <a:lnSpc>
                <a:spcPct val="115000"/>
              </a:lnSpc>
            </a:pPr>
            <a:r>
              <a:rPr lang="en-US" altLang="zh-CN" sz="3200" b="1" dirty="0">
                <a:latin typeface="宋体" panose="02010600030101010101" pitchFamily="2" charset="-122"/>
              </a:rPr>
              <a:t>(</a:t>
            </a:r>
            <a:r>
              <a:rPr lang="zh-CN" altLang="en-US" sz="3200" b="1" dirty="0">
                <a:latin typeface="宋体" panose="02010600030101010101" pitchFamily="2" charset="-122"/>
                <a:ea typeface="宋体" panose="02010600030101010101" pitchFamily="2" charset="-122"/>
              </a:rPr>
              <a:t>一</a:t>
            </a:r>
            <a:r>
              <a:rPr lang="en-US" altLang="zh-CN" sz="3200" b="1" dirty="0">
                <a:latin typeface="宋体" panose="02010600030101010101" pitchFamily="2" charset="-122"/>
              </a:rPr>
              <a:t>)</a:t>
            </a:r>
            <a:r>
              <a:rPr lang="zh-CN" altLang="zh-CN" sz="3200" b="1" dirty="0">
                <a:latin typeface="宋体" panose="02010600030101010101" pitchFamily="2" charset="-122"/>
                <a:ea typeface="宋体" panose="02010600030101010101" pitchFamily="2" charset="-122"/>
              </a:rPr>
              <a:t>电容</a:t>
            </a:r>
            <a:r>
              <a:rPr lang="zh-CN" altLang="en-US" sz="3200" b="1" dirty="0">
                <a:latin typeface="宋体" panose="02010600030101010101" pitchFamily="2" charset="-122"/>
                <a:ea typeface="宋体" panose="02010600030101010101" pitchFamily="2" charset="-122"/>
              </a:rPr>
              <a:t>滤波电路</a:t>
            </a:r>
            <a:endParaRPr lang="zh-CN" altLang="zh-CN" sz="3200" b="1" dirty="0">
              <a:latin typeface="宋体" panose="02010600030101010101" pitchFamily="2" charset="-122"/>
              <a:ea typeface="宋体" panose="02010600030101010101" pitchFamily="2" charset="-122"/>
            </a:endParaRPr>
          </a:p>
        </p:txBody>
      </p:sp>
      <p:pic>
        <p:nvPicPr>
          <p:cNvPr id="30741" name="Picture 21" descr="Dz100302"/>
          <p:cNvPicPr>
            <a:picLocks noGrp="1" noChangeAspect="1"/>
          </p:cNvPicPr>
          <p:nvPr>
            <p:ph idx="4294967295"/>
          </p:nvPr>
        </p:nvPicPr>
        <p:blipFill>
          <a:blip r:embed="rId1"/>
          <a:stretch>
            <a:fillRect/>
          </a:stretch>
        </p:blipFill>
        <p:spPr>
          <a:xfrm>
            <a:off x="1681163" y="4972050"/>
            <a:ext cx="4302125" cy="1765300"/>
          </a:xfrm>
        </p:spPr>
      </p:pic>
      <p:graphicFrame>
        <p:nvGraphicFramePr>
          <p:cNvPr id="30723" name="Object 3"/>
          <p:cNvGraphicFramePr>
            <a:graphicFrameLocks noChangeAspect="1"/>
          </p:cNvGraphicFramePr>
          <p:nvPr/>
        </p:nvGraphicFramePr>
        <p:xfrm>
          <a:off x="3054350" y="1358900"/>
          <a:ext cx="4178300" cy="1374775"/>
        </p:xfrm>
        <a:graphic>
          <a:graphicData uri="http://schemas.openxmlformats.org/presentationml/2006/ole">
            <mc:AlternateContent xmlns:mc="http://schemas.openxmlformats.org/markup-compatibility/2006">
              <mc:Choice xmlns:v="urn:schemas-microsoft-com:vml" Requires="v">
                <p:oleObj spid="_x0000_s3118" name="" r:id="rId2" imgW="15078075" imgH="18897600" progId="MSPhotoEd.3">
                  <p:embed/>
                </p:oleObj>
              </mc:Choice>
              <mc:Fallback>
                <p:oleObj name="" r:id="rId2" imgW="15078075" imgH="18897600" progId="MSPhotoEd.3">
                  <p:embed/>
                  <p:pic>
                    <p:nvPicPr>
                      <p:cNvPr id="0" name="图片 3117"/>
                      <p:cNvPicPr/>
                      <p:nvPr/>
                    </p:nvPicPr>
                    <p:blipFill>
                      <a:blip r:embed="rId3"/>
                      <a:srcRect b="73750"/>
                      <a:stretch>
                        <a:fillRect/>
                      </a:stretch>
                    </p:blipFill>
                    <p:spPr>
                      <a:xfrm>
                        <a:off x="3054350" y="1358900"/>
                        <a:ext cx="4178300" cy="1374775"/>
                      </a:xfrm>
                      <a:prstGeom prst="rect">
                        <a:avLst/>
                      </a:prstGeom>
                      <a:noFill/>
                      <a:ln w="38100">
                        <a:noFill/>
                        <a:miter/>
                      </a:ln>
                    </p:spPr>
                  </p:pic>
                </p:oleObj>
              </mc:Fallback>
            </mc:AlternateContent>
          </a:graphicData>
        </a:graphic>
      </p:graphicFrame>
      <p:graphicFrame>
        <p:nvGraphicFramePr>
          <p:cNvPr id="30724" name="Object 4"/>
          <p:cNvGraphicFramePr>
            <a:graphicFrameLocks noChangeAspect="1"/>
          </p:cNvGraphicFramePr>
          <p:nvPr/>
        </p:nvGraphicFramePr>
        <p:xfrm>
          <a:off x="7767638" y="1801813"/>
          <a:ext cx="4038600" cy="1517650"/>
        </p:xfrm>
        <a:graphic>
          <a:graphicData uri="http://schemas.openxmlformats.org/presentationml/2006/ole">
            <mc:AlternateContent xmlns:mc="http://schemas.openxmlformats.org/markup-compatibility/2006">
              <mc:Choice xmlns:v="urn:schemas-microsoft-com:vml" Requires="v">
                <p:oleObj spid="_x0000_s3121" name="" r:id="rId4" imgW="15078075" imgH="18897600" progId="MSPhotoEd.3">
                  <p:embed/>
                </p:oleObj>
              </mc:Choice>
              <mc:Fallback>
                <p:oleObj name="" r:id="rId4" imgW="15078075" imgH="18897600" progId="MSPhotoEd.3">
                  <p:embed/>
                  <p:pic>
                    <p:nvPicPr>
                      <p:cNvPr id="0" name="图片 3120"/>
                      <p:cNvPicPr/>
                      <p:nvPr/>
                    </p:nvPicPr>
                    <p:blipFill>
                      <a:blip r:embed="rId3"/>
                      <a:srcRect t="31874" b="38126"/>
                      <a:stretch>
                        <a:fillRect/>
                      </a:stretch>
                    </p:blipFill>
                    <p:spPr>
                      <a:xfrm>
                        <a:off x="7767638" y="1801813"/>
                        <a:ext cx="4038600" cy="1517650"/>
                      </a:xfrm>
                      <a:prstGeom prst="rect">
                        <a:avLst/>
                      </a:prstGeom>
                      <a:noFill/>
                      <a:ln w="38100">
                        <a:noFill/>
                        <a:miter/>
                      </a:ln>
                    </p:spPr>
                  </p:pic>
                </p:oleObj>
              </mc:Fallback>
            </mc:AlternateContent>
          </a:graphicData>
        </a:graphic>
      </p:graphicFrame>
      <p:sp>
        <p:nvSpPr>
          <p:cNvPr id="30725" name="Text Box 5"/>
          <p:cNvSpPr txBox="1"/>
          <p:nvPr/>
        </p:nvSpPr>
        <p:spPr>
          <a:xfrm>
            <a:off x="238125" y="839788"/>
            <a:ext cx="2281238" cy="519112"/>
          </a:xfrm>
          <a:prstGeom prst="rect">
            <a:avLst/>
          </a:prstGeom>
          <a:noFill/>
          <a:ln w="9525">
            <a:noFill/>
          </a:ln>
        </p:spPr>
        <p:txBody>
          <a:bodyPr anchor="ctr">
            <a:spAutoFit/>
          </a:bodyPr>
          <a:p>
            <a:pPr eaLnBrk="0" hangingPunct="0">
              <a:buFont typeface="Arial" panose="020B0604020202020204" pitchFamily="34" charset="0"/>
              <a:buNone/>
            </a:pPr>
            <a:r>
              <a:rPr lang="en-US" altLang="zh-CN" sz="2800" b="1" dirty="0">
                <a:latin typeface="宋体" panose="02010600030101010101" pitchFamily="2" charset="-122"/>
                <a:ea typeface="宋体" panose="02010600030101010101" pitchFamily="2" charset="-122"/>
              </a:rPr>
              <a:t>1.</a:t>
            </a:r>
            <a:r>
              <a:rPr lang="zh-CN" altLang="en-US" sz="2800" b="1" dirty="0">
                <a:latin typeface="宋体" panose="02010600030101010101" pitchFamily="2" charset="-122"/>
                <a:ea typeface="宋体" panose="02010600030101010101" pitchFamily="2" charset="-122"/>
              </a:rPr>
              <a:t>工作原理</a:t>
            </a:r>
            <a:endParaRPr lang="zh-CN" altLang="en-US" sz="2800" b="1" dirty="0">
              <a:latin typeface="宋体" panose="02010600030101010101" pitchFamily="2" charset="-122"/>
              <a:ea typeface="宋体" panose="02010600030101010101" pitchFamily="2" charset="-122"/>
            </a:endParaRPr>
          </a:p>
        </p:txBody>
      </p:sp>
      <p:graphicFrame>
        <p:nvGraphicFramePr>
          <p:cNvPr id="30726" name="Object 6"/>
          <p:cNvGraphicFramePr>
            <a:graphicFrameLocks noChangeAspect="1"/>
          </p:cNvGraphicFramePr>
          <p:nvPr/>
        </p:nvGraphicFramePr>
        <p:xfrm>
          <a:off x="762000" y="3260725"/>
          <a:ext cx="8050213" cy="492125"/>
        </p:xfrm>
        <a:graphic>
          <a:graphicData uri="http://schemas.openxmlformats.org/presentationml/2006/ole">
            <mc:AlternateContent xmlns:mc="http://schemas.openxmlformats.org/markup-compatibility/2006">
              <mc:Choice xmlns:v="urn:schemas-microsoft-com:vml" Requires="v">
                <p:oleObj spid="_x0000_s3122" name="" r:id="rId5" imgW="4127500" imgH="254000" progId="Equation.3">
                  <p:embed/>
                </p:oleObj>
              </mc:Choice>
              <mc:Fallback>
                <p:oleObj name="" r:id="rId5" imgW="4127500" imgH="254000" progId="Equation.3">
                  <p:embed/>
                  <p:pic>
                    <p:nvPicPr>
                      <p:cNvPr id="0" name="图片 3121"/>
                      <p:cNvPicPr/>
                      <p:nvPr/>
                    </p:nvPicPr>
                    <p:blipFill>
                      <a:blip r:embed="rId6"/>
                      <a:stretch>
                        <a:fillRect/>
                      </a:stretch>
                    </p:blipFill>
                    <p:spPr>
                      <a:xfrm>
                        <a:off x="762000" y="3260725"/>
                        <a:ext cx="8050213" cy="492125"/>
                      </a:xfrm>
                      <a:prstGeom prst="rect">
                        <a:avLst/>
                      </a:prstGeom>
                      <a:noFill/>
                      <a:ln w="38100">
                        <a:noFill/>
                        <a:miter/>
                      </a:ln>
                    </p:spPr>
                  </p:pic>
                </p:oleObj>
              </mc:Fallback>
            </mc:AlternateContent>
          </a:graphicData>
        </a:graphic>
      </p:graphicFrame>
      <p:graphicFrame>
        <p:nvGraphicFramePr>
          <p:cNvPr id="30727" name="Object 7"/>
          <p:cNvGraphicFramePr>
            <a:graphicFrameLocks noChangeAspect="1"/>
          </p:cNvGraphicFramePr>
          <p:nvPr/>
        </p:nvGraphicFramePr>
        <p:xfrm>
          <a:off x="762000" y="3773488"/>
          <a:ext cx="8480425" cy="487362"/>
        </p:xfrm>
        <a:graphic>
          <a:graphicData uri="http://schemas.openxmlformats.org/presentationml/2006/ole">
            <mc:AlternateContent xmlns:mc="http://schemas.openxmlformats.org/markup-compatibility/2006">
              <mc:Choice xmlns:v="urn:schemas-microsoft-com:vml" Requires="v">
                <p:oleObj spid="_x0000_s3123" name="" r:id="rId7" imgW="4394200" imgH="254000" progId="Equation.3">
                  <p:embed/>
                </p:oleObj>
              </mc:Choice>
              <mc:Fallback>
                <p:oleObj name="" r:id="rId7" imgW="4394200" imgH="254000" progId="Equation.3">
                  <p:embed/>
                  <p:pic>
                    <p:nvPicPr>
                      <p:cNvPr id="0" name="图片 3122"/>
                      <p:cNvPicPr/>
                      <p:nvPr/>
                    </p:nvPicPr>
                    <p:blipFill>
                      <a:blip r:embed="rId8"/>
                      <a:stretch>
                        <a:fillRect/>
                      </a:stretch>
                    </p:blipFill>
                    <p:spPr>
                      <a:xfrm>
                        <a:off x="762000" y="3773488"/>
                        <a:ext cx="8480425" cy="487362"/>
                      </a:xfrm>
                      <a:prstGeom prst="rect">
                        <a:avLst/>
                      </a:prstGeom>
                      <a:noFill/>
                      <a:ln w="38100">
                        <a:noFill/>
                        <a:miter/>
                      </a:ln>
                    </p:spPr>
                  </p:pic>
                </p:oleObj>
              </mc:Fallback>
            </mc:AlternateContent>
          </a:graphicData>
        </a:graphic>
      </p:graphicFrame>
      <p:grpSp>
        <p:nvGrpSpPr>
          <p:cNvPr id="2" name="Group 9"/>
          <p:cNvGrpSpPr/>
          <p:nvPr/>
        </p:nvGrpSpPr>
        <p:grpSpPr>
          <a:xfrm>
            <a:off x="7172325" y="1073150"/>
            <a:ext cx="1639888" cy="1004888"/>
            <a:chOff x="2577" y="875"/>
            <a:chExt cx="1033" cy="633"/>
          </a:xfrm>
        </p:grpSpPr>
        <p:sp>
          <p:nvSpPr>
            <p:cNvPr id="35849" name="AutoShape 10"/>
            <p:cNvSpPr/>
            <p:nvPr/>
          </p:nvSpPr>
          <p:spPr>
            <a:xfrm>
              <a:off x="2577" y="875"/>
              <a:ext cx="571" cy="330"/>
            </a:xfrm>
            <a:prstGeom prst="borderCallout1">
              <a:avLst>
                <a:gd name="adj1" fmla="val 73579"/>
                <a:gd name="adj2" fmla="val 101352"/>
                <a:gd name="adj3" fmla="val 236056"/>
                <a:gd name="adj4" fmla="val 157968"/>
              </a:avLst>
            </a:prstGeom>
            <a:noFill/>
            <a:ln w="9525" cap="flat" cmpd="sng">
              <a:solidFill>
                <a:srgbClr val="FF0000"/>
              </a:solidFill>
              <a:prstDash val="solid"/>
              <a:miter/>
              <a:headEnd type="none" w="med" len="med"/>
              <a:tailEnd type="none" w="med" len="med"/>
            </a:ln>
          </p:spPr>
          <p:txBody>
            <a:bodyPr wrap="none" anchor="ctr">
              <a:spAutoFit/>
            </a:bodyPr>
            <a:p>
              <a:pPr algn="ctr" eaLnBrk="0" hangingPunct="0"/>
              <a:r>
                <a:rPr lang="zh-CN" altLang="en-US" sz="2800" b="1" dirty="0">
                  <a:solidFill>
                    <a:srgbClr val="000000"/>
                  </a:solidFill>
                  <a:latin typeface="Times New Roman" panose="02020603050405020304" pitchFamily="18" charset="0"/>
                  <a:ea typeface="宋体" panose="02010600030101010101" pitchFamily="2" charset="-122"/>
                </a:rPr>
                <a:t>充电</a:t>
              </a:r>
              <a:endParaRPr lang="zh-CN" altLang="en-US" sz="2800" b="1" dirty="0">
                <a:solidFill>
                  <a:srgbClr val="000000"/>
                </a:solidFill>
                <a:latin typeface="Times New Roman" panose="02020603050405020304" pitchFamily="18" charset="0"/>
                <a:ea typeface="宋体" panose="02010600030101010101" pitchFamily="2" charset="-122"/>
              </a:endParaRPr>
            </a:p>
          </p:txBody>
        </p:sp>
        <p:sp>
          <p:nvSpPr>
            <p:cNvPr id="35850" name="Line 11"/>
            <p:cNvSpPr/>
            <p:nvPr/>
          </p:nvSpPr>
          <p:spPr>
            <a:xfrm flipH="1" flipV="1">
              <a:off x="3148" y="1047"/>
              <a:ext cx="462" cy="461"/>
            </a:xfrm>
            <a:prstGeom prst="line">
              <a:avLst/>
            </a:prstGeom>
            <a:ln w="9525" cap="flat" cmpd="sng">
              <a:solidFill>
                <a:srgbClr val="FF0000"/>
              </a:solidFill>
              <a:prstDash val="solid"/>
              <a:round/>
              <a:headEnd type="none" w="med" len="med"/>
              <a:tailEnd type="none" w="med" len="med"/>
            </a:ln>
          </p:spPr>
          <p:txBody>
            <a:bodyPr wrap="none" anchor="ctr"/>
            <a:p>
              <a:pPr eaLnBrk="0" hangingPunct="0"/>
              <a:endParaRPr lang="zh-CN" altLang="en-US">
                <a:latin typeface="Calibri" panose="020F0502020204030204" pitchFamily="34" charset="0"/>
                <a:ea typeface="宋体" panose="02010600030101010101" pitchFamily="2" charset="-122"/>
              </a:endParaRPr>
            </a:p>
          </p:txBody>
        </p:sp>
      </p:grpSp>
      <p:grpSp>
        <p:nvGrpSpPr>
          <p:cNvPr id="3" name="Group 12"/>
          <p:cNvGrpSpPr/>
          <p:nvPr/>
        </p:nvGrpSpPr>
        <p:grpSpPr>
          <a:xfrm>
            <a:off x="9229725" y="544513"/>
            <a:ext cx="2709863" cy="1693862"/>
            <a:chOff x="4053" y="232"/>
            <a:chExt cx="1707" cy="1067"/>
          </a:xfrm>
        </p:grpSpPr>
        <p:sp>
          <p:nvSpPr>
            <p:cNvPr id="35852" name="Line 13"/>
            <p:cNvSpPr/>
            <p:nvPr/>
          </p:nvSpPr>
          <p:spPr>
            <a:xfrm flipV="1">
              <a:off x="4053" y="1047"/>
              <a:ext cx="180" cy="252"/>
            </a:xfrm>
            <a:prstGeom prst="line">
              <a:avLst/>
            </a:prstGeom>
            <a:ln w="9525" cap="flat" cmpd="sng">
              <a:solidFill>
                <a:srgbClr val="FF0000"/>
              </a:solidFill>
              <a:prstDash val="solid"/>
              <a:round/>
              <a:headEnd type="none" w="med" len="med"/>
              <a:tailEnd type="none" w="med" len="med"/>
            </a:ln>
          </p:spPr>
          <p:txBody>
            <a:bodyPr wrap="none" anchor="ctr"/>
            <a:p>
              <a:pPr eaLnBrk="0" hangingPunct="0"/>
              <a:endParaRPr lang="zh-CN" altLang="en-US">
                <a:latin typeface="Calibri" panose="020F0502020204030204" pitchFamily="34" charset="0"/>
                <a:ea typeface="宋体" panose="02010600030101010101" pitchFamily="2" charset="-122"/>
              </a:endParaRPr>
            </a:p>
          </p:txBody>
        </p:sp>
        <p:sp>
          <p:nvSpPr>
            <p:cNvPr id="35853" name="AutoShape 14"/>
            <p:cNvSpPr/>
            <p:nvPr/>
          </p:nvSpPr>
          <p:spPr>
            <a:xfrm>
              <a:off x="4053" y="232"/>
              <a:ext cx="1707" cy="764"/>
            </a:xfrm>
            <a:prstGeom prst="borderCallout1">
              <a:avLst>
                <a:gd name="adj1" fmla="val 86750"/>
                <a:gd name="adj2" fmla="val -1227"/>
                <a:gd name="adj3" fmla="val 128935"/>
                <a:gd name="adj4" fmla="val -9546"/>
              </a:avLst>
            </a:prstGeom>
            <a:noFill/>
            <a:ln w="9525" cap="flat" cmpd="sng">
              <a:solidFill>
                <a:srgbClr val="FF0000"/>
              </a:solidFill>
              <a:prstDash val="solid"/>
              <a:miter/>
              <a:headEnd type="none" w="med" len="med"/>
              <a:tailEnd type="none" w="med" len="med"/>
            </a:ln>
          </p:spPr>
          <p:txBody>
            <a:bodyPr wrap="square" anchor="ctr">
              <a:spAutoFit/>
            </a:bodyPr>
            <a:p>
              <a:pPr eaLnBrk="0" hangingPunct="0">
                <a:lnSpc>
                  <a:spcPct val="130000"/>
                </a:lnSpc>
              </a:pPr>
              <a:r>
                <a:rPr lang="zh-CN" altLang="en-US" sz="2800" b="1" dirty="0">
                  <a:solidFill>
                    <a:srgbClr val="000000"/>
                  </a:solidFill>
                  <a:latin typeface="Times New Roman" panose="02020603050405020304" pitchFamily="18" charset="0"/>
                  <a:ea typeface="宋体" panose="02010600030101010101" pitchFamily="2" charset="-122"/>
                </a:rPr>
                <a:t>放电速度与正弦波下降速度相似</a:t>
              </a:r>
              <a:endParaRPr lang="zh-CN" altLang="en-US" sz="2800" b="1" dirty="0">
                <a:solidFill>
                  <a:srgbClr val="000000"/>
                </a:solidFill>
                <a:latin typeface="Times New Roman" panose="02020603050405020304" pitchFamily="18" charset="0"/>
                <a:ea typeface="宋体" panose="02010600030101010101" pitchFamily="2" charset="-122"/>
              </a:endParaRPr>
            </a:p>
          </p:txBody>
        </p:sp>
      </p:grpSp>
      <p:sp>
        <p:nvSpPr>
          <p:cNvPr id="30735" name="AutoShape 15"/>
          <p:cNvSpPr/>
          <p:nvPr/>
        </p:nvSpPr>
        <p:spPr>
          <a:xfrm>
            <a:off x="10039350" y="3703638"/>
            <a:ext cx="1900238" cy="1212850"/>
          </a:xfrm>
          <a:prstGeom prst="borderCallout1">
            <a:avLst>
              <a:gd name="adj1" fmla="val -4852"/>
              <a:gd name="adj2" fmla="val 8940"/>
              <a:gd name="adj3" fmla="val -108199"/>
              <a:gd name="adj4" fmla="val -28301"/>
            </a:avLst>
          </a:prstGeom>
          <a:noFill/>
          <a:ln w="9525" cap="flat" cmpd="sng">
            <a:solidFill>
              <a:srgbClr val="FF0000"/>
            </a:solidFill>
            <a:prstDash val="solid"/>
            <a:miter/>
            <a:headEnd type="none" w="med" len="med"/>
            <a:tailEnd type="none" w="med" len="med"/>
          </a:ln>
        </p:spPr>
        <p:txBody>
          <a:bodyPr wrap="square" anchor="ctr">
            <a:spAutoFit/>
          </a:bodyPr>
          <a:p>
            <a:pPr eaLnBrk="0" hangingPunct="0">
              <a:lnSpc>
                <a:spcPct val="130000"/>
              </a:lnSpc>
            </a:pPr>
            <a:r>
              <a:rPr lang="zh-CN" altLang="en-US" sz="2800" b="1" dirty="0">
                <a:solidFill>
                  <a:srgbClr val="000000"/>
                </a:solidFill>
                <a:latin typeface="Times New Roman" panose="02020603050405020304" pitchFamily="18" charset="0"/>
                <a:ea typeface="宋体" panose="02010600030101010101" pitchFamily="2" charset="-122"/>
              </a:rPr>
              <a:t>按指数规律下降</a:t>
            </a:r>
            <a:endParaRPr lang="zh-CN" altLang="en-US" sz="2800" b="1" dirty="0">
              <a:solidFill>
                <a:srgbClr val="000000"/>
              </a:solidFill>
              <a:latin typeface="Times New Roman" panose="02020603050405020304" pitchFamily="18" charset="0"/>
              <a:ea typeface="宋体" panose="02010600030101010101" pitchFamily="2" charset="-122"/>
            </a:endParaRPr>
          </a:p>
        </p:txBody>
      </p:sp>
      <p:sp>
        <p:nvSpPr>
          <p:cNvPr id="30736" name="Text Box 16"/>
          <p:cNvSpPr txBox="1"/>
          <p:nvPr/>
        </p:nvSpPr>
        <p:spPr>
          <a:xfrm>
            <a:off x="674688" y="4300538"/>
            <a:ext cx="6483350" cy="457200"/>
          </a:xfrm>
          <a:prstGeom prst="rect">
            <a:avLst/>
          </a:prstGeom>
          <a:noFill/>
          <a:ln w="9525">
            <a:noFill/>
          </a:ln>
        </p:spPr>
        <p:txBody>
          <a:bodyPr anchor="t">
            <a:spAutoFit/>
          </a:bodyPr>
          <a:p>
            <a:pPr eaLnBrk="0" hangingPunct="0">
              <a:spcBef>
                <a:spcPct val="50000"/>
              </a:spcBef>
            </a:pPr>
            <a:r>
              <a:rPr lang="zh-CN" altLang="en-US" sz="2400" b="1">
                <a:latin typeface="Times New Roman" panose="02020603050405020304" pitchFamily="18" charset="0"/>
                <a:ea typeface="宋体" panose="02010600030101010101" pitchFamily="2" charset="-122"/>
              </a:rPr>
              <a:t>滤波后，输出电压平均值增大，脉动变小。</a:t>
            </a:r>
            <a:endParaRPr lang="zh-CN" altLang="en-US" sz="2400" b="1">
              <a:latin typeface="Times New Roman" panose="02020603050405020304" pitchFamily="18" charset="0"/>
              <a:ea typeface="宋体" panose="02010600030101010101" pitchFamily="2" charset="-122"/>
            </a:endParaRPr>
          </a:p>
        </p:txBody>
      </p:sp>
      <p:sp>
        <p:nvSpPr>
          <p:cNvPr id="30742" name="Text Box 22"/>
          <p:cNvSpPr txBox="1"/>
          <p:nvPr/>
        </p:nvSpPr>
        <p:spPr>
          <a:xfrm>
            <a:off x="6059488" y="5464175"/>
            <a:ext cx="4541837" cy="941388"/>
          </a:xfrm>
          <a:prstGeom prst="rect">
            <a:avLst/>
          </a:prstGeom>
          <a:noFill/>
          <a:ln w="9525" cap="flat" cmpd="sng">
            <a:solidFill>
              <a:srgbClr val="A50021"/>
            </a:solidFill>
            <a:prstDash val="solid"/>
            <a:miter/>
            <a:headEnd type="none" w="med" len="med"/>
            <a:tailEnd type="none" w="med" len="med"/>
          </a:ln>
        </p:spPr>
        <p:txBody>
          <a:bodyPr wrap="square" anchor="t">
            <a:spAutoFit/>
          </a:bodyPr>
          <a:p>
            <a:pPr eaLnBrk="0" hangingPunct="0">
              <a:lnSpc>
                <a:spcPct val="115000"/>
              </a:lnSpc>
              <a:spcBef>
                <a:spcPct val="50000"/>
              </a:spcBef>
            </a:pPr>
            <a:r>
              <a:rPr lang="en-US" altLang="zh-CN" sz="2400" b="1" i="1" dirty="0">
                <a:latin typeface="Times New Roman" panose="02020603050405020304" pitchFamily="18" charset="0"/>
              </a:rPr>
              <a:t> C </a:t>
            </a:r>
            <a:r>
              <a:rPr lang="zh-CN" altLang="zh-CN" sz="2400" b="1" dirty="0">
                <a:latin typeface="Times New Roman" panose="02020603050405020304" pitchFamily="18" charset="0"/>
                <a:ea typeface="宋体" panose="02010600030101010101" pitchFamily="2" charset="-122"/>
              </a:rPr>
              <a:t>越大， </a:t>
            </a:r>
            <a:r>
              <a:rPr lang="en-US" altLang="zh-CN" sz="2400" b="1" i="1" dirty="0">
                <a:latin typeface="Times New Roman" panose="02020603050405020304" pitchFamily="18" charset="0"/>
              </a:rPr>
              <a:t>R</a:t>
            </a:r>
            <a:r>
              <a:rPr lang="en-US" altLang="zh-CN" sz="2400" b="1" baseline="-25000" dirty="0">
                <a:latin typeface="Times New Roman" panose="02020603050405020304" pitchFamily="18" charset="0"/>
              </a:rPr>
              <a:t>L</a:t>
            </a:r>
            <a:r>
              <a:rPr lang="zh-CN" altLang="zh-CN" sz="2400" b="1" dirty="0">
                <a:latin typeface="Times New Roman" panose="02020603050405020304" pitchFamily="18" charset="0"/>
                <a:ea typeface="宋体" panose="02010600030101010101" pitchFamily="2" charset="-122"/>
              </a:rPr>
              <a:t>越大，</a:t>
            </a:r>
            <a:r>
              <a:rPr lang="en-US" altLang="zh-CN" sz="2400" b="1" i="1" dirty="0">
                <a:latin typeface="Times New Roman" panose="02020603050405020304" pitchFamily="18" charset="0"/>
              </a:rPr>
              <a:t>τ</a:t>
            </a:r>
            <a:r>
              <a:rPr lang="zh-CN" altLang="en-US" sz="2400" b="1" dirty="0">
                <a:latin typeface="Times New Roman" panose="02020603050405020304" pitchFamily="18" charset="0"/>
                <a:ea typeface="宋体" panose="02010600030101010101" pitchFamily="2" charset="-122"/>
              </a:rPr>
              <a:t>越大，</a:t>
            </a:r>
            <a:r>
              <a:rPr lang="zh-CN" altLang="zh-CN" sz="2400" b="1" dirty="0">
                <a:latin typeface="Times New Roman" panose="02020603050405020304" pitchFamily="18" charset="0"/>
                <a:ea typeface="宋体" panose="02010600030101010101" pitchFamily="2" charset="-122"/>
              </a:rPr>
              <a:t>放电越慢，曲线越平滑，脉动越小。</a:t>
            </a:r>
            <a:endParaRPr lang="zh-CN" altLang="en-US" sz="2400" dirty="0">
              <a:latin typeface="Times New Roman" panose="02020603050405020304" pitchFamily="18" charset="0"/>
              <a:ea typeface="宋体" panose="02010600030101010101" pitchFamily="2" charset="-122"/>
            </a:endParaRPr>
          </a:p>
        </p:txBody>
      </p:sp>
      <p:sp>
        <p:nvSpPr>
          <p:cNvPr id="30743" name="Text Box 23"/>
          <p:cNvSpPr txBox="1"/>
          <p:nvPr/>
        </p:nvSpPr>
        <p:spPr>
          <a:xfrm>
            <a:off x="3683000" y="2732088"/>
            <a:ext cx="3024188" cy="457200"/>
          </a:xfrm>
          <a:prstGeom prst="rect">
            <a:avLst/>
          </a:prstGeom>
          <a:noFill/>
          <a:ln w="9525">
            <a:noFill/>
          </a:ln>
        </p:spPr>
        <p:txBody>
          <a:bodyPr anchor="t">
            <a:spAutoFit/>
          </a:bodyPr>
          <a:p>
            <a:pPr eaLnBrk="0" hangingPunct="0">
              <a:spcBef>
                <a:spcPct val="50000"/>
              </a:spcBef>
            </a:pPr>
            <a:r>
              <a:rPr lang="zh-CN" altLang="en-US" sz="2400" b="1" dirty="0">
                <a:latin typeface="Times New Roman" panose="02020603050405020304" pitchFamily="18" charset="0"/>
                <a:ea typeface="宋体" panose="02010600030101010101" pitchFamily="2" charset="-122"/>
              </a:rPr>
              <a:t>考虑整流电路的内阻</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wipe(left)">
                                      <p:cBhvr>
                                        <p:cTn id="7" dur="500"/>
                                        <p:tgtEl>
                                          <p:spTgt spid="3072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0725">
                                            <p:txEl>
                                              <p:charRg st="0" end="7"/>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0726"/>
                                        </p:tgtEl>
                                        <p:attrNameLst>
                                          <p:attrName>style.visibility</p:attrName>
                                        </p:attrNameLst>
                                      </p:cBhvr>
                                      <p:to>
                                        <p:strVal val="visible"/>
                                      </p:to>
                                    </p:set>
                                    <p:animEffect transition="in" filter="wipe(left)">
                                      <p:cBhvr>
                                        <p:cTn id="16" dur="500"/>
                                        <p:tgtEl>
                                          <p:spTgt spid="3072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0727"/>
                                        </p:tgtEl>
                                        <p:attrNameLst>
                                          <p:attrName>style.visibility</p:attrName>
                                        </p:attrNameLst>
                                      </p:cBhvr>
                                      <p:to>
                                        <p:strVal val="visible"/>
                                      </p:to>
                                    </p:set>
                                    <p:animEffect transition="in" filter="wipe(left)">
                                      <p:cBhvr>
                                        <p:cTn id="21" dur="500"/>
                                        <p:tgtEl>
                                          <p:spTgt spid="3072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0724"/>
                                        </p:tgtEl>
                                        <p:attrNameLst>
                                          <p:attrName>style.visibility</p:attrName>
                                        </p:attrNameLst>
                                      </p:cBhvr>
                                      <p:to>
                                        <p:strVal val="visible"/>
                                      </p:to>
                                    </p:set>
                                    <p:animEffect transition="in" filter="blinds(horizontal)">
                                      <p:cBhvr>
                                        <p:cTn id="26" dur="500"/>
                                        <p:tgtEl>
                                          <p:spTgt spid="30724"/>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307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0736"/>
                                        </p:tgtEl>
                                        <p:attrNameLst>
                                          <p:attrName>style.visibility</p:attrName>
                                        </p:attrNameLst>
                                      </p:cBhvr>
                                      <p:to>
                                        <p:strVal val="visible"/>
                                      </p:to>
                                    </p:set>
                                    <p:animEffect transition="in" filter="wipe(left)">
                                      <p:cBhvr>
                                        <p:cTn id="43" dur="500"/>
                                        <p:tgtEl>
                                          <p:spTgt spid="30736"/>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074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0741"/>
                                        </p:tgtEl>
                                        <p:attrNameLst>
                                          <p:attrName>style.visibility</p:attrName>
                                        </p:attrNameLst>
                                      </p:cBhvr>
                                      <p:to>
                                        <p:strVal val="visible"/>
                                      </p:to>
                                    </p:set>
                                    <p:animEffect transition="in" filter="wipe(left)">
                                      <p:cBhvr>
                                        <p:cTn id="52" dur="500"/>
                                        <p:tgtEl>
                                          <p:spTgt spid="3074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0742"/>
                                        </p:tgtEl>
                                        <p:attrNameLst>
                                          <p:attrName>style.visibility</p:attrName>
                                        </p:attrNameLst>
                                      </p:cBhvr>
                                      <p:to>
                                        <p:strVal val="visible"/>
                                      </p:to>
                                    </p:set>
                                    <p:animEffect transition="in" filter="wipe(left)">
                                      <p:cBhvr>
                                        <p:cTn id="57" dur="500"/>
                                        <p:tgtEl>
                                          <p:spTgt spid="30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build="p"/>
      <p:bldP spid="30735" grpId="0" animBg="1"/>
      <p:bldP spid="30736" grpId="0"/>
      <p:bldP spid="30742" grpId="0" animBg="1"/>
      <p:bldP spid="307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type="title"/>
          </p:nvPr>
        </p:nvSpPr>
        <p:spPr>
          <a:xfrm>
            <a:off x="266700" y="803275"/>
            <a:ext cx="4151313" cy="533400"/>
          </a:xfrm>
        </p:spPr>
        <p:txBody>
          <a:bodyPr wrap="square" lIns="91440" tIns="45720" rIns="91440" bIns="45720" anchor="ctr"/>
          <a:p>
            <a:pPr>
              <a:lnSpc>
                <a:spcPct val="115000"/>
              </a:lnSpc>
            </a:pPr>
            <a:r>
              <a:rPr lang="zh-CN" altLang="zh-CN" sz="3200" b="1" dirty="0">
                <a:latin typeface="宋体" panose="02010600030101010101" pitchFamily="2" charset="-122"/>
                <a:ea typeface="宋体" panose="02010600030101010101" pitchFamily="2" charset="-122"/>
              </a:rPr>
              <a:t>2</a:t>
            </a:r>
            <a:r>
              <a:rPr lang="en-US" altLang="zh-CN" sz="3200" b="1" dirty="0">
                <a:latin typeface="宋体" panose="02010600030101010101" pitchFamily="2" charset="-122"/>
              </a:rPr>
              <a:t>.</a:t>
            </a:r>
            <a:r>
              <a:rPr lang="zh-CN" altLang="zh-CN" sz="3200" b="1" dirty="0">
                <a:latin typeface="宋体" panose="02010600030101010101" pitchFamily="2" charset="-122"/>
                <a:ea typeface="宋体" panose="02010600030101010101" pitchFamily="2" charset="-122"/>
              </a:rPr>
              <a:t>二极管的导通角</a:t>
            </a:r>
            <a:endParaRPr lang="zh-CN" altLang="zh-CN" sz="3200" b="1" dirty="0">
              <a:latin typeface="宋体" panose="02010600030101010101" pitchFamily="2" charset="-122"/>
              <a:ea typeface="宋体" panose="02010600030101010101" pitchFamily="2" charset="-122"/>
            </a:endParaRPr>
          </a:p>
        </p:txBody>
      </p:sp>
      <p:graphicFrame>
        <p:nvGraphicFramePr>
          <p:cNvPr id="31747" name="Object 3"/>
          <p:cNvGraphicFramePr>
            <a:graphicFrameLocks noChangeAspect="1"/>
          </p:cNvGraphicFramePr>
          <p:nvPr/>
        </p:nvGraphicFramePr>
        <p:xfrm>
          <a:off x="1624013" y="1431925"/>
          <a:ext cx="3429000" cy="3040063"/>
        </p:xfrm>
        <a:graphic>
          <a:graphicData uri="http://schemas.openxmlformats.org/presentationml/2006/ole">
            <mc:AlternateContent xmlns:mc="http://schemas.openxmlformats.org/markup-compatibility/2006">
              <mc:Choice xmlns:v="urn:schemas-microsoft-com:vml" Requires="v">
                <p:oleObj spid="_x0000_s3119" name="" r:id="rId1" imgW="12458700" imgH="11925300" progId="MSPhotoEd.3">
                  <p:embed/>
                </p:oleObj>
              </mc:Choice>
              <mc:Fallback>
                <p:oleObj name="" r:id="rId1" imgW="12458700" imgH="11925300" progId="MSPhotoEd.3">
                  <p:embed/>
                  <p:pic>
                    <p:nvPicPr>
                      <p:cNvPr id="0" name="图片 3118"/>
                      <p:cNvPicPr/>
                      <p:nvPr/>
                    </p:nvPicPr>
                    <p:blipFill>
                      <a:blip r:embed="rId2"/>
                      <a:srcRect b="7373"/>
                      <a:stretch>
                        <a:fillRect/>
                      </a:stretch>
                    </p:blipFill>
                    <p:spPr>
                      <a:xfrm>
                        <a:off x="1624013" y="1431925"/>
                        <a:ext cx="3429000" cy="3040063"/>
                      </a:xfrm>
                      <a:prstGeom prst="rect">
                        <a:avLst/>
                      </a:prstGeom>
                      <a:noFill/>
                      <a:ln w="38100">
                        <a:noFill/>
                        <a:miter/>
                      </a:ln>
                    </p:spPr>
                  </p:pic>
                </p:oleObj>
              </mc:Fallback>
            </mc:AlternateContent>
          </a:graphicData>
        </a:graphic>
      </p:graphicFrame>
      <p:sp>
        <p:nvSpPr>
          <p:cNvPr id="31748" name="AutoShape 4"/>
          <p:cNvSpPr/>
          <p:nvPr/>
        </p:nvSpPr>
        <p:spPr>
          <a:xfrm>
            <a:off x="1492250" y="4887913"/>
            <a:ext cx="1304925" cy="490537"/>
          </a:xfrm>
          <a:prstGeom prst="borderCallout1">
            <a:avLst>
              <a:gd name="adj1" fmla="val -12944"/>
              <a:gd name="adj2" fmla="val 43810"/>
              <a:gd name="adj3" fmla="val -77347"/>
              <a:gd name="adj4" fmla="val 63560"/>
            </a:avLst>
          </a:prstGeom>
          <a:noFill/>
          <a:ln w="19050" cap="flat" cmpd="sng">
            <a:solidFill>
              <a:srgbClr val="FF0000"/>
            </a:solidFill>
            <a:prstDash val="solid"/>
            <a:miter/>
            <a:headEnd type="none" w="med" len="med"/>
            <a:tailEnd type="none" w="med" len="med"/>
          </a:ln>
        </p:spPr>
        <p:txBody>
          <a:bodyPr anchor="t"/>
          <a:p>
            <a:pPr algn="ctr" eaLnBrk="0" hangingPunct="0"/>
            <a:r>
              <a:rPr lang="zh-CN" altLang="en-US" sz="2800" b="1" dirty="0">
                <a:latin typeface="Times New Roman" panose="02020603050405020304" pitchFamily="18" charset="0"/>
                <a:ea typeface="宋体" panose="02010600030101010101" pitchFamily="2" charset="-122"/>
              </a:rPr>
              <a:t>导通角</a:t>
            </a:r>
            <a:endParaRPr lang="zh-CN" altLang="en-US" sz="2800" b="1" dirty="0">
              <a:latin typeface="Times New Roman" panose="02020603050405020304" pitchFamily="18" charset="0"/>
              <a:ea typeface="宋体" panose="02010600030101010101" pitchFamily="2" charset="-122"/>
            </a:endParaRPr>
          </a:p>
        </p:txBody>
      </p:sp>
      <p:graphicFrame>
        <p:nvGraphicFramePr>
          <p:cNvPr id="31749" name="Object 5"/>
          <p:cNvGraphicFramePr>
            <a:graphicFrameLocks noChangeAspect="1"/>
          </p:cNvGraphicFramePr>
          <p:nvPr/>
        </p:nvGraphicFramePr>
        <p:xfrm>
          <a:off x="5510213" y="4071938"/>
          <a:ext cx="4419600" cy="1493837"/>
        </p:xfrm>
        <a:graphic>
          <a:graphicData uri="http://schemas.openxmlformats.org/presentationml/2006/ole">
            <mc:AlternateContent xmlns:mc="http://schemas.openxmlformats.org/markup-compatibility/2006">
              <mc:Choice xmlns:v="urn:schemas-microsoft-com:vml" Requires="v">
                <p:oleObj spid="_x0000_s3126" name="" r:id="rId3" imgW="2324100" imgH="787400" progId="Equation.3">
                  <p:embed/>
                </p:oleObj>
              </mc:Choice>
              <mc:Fallback>
                <p:oleObj name="" r:id="rId3" imgW="2324100" imgH="787400" progId="Equation.3">
                  <p:embed/>
                  <p:pic>
                    <p:nvPicPr>
                      <p:cNvPr id="0" name="图片 3125"/>
                      <p:cNvPicPr/>
                      <p:nvPr/>
                    </p:nvPicPr>
                    <p:blipFill>
                      <a:blip r:embed="rId4"/>
                      <a:stretch>
                        <a:fillRect/>
                      </a:stretch>
                    </p:blipFill>
                    <p:spPr>
                      <a:xfrm>
                        <a:off x="5510213" y="4071938"/>
                        <a:ext cx="4419600" cy="1493837"/>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31750" name="Text Box 6"/>
          <p:cNvSpPr txBox="1"/>
          <p:nvPr/>
        </p:nvSpPr>
        <p:spPr>
          <a:xfrm>
            <a:off x="5510213" y="1663700"/>
            <a:ext cx="5710237" cy="1773238"/>
          </a:xfrm>
          <a:prstGeom prst="rect">
            <a:avLst/>
          </a:prstGeom>
          <a:noFill/>
          <a:ln w="9525">
            <a:noFill/>
          </a:ln>
        </p:spPr>
        <p:txBody>
          <a:bodyPr wrap="square" anchor="t">
            <a:spAutoFit/>
          </a:bodyPr>
          <a:p>
            <a:pPr eaLnBrk="0" hangingPunct="0">
              <a:lnSpc>
                <a:spcPct val="130000"/>
              </a:lnSpc>
            </a:pPr>
            <a:r>
              <a:rPr lang="zh-CN" altLang="en-US" sz="2800" b="1" dirty="0">
                <a:latin typeface="Times New Roman" panose="02020603050405020304" pitchFamily="18" charset="0"/>
                <a:ea typeface="宋体" panose="02010600030101010101" pitchFamily="2" charset="-122"/>
              </a:rPr>
              <a:t>无滤波电容时</a:t>
            </a:r>
            <a:r>
              <a:rPr lang="en-US" altLang="zh-CN" sz="2800" b="1" i="1" dirty="0">
                <a:latin typeface="Times New Roman" panose="02020603050405020304" pitchFamily="18" charset="0"/>
              </a:rPr>
              <a:t>θ</a:t>
            </a: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rPr>
              <a:t>π</a:t>
            </a:r>
            <a:r>
              <a:rPr lang="zh-CN" altLang="en-US" sz="2800" b="1" dirty="0">
                <a:latin typeface="Times New Roman" panose="02020603050405020304" pitchFamily="18" charset="0"/>
                <a:ea typeface="宋体" panose="02010600030101010101" pitchFamily="2" charset="-122"/>
              </a:rPr>
              <a:t>。</a:t>
            </a:r>
            <a:endParaRPr lang="zh-CN" altLang="en-US" sz="2800" b="1" dirty="0">
              <a:latin typeface="Times New Roman" panose="02020603050405020304" pitchFamily="18" charset="0"/>
              <a:ea typeface="宋体" panose="02010600030101010101" pitchFamily="2" charset="-122"/>
            </a:endParaRPr>
          </a:p>
          <a:p>
            <a:pPr eaLnBrk="0" hangingPunct="0">
              <a:lnSpc>
                <a:spcPct val="130000"/>
              </a:lnSpc>
            </a:pPr>
            <a:r>
              <a:rPr lang="zh-CN" altLang="en-US" sz="2800" b="1" dirty="0">
                <a:latin typeface="Times New Roman" panose="02020603050405020304" pitchFamily="18" charset="0"/>
                <a:ea typeface="宋体" panose="02010600030101010101" pitchFamily="2" charset="-122"/>
              </a:rPr>
              <a:t>有滤波电容时</a:t>
            </a:r>
            <a:r>
              <a:rPr lang="en-US" altLang="zh-CN" sz="2800" b="1" i="1" dirty="0">
                <a:latin typeface="Times New Roman" panose="02020603050405020304" pitchFamily="18" charset="0"/>
              </a:rPr>
              <a:t>θ </a:t>
            </a:r>
            <a:r>
              <a:rPr lang="en-US" altLang="zh-CN" sz="2800" b="1" dirty="0">
                <a:latin typeface="Times New Roman" panose="02020603050405020304" pitchFamily="18" charset="0"/>
              </a:rPr>
              <a:t>&lt; π</a:t>
            </a:r>
            <a:r>
              <a:rPr lang="zh-CN" altLang="en-US" sz="2800" b="1" dirty="0">
                <a:latin typeface="Times New Roman" panose="02020603050405020304" pitchFamily="18" charset="0"/>
                <a:ea typeface="宋体" panose="02010600030101010101" pitchFamily="2" charset="-122"/>
              </a:rPr>
              <a:t>，且二极管平均电流增大，故其峰值很大！</a:t>
            </a:r>
            <a:endParaRPr lang="zh-CN" altLang="en-US" sz="2800" b="1" dirty="0">
              <a:latin typeface="Times New Roman" panose="02020603050405020304" pitchFamily="18" charset="0"/>
              <a:ea typeface="宋体" panose="02010600030101010101" pitchFamily="2" charset="-122"/>
            </a:endParaRPr>
          </a:p>
        </p:txBody>
      </p:sp>
      <p:sp>
        <p:nvSpPr>
          <p:cNvPr id="31751" name="Text Box 7"/>
          <p:cNvSpPr txBox="1"/>
          <p:nvPr/>
        </p:nvSpPr>
        <p:spPr>
          <a:xfrm>
            <a:off x="5429250" y="5940425"/>
            <a:ext cx="5791200" cy="522288"/>
          </a:xfrm>
          <a:prstGeom prst="rect">
            <a:avLst/>
          </a:prstGeom>
          <a:noFill/>
          <a:ln w="9525">
            <a:noFill/>
          </a:ln>
        </p:spPr>
        <p:txBody>
          <a:bodyPr anchor="t">
            <a:spAutoFit/>
          </a:bodyPr>
          <a:p>
            <a:pPr eaLnBrk="0" hangingPunct="0">
              <a:spcBef>
                <a:spcPct val="50000"/>
              </a:spcBef>
            </a:pPr>
            <a:r>
              <a:rPr lang="en-US" altLang="zh-CN" sz="2800" b="1" dirty="0">
                <a:latin typeface="Times New Roman" panose="02020603050405020304" pitchFamily="18" charset="0"/>
              </a:rPr>
              <a:t>θ</a:t>
            </a:r>
            <a:r>
              <a:rPr lang="zh-CN" altLang="en-US" sz="2800" b="1" dirty="0">
                <a:latin typeface="Times New Roman" panose="02020603050405020304" pitchFamily="18" charset="0"/>
                <a:ea typeface="宋体" panose="02010600030101010101" pitchFamily="2" charset="-122"/>
              </a:rPr>
              <a:t>小到一定程度，难于选择二极管！</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wipe(left)">
                                      <p:cBhvr>
                                        <p:cTn id="7" dur="500"/>
                                        <p:tgtEl>
                                          <p:spTgt spid="3174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174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750">
                                            <p:txEl>
                                              <p:charRg st="0" end="11"/>
                                            </p:txEl>
                                          </p:spTgt>
                                        </p:tgtEl>
                                        <p:attrNameLst>
                                          <p:attrName>style.visibility</p:attrName>
                                        </p:attrNameLst>
                                      </p:cBhvr>
                                      <p:to>
                                        <p:strVal val="visible"/>
                                      </p:to>
                                    </p:set>
                                    <p:animEffect transition="in" filter="wipe(left)">
                                      <p:cBhvr>
                                        <p:cTn id="16" dur="500"/>
                                        <p:tgtEl>
                                          <p:spTgt spid="31750">
                                            <p:txEl>
                                              <p:charRg st="0" end="1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1750">
                                            <p:txEl>
                                              <p:charRg st="11" end="42"/>
                                            </p:txEl>
                                          </p:spTgt>
                                        </p:tgtEl>
                                        <p:attrNameLst>
                                          <p:attrName>style.visibility</p:attrName>
                                        </p:attrNameLst>
                                      </p:cBhvr>
                                      <p:to>
                                        <p:strVal val="visible"/>
                                      </p:to>
                                    </p:set>
                                    <p:animEffect transition="in" filter="wipe(left)">
                                      <p:cBhvr>
                                        <p:cTn id="21" dur="500"/>
                                        <p:tgtEl>
                                          <p:spTgt spid="31750">
                                            <p:txEl>
                                              <p:charRg st="11" end="4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1749"/>
                                        </p:tgtEl>
                                        <p:attrNameLst>
                                          <p:attrName>style.visibility</p:attrName>
                                        </p:attrNameLst>
                                      </p:cBhvr>
                                      <p:to>
                                        <p:strVal val="visible"/>
                                      </p:to>
                                    </p:set>
                                    <p:animEffect transition="in" filter="wipe(left)">
                                      <p:cBhvr>
                                        <p:cTn id="26" dur="500"/>
                                        <p:tgtEl>
                                          <p:spTgt spid="3174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1751">
                                            <p:txEl>
                                              <p:charRg st="0" end="17"/>
                                            </p:txEl>
                                          </p:spTgt>
                                        </p:tgtEl>
                                        <p:attrNameLst>
                                          <p:attrName>style.visibility</p:attrName>
                                        </p:attrNameLst>
                                      </p:cBhvr>
                                      <p:to>
                                        <p:strVal val="visible"/>
                                      </p:to>
                                    </p:set>
                                    <p:animEffect transition="in" filter="wipe(left)">
                                      <p:cBhvr>
                                        <p:cTn id="31" dur="500"/>
                                        <p:tgtEl>
                                          <p:spTgt spid="31751">
                                            <p:txEl>
                                              <p:charRg st="0"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animBg="1"/>
      <p:bldP spid="31750" grpId="0" build="p"/>
      <p:bldP spid="3175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770" name="Object 2"/>
          <p:cNvGraphicFramePr>
            <a:graphicFrameLocks noChangeAspect="1"/>
          </p:cNvGraphicFramePr>
          <p:nvPr/>
        </p:nvGraphicFramePr>
        <p:xfrm>
          <a:off x="2998788" y="3594100"/>
          <a:ext cx="4724400" cy="788988"/>
        </p:xfrm>
        <a:graphic>
          <a:graphicData uri="http://schemas.openxmlformats.org/presentationml/2006/ole">
            <mc:AlternateContent xmlns:mc="http://schemas.openxmlformats.org/markup-compatibility/2006">
              <mc:Choice xmlns:v="urn:schemas-microsoft-com:vml" Requires="v">
                <p:oleObj spid="_x0000_s3124" name="" r:id="rId1" imgW="2349500" imgH="393700" progId="Equation.3">
                  <p:embed/>
                </p:oleObj>
              </mc:Choice>
              <mc:Fallback>
                <p:oleObj name="" r:id="rId1" imgW="2349500" imgH="393700" progId="Equation.3">
                  <p:embed/>
                  <p:pic>
                    <p:nvPicPr>
                      <p:cNvPr id="0" name="图片 3123"/>
                      <p:cNvPicPr/>
                      <p:nvPr/>
                    </p:nvPicPr>
                    <p:blipFill>
                      <a:blip r:embed="rId2"/>
                      <a:stretch>
                        <a:fillRect/>
                      </a:stretch>
                    </p:blipFill>
                    <p:spPr>
                      <a:xfrm>
                        <a:off x="2998788" y="3594100"/>
                        <a:ext cx="4724400" cy="788988"/>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32771" name="Object 3"/>
          <p:cNvGraphicFramePr>
            <a:graphicFrameLocks noChangeAspect="1"/>
          </p:cNvGraphicFramePr>
          <p:nvPr/>
        </p:nvGraphicFramePr>
        <p:xfrm>
          <a:off x="2998788" y="4695825"/>
          <a:ext cx="3581400" cy="485775"/>
        </p:xfrm>
        <a:graphic>
          <a:graphicData uri="http://schemas.openxmlformats.org/presentationml/2006/ole">
            <mc:AlternateContent xmlns:mc="http://schemas.openxmlformats.org/markup-compatibility/2006">
              <mc:Choice xmlns:v="urn:schemas-microsoft-com:vml" Requires="v">
                <p:oleObj spid="_x0000_s3120" name="" r:id="rId3" imgW="1765300" imgH="241300" progId="Equation.3">
                  <p:embed/>
                </p:oleObj>
              </mc:Choice>
              <mc:Fallback>
                <p:oleObj name="" r:id="rId3" imgW="1765300" imgH="241300" progId="Equation.3">
                  <p:embed/>
                  <p:pic>
                    <p:nvPicPr>
                      <p:cNvPr id="0" name="图片 3119"/>
                      <p:cNvPicPr/>
                      <p:nvPr/>
                    </p:nvPicPr>
                    <p:blipFill>
                      <a:blip r:embed="rId4"/>
                      <a:stretch>
                        <a:fillRect/>
                      </a:stretch>
                    </p:blipFill>
                    <p:spPr>
                      <a:xfrm>
                        <a:off x="2998788" y="4695825"/>
                        <a:ext cx="3581400" cy="485775"/>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32772" name="Text Box 4"/>
          <p:cNvSpPr txBox="1"/>
          <p:nvPr/>
        </p:nvSpPr>
        <p:spPr>
          <a:xfrm>
            <a:off x="415925" y="5864225"/>
            <a:ext cx="11242675" cy="587375"/>
          </a:xfrm>
          <a:prstGeom prst="rect">
            <a:avLst/>
          </a:prstGeom>
          <a:noFill/>
          <a:ln w="9525">
            <a:noFill/>
          </a:ln>
        </p:spPr>
        <p:txBody>
          <a:bodyPr wrap="square" anchor="ctr">
            <a:spAutoFit/>
          </a:bodyPr>
          <a:p>
            <a:pPr eaLnBrk="0" hangingPunct="0">
              <a:lnSpc>
                <a:spcPct val="115000"/>
              </a:lnSpc>
            </a:pPr>
            <a:r>
              <a:rPr lang="zh-CN" altLang="en-US" sz="2800" b="1" dirty="0">
                <a:latin typeface="宋体" panose="02010600030101010101" pitchFamily="2" charset="-122"/>
                <a:ea typeface="宋体" panose="02010600030101010101" pitchFamily="2" charset="-122"/>
              </a:rPr>
              <a:t>简单易行，</a:t>
            </a:r>
            <a:r>
              <a:rPr lang="en-US" altLang="zh-CN" sz="2400" b="1" i="1" dirty="0">
                <a:latin typeface="Times New Roman" panose="02020603050405020304" pitchFamily="18" charset="0"/>
              </a:rPr>
              <a:t>U</a:t>
            </a:r>
            <a:r>
              <a:rPr lang="en-US" altLang="zh-CN" sz="2400" b="1" baseline="-25000" dirty="0">
                <a:latin typeface="Times New Roman" panose="02020603050405020304" pitchFamily="18" charset="0"/>
              </a:rPr>
              <a:t>O</a:t>
            </a:r>
            <a:r>
              <a:rPr lang="zh-CN" altLang="en-US" sz="2400" b="1" baseline="-25000" dirty="0">
                <a:latin typeface="Times New Roman" panose="02020603050405020304" pitchFamily="18" charset="0"/>
                <a:ea typeface="宋体" panose="02010600030101010101" pitchFamily="2" charset="-122"/>
              </a:rPr>
              <a:t>（</a:t>
            </a:r>
            <a:r>
              <a:rPr lang="en-US" altLang="zh-CN" sz="2400" b="1" baseline="-25000" dirty="0">
                <a:latin typeface="Times New Roman" panose="02020603050405020304" pitchFamily="18" charset="0"/>
              </a:rPr>
              <a:t>AV</a:t>
            </a:r>
            <a:r>
              <a:rPr lang="zh-CN" altLang="en-US" sz="2400" b="1" baseline="-25000" dirty="0">
                <a:latin typeface="Times New Roman" panose="02020603050405020304" pitchFamily="18" charset="0"/>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高，</a:t>
            </a:r>
            <a:r>
              <a:rPr lang="en-US" altLang="zh-CN" sz="2800" b="1" dirty="0">
                <a:latin typeface="宋体" panose="02010600030101010101" pitchFamily="2" charset="-122"/>
                <a:ea typeface="宋体" panose="02010600030101010101" pitchFamily="2" charset="-122"/>
              </a:rPr>
              <a:t>C </a:t>
            </a:r>
            <a:r>
              <a:rPr lang="zh-CN" altLang="zh-CN" sz="2800" b="1" dirty="0">
                <a:latin typeface="宋体" panose="02010600030101010101" pitchFamily="2" charset="-122"/>
                <a:ea typeface="宋体" panose="02010600030101010101" pitchFamily="2" charset="-122"/>
              </a:rPr>
              <a:t>足够大时</a:t>
            </a:r>
            <a:r>
              <a:rPr lang="zh-CN" altLang="en-US" sz="2800" b="1" dirty="0">
                <a:latin typeface="宋体" panose="02010600030101010101" pitchFamily="2" charset="-122"/>
                <a:ea typeface="宋体" panose="02010600030101010101" pitchFamily="2" charset="-122"/>
              </a:rPr>
              <a:t>交流分量较小；不适于大电流负载。</a:t>
            </a:r>
            <a:endParaRPr lang="zh-CN" altLang="en-US" sz="2800" b="1" dirty="0">
              <a:latin typeface="宋体" panose="02010600030101010101" pitchFamily="2" charset="-122"/>
              <a:ea typeface="宋体" panose="02010600030101010101" pitchFamily="2" charset="-122"/>
            </a:endParaRPr>
          </a:p>
        </p:txBody>
      </p:sp>
      <p:sp>
        <p:nvSpPr>
          <p:cNvPr id="37892" name="Rectangle 5"/>
          <p:cNvSpPr>
            <a:spLocks noGrp="1"/>
          </p:cNvSpPr>
          <p:nvPr>
            <p:ph type="title"/>
          </p:nvPr>
        </p:nvSpPr>
        <p:spPr>
          <a:xfrm>
            <a:off x="114300" y="884238"/>
            <a:ext cx="6108700" cy="457200"/>
          </a:xfrm>
        </p:spPr>
        <p:txBody>
          <a:bodyPr wrap="square" lIns="91440" tIns="45720" rIns="91440" bIns="45720" anchor="ctr"/>
          <a:p>
            <a:r>
              <a:rPr lang="en-US" altLang="zh-CN" sz="3200" b="1" dirty="0">
                <a:latin typeface="宋体" panose="02010600030101010101" pitchFamily="2" charset="-122"/>
              </a:rPr>
              <a:t> 3.</a:t>
            </a:r>
            <a:r>
              <a:rPr lang="zh-CN" altLang="en-US" sz="3200" b="1" dirty="0">
                <a:latin typeface="宋体" panose="02010600030101010101" pitchFamily="2" charset="-122"/>
                <a:ea typeface="宋体" panose="02010600030101010101" pitchFamily="2" charset="-122"/>
              </a:rPr>
              <a:t>电容的选择及</a:t>
            </a:r>
            <a:r>
              <a:rPr lang="en-US" altLang="zh-CN" sz="3200" b="1" i="1" dirty="0"/>
              <a:t>U</a:t>
            </a:r>
            <a:r>
              <a:rPr lang="en-US" altLang="zh-CN" sz="3200" b="1" baseline="-25000" dirty="0"/>
              <a:t>O</a:t>
            </a:r>
            <a:r>
              <a:rPr lang="zh-CN" altLang="en-US" sz="3200" b="1" baseline="-25000" dirty="0">
                <a:ea typeface="宋体" panose="02010600030101010101" pitchFamily="2" charset="-122"/>
              </a:rPr>
              <a:t>（</a:t>
            </a:r>
            <a:r>
              <a:rPr lang="en-US" altLang="zh-CN" sz="3200" b="1" baseline="-25000" dirty="0"/>
              <a:t>AV</a:t>
            </a:r>
            <a:r>
              <a:rPr lang="zh-CN" altLang="en-US" sz="3200" b="1" baseline="-25000" dirty="0">
                <a:ea typeface="宋体" panose="02010600030101010101" pitchFamily="2" charset="-122"/>
              </a:rPr>
              <a:t>）</a:t>
            </a:r>
            <a:r>
              <a:rPr lang="zh-CN" altLang="zh-CN" sz="3200" b="1" dirty="0">
                <a:latin typeface="宋体" panose="02010600030101010101" pitchFamily="2" charset="-122"/>
                <a:ea typeface="宋体" panose="02010600030101010101" pitchFamily="2" charset="-122"/>
              </a:rPr>
              <a:t>的估算</a:t>
            </a:r>
            <a:endParaRPr lang="zh-CN" altLang="en-US" sz="3200" b="1" dirty="0">
              <a:latin typeface="宋体" panose="02010600030101010101" pitchFamily="2" charset="-122"/>
              <a:ea typeface="宋体" panose="02010600030101010101" pitchFamily="2" charset="-122"/>
            </a:endParaRPr>
          </a:p>
        </p:txBody>
      </p:sp>
      <p:graphicFrame>
        <p:nvGraphicFramePr>
          <p:cNvPr id="37893" name="Object 6"/>
          <p:cNvGraphicFramePr>
            <a:graphicFrameLocks noChangeAspect="1"/>
          </p:cNvGraphicFramePr>
          <p:nvPr/>
        </p:nvGraphicFramePr>
        <p:xfrm>
          <a:off x="4384675" y="1538288"/>
          <a:ext cx="4392613" cy="1743075"/>
        </p:xfrm>
        <a:graphic>
          <a:graphicData uri="http://schemas.openxmlformats.org/presentationml/2006/ole">
            <mc:AlternateContent xmlns:mc="http://schemas.openxmlformats.org/markup-compatibility/2006">
              <mc:Choice xmlns:v="urn:schemas-microsoft-com:vml" Requires="v">
                <p:oleObj spid="_x0000_s3127" name="" r:id="rId5" imgW="13801725" imgH="5476875" progId="MSPhotoEd.3">
                  <p:embed/>
                </p:oleObj>
              </mc:Choice>
              <mc:Fallback>
                <p:oleObj name="" r:id="rId5" imgW="13801725" imgH="5476875" progId="MSPhotoEd.3">
                  <p:embed/>
                  <p:pic>
                    <p:nvPicPr>
                      <p:cNvPr id="0" name="图片 3126"/>
                      <p:cNvPicPr/>
                      <p:nvPr/>
                    </p:nvPicPr>
                    <p:blipFill>
                      <a:blip r:embed="rId6"/>
                      <a:stretch>
                        <a:fillRect/>
                      </a:stretch>
                    </p:blipFill>
                    <p:spPr>
                      <a:xfrm>
                        <a:off x="4384675" y="1538288"/>
                        <a:ext cx="4392613" cy="1743075"/>
                      </a:xfrm>
                      <a:prstGeom prst="rect">
                        <a:avLst/>
                      </a:prstGeom>
                      <a:noFill/>
                      <a:ln w="38100">
                        <a:noFill/>
                        <a:miter/>
                      </a:ln>
                    </p:spPr>
                  </p:pic>
                </p:oleObj>
              </mc:Fallback>
            </mc:AlternateContent>
          </a:graphicData>
        </a:graphic>
      </p:graphicFrame>
      <p:sp>
        <p:nvSpPr>
          <p:cNvPr id="32775" name="Text Box 7"/>
          <p:cNvSpPr txBox="1"/>
          <p:nvPr/>
        </p:nvSpPr>
        <p:spPr>
          <a:xfrm>
            <a:off x="415925" y="5141913"/>
            <a:ext cx="2047875" cy="523875"/>
          </a:xfrm>
          <a:prstGeom prst="rect">
            <a:avLst/>
          </a:prstGeom>
          <a:noFill/>
          <a:ln w="9525">
            <a:noFill/>
          </a:ln>
        </p:spPr>
        <p:txBody>
          <a:bodyPr anchor="ctr">
            <a:spAutoFit/>
          </a:bodyPr>
          <a:p>
            <a:pPr eaLnBrk="0" hangingPunct="0">
              <a:spcBef>
                <a:spcPct val="50000"/>
              </a:spcBef>
            </a:pPr>
            <a:r>
              <a:rPr lang="en-US" altLang="zh-CN" sz="2800" b="1" dirty="0">
                <a:latin typeface="宋体" panose="02010600030101010101" pitchFamily="2" charset="-122"/>
                <a:ea typeface="宋体" panose="02010600030101010101" pitchFamily="2" charset="-122"/>
              </a:rPr>
              <a:t>4.</a:t>
            </a:r>
            <a:r>
              <a:rPr lang="zh-CN" altLang="en-US" sz="2800" b="1" dirty="0">
                <a:latin typeface="宋体" panose="02010600030101010101" pitchFamily="2" charset="-122"/>
                <a:ea typeface="宋体" panose="02010600030101010101" pitchFamily="2" charset="-122"/>
              </a:rPr>
              <a:t>优缺点</a:t>
            </a:r>
            <a:endParaRPr lang="zh-CN" altLang="en-US" sz="2800" b="1" dirty="0">
              <a:latin typeface="宋体" panose="02010600030101010101" pitchFamily="2" charset="-122"/>
              <a:ea typeface="宋体" panose="02010600030101010101" pitchFamily="2" charset="-122"/>
            </a:endParaRPr>
          </a:p>
        </p:txBody>
      </p:sp>
      <p:sp>
        <p:nvSpPr>
          <p:cNvPr id="32776" name="AutoShape 8"/>
          <p:cNvSpPr/>
          <p:nvPr/>
        </p:nvSpPr>
        <p:spPr>
          <a:xfrm>
            <a:off x="2563813" y="1860550"/>
            <a:ext cx="1651000" cy="835025"/>
          </a:xfrm>
          <a:prstGeom prst="borderCallout1">
            <a:avLst>
              <a:gd name="adj1" fmla="val 13690"/>
              <a:gd name="adj2" fmla="val 104616"/>
              <a:gd name="adj3" fmla="val 70343"/>
              <a:gd name="adj4" fmla="val 215194"/>
            </a:avLst>
          </a:prstGeom>
          <a:noFill/>
          <a:ln w="19050" cap="flat" cmpd="sng">
            <a:solidFill>
              <a:srgbClr val="FF0000"/>
            </a:solidFill>
            <a:prstDash val="solid"/>
            <a:miter/>
            <a:headEnd type="none" w="med" len="med"/>
            <a:tailEnd type="none" w="med" len="med"/>
          </a:ln>
        </p:spPr>
        <p:txBody>
          <a:bodyPr anchor="t"/>
          <a:p>
            <a:pPr algn="ctr" eaLnBrk="0" hangingPunct="0"/>
            <a:r>
              <a:rPr lang="zh-CN" altLang="en-US" sz="2400" b="1">
                <a:latin typeface="Times New Roman" panose="02020603050405020304" pitchFamily="18" charset="0"/>
                <a:ea typeface="宋体" panose="02010600030101010101" pitchFamily="2" charset="-122"/>
              </a:rPr>
              <a:t>整流桥的简化画法</a:t>
            </a:r>
            <a:endParaRPr lang="zh-CN" altLang="en-US" sz="2400" b="1">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2776"/>
                                        </p:tgtEl>
                                        <p:attrNameLst>
                                          <p:attrName>style.visibility</p:attrName>
                                        </p:attrNameLst>
                                      </p:cBhvr>
                                      <p:to>
                                        <p:strVal val="visible"/>
                                      </p:to>
                                    </p:set>
                                    <p:animEffect transition="in" filter="wipe(right)">
                                      <p:cBhvr>
                                        <p:cTn id="7" dur="500"/>
                                        <p:tgtEl>
                                          <p:spTgt spid="327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770"/>
                                        </p:tgtEl>
                                        <p:attrNameLst>
                                          <p:attrName>style.visibility</p:attrName>
                                        </p:attrNameLst>
                                      </p:cBhvr>
                                      <p:to>
                                        <p:strVal val="visible"/>
                                      </p:to>
                                    </p:set>
                                    <p:animEffect transition="in" filter="wipe(left)">
                                      <p:cBhvr>
                                        <p:cTn id="12" dur="500"/>
                                        <p:tgtEl>
                                          <p:spTgt spid="327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2771"/>
                                        </p:tgtEl>
                                        <p:attrNameLst>
                                          <p:attrName>style.visibility</p:attrName>
                                        </p:attrNameLst>
                                      </p:cBhvr>
                                      <p:to>
                                        <p:strVal val="visible"/>
                                      </p:to>
                                    </p:set>
                                    <p:animEffect transition="in" filter="wipe(left)">
                                      <p:cBhvr>
                                        <p:cTn id="17" dur="500"/>
                                        <p:tgtEl>
                                          <p:spTgt spid="327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775">
                                            <p:txEl>
                                              <p:charRg st="0" end="6"/>
                                            </p:txEl>
                                          </p:spTgt>
                                        </p:tgtEl>
                                        <p:attrNameLst>
                                          <p:attrName>style.visibility</p:attrName>
                                        </p:attrNameLst>
                                      </p:cBhvr>
                                      <p:to>
                                        <p:strVal val="visible"/>
                                      </p:to>
                                    </p:set>
                                    <p:animEffect transition="in" filter="wipe(left)">
                                      <p:cBhvr>
                                        <p:cTn id="22" dur="500"/>
                                        <p:tgtEl>
                                          <p:spTgt spid="32775">
                                            <p:txEl>
                                              <p:charRg st="0"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772">
                                            <p:txEl>
                                              <p:charRg st="0" end="36"/>
                                            </p:txEl>
                                          </p:spTgt>
                                        </p:tgtEl>
                                        <p:attrNameLst>
                                          <p:attrName>style.visibility</p:attrName>
                                        </p:attrNameLst>
                                      </p:cBhvr>
                                      <p:to>
                                        <p:strVal val="visible"/>
                                      </p:to>
                                    </p:set>
                                    <p:animEffect transition="in" filter="wipe(left)">
                                      <p:cBhvr>
                                        <p:cTn id="27" dur="500"/>
                                        <p:tgtEl>
                                          <p:spTgt spid="32772">
                                            <p:txEl>
                                              <p:charRg st="0" end="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p:bldP spid="32775" grpId="0" build="p"/>
      <p:bldP spid="3277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Rectangle 2"/>
          <p:cNvSpPr>
            <a:spLocks noGrp="1"/>
          </p:cNvSpPr>
          <p:nvPr>
            <p:ph type="title"/>
          </p:nvPr>
        </p:nvSpPr>
        <p:spPr>
          <a:xfrm>
            <a:off x="0" y="836613"/>
            <a:ext cx="3960813" cy="504825"/>
          </a:xfrm>
        </p:spPr>
        <p:txBody>
          <a:bodyPr wrap="square" lIns="91440" tIns="45720" rIns="91440" bIns="45720" anchor="ctr"/>
          <a:p>
            <a:r>
              <a:rPr lang="en-US" altLang="zh-CN" sz="3200" b="1" dirty="0">
                <a:latin typeface="宋体" panose="02010600030101010101" pitchFamily="2" charset="-122"/>
              </a:rPr>
              <a:t>(</a:t>
            </a:r>
            <a:r>
              <a:rPr lang="zh-CN" altLang="en-US" sz="3200" b="1" dirty="0">
                <a:latin typeface="宋体" panose="02010600030101010101" pitchFamily="2" charset="-122"/>
                <a:ea typeface="宋体" panose="02010600030101010101" pitchFamily="2" charset="-122"/>
              </a:rPr>
              <a:t>二</a:t>
            </a:r>
            <a:r>
              <a:rPr lang="en-US" altLang="zh-CN" sz="3200" b="1" dirty="0">
                <a:latin typeface="宋体" panose="02010600030101010101" pitchFamily="2" charset="-122"/>
              </a:rPr>
              <a:t>)</a:t>
            </a:r>
            <a:r>
              <a:rPr lang="zh-CN" altLang="zh-CN" sz="3200" b="1" dirty="0">
                <a:latin typeface="宋体" panose="02010600030101010101" pitchFamily="2" charset="-122"/>
                <a:ea typeface="宋体" panose="02010600030101010101" pitchFamily="2" charset="-122"/>
              </a:rPr>
              <a:t>电感滤波电路</a:t>
            </a:r>
            <a:endParaRPr lang="zh-CN" altLang="zh-CN" sz="3200" b="1" dirty="0">
              <a:latin typeface="宋体" panose="02010600030101010101" pitchFamily="2" charset="-122"/>
              <a:ea typeface="宋体" panose="02010600030101010101" pitchFamily="2" charset="-122"/>
            </a:endParaRPr>
          </a:p>
        </p:txBody>
      </p:sp>
      <p:graphicFrame>
        <p:nvGraphicFramePr>
          <p:cNvPr id="38914" name="Object 3"/>
          <p:cNvGraphicFramePr>
            <a:graphicFrameLocks noChangeAspect="1"/>
          </p:cNvGraphicFramePr>
          <p:nvPr/>
        </p:nvGraphicFramePr>
        <p:xfrm>
          <a:off x="2208213" y="1425575"/>
          <a:ext cx="4800600" cy="1677988"/>
        </p:xfrm>
        <a:graphic>
          <a:graphicData uri="http://schemas.openxmlformats.org/presentationml/2006/ole">
            <mc:AlternateContent xmlns:mc="http://schemas.openxmlformats.org/markup-compatibility/2006">
              <mc:Choice xmlns:v="urn:schemas-microsoft-com:vml" Requires="v">
                <p:oleObj spid="_x0000_s3128" name="" r:id="rId1" imgW="16011525" imgH="5591175" progId="MSPhotoEd.3">
                  <p:embed/>
                </p:oleObj>
              </mc:Choice>
              <mc:Fallback>
                <p:oleObj name="" r:id="rId1" imgW="16011525" imgH="5591175" progId="MSPhotoEd.3">
                  <p:embed/>
                  <p:pic>
                    <p:nvPicPr>
                      <p:cNvPr id="0" name="图片 3127"/>
                      <p:cNvPicPr/>
                      <p:nvPr/>
                    </p:nvPicPr>
                    <p:blipFill>
                      <a:blip r:embed="rId2"/>
                      <a:stretch>
                        <a:fillRect/>
                      </a:stretch>
                    </p:blipFill>
                    <p:spPr>
                      <a:xfrm>
                        <a:off x="2208213" y="1425575"/>
                        <a:ext cx="4800600" cy="1677988"/>
                      </a:xfrm>
                      <a:prstGeom prst="rect">
                        <a:avLst/>
                      </a:prstGeom>
                      <a:noFill/>
                      <a:ln w="38100">
                        <a:noFill/>
                        <a:miter/>
                      </a:ln>
                    </p:spPr>
                  </p:pic>
                </p:oleObj>
              </mc:Fallback>
            </mc:AlternateContent>
          </a:graphicData>
        </a:graphic>
      </p:graphicFrame>
      <p:sp>
        <p:nvSpPr>
          <p:cNvPr id="33796" name="Text Box 4"/>
          <p:cNvSpPr txBox="1"/>
          <p:nvPr/>
        </p:nvSpPr>
        <p:spPr>
          <a:xfrm>
            <a:off x="587375" y="3008313"/>
            <a:ext cx="10439400" cy="1703387"/>
          </a:xfrm>
          <a:prstGeom prst="rect">
            <a:avLst/>
          </a:prstGeom>
          <a:noFill/>
          <a:ln w="9525">
            <a:noFill/>
          </a:ln>
        </p:spPr>
        <p:txBody>
          <a:bodyPr wrap="square" anchor="ctr">
            <a:spAutoFit/>
          </a:bodyPr>
          <a:p>
            <a:pPr eaLnBrk="0" hangingPunct="0">
              <a:lnSpc>
                <a:spcPct val="130000"/>
              </a:lnSpc>
            </a:pPr>
            <a:r>
              <a:rPr lang="zh-CN" altLang="zh-CN" sz="2800" b="1" dirty="0">
                <a:latin typeface="Times New Roman" panose="02020603050405020304" pitchFamily="18" charset="0"/>
                <a:ea typeface="宋体" panose="02010600030101010101" pitchFamily="2" charset="-122"/>
              </a:rPr>
              <a:t>当回路电流减小时，感生电动势的方向阻止电流的减小，从而增大二极管的导通角。</a:t>
            </a:r>
            <a:r>
              <a:rPr lang="zh-CN" altLang="en-US" sz="2800" b="1" dirty="0">
                <a:latin typeface="Times New Roman" panose="02020603050405020304" pitchFamily="18" charset="0"/>
                <a:ea typeface="宋体" panose="02010600030101010101" pitchFamily="2" charset="-122"/>
              </a:rPr>
              <a:t>电感对直流分量的电抗为线圈电阻，对交流分量的感抗为</a:t>
            </a:r>
            <a:r>
              <a:rPr lang="en-US" altLang="zh-CN" sz="2400" b="1" i="1" dirty="0" err="1">
                <a:latin typeface="Times New Roman" panose="02020603050405020304" pitchFamily="18" charset="0"/>
              </a:rPr>
              <a:t>ωL</a:t>
            </a:r>
            <a:r>
              <a:rPr lang="zh-CN" altLang="en-US"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graphicFrame>
        <p:nvGraphicFramePr>
          <p:cNvPr id="33797" name="Object 5"/>
          <p:cNvGraphicFramePr>
            <a:graphicFrameLocks noChangeAspect="1"/>
          </p:cNvGraphicFramePr>
          <p:nvPr/>
        </p:nvGraphicFramePr>
        <p:xfrm>
          <a:off x="1854200" y="4735513"/>
          <a:ext cx="6492875" cy="850900"/>
        </p:xfrm>
        <a:graphic>
          <a:graphicData uri="http://schemas.openxmlformats.org/presentationml/2006/ole">
            <mc:AlternateContent xmlns:mc="http://schemas.openxmlformats.org/markup-compatibility/2006">
              <mc:Choice xmlns:v="urn:schemas-microsoft-com:vml" Requires="v">
                <p:oleObj spid="_x0000_s3125" name="" r:id="rId3" imgW="3276600" imgH="431800" progId="Equation.3">
                  <p:embed/>
                </p:oleObj>
              </mc:Choice>
              <mc:Fallback>
                <p:oleObj name="" r:id="rId3" imgW="3276600" imgH="431800" progId="Equation.3">
                  <p:embed/>
                  <p:pic>
                    <p:nvPicPr>
                      <p:cNvPr id="0" name="图片 3124"/>
                      <p:cNvPicPr/>
                      <p:nvPr/>
                    </p:nvPicPr>
                    <p:blipFill>
                      <a:blip r:embed="rId4"/>
                      <a:stretch>
                        <a:fillRect/>
                      </a:stretch>
                    </p:blipFill>
                    <p:spPr>
                      <a:xfrm>
                        <a:off x="1854200" y="4735513"/>
                        <a:ext cx="6492875" cy="850900"/>
                      </a:xfrm>
                      <a:prstGeom prst="rect">
                        <a:avLst/>
                      </a:prstGeom>
                      <a:noFill/>
                      <a:ln w="9525" cap="flat" cmpd="sng">
                        <a:solidFill>
                          <a:srgbClr val="A50021"/>
                        </a:solidFill>
                        <a:prstDash val="solid"/>
                        <a:miter/>
                        <a:headEnd type="none" w="med" len="med"/>
                        <a:tailEnd type="none" w="med" len="med"/>
                      </a:ln>
                    </p:spPr>
                  </p:pic>
                </p:oleObj>
              </mc:Fallback>
            </mc:AlternateContent>
          </a:graphicData>
        </a:graphic>
      </p:graphicFrame>
      <p:graphicFrame>
        <p:nvGraphicFramePr>
          <p:cNvPr id="33798" name="Object 6"/>
          <p:cNvGraphicFramePr>
            <a:graphicFrameLocks noChangeAspect="1"/>
          </p:cNvGraphicFramePr>
          <p:nvPr/>
        </p:nvGraphicFramePr>
        <p:xfrm>
          <a:off x="1865313" y="5778500"/>
          <a:ext cx="5486400" cy="873125"/>
        </p:xfrm>
        <a:graphic>
          <a:graphicData uri="http://schemas.openxmlformats.org/presentationml/2006/ole">
            <mc:AlternateContent xmlns:mc="http://schemas.openxmlformats.org/markup-compatibility/2006">
              <mc:Choice xmlns:v="urn:schemas-microsoft-com:vml" Requires="v">
                <p:oleObj spid="_x0000_s3132" name="" r:id="rId5" imgW="2959100" imgH="469900" progId="Equation.3">
                  <p:embed/>
                </p:oleObj>
              </mc:Choice>
              <mc:Fallback>
                <p:oleObj name="" r:id="rId5" imgW="2959100" imgH="469900" progId="Equation.3">
                  <p:embed/>
                  <p:pic>
                    <p:nvPicPr>
                      <p:cNvPr id="0" name="图片 3131"/>
                      <p:cNvPicPr/>
                      <p:nvPr/>
                    </p:nvPicPr>
                    <p:blipFill>
                      <a:blip r:embed="rId6"/>
                      <a:stretch>
                        <a:fillRect/>
                      </a:stretch>
                    </p:blipFill>
                    <p:spPr>
                      <a:xfrm>
                        <a:off x="1865313" y="5778500"/>
                        <a:ext cx="5486400" cy="873125"/>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33799" name="Object 7"/>
          <p:cNvGraphicFramePr>
            <a:graphicFrameLocks noChangeAspect="1"/>
          </p:cNvGraphicFramePr>
          <p:nvPr/>
        </p:nvGraphicFramePr>
        <p:xfrm>
          <a:off x="7794625" y="1709738"/>
          <a:ext cx="2971800" cy="1111250"/>
        </p:xfrm>
        <a:graphic>
          <a:graphicData uri="http://schemas.openxmlformats.org/presentationml/2006/ole">
            <mc:AlternateContent xmlns:mc="http://schemas.openxmlformats.org/markup-compatibility/2006">
              <mc:Choice xmlns:v="urn:schemas-microsoft-com:vml" Requires="v">
                <p:oleObj spid="_x0000_s3133" name="" r:id="rId7" imgW="1422400" imgH="533400" progId="Equation.3">
                  <p:embed/>
                </p:oleObj>
              </mc:Choice>
              <mc:Fallback>
                <p:oleObj name="" r:id="rId7" imgW="1422400" imgH="533400" progId="Equation.3">
                  <p:embed/>
                  <p:pic>
                    <p:nvPicPr>
                      <p:cNvPr id="0" name="图片 3132"/>
                      <p:cNvPicPr/>
                      <p:nvPr/>
                    </p:nvPicPr>
                    <p:blipFill>
                      <a:blip r:embed="rId8"/>
                      <a:stretch>
                        <a:fillRect/>
                      </a:stretch>
                    </p:blipFill>
                    <p:spPr>
                      <a:xfrm>
                        <a:off x="7794625" y="1709738"/>
                        <a:ext cx="2971800" cy="1111250"/>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33800" name="AutoShape 8"/>
          <p:cNvSpPr/>
          <p:nvPr/>
        </p:nvSpPr>
        <p:spPr>
          <a:xfrm>
            <a:off x="7794625" y="590550"/>
            <a:ext cx="3170238" cy="484188"/>
          </a:xfrm>
          <a:prstGeom prst="borderCallout1">
            <a:avLst>
              <a:gd name="adj1" fmla="val 107542"/>
              <a:gd name="adj2" fmla="val 40310"/>
              <a:gd name="adj3" fmla="val 210819"/>
              <a:gd name="adj4" fmla="val 47935"/>
            </a:avLst>
          </a:prstGeom>
          <a:noFill/>
          <a:ln w="19050" cap="flat" cmpd="sng">
            <a:solidFill>
              <a:srgbClr val="FF0000"/>
            </a:solidFill>
            <a:prstDash val="solid"/>
            <a:miter/>
            <a:headEnd type="none" w="med" len="med"/>
            <a:tailEnd type="none" w="med" len="med"/>
          </a:ln>
        </p:spPr>
        <p:txBody>
          <a:bodyPr anchor="t"/>
          <a:p>
            <a:pPr algn="ctr" eaLnBrk="0" hangingPunct="0"/>
            <a:r>
              <a:rPr lang="zh-CN" altLang="en-US" sz="2800" b="1" dirty="0">
                <a:latin typeface="Times New Roman" panose="02020603050405020304" pitchFamily="18" charset="0"/>
                <a:ea typeface="宋体" panose="02010600030101010101" pitchFamily="2" charset="-122"/>
              </a:rPr>
              <a:t>适于大电流负载！</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6">
                                            <p:txEl>
                                              <p:charRg st="0" end="67"/>
                                            </p:txEl>
                                          </p:spTgt>
                                        </p:tgtEl>
                                        <p:attrNameLst>
                                          <p:attrName>style.visibility</p:attrName>
                                        </p:attrNameLst>
                                      </p:cBhvr>
                                      <p:to>
                                        <p:strVal val="visible"/>
                                      </p:to>
                                    </p:set>
                                    <p:animEffect transition="in" filter="wipe(left)">
                                      <p:cBhvr>
                                        <p:cTn id="7" dur="500"/>
                                        <p:tgtEl>
                                          <p:spTgt spid="33796">
                                            <p:txEl>
                                              <p:charRg st="0" end="6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797"/>
                                        </p:tgtEl>
                                        <p:attrNameLst>
                                          <p:attrName>style.visibility</p:attrName>
                                        </p:attrNameLst>
                                      </p:cBhvr>
                                      <p:to>
                                        <p:strVal val="visible"/>
                                      </p:to>
                                    </p:set>
                                    <p:animEffect transition="in" filter="wipe(left)">
                                      <p:cBhvr>
                                        <p:cTn id="12" dur="500"/>
                                        <p:tgtEl>
                                          <p:spTgt spid="337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3798"/>
                                        </p:tgtEl>
                                        <p:attrNameLst>
                                          <p:attrName>style.visibility</p:attrName>
                                        </p:attrNameLst>
                                      </p:cBhvr>
                                      <p:to>
                                        <p:strVal val="visible"/>
                                      </p:to>
                                    </p:set>
                                    <p:animEffect transition="in" filter="wipe(left)">
                                      <p:cBhvr>
                                        <p:cTn id="17" dur="500"/>
                                        <p:tgtEl>
                                          <p:spTgt spid="337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799"/>
                                        </p:tgtEl>
                                        <p:attrNameLst>
                                          <p:attrName>style.visibility</p:attrName>
                                        </p:attrNameLst>
                                      </p:cBhvr>
                                      <p:to>
                                        <p:strVal val="visible"/>
                                      </p:to>
                                    </p:set>
                                    <p:animEffect transition="in" filter="wipe(left)">
                                      <p:cBhvr>
                                        <p:cTn id="22" dur="500"/>
                                        <p:tgtEl>
                                          <p:spTgt spid="33799"/>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38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build="p"/>
      <p:bldP spid="3380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type="title"/>
          </p:nvPr>
        </p:nvSpPr>
        <p:spPr>
          <a:xfrm>
            <a:off x="3998913" y="63500"/>
            <a:ext cx="4495800" cy="681038"/>
          </a:xfrm>
        </p:spPr>
        <p:txBody>
          <a:bodyPr wrap="square" lIns="91440" tIns="45720" rIns="91440" bIns="45720" anchor="ctr"/>
          <a:p>
            <a:r>
              <a:rPr lang="zh-CN" altLang="en-US" sz="3200" b="1" dirty="0">
                <a:latin typeface="宋体" panose="02010600030101010101" pitchFamily="2" charset="-122"/>
                <a:ea typeface="宋体" panose="02010600030101010101" pitchFamily="2" charset="-122"/>
              </a:rPr>
              <a:t>四、倍压整流电路</a:t>
            </a:r>
            <a:endParaRPr lang="zh-CN" altLang="en-US" sz="3200" b="1" dirty="0">
              <a:latin typeface="宋体" panose="02010600030101010101" pitchFamily="2" charset="-122"/>
              <a:ea typeface="宋体" panose="02010600030101010101" pitchFamily="2" charset="-122"/>
            </a:endParaRPr>
          </a:p>
        </p:txBody>
      </p:sp>
      <p:graphicFrame>
        <p:nvGraphicFramePr>
          <p:cNvPr id="39938" name="Object 3"/>
          <p:cNvGraphicFramePr>
            <a:graphicFrameLocks noChangeAspect="1"/>
          </p:cNvGraphicFramePr>
          <p:nvPr/>
        </p:nvGraphicFramePr>
        <p:xfrm>
          <a:off x="2692400" y="1146175"/>
          <a:ext cx="4191000" cy="1857375"/>
        </p:xfrm>
        <a:graphic>
          <a:graphicData uri="http://schemas.openxmlformats.org/presentationml/2006/ole">
            <mc:AlternateContent xmlns:mc="http://schemas.openxmlformats.org/markup-compatibility/2006">
              <mc:Choice xmlns:v="urn:schemas-microsoft-com:vml" Requires="v">
                <p:oleObj spid="_x0000_s3129" name="" r:id="rId1" imgW="12934950" imgH="5734050" progId="MSPhotoEd.3">
                  <p:embed/>
                </p:oleObj>
              </mc:Choice>
              <mc:Fallback>
                <p:oleObj name="" r:id="rId1" imgW="12934950" imgH="5734050" progId="MSPhotoEd.3">
                  <p:embed/>
                  <p:pic>
                    <p:nvPicPr>
                      <p:cNvPr id="0" name="图片 3128"/>
                      <p:cNvPicPr/>
                      <p:nvPr/>
                    </p:nvPicPr>
                    <p:blipFill>
                      <a:blip r:embed="rId2"/>
                      <a:stretch>
                        <a:fillRect/>
                      </a:stretch>
                    </p:blipFill>
                    <p:spPr>
                      <a:xfrm>
                        <a:off x="2692400" y="1146175"/>
                        <a:ext cx="4191000" cy="1857375"/>
                      </a:xfrm>
                      <a:prstGeom prst="rect">
                        <a:avLst/>
                      </a:prstGeom>
                      <a:noFill/>
                      <a:ln w="38100">
                        <a:noFill/>
                        <a:miter/>
                      </a:ln>
                    </p:spPr>
                  </p:pic>
                </p:oleObj>
              </mc:Fallback>
            </mc:AlternateContent>
          </a:graphicData>
        </a:graphic>
      </p:graphicFrame>
      <p:sp>
        <p:nvSpPr>
          <p:cNvPr id="34820" name="Text Box 4"/>
          <p:cNvSpPr txBox="1"/>
          <p:nvPr/>
        </p:nvSpPr>
        <p:spPr>
          <a:xfrm>
            <a:off x="854075" y="3413125"/>
            <a:ext cx="8788400" cy="522288"/>
          </a:xfrm>
          <a:prstGeom prst="rect">
            <a:avLst/>
          </a:prstGeom>
          <a:noFill/>
          <a:ln w="9525">
            <a:noFill/>
          </a:ln>
        </p:spPr>
        <p:txBody>
          <a:bodyPr wrap="square" anchor="ctr">
            <a:spAutoFit/>
          </a:bodyPr>
          <a:p>
            <a:pPr eaLnBrk="0" hangingPunct="0">
              <a:spcBef>
                <a:spcPct val="50000"/>
              </a:spcBef>
            </a:pPr>
            <a:r>
              <a:rPr lang="zh-CN" altLang="en-US" sz="2800" b="1" dirty="0">
                <a:latin typeface="Times New Roman" panose="02020603050405020304" pitchFamily="18" charset="0"/>
                <a:ea typeface="宋体" panose="02010600030101010101" pitchFamily="2" charset="-122"/>
              </a:rPr>
              <a:t>分析时的两个要点：设①负载开路，②电路进入稳态。</a:t>
            </a:r>
            <a:endParaRPr lang="zh-CN" altLang="en-US" sz="2800" b="1" dirty="0">
              <a:latin typeface="Times New Roman" panose="02020603050405020304" pitchFamily="18" charset="0"/>
              <a:ea typeface="宋体" panose="02010600030101010101" pitchFamily="2" charset="-122"/>
            </a:endParaRPr>
          </a:p>
        </p:txBody>
      </p:sp>
      <p:grpSp>
        <p:nvGrpSpPr>
          <p:cNvPr id="2" name="Group 5"/>
          <p:cNvGrpSpPr/>
          <p:nvPr/>
        </p:nvGrpSpPr>
        <p:grpSpPr>
          <a:xfrm>
            <a:off x="4216400" y="2670175"/>
            <a:ext cx="755650" cy="692150"/>
            <a:chOff x="1344" y="2976"/>
            <a:chExt cx="476" cy="436"/>
          </a:xfrm>
        </p:grpSpPr>
        <p:graphicFrame>
          <p:nvGraphicFramePr>
            <p:cNvPr id="39941" name="Object 6"/>
            <p:cNvGraphicFramePr>
              <a:graphicFrameLocks noChangeAspect="1"/>
            </p:cNvGraphicFramePr>
            <p:nvPr/>
          </p:nvGraphicFramePr>
          <p:xfrm>
            <a:off x="1680" y="2976"/>
            <a:ext cx="140" cy="140"/>
          </p:xfrm>
          <a:graphic>
            <a:graphicData uri="http://schemas.openxmlformats.org/presentationml/2006/ole">
              <mc:AlternateContent xmlns:mc="http://schemas.openxmlformats.org/markup-compatibility/2006">
                <mc:Choice xmlns:v="urn:schemas-microsoft-com:vml" Requires="v">
                  <p:oleObj spid="_x0000_s3130" name="" r:id="rId3" imgW="139700" imgH="139700" progId="Equation.3">
                    <p:embed/>
                  </p:oleObj>
                </mc:Choice>
                <mc:Fallback>
                  <p:oleObj name="" r:id="rId3" imgW="139700" imgH="139700" progId="Equation.3">
                    <p:embed/>
                    <p:pic>
                      <p:nvPicPr>
                        <p:cNvPr id="0" name="图片 3129"/>
                        <p:cNvPicPr/>
                        <p:nvPr/>
                      </p:nvPicPr>
                      <p:blipFill>
                        <a:blip r:embed="rId4"/>
                        <a:stretch>
                          <a:fillRect/>
                        </a:stretch>
                      </p:blipFill>
                      <p:spPr>
                        <a:xfrm>
                          <a:off x="1680" y="2976"/>
                          <a:ext cx="140" cy="140"/>
                        </a:xfrm>
                        <a:prstGeom prst="rect">
                          <a:avLst/>
                        </a:prstGeom>
                        <a:solidFill>
                          <a:srgbClr val="FF5050"/>
                        </a:solidFill>
                        <a:ln w="38100">
                          <a:noFill/>
                          <a:miter/>
                        </a:ln>
                      </p:spPr>
                    </p:pic>
                  </p:oleObj>
                </mc:Fallback>
              </mc:AlternateContent>
            </a:graphicData>
          </a:graphic>
        </p:graphicFrame>
        <p:graphicFrame>
          <p:nvGraphicFramePr>
            <p:cNvPr id="39942" name="Object 7"/>
            <p:cNvGraphicFramePr>
              <a:graphicFrameLocks noChangeAspect="1"/>
            </p:cNvGraphicFramePr>
            <p:nvPr/>
          </p:nvGraphicFramePr>
          <p:xfrm>
            <a:off x="1344" y="2999"/>
            <a:ext cx="126" cy="74"/>
          </p:xfrm>
          <a:graphic>
            <a:graphicData uri="http://schemas.openxmlformats.org/presentationml/2006/ole">
              <mc:AlternateContent xmlns:mc="http://schemas.openxmlformats.org/markup-compatibility/2006">
                <mc:Choice xmlns:v="urn:schemas-microsoft-com:vml" Requires="v">
                  <p:oleObj spid="_x0000_s3137" name="" r:id="rId5" imgW="126365" imgH="76200" progId="Equation.3">
                    <p:embed/>
                  </p:oleObj>
                </mc:Choice>
                <mc:Fallback>
                  <p:oleObj name="" r:id="rId5" imgW="126365" imgH="76200" progId="Equation.3">
                    <p:embed/>
                    <p:pic>
                      <p:nvPicPr>
                        <p:cNvPr id="0" name="图片 3136"/>
                        <p:cNvPicPr/>
                        <p:nvPr/>
                      </p:nvPicPr>
                      <p:blipFill>
                        <a:blip r:embed="rId6"/>
                        <a:stretch>
                          <a:fillRect/>
                        </a:stretch>
                      </p:blipFill>
                      <p:spPr>
                        <a:xfrm>
                          <a:off x="1344" y="2999"/>
                          <a:ext cx="126" cy="74"/>
                        </a:xfrm>
                        <a:prstGeom prst="rect">
                          <a:avLst/>
                        </a:prstGeom>
                        <a:solidFill>
                          <a:srgbClr val="FF5050"/>
                        </a:solidFill>
                        <a:ln w="38100">
                          <a:noFill/>
                          <a:miter/>
                        </a:ln>
                      </p:spPr>
                    </p:pic>
                  </p:oleObj>
                </mc:Fallback>
              </mc:AlternateContent>
            </a:graphicData>
          </a:graphic>
        </p:graphicFrame>
        <p:graphicFrame>
          <p:nvGraphicFramePr>
            <p:cNvPr id="39943" name="Object 8"/>
            <p:cNvGraphicFramePr>
              <a:graphicFrameLocks noChangeAspect="1"/>
            </p:cNvGraphicFramePr>
            <p:nvPr/>
          </p:nvGraphicFramePr>
          <p:xfrm>
            <a:off x="1392" y="3216"/>
            <a:ext cx="312" cy="196"/>
          </p:xfrm>
          <a:graphic>
            <a:graphicData uri="http://schemas.openxmlformats.org/presentationml/2006/ole">
              <mc:AlternateContent xmlns:mc="http://schemas.openxmlformats.org/markup-compatibility/2006">
                <mc:Choice xmlns:v="urn:schemas-microsoft-com:vml" Requires="v">
                  <p:oleObj spid="_x0000_s3138" name="" r:id="rId7" imgW="381000" imgH="241300" progId="Equation.3">
                    <p:embed/>
                  </p:oleObj>
                </mc:Choice>
                <mc:Fallback>
                  <p:oleObj name="" r:id="rId7" imgW="381000" imgH="241300" progId="Equation.3">
                    <p:embed/>
                    <p:pic>
                      <p:nvPicPr>
                        <p:cNvPr id="0" name="图片 3137"/>
                        <p:cNvPicPr/>
                        <p:nvPr/>
                      </p:nvPicPr>
                      <p:blipFill>
                        <a:blip r:embed="rId8"/>
                        <a:stretch>
                          <a:fillRect/>
                        </a:stretch>
                      </p:blipFill>
                      <p:spPr>
                        <a:xfrm>
                          <a:off x="1392" y="3216"/>
                          <a:ext cx="312" cy="196"/>
                        </a:xfrm>
                        <a:prstGeom prst="rect">
                          <a:avLst/>
                        </a:prstGeom>
                        <a:solidFill>
                          <a:srgbClr val="FF5050"/>
                        </a:solidFill>
                        <a:ln w="38100">
                          <a:noFill/>
                          <a:miter/>
                        </a:ln>
                      </p:spPr>
                    </p:pic>
                  </p:oleObj>
                </mc:Fallback>
              </mc:AlternateContent>
            </a:graphicData>
          </a:graphic>
        </p:graphicFrame>
      </p:grpSp>
      <p:grpSp>
        <p:nvGrpSpPr>
          <p:cNvPr id="3" name="Group 9"/>
          <p:cNvGrpSpPr/>
          <p:nvPr/>
        </p:nvGrpSpPr>
        <p:grpSpPr>
          <a:xfrm>
            <a:off x="3911600" y="1146175"/>
            <a:ext cx="222250" cy="1746250"/>
            <a:chOff x="1152" y="2016"/>
            <a:chExt cx="140" cy="1100"/>
          </a:xfrm>
        </p:grpSpPr>
        <p:graphicFrame>
          <p:nvGraphicFramePr>
            <p:cNvPr id="39945" name="Object 10"/>
            <p:cNvGraphicFramePr>
              <a:graphicFrameLocks noChangeAspect="1"/>
            </p:cNvGraphicFramePr>
            <p:nvPr/>
          </p:nvGraphicFramePr>
          <p:xfrm>
            <a:off x="1152" y="2976"/>
            <a:ext cx="140" cy="140"/>
          </p:xfrm>
          <a:graphic>
            <a:graphicData uri="http://schemas.openxmlformats.org/presentationml/2006/ole">
              <mc:AlternateContent xmlns:mc="http://schemas.openxmlformats.org/markup-compatibility/2006">
                <mc:Choice xmlns:v="urn:schemas-microsoft-com:vml" Requires="v">
                  <p:oleObj spid="_x0000_s3135" name="" r:id="rId9" imgW="139700" imgH="139700" progId="Equation.3">
                    <p:embed/>
                  </p:oleObj>
                </mc:Choice>
                <mc:Fallback>
                  <p:oleObj name="" r:id="rId9" imgW="139700" imgH="139700" progId="Equation.3">
                    <p:embed/>
                    <p:pic>
                      <p:nvPicPr>
                        <p:cNvPr id="0" name="图片 3134"/>
                        <p:cNvPicPr/>
                        <p:nvPr/>
                      </p:nvPicPr>
                      <p:blipFill>
                        <a:blip r:embed="rId4"/>
                        <a:stretch>
                          <a:fillRect/>
                        </a:stretch>
                      </p:blipFill>
                      <p:spPr>
                        <a:xfrm>
                          <a:off x="1152" y="2976"/>
                          <a:ext cx="140" cy="140"/>
                        </a:xfrm>
                        <a:prstGeom prst="rect">
                          <a:avLst/>
                        </a:prstGeom>
                        <a:solidFill>
                          <a:srgbClr val="00FFFF"/>
                        </a:solidFill>
                        <a:ln w="38100">
                          <a:noFill/>
                          <a:miter/>
                        </a:ln>
                      </p:spPr>
                    </p:pic>
                  </p:oleObj>
                </mc:Fallback>
              </mc:AlternateContent>
            </a:graphicData>
          </a:graphic>
        </p:graphicFrame>
        <p:graphicFrame>
          <p:nvGraphicFramePr>
            <p:cNvPr id="39946" name="Object 11"/>
            <p:cNvGraphicFramePr>
              <a:graphicFrameLocks noChangeAspect="1"/>
            </p:cNvGraphicFramePr>
            <p:nvPr/>
          </p:nvGraphicFramePr>
          <p:xfrm>
            <a:off x="1152" y="2016"/>
            <a:ext cx="126" cy="74"/>
          </p:xfrm>
          <a:graphic>
            <a:graphicData uri="http://schemas.openxmlformats.org/presentationml/2006/ole">
              <mc:AlternateContent xmlns:mc="http://schemas.openxmlformats.org/markup-compatibility/2006">
                <mc:Choice xmlns:v="urn:schemas-microsoft-com:vml" Requires="v">
                  <p:oleObj spid="_x0000_s3136" name="" r:id="rId10" imgW="126365" imgH="76200" progId="Equation.3">
                    <p:embed/>
                  </p:oleObj>
                </mc:Choice>
                <mc:Fallback>
                  <p:oleObj name="" r:id="rId10" imgW="126365" imgH="76200" progId="Equation.3">
                    <p:embed/>
                    <p:pic>
                      <p:nvPicPr>
                        <p:cNvPr id="0" name="图片 3135"/>
                        <p:cNvPicPr/>
                        <p:nvPr/>
                      </p:nvPicPr>
                      <p:blipFill>
                        <a:blip r:embed="rId6"/>
                        <a:stretch>
                          <a:fillRect/>
                        </a:stretch>
                      </p:blipFill>
                      <p:spPr>
                        <a:xfrm>
                          <a:off x="1152" y="2016"/>
                          <a:ext cx="126" cy="74"/>
                        </a:xfrm>
                        <a:prstGeom prst="rect">
                          <a:avLst/>
                        </a:prstGeom>
                        <a:solidFill>
                          <a:srgbClr val="00FFFF"/>
                        </a:solidFill>
                        <a:ln w="38100">
                          <a:noFill/>
                          <a:miter/>
                        </a:ln>
                      </p:spPr>
                    </p:pic>
                  </p:oleObj>
                </mc:Fallback>
              </mc:AlternateContent>
            </a:graphicData>
          </a:graphic>
        </p:graphicFrame>
      </p:grpSp>
      <p:sp>
        <p:nvSpPr>
          <p:cNvPr id="34828" name="Text Box 12"/>
          <p:cNvSpPr txBox="1"/>
          <p:nvPr/>
        </p:nvSpPr>
        <p:spPr>
          <a:xfrm>
            <a:off x="854075" y="5399088"/>
            <a:ext cx="9537700" cy="523875"/>
          </a:xfrm>
          <a:prstGeom prst="rect">
            <a:avLst/>
          </a:prstGeom>
          <a:noFill/>
          <a:ln w="9525">
            <a:noFill/>
          </a:ln>
        </p:spPr>
        <p:txBody>
          <a:bodyPr wrap="square" anchor="ctr">
            <a:spAutoFit/>
          </a:bodyPr>
          <a:p>
            <a:pPr eaLnBrk="0" hangingPunct="0">
              <a:spcBef>
                <a:spcPct val="50000"/>
              </a:spcBef>
            </a:pPr>
            <a:r>
              <a:rPr lang="en-US" altLang="zh-CN" sz="2800" b="1" i="1" dirty="0">
                <a:latin typeface="Times New Roman" panose="02020603050405020304" pitchFamily="18" charset="0"/>
              </a:rPr>
              <a:t>u</a:t>
            </a:r>
            <a:r>
              <a:rPr lang="en-US" altLang="zh-CN" sz="2800" b="1" baseline="-25000" dirty="0">
                <a:latin typeface="Times New Roman" panose="02020603050405020304" pitchFamily="18" charset="0"/>
              </a:rPr>
              <a:t>2</a:t>
            </a:r>
            <a:r>
              <a:rPr lang="zh-CN" altLang="zh-CN" sz="2800" b="1" dirty="0">
                <a:latin typeface="Times New Roman" panose="02020603050405020304" pitchFamily="18" charset="0"/>
                <a:ea typeface="宋体" panose="02010600030101010101" pitchFamily="2" charset="-122"/>
              </a:rPr>
              <a:t>负半周</a:t>
            </a:r>
            <a:r>
              <a:rPr lang="zh-CN" altLang="en-US" sz="2800" b="1" dirty="0">
                <a:latin typeface="Times New Roman" panose="02020603050405020304" pitchFamily="18" charset="0"/>
                <a:ea typeface="宋体" panose="02010600030101010101" pitchFamily="2" charset="-122"/>
              </a:rPr>
              <a:t>，</a:t>
            </a:r>
            <a:r>
              <a:rPr lang="en-US" altLang="zh-CN" sz="2800" b="1" i="1" dirty="0">
                <a:latin typeface="Times New Roman" panose="02020603050405020304" pitchFamily="18" charset="0"/>
              </a:rPr>
              <a:t>u</a:t>
            </a:r>
            <a:r>
              <a:rPr lang="en-US" altLang="zh-CN" sz="2800" b="1" baseline="-25000" dirty="0">
                <a:latin typeface="Times New Roman" panose="02020603050405020304" pitchFamily="18" charset="0"/>
              </a:rPr>
              <a:t>2</a:t>
            </a:r>
            <a:r>
              <a:rPr lang="zh-CN" altLang="zh-CN" sz="2800" b="1" dirty="0">
                <a:latin typeface="Times New Roman" panose="02020603050405020304" pitchFamily="18" charset="0"/>
                <a:ea typeface="宋体" panose="02010600030101010101" pitchFamily="2" charset="-122"/>
              </a:rPr>
              <a:t>加</a:t>
            </a:r>
            <a:r>
              <a:rPr lang="en-US" altLang="zh-CN" sz="2800" b="1" i="1" dirty="0">
                <a:latin typeface="Times New Roman" panose="02020603050405020304" pitchFamily="18" charset="0"/>
              </a:rPr>
              <a:t>C</a:t>
            </a:r>
            <a:r>
              <a:rPr lang="en-US" altLang="zh-CN" sz="2800" b="1" baseline="-25000" dirty="0">
                <a:latin typeface="Times New Roman" panose="02020603050405020304" pitchFamily="18" charset="0"/>
              </a:rPr>
              <a:t>1</a:t>
            </a:r>
            <a:r>
              <a:rPr lang="zh-CN" altLang="zh-CN" sz="2800" b="1" dirty="0">
                <a:latin typeface="Times New Roman" panose="02020603050405020304" pitchFamily="18" charset="0"/>
                <a:ea typeface="宋体" panose="02010600030101010101" pitchFamily="2" charset="-122"/>
              </a:rPr>
              <a:t>上电压对</a:t>
            </a:r>
            <a:r>
              <a:rPr lang="en-US" altLang="zh-CN" sz="2800" b="1" i="1" dirty="0">
                <a:latin typeface="Times New Roman" panose="02020603050405020304" pitchFamily="18" charset="0"/>
              </a:rPr>
              <a:t>C</a:t>
            </a:r>
            <a:r>
              <a:rPr lang="en-US" altLang="zh-CN" sz="2800" b="1" baseline="-25000" dirty="0">
                <a:latin typeface="Times New Roman" panose="02020603050405020304" pitchFamily="18" charset="0"/>
              </a:rPr>
              <a:t>2</a:t>
            </a:r>
            <a:r>
              <a:rPr lang="zh-CN" altLang="zh-CN" sz="2800" b="1" dirty="0">
                <a:latin typeface="Times New Roman" panose="02020603050405020304" pitchFamily="18" charset="0"/>
                <a:ea typeface="宋体" panose="02010600030101010101" pitchFamily="2" charset="-122"/>
              </a:rPr>
              <a:t>充电：</a:t>
            </a:r>
            <a:r>
              <a:rPr lang="en-US" altLang="zh-CN" sz="2800" b="1" dirty="0">
                <a:latin typeface="Times New Roman" panose="02020603050405020304" pitchFamily="18" charset="0"/>
              </a:rPr>
              <a:t>P→D</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C</a:t>
            </a:r>
            <a:r>
              <a:rPr lang="en-US" altLang="zh-CN" sz="2800" b="1" baseline="-25000" dirty="0">
                <a:latin typeface="Times New Roman" panose="02020603050405020304" pitchFamily="18" charset="0"/>
              </a:rPr>
              <a:t>2</a:t>
            </a:r>
            <a:r>
              <a:rPr lang="en-US" altLang="zh-CN" sz="2800" b="1" dirty="0">
                <a:latin typeface="Times New Roman" panose="02020603050405020304" pitchFamily="18" charset="0"/>
              </a:rPr>
              <a:t>→A</a:t>
            </a:r>
            <a:r>
              <a:rPr lang="zh-CN" altLang="en-US" sz="2800" b="1" dirty="0">
                <a:latin typeface="Times New Roman" panose="02020603050405020304" pitchFamily="18" charset="0"/>
                <a:ea typeface="宋体" panose="02010600030101010101" pitchFamily="2" charset="-122"/>
              </a:rPr>
              <a:t>，最终</a:t>
            </a:r>
            <a:endParaRPr lang="zh-CN" altLang="en-US" sz="2800" b="1" dirty="0">
              <a:latin typeface="Times New Roman" panose="02020603050405020304" pitchFamily="18" charset="0"/>
              <a:ea typeface="宋体" panose="02010600030101010101" pitchFamily="2" charset="-122"/>
            </a:endParaRPr>
          </a:p>
        </p:txBody>
      </p:sp>
      <p:grpSp>
        <p:nvGrpSpPr>
          <p:cNvPr id="4" name="Group 13"/>
          <p:cNvGrpSpPr/>
          <p:nvPr/>
        </p:nvGrpSpPr>
        <p:grpSpPr>
          <a:xfrm>
            <a:off x="4021138" y="1450975"/>
            <a:ext cx="222250" cy="1108075"/>
            <a:chOff x="1221" y="2208"/>
            <a:chExt cx="140" cy="698"/>
          </a:xfrm>
        </p:grpSpPr>
        <p:graphicFrame>
          <p:nvGraphicFramePr>
            <p:cNvPr id="39949" name="Object 14"/>
            <p:cNvGraphicFramePr>
              <a:graphicFrameLocks noChangeAspect="1"/>
            </p:cNvGraphicFramePr>
            <p:nvPr/>
          </p:nvGraphicFramePr>
          <p:xfrm>
            <a:off x="1221" y="2208"/>
            <a:ext cx="140" cy="140"/>
          </p:xfrm>
          <a:graphic>
            <a:graphicData uri="http://schemas.openxmlformats.org/presentationml/2006/ole">
              <mc:AlternateContent xmlns:mc="http://schemas.openxmlformats.org/markup-compatibility/2006">
                <mc:Choice xmlns:v="urn:schemas-microsoft-com:vml" Requires="v">
                  <p:oleObj spid="_x0000_s3139" name="" r:id="rId11" imgW="139700" imgH="139700" progId="Equation.3">
                    <p:embed/>
                  </p:oleObj>
                </mc:Choice>
                <mc:Fallback>
                  <p:oleObj name="" r:id="rId11" imgW="139700" imgH="139700" progId="Equation.3">
                    <p:embed/>
                    <p:pic>
                      <p:nvPicPr>
                        <p:cNvPr id="0" name="图片 3138"/>
                        <p:cNvPicPr/>
                        <p:nvPr/>
                      </p:nvPicPr>
                      <p:blipFill>
                        <a:blip r:embed="rId4"/>
                        <a:stretch>
                          <a:fillRect/>
                        </a:stretch>
                      </p:blipFill>
                      <p:spPr>
                        <a:xfrm>
                          <a:off x="1221" y="2208"/>
                          <a:ext cx="140" cy="140"/>
                        </a:xfrm>
                        <a:prstGeom prst="rect">
                          <a:avLst/>
                        </a:prstGeom>
                        <a:solidFill>
                          <a:srgbClr val="FF5050"/>
                        </a:solidFill>
                        <a:ln w="38100">
                          <a:noFill/>
                          <a:miter/>
                        </a:ln>
                      </p:spPr>
                    </p:pic>
                  </p:oleObj>
                </mc:Fallback>
              </mc:AlternateContent>
            </a:graphicData>
          </a:graphic>
        </p:graphicFrame>
        <p:graphicFrame>
          <p:nvGraphicFramePr>
            <p:cNvPr id="39950" name="Object 15"/>
            <p:cNvGraphicFramePr>
              <a:graphicFrameLocks noChangeAspect="1"/>
            </p:cNvGraphicFramePr>
            <p:nvPr/>
          </p:nvGraphicFramePr>
          <p:xfrm>
            <a:off x="1221" y="2832"/>
            <a:ext cx="126" cy="74"/>
          </p:xfrm>
          <a:graphic>
            <a:graphicData uri="http://schemas.openxmlformats.org/presentationml/2006/ole">
              <mc:AlternateContent xmlns:mc="http://schemas.openxmlformats.org/markup-compatibility/2006">
                <mc:Choice xmlns:v="urn:schemas-microsoft-com:vml" Requires="v">
                  <p:oleObj spid="_x0000_s3140" name="" r:id="rId12" imgW="126365" imgH="76200" progId="Equation.3">
                    <p:embed/>
                  </p:oleObj>
                </mc:Choice>
                <mc:Fallback>
                  <p:oleObj name="" r:id="rId12" imgW="126365" imgH="76200" progId="Equation.3">
                    <p:embed/>
                    <p:pic>
                      <p:nvPicPr>
                        <p:cNvPr id="0" name="图片 3139"/>
                        <p:cNvPicPr/>
                        <p:nvPr/>
                      </p:nvPicPr>
                      <p:blipFill>
                        <a:blip r:embed="rId6"/>
                        <a:stretch>
                          <a:fillRect/>
                        </a:stretch>
                      </p:blipFill>
                      <p:spPr>
                        <a:xfrm>
                          <a:off x="1221" y="2832"/>
                          <a:ext cx="126" cy="74"/>
                        </a:xfrm>
                        <a:prstGeom prst="rect">
                          <a:avLst/>
                        </a:prstGeom>
                        <a:solidFill>
                          <a:srgbClr val="FF5050"/>
                        </a:solidFill>
                        <a:ln w="38100">
                          <a:noFill/>
                          <a:miter/>
                        </a:ln>
                      </p:spPr>
                    </p:pic>
                  </p:oleObj>
                </mc:Fallback>
              </mc:AlternateContent>
            </a:graphicData>
          </a:graphic>
        </p:graphicFrame>
      </p:grpSp>
      <p:sp>
        <p:nvSpPr>
          <p:cNvPr id="34832" name="Freeform 16"/>
          <p:cNvSpPr/>
          <p:nvPr/>
        </p:nvSpPr>
        <p:spPr>
          <a:xfrm>
            <a:off x="4292600" y="1501775"/>
            <a:ext cx="609600" cy="863600"/>
          </a:xfrm>
          <a:custGeom>
            <a:avLst/>
            <a:gdLst/>
            <a:ahLst/>
            <a:cxnLst>
              <a:cxn ang="0">
                <a:pos x="0" y="0"/>
              </a:cxn>
              <a:cxn ang="0">
                <a:pos x="0" y="0"/>
              </a:cxn>
              <a:cxn ang="0">
                <a:pos x="0" y="0"/>
              </a:cxn>
              <a:cxn ang="0">
                <a:pos x="0" y="0"/>
              </a:cxn>
            </a:cxnLst>
            <a:pathLst>
              <a:path w="336" h="464">
                <a:moveTo>
                  <a:pt x="0" y="16"/>
                </a:moveTo>
                <a:cubicBezTo>
                  <a:pt x="120" y="8"/>
                  <a:pt x="240" y="0"/>
                  <a:pt x="288" y="64"/>
                </a:cubicBezTo>
                <a:cubicBezTo>
                  <a:pt x="336" y="128"/>
                  <a:pt x="336" y="336"/>
                  <a:pt x="288" y="400"/>
                </a:cubicBezTo>
                <a:cubicBezTo>
                  <a:pt x="240" y="464"/>
                  <a:pt x="48" y="440"/>
                  <a:pt x="0" y="448"/>
                </a:cubicBezTo>
              </a:path>
            </a:pathLst>
          </a:custGeom>
          <a:noFill/>
          <a:ln w="28575" cap="flat" cmpd="sng">
            <a:solidFill>
              <a:srgbClr val="FF0000"/>
            </a:solidFill>
            <a:prstDash val="solid"/>
            <a:round/>
            <a:headEnd type="none" w="med" len="med"/>
            <a:tailEnd type="triangle" w="med" len="med"/>
          </a:ln>
        </p:spPr>
        <p:txBody>
          <a:bodyPr/>
          <a:p>
            <a:endParaRPr lang="zh-CN" altLang="en-US"/>
          </a:p>
        </p:txBody>
      </p:sp>
      <p:sp>
        <p:nvSpPr>
          <p:cNvPr id="34833" name="Freeform 17"/>
          <p:cNvSpPr/>
          <p:nvPr/>
        </p:nvSpPr>
        <p:spPr>
          <a:xfrm>
            <a:off x="4292600" y="1196975"/>
            <a:ext cx="2197100" cy="1651000"/>
          </a:xfrm>
          <a:custGeom>
            <a:avLst/>
            <a:gdLst/>
            <a:ahLst/>
            <a:cxnLst>
              <a:cxn ang="0">
                <a:pos x="0" y="0"/>
              </a:cxn>
              <a:cxn ang="0">
                <a:pos x="0" y="0"/>
              </a:cxn>
              <a:cxn ang="0">
                <a:pos x="0" y="0"/>
              </a:cxn>
              <a:cxn ang="0">
                <a:pos x="0" y="0"/>
              </a:cxn>
              <a:cxn ang="0">
                <a:pos x="0" y="0"/>
              </a:cxn>
              <a:cxn ang="0">
                <a:pos x="0" y="0"/>
              </a:cxn>
            </a:cxnLst>
            <a:pathLst>
              <a:path w="1384" h="1040">
                <a:moveTo>
                  <a:pt x="576" y="1024"/>
                </a:moveTo>
                <a:cubicBezTo>
                  <a:pt x="848" y="1032"/>
                  <a:pt x="1120" y="1040"/>
                  <a:pt x="1248" y="976"/>
                </a:cubicBezTo>
                <a:cubicBezTo>
                  <a:pt x="1376" y="912"/>
                  <a:pt x="1336" y="784"/>
                  <a:pt x="1344" y="640"/>
                </a:cubicBezTo>
                <a:cubicBezTo>
                  <a:pt x="1352" y="496"/>
                  <a:pt x="1384" y="216"/>
                  <a:pt x="1296" y="112"/>
                </a:cubicBezTo>
                <a:cubicBezTo>
                  <a:pt x="1208" y="8"/>
                  <a:pt x="1032" y="32"/>
                  <a:pt x="816" y="16"/>
                </a:cubicBezTo>
                <a:cubicBezTo>
                  <a:pt x="600" y="0"/>
                  <a:pt x="136" y="16"/>
                  <a:pt x="0" y="16"/>
                </a:cubicBezTo>
              </a:path>
            </a:pathLst>
          </a:custGeom>
          <a:noFill/>
          <a:ln w="28575" cap="flat" cmpd="sng">
            <a:solidFill>
              <a:schemeClr val="accent2"/>
            </a:solidFill>
            <a:prstDash val="solid"/>
            <a:round/>
            <a:headEnd type="none" w="med" len="med"/>
            <a:tailEnd type="triangle" w="med" len="med"/>
          </a:ln>
        </p:spPr>
        <p:txBody>
          <a:bodyPr/>
          <a:p>
            <a:endParaRPr lang="zh-CN" altLang="en-US"/>
          </a:p>
        </p:txBody>
      </p:sp>
      <p:sp>
        <p:nvSpPr>
          <p:cNvPr id="34834" name="Text Box 18"/>
          <p:cNvSpPr txBox="1"/>
          <p:nvPr/>
        </p:nvSpPr>
        <p:spPr>
          <a:xfrm>
            <a:off x="966788" y="4056063"/>
            <a:ext cx="6781800" cy="565150"/>
          </a:xfrm>
          <a:prstGeom prst="rect">
            <a:avLst/>
          </a:prstGeom>
          <a:noFill/>
          <a:ln w="9525">
            <a:noFill/>
          </a:ln>
        </p:spPr>
        <p:txBody>
          <a:bodyPr anchor="t">
            <a:spAutoFit/>
          </a:bodyPr>
          <a:p>
            <a:pPr eaLnBrk="0" hangingPunct="0">
              <a:lnSpc>
                <a:spcPct val="110000"/>
              </a:lnSpc>
            </a:pPr>
            <a:r>
              <a:rPr lang="en-US" altLang="zh-CN" sz="2800" b="1" i="1" dirty="0">
                <a:latin typeface="Times New Roman" panose="02020603050405020304" pitchFamily="18" charset="0"/>
              </a:rPr>
              <a:t>u</a:t>
            </a:r>
            <a:r>
              <a:rPr lang="en-US" altLang="zh-CN" sz="2800" b="1" baseline="-25000" dirty="0">
                <a:latin typeface="Times New Roman" panose="02020603050405020304" pitchFamily="18" charset="0"/>
              </a:rPr>
              <a:t>2</a:t>
            </a:r>
            <a:r>
              <a:rPr lang="zh-CN" altLang="en-US" sz="2800" b="1" dirty="0">
                <a:latin typeface="Times New Roman" panose="02020603050405020304" pitchFamily="18" charset="0"/>
                <a:ea typeface="宋体" panose="02010600030101010101" pitchFamily="2" charset="-122"/>
              </a:rPr>
              <a:t>正半周</a:t>
            </a:r>
            <a:r>
              <a:rPr lang="en-US" altLang="zh-CN" sz="2800" b="1" i="1" dirty="0">
                <a:latin typeface="Times New Roman" panose="02020603050405020304" pitchFamily="18" charset="0"/>
              </a:rPr>
              <a:t>C</a:t>
            </a:r>
            <a:r>
              <a:rPr lang="en-US" altLang="zh-CN" sz="2800" b="1" baseline="-25000" dirty="0">
                <a:latin typeface="Times New Roman" panose="02020603050405020304" pitchFamily="18" charset="0"/>
              </a:rPr>
              <a:t>1</a:t>
            </a:r>
            <a:r>
              <a:rPr lang="zh-CN" altLang="zh-CN" sz="2800" b="1" dirty="0">
                <a:latin typeface="Times New Roman" panose="02020603050405020304" pitchFamily="18" charset="0"/>
                <a:ea typeface="宋体" panose="02010600030101010101" pitchFamily="2" charset="-122"/>
              </a:rPr>
              <a:t>充电：</a:t>
            </a:r>
            <a:r>
              <a:rPr lang="en-US" altLang="zh-CN" sz="2800" b="1" dirty="0">
                <a:latin typeface="Times New Roman" panose="02020603050405020304" pitchFamily="18" charset="0"/>
              </a:rPr>
              <a:t>A→D</a:t>
            </a:r>
            <a:r>
              <a:rPr lang="en-US" altLang="zh-CN" sz="2800" b="1" baseline="-25000" dirty="0">
                <a:latin typeface="Times New Roman" panose="02020603050405020304" pitchFamily="18" charset="0"/>
              </a:rPr>
              <a:t>1</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C</a:t>
            </a:r>
            <a:r>
              <a:rPr lang="en-US" altLang="zh-CN" sz="2800" b="1" baseline="-25000" dirty="0">
                <a:latin typeface="Times New Roman" panose="02020603050405020304" pitchFamily="18" charset="0"/>
              </a:rPr>
              <a:t>1</a:t>
            </a:r>
            <a:r>
              <a:rPr lang="en-US" altLang="zh-CN" sz="2800" b="1" dirty="0">
                <a:latin typeface="Times New Roman" panose="02020603050405020304" pitchFamily="18" charset="0"/>
              </a:rPr>
              <a:t>→B</a:t>
            </a:r>
            <a:r>
              <a:rPr lang="zh-CN" altLang="en-US" sz="2800" b="1" dirty="0">
                <a:latin typeface="Times New Roman" panose="02020603050405020304" pitchFamily="18" charset="0"/>
                <a:ea typeface="宋体" panose="02010600030101010101" pitchFamily="2" charset="-122"/>
              </a:rPr>
              <a:t>，最终</a:t>
            </a:r>
            <a:endParaRPr lang="zh-CN" altLang="en-US" sz="2800" b="1" baseline="-25000" dirty="0">
              <a:latin typeface="Times New Roman" panose="02020603050405020304" pitchFamily="18" charset="0"/>
              <a:ea typeface="宋体" panose="02010600030101010101" pitchFamily="2" charset="-122"/>
            </a:endParaRPr>
          </a:p>
        </p:txBody>
      </p:sp>
      <p:graphicFrame>
        <p:nvGraphicFramePr>
          <p:cNvPr id="34835" name="Object 19"/>
          <p:cNvGraphicFramePr>
            <a:graphicFrameLocks noChangeAspect="1"/>
          </p:cNvGraphicFramePr>
          <p:nvPr/>
        </p:nvGraphicFramePr>
        <p:xfrm>
          <a:off x="4294188" y="4746625"/>
          <a:ext cx="1524000" cy="508000"/>
        </p:xfrm>
        <a:graphic>
          <a:graphicData uri="http://schemas.openxmlformats.org/presentationml/2006/ole">
            <mc:AlternateContent xmlns:mc="http://schemas.openxmlformats.org/markup-compatibility/2006">
              <mc:Choice xmlns:v="urn:schemas-microsoft-com:vml" Requires="v">
                <p:oleObj spid="_x0000_s3141" name="" r:id="rId13" imgW="761365" imgH="254000" progId="Equation.3">
                  <p:embed/>
                </p:oleObj>
              </mc:Choice>
              <mc:Fallback>
                <p:oleObj name="" r:id="rId13" imgW="761365" imgH="254000" progId="Equation.3">
                  <p:embed/>
                  <p:pic>
                    <p:nvPicPr>
                      <p:cNvPr id="0" name="图片 3140"/>
                      <p:cNvPicPr/>
                      <p:nvPr/>
                    </p:nvPicPr>
                    <p:blipFill>
                      <a:blip r:embed="rId14"/>
                      <a:stretch>
                        <a:fillRect/>
                      </a:stretch>
                    </p:blipFill>
                    <p:spPr>
                      <a:xfrm>
                        <a:off x="4294188" y="4746625"/>
                        <a:ext cx="1524000" cy="508000"/>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39955" name="Text Box 20"/>
          <p:cNvSpPr txBox="1"/>
          <p:nvPr/>
        </p:nvSpPr>
        <p:spPr>
          <a:xfrm>
            <a:off x="4938713" y="2593975"/>
            <a:ext cx="381000" cy="396875"/>
          </a:xfrm>
          <a:prstGeom prst="rect">
            <a:avLst/>
          </a:prstGeom>
          <a:noFill/>
          <a:ln w="9525">
            <a:noFill/>
          </a:ln>
        </p:spPr>
        <p:txBody>
          <a:bodyPr anchor="t">
            <a:spAutoFit/>
          </a:bodyPr>
          <a:p>
            <a:pPr eaLnBrk="0" hangingPunct="0">
              <a:spcBef>
                <a:spcPct val="50000"/>
              </a:spcBef>
            </a:pPr>
            <a:r>
              <a:rPr lang="en-US" altLang="zh-CN" sz="2000" b="1">
                <a:latin typeface="Times New Roman" panose="02020603050405020304" pitchFamily="18" charset="0"/>
              </a:rPr>
              <a:t>P</a:t>
            </a:r>
            <a:endParaRPr lang="en-US" altLang="zh-CN" sz="2000" b="1">
              <a:latin typeface="Times New Roman" panose="02020603050405020304" pitchFamily="18" charset="0"/>
            </a:endParaRPr>
          </a:p>
        </p:txBody>
      </p:sp>
      <p:graphicFrame>
        <p:nvGraphicFramePr>
          <p:cNvPr id="34837" name="Object 21"/>
          <p:cNvGraphicFramePr>
            <a:graphicFrameLocks noChangeAspect="1"/>
          </p:cNvGraphicFramePr>
          <p:nvPr/>
        </p:nvGraphicFramePr>
        <p:xfrm>
          <a:off x="4357688" y="6084888"/>
          <a:ext cx="1727200" cy="508000"/>
        </p:xfrm>
        <a:graphic>
          <a:graphicData uri="http://schemas.openxmlformats.org/presentationml/2006/ole">
            <mc:AlternateContent xmlns:mc="http://schemas.openxmlformats.org/markup-compatibility/2006">
              <mc:Choice xmlns:v="urn:schemas-microsoft-com:vml" Requires="v">
                <p:oleObj spid="_x0000_s3142" name="" r:id="rId15" imgW="862965" imgH="254000" progId="Equation.3">
                  <p:embed/>
                </p:oleObj>
              </mc:Choice>
              <mc:Fallback>
                <p:oleObj name="" r:id="rId15" imgW="862965" imgH="254000" progId="Equation.3">
                  <p:embed/>
                  <p:pic>
                    <p:nvPicPr>
                      <p:cNvPr id="0" name="图片 3141"/>
                      <p:cNvPicPr/>
                      <p:nvPr/>
                    </p:nvPicPr>
                    <p:blipFill>
                      <a:blip r:embed="rId16"/>
                      <a:stretch>
                        <a:fillRect/>
                      </a:stretch>
                    </p:blipFill>
                    <p:spPr>
                      <a:xfrm>
                        <a:off x="4357688" y="6084888"/>
                        <a:ext cx="1727200" cy="508000"/>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pSp>
        <p:nvGrpSpPr>
          <p:cNvPr id="5" name="Group 22"/>
          <p:cNvGrpSpPr/>
          <p:nvPr/>
        </p:nvGrpSpPr>
        <p:grpSpPr>
          <a:xfrm>
            <a:off x="7007225" y="1403350"/>
            <a:ext cx="639763" cy="1301750"/>
            <a:chOff x="4014" y="1026"/>
            <a:chExt cx="403" cy="820"/>
          </a:xfrm>
        </p:grpSpPr>
        <p:graphicFrame>
          <p:nvGraphicFramePr>
            <p:cNvPr id="39958" name="Object 23"/>
            <p:cNvGraphicFramePr>
              <a:graphicFrameLocks noChangeAspect="1"/>
            </p:cNvGraphicFramePr>
            <p:nvPr/>
          </p:nvGraphicFramePr>
          <p:xfrm>
            <a:off x="4032" y="1344"/>
            <a:ext cx="385" cy="196"/>
          </p:xfrm>
          <a:graphic>
            <a:graphicData uri="http://schemas.openxmlformats.org/presentationml/2006/ole">
              <mc:AlternateContent xmlns:mc="http://schemas.openxmlformats.org/markup-compatibility/2006">
                <mc:Choice xmlns:v="urn:schemas-microsoft-com:vml" Requires="v">
                  <p:oleObj spid="_x0000_s3131" name="" r:id="rId17" imgW="469900" imgH="241300" progId="Equation.3">
                    <p:embed/>
                  </p:oleObj>
                </mc:Choice>
                <mc:Fallback>
                  <p:oleObj name="" r:id="rId17" imgW="469900" imgH="241300" progId="Equation.3">
                    <p:embed/>
                    <p:pic>
                      <p:nvPicPr>
                        <p:cNvPr id="0" name="图片 3130"/>
                        <p:cNvPicPr/>
                        <p:nvPr/>
                      </p:nvPicPr>
                      <p:blipFill>
                        <a:blip r:embed="rId18"/>
                        <a:stretch>
                          <a:fillRect/>
                        </a:stretch>
                      </p:blipFill>
                      <p:spPr>
                        <a:xfrm>
                          <a:off x="4032" y="1344"/>
                          <a:ext cx="385" cy="196"/>
                        </a:xfrm>
                        <a:prstGeom prst="rect">
                          <a:avLst/>
                        </a:prstGeom>
                        <a:solidFill>
                          <a:srgbClr val="00FFFF"/>
                        </a:solidFill>
                        <a:ln w="38100">
                          <a:noFill/>
                          <a:miter/>
                        </a:ln>
                      </p:spPr>
                    </p:pic>
                  </p:oleObj>
                </mc:Fallback>
              </mc:AlternateContent>
            </a:graphicData>
          </a:graphic>
        </p:graphicFrame>
        <p:graphicFrame>
          <p:nvGraphicFramePr>
            <p:cNvPr id="39959" name="Object 24"/>
            <p:cNvGraphicFramePr>
              <a:graphicFrameLocks noChangeAspect="1"/>
            </p:cNvGraphicFramePr>
            <p:nvPr/>
          </p:nvGraphicFramePr>
          <p:xfrm>
            <a:off x="4014" y="1706"/>
            <a:ext cx="140" cy="140"/>
          </p:xfrm>
          <a:graphic>
            <a:graphicData uri="http://schemas.openxmlformats.org/presentationml/2006/ole">
              <mc:AlternateContent xmlns:mc="http://schemas.openxmlformats.org/markup-compatibility/2006">
                <mc:Choice xmlns:v="urn:schemas-microsoft-com:vml" Requires="v">
                  <p:oleObj spid="_x0000_s3143" name="" r:id="rId19" imgW="139700" imgH="139700" progId="Equation.3">
                    <p:embed/>
                  </p:oleObj>
                </mc:Choice>
                <mc:Fallback>
                  <p:oleObj name="" r:id="rId19" imgW="139700" imgH="139700" progId="Equation.3">
                    <p:embed/>
                    <p:pic>
                      <p:nvPicPr>
                        <p:cNvPr id="0" name="图片 3142"/>
                        <p:cNvPicPr/>
                        <p:nvPr/>
                      </p:nvPicPr>
                      <p:blipFill>
                        <a:blip r:embed="rId4"/>
                        <a:stretch>
                          <a:fillRect/>
                        </a:stretch>
                      </p:blipFill>
                      <p:spPr>
                        <a:xfrm>
                          <a:off x="4014" y="1706"/>
                          <a:ext cx="140" cy="140"/>
                        </a:xfrm>
                        <a:prstGeom prst="rect">
                          <a:avLst/>
                        </a:prstGeom>
                        <a:solidFill>
                          <a:srgbClr val="00FFFF"/>
                        </a:solidFill>
                        <a:ln w="38100">
                          <a:noFill/>
                          <a:miter/>
                        </a:ln>
                      </p:spPr>
                    </p:pic>
                  </p:oleObj>
                </mc:Fallback>
              </mc:AlternateContent>
            </a:graphicData>
          </a:graphic>
        </p:graphicFrame>
        <p:graphicFrame>
          <p:nvGraphicFramePr>
            <p:cNvPr id="39960" name="Object 25"/>
            <p:cNvGraphicFramePr>
              <a:graphicFrameLocks noChangeAspect="1"/>
            </p:cNvGraphicFramePr>
            <p:nvPr/>
          </p:nvGraphicFramePr>
          <p:xfrm>
            <a:off x="4014" y="1026"/>
            <a:ext cx="126" cy="74"/>
          </p:xfrm>
          <a:graphic>
            <a:graphicData uri="http://schemas.openxmlformats.org/presentationml/2006/ole">
              <mc:AlternateContent xmlns:mc="http://schemas.openxmlformats.org/markup-compatibility/2006">
                <mc:Choice xmlns:v="urn:schemas-microsoft-com:vml" Requires="v">
                  <p:oleObj spid="_x0000_s3144" name="" r:id="rId20" imgW="126365" imgH="76200" progId="Equation.3">
                    <p:embed/>
                  </p:oleObj>
                </mc:Choice>
                <mc:Fallback>
                  <p:oleObj name="" r:id="rId20" imgW="126365" imgH="76200" progId="Equation.3">
                    <p:embed/>
                    <p:pic>
                      <p:nvPicPr>
                        <p:cNvPr id="0" name="图片 3143"/>
                        <p:cNvPicPr/>
                        <p:nvPr/>
                      </p:nvPicPr>
                      <p:blipFill>
                        <a:blip r:embed="rId6"/>
                        <a:stretch>
                          <a:fillRect/>
                        </a:stretch>
                      </p:blipFill>
                      <p:spPr>
                        <a:xfrm>
                          <a:off x="4014" y="1026"/>
                          <a:ext cx="126" cy="74"/>
                        </a:xfrm>
                        <a:prstGeom prst="rect">
                          <a:avLst/>
                        </a:prstGeom>
                        <a:solidFill>
                          <a:srgbClr val="00FFFF"/>
                        </a:solid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0">
                                            <p:txEl>
                                              <p:charRg st="0" end="25"/>
                                            </p:txEl>
                                          </p:spTgt>
                                        </p:tgtEl>
                                        <p:attrNameLst>
                                          <p:attrName>style.visibility</p:attrName>
                                        </p:attrNameLst>
                                      </p:cBhvr>
                                      <p:to>
                                        <p:strVal val="visible"/>
                                      </p:to>
                                    </p:set>
                                    <p:animEffect transition="in" filter="wipe(left)">
                                      <p:cBhvr>
                                        <p:cTn id="7" dur="500"/>
                                        <p:tgtEl>
                                          <p:spTgt spid="34820">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4832"/>
                                        </p:tgtEl>
                                        <p:attrNameLst>
                                          <p:attrName>style.visibility</p:attrName>
                                        </p:attrNameLst>
                                      </p:cBhvr>
                                      <p:to>
                                        <p:strVal val="visible"/>
                                      </p:to>
                                    </p:set>
                                    <p:animEffect transition="in" filter="wipe(up)">
                                      <p:cBhvr>
                                        <p:cTn id="17" dur="500"/>
                                        <p:tgtEl>
                                          <p:spTgt spid="348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34">
                                            <p:txEl>
                                              <p:charRg st="0" end="23"/>
                                            </p:txEl>
                                          </p:spTgt>
                                        </p:tgtEl>
                                        <p:attrNameLst>
                                          <p:attrName>style.visibility</p:attrName>
                                        </p:attrNameLst>
                                      </p:cBhvr>
                                      <p:to>
                                        <p:strVal val="visible"/>
                                      </p:to>
                                    </p:set>
                                    <p:animEffect transition="in" filter="wipe(left)">
                                      <p:cBhvr>
                                        <p:cTn id="22" dur="500"/>
                                        <p:tgtEl>
                                          <p:spTgt spid="34834">
                                            <p:txEl>
                                              <p:charRg st="0" end="2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4835"/>
                                        </p:tgtEl>
                                        <p:attrNameLst>
                                          <p:attrName>style.visibility</p:attrName>
                                        </p:attrNameLst>
                                      </p:cBhvr>
                                      <p:to>
                                        <p:strVal val="visible"/>
                                      </p:to>
                                    </p:set>
                                    <p:animEffect transition="in" filter="wipe(left)">
                                      <p:cBhvr>
                                        <p:cTn id="27" dur="500"/>
                                        <p:tgtEl>
                                          <p:spTgt spid="3483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34833"/>
                                        </p:tgtEl>
                                        <p:attrNameLst>
                                          <p:attrName>style.visibility</p:attrName>
                                        </p:attrNameLst>
                                      </p:cBhvr>
                                      <p:to>
                                        <p:strVal val="visible"/>
                                      </p:to>
                                    </p:set>
                                    <p:animEffect transition="in" filter="wipe(down)">
                                      <p:cBhvr>
                                        <p:cTn id="41" dur="500"/>
                                        <p:tgtEl>
                                          <p:spTgt spid="3483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4828">
                                            <p:txEl>
                                              <p:charRg st="0" end="33"/>
                                            </p:txEl>
                                          </p:spTgt>
                                        </p:tgtEl>
                                        <p:attrNameLst>
                                          <p:attrName>style.visibility</p:attrName>
                                        </p:attrNameLst>
                                      </p:cBhvr>
                                      <p:to>
                                        <p:strVal val="visible"/>
                                      </p:to>
                                    </p:set>
                                    <p:animEffect transition="in" filter="wipe(left)">
                                      <p:cBhvr>
                                        <p:cTn id="46" dur="500"/>
                                        <p:tgtEl>
                                          <p:spTgt spid="34828">
                                            <p:txEl>
                                              <p:charRg st="0" end="3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4837"/>
                                        </p:tgtEl>
                                        <p:attrNameLst>
                                          <p:attrName>style.visibility</p:attrName>
                                        </p:attrNameLst>
                                      </p:cBhvr>
                                      <p:to>
                                        <p:strVal val="visible"/>
                                      </p:to>
                                    </p:set>
                                    <p:animEffect transition="in" filter="wipe(left)">
                                      <p:cBhvr>
                                        <p:cTn id="51" dur="500"/>
                                        <p:tgtEl>
                                          <p:spTgt spid="34837"/>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build="p"/>
      <p:bldP spid="34828" grpId="0" build="p"/>
      <p:bldP spid="34832" grpId="0" animBg="1"/>
      <p:bldP spid="34833" grpId="0" animBg="1"/>
      <p:bldP spid="3483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0961" name="对象 1"/>
          <p:cNvGraphicFramePr/>
          <p:nvPr/>
        </p:nvGraphicFramePr>
        <p:xfrm>
          <a:off x="2446338" y="1838325"/>
          <a:ext cx="7710487" cy="3852863"/>
        </p:xfrm>
        <a:graphic>
          <a:graphicData uri="http://schemas.openxmlformats.org/presentationml/2006/ole">
            <mc:AlternateContent xmlns:mc="http://schemas.openxmlformats.org/markup-compatibility/2006">
              <mc:Choice xmlns:v="urn:schemas-microsoft-com:vml" Requires="v">
                <p:oleObj spid="_x0000_s3134" name="" r:id="rId1" imgW="6048375" imgH="2857500" progId="Paint.Picture">
                  <p:embed/>
                </p:oleObj>
              </mc:Choice>
              <mc:Fallback>
                <p:oleObj name="" r:id="rId1" imgW="6048375" imgH="2857500" progId="Paint.Picture">
                  <p:embed/>
                  <p:pic>
                    <p:nvPicPr>
                      <p:cNvPr id="0" name="图片 3133"/>
                      <p:cNvPicPr/>
                      <p:nvPr/>
                    </p:nvPicPr>
                    <p:blipFill>
                      <a:blip r:embed="rId2">
                        <a:lum contrast="29999"/>
                      </a:blip>
                      <a:stretch>
                        <a:fillRect/>
                      </a:stretch>
                    </p:blipFill>
                    <p:spPr>
                      <a:xfrm>
                        <a:off x="2446338" y="1838325"/>
                        <a:ext cx="7710487" cy="3852863"/>
                      </a:xfrm>
                      <a:prstGeom prst="rect">
                        <a:avLst/>
                      </a:prstGeom>
                      <a:noFill/>
                      <a:ln w="38100">
                        <a:noFill/>
                        <a:miter/>
                      </a:ln>
                    </p:spPr>
                  </p:pic>
                </p:oleObj>
              </mc:Fallback>
            </mc:AlternateContent>
          </a:graphicData>
        </a:graphic>
      </p:graphicFrame>
      <p:sp>
        <p:nvSpPr>
          <p:cNvPr id="40962" name="文本框 3"/>
          <p:cNvSpPr txBox="1"/>
          <p:nvPr/>
        </p:nvSpPr>
        <p:spPr>
          <a:xfrm>
            <a:off x="1503363" y="1143000"/>
            <a:ext cx="3576637" cy="522288"/>
          </a:xfrm>
          <a:prstGeom prst="rect">
            <a:avLst/>
          </a:prstGeom>
          <a:noFill/>
          <a:ln w="9525">
            <a:noFill/>
          </a:ln>
        </p:spPr>
        <p:txBody>
          <a:bodyPr wrap="square" anchor="t">
            <a:spAutoFit/>
          </a:bodyPr>
          <a:p>
            <a:pPr eaLnBrk="0" hangingPunct="0"/>
            <a:r>
              <a:rPr lang="zh-CN" altLang="en-US" sz="2800" dirty="0">
                <a:latin typeface="Calibri" panose="020F0502020204030204" pitchFamily="34" charset="0"/>
                <a:ea typeface="宋体" panose="02010600030101010101" pitchFamily="2" charset="-122"/>
              </a:rPr>
              <a:t>多倍压整流举例</a:t>
            </a:r>
            <a:endParaRPr lang="zh-CN" altLang="en-US" sz="2800" dirty="0">
              <a:latin typeface="Calibri" panose="020F0502020204030204" pitchFamily="3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a:spLocks noGrp="1"/>
          </p:cNvSpPr>
          <p:nvPr>
            <p:ph type="title"/>
          </p:nvPr>
        </p:nvSpPr>
        <p:spPr>
          <a:xfrm>
            <a:off x="4183063" y="211138"/>
            <a:ext cx="6096000" cy="457200"/>
          </a:xfrm>
        </p:spPr>
        <p:txBody>
          <a:bodyPr wrap="square" lIns="91440" tIns="45720" rIns="91440" bIns="45720" anchor="ctr"/>
          <a:p>
            <a:pPr>
              <a:lnSpc>
                <a:spcPct val="115000"/>
              </a:lnSpc>
            </a:pPr>
            <a:r>
              <a:rPr lang="zh-CN" altLang="en-US" sz="3200" b="1" dirty="0">
                <a:latin typeface="宋体" panose="02010600030101010101" pitchFamily="2" charset="-122"/>
                <a:ea typeface="宋体" panose="02010600030101010101" pitchFamily="2" charset="-122"/>
              </a:rPr>
              <a:t>五、稳压管构成的简单稳压电路</a:t>
            </a:r>
            <a:endParaRPr lang="zh-CN" altLang="en-US" sz="3200" b="1" dirty="0">
              <a:latin typeface="宋体" panose="02010600030101010101" pitchFamily="2" charset="-122"/>
              <a:ea typeface="宋体" panose="02010600030101010101" pitchFamily="2" charset="-122"/>
            </a:endParaRPr>
          </a:p>
        </p:txBody>
      </p:sp>
      <p:graphicFrame>
        <p:nvGraphicFramePr>
          <p:cNvPr id="46083" name="Object 3"/>
          <p:cNvGraphicFramePr>
            <a:graphicFrameLocks noChangeAspect="1"/>
          </p:cNvGraphicFramePr>
          <p:nvPr/>
        </p:nvGraphicFramePr>
        <p:xfrm>
          <a:off x="8069263" y="1782763"/>
          <a:ext cx="1600200" cy="906462"/>
        </p:xfrm>
        <a:graphic>
          <a:graphicData uri="http://schemas.openxmlformats.org/presentationml/2006/ole">
            <mc:AlternateContent xmlns:mc="http://schemas.openxmlformats.org/markup-compatibility/2006">
              <mc:Choice xmlns:v="urn:schemas-microsoft-com:vml" Requires="v">
                <p:oleObj spid="_x0000_s3145" name="" r:id="rId1" imgW="850265" imgH="482600" progId="Equation.3">
                  <p:embed/>
                </p:oleObj>
              </mc:Choice>
              <mc:Fallback>
                <p:oleObj name="" r:id="rId1" imgW="850265" imgH="482600" progId="Equation.3">
                  <p:embed/>
                  <p:pic>
                    <p:nvPicPr>
                      <p:cNvPr id="0" name="图片 3144"/>
                      <p:cNvPicPr/>
                      <p:nvPr/>
                    </p:nvPicPr>
                    <p:blipFill>
                      <a:blip r:embed="rId2"/>
                      <a:stretch>
                        <a:fillRect/>
                      </a:stretch>
                    </p:blipFill>
                    <p:spPr>
                      <a:xfrm>
                        <a:off x="8069263" y="1782763"/>
                        <a:ext cx="1600200" cy="906462"/>
                      </a:xfrm>
                      <a:prstGeom prst="rect">
                        <a:avLst/>
                      </a:prstGeom>
                      <a:noFill/>
                      <a:ln w="9525" cap="flat" cmpd="sng">
                        <a:solidFill>
                          <a:srgbClr val="FF3300"/>
                        </a:solidFill>
                        <a:prstDash val="solid"/>
                        <a:miter/>
                        <a:headEnd type="none" w="med" len="med"/>
                        <a:tailEnd type="none" w="med" len="med"/>
                      </a:ln>
                    </p:spPr>
                  </p:pic>
                </p:oleObj>
              </mc:Fallback>
            </mc:AlternateContent>
          </a:graphicData>
        </a:graphic>
      </p:graphicFrame>
      <p:graphicFrame>
        <p:nvGraphicFramePr>
          <p:cNvPr id="46084" name="Object 4"/>
          <p:cNvGraphicFramePr>
            <a:graphicFrameLocks noChangeAspect="1"/>
          </p:cNvGraphicFramePr>
          <p:nvPr/>
        </p:nvGraphicFramePr>
        <p:xfrm>
          <a:off x="2354263" y="3230563"/>
          <a:ext cx="7924800" cy="487362"/>
        </p:xfrm>
        <a:graphic>
          <a:graphicData uri="http://schemas.openxmlformats.org/presentationml/2006/ole">
            <mc:AlternateContent xmlns:mc="http://schemas.openxmlformats.org/markup-compatibility/2006">
              <mc:Choice xmlns:v="urn:schemas-microsoft-com:vml" Requires="v">
                <p:oleObj spid="_x0000_s3146" name="" r:id="rId3" imgW="4102100" imgH="254000" progId="Equation.3">
                  <p:embed/>
                </p:oleObj>
              </mc:Choice>
              <mc:Fallback>
                <p:oleObj name="" r:id="rId3" imgW="4102100" imgH="254000" progId="Equation.3">
                  <p:embed/>
                  <p:pic>
                    <p:nvPicPr>
                      <p:cNvPr id="0" name="图片 3145"/>
                      <p:cNvPicPr/>
                      <p:nvPr/>
                    </p:nvPicPr>
                    <p:blipFill>
                      <a:blip r:embed="rId4"/>
                      <a:stretch>
                        <a:fillRect/>
                      </a:stretch>
                    </p:blipFill>
                    <p:spPr>
                      <a:xfrm>
                        <a:off x="2354263" y="3230563"/>
                        <a:ext cx="7924800" cy="487362"/>
                      </a:xfrm>
                      <a:prstGeom prst="rect">
                        <a:avLst/>
                      </a:prstGeom>
                      <a:solidFill>
                        <a:srgbClr val="FFFFFF"/>
                      </a:solidFill>
                      <a:ln w="38100">
                        <a:noFill/>
                        <a:miter/>
                      </a:ln>
                    </p:spPr>
                  </p:pic>
                </p:oleObj>
              </mc:Fallback>
            </mc:AlternateContent>
          </a:graphicData>
        </a:graphic>
      </p:graphicFrame>
      <p:graphicFrame>
        <p:nvGraphicFramePr>
          <p:cNvPr id="46085" name="Object 5"/>
          <p:cNvGraphicFramePr>
            <a:graphicFrameLocks noChangeAspect="1"/>
          </p:cNvGraphicFramePr>
          <p:nvPr/>
        </p:nvGraphicFramePr>
        <p:xfrm>
          <a:off x="1835150" y="3787775"/>
          <a:ext cx="8832850" cy="454025"/>
        </p:xfrm>
        <a:graphic>
          <a:graphicData uri="http://schemas.openxmlformats.org/presentationml/2006/ole">
            <mc:AlternateContent xmlns:mc="http://schemas.openxmlformats.org/markup-compatibility/2006">
              <mc:Choice xmlns:v="urn:schemas-microsoft-com:vml" Requires="v">
                <p:oleObj spid="_x0000_s3149" name="" r:id="rId5" imgW="4445000" imgH="228600" progId="Equation.3">
                  <p:embed/>
                </p:oleObj>
              </mc:Choice>
              <mc:Fallback>
                <p:oleObj name="" r:id="rId5" imgW="4445000" imgH="228600" progId="Equation.3">
                  <p:embed/>
                  <p:pic>
                    <p:nvPicPr>
                      <p:cNvPr id="0" name="图片 3148"/>
                      <p:cNvPicPr/>
                      <p:nvPr/>
                    </p:nvPicPr>
                    <p:blipFill>
                      <a:blip r:embed="rId6"/>
                      <a:stretch>
                        <a:fillRect/>
                      </a:stretch>
                    </p:blipFill>
                    <p:spPr>
                      <a:xfrm>
                        <a:off x="1835150" y="3787775"/>
                        <a:ext cx="8832850" cy="454025"/>
                      </a:xfrm>
                      <a:prstGeom prst="rect">
                        <a:avLst/>
                      </a:prstGeom>
                      <a:noFill/>
                      <a:ln w="9525" cap="flat" cmpd="sng">
                        <a:solidFill>
                          <a:srgbClr val="FF3300"/>
                        </a:solidFill>
                        <a:prstDash val="solid"/>
                        <a:miter/>
                        <a:headEnd type="none" w="med" len="med"/>
                        <a:tailEnd type="none" w="med" len="med"/>
                      </a:ln>
                    </p:spPr>
                  </p:pic>
                </p:oleObj>
              </mc:Fallback>
            </mc:AlternateContent>
          </a:graphicData>
        </a:graphic>
      </p:graphicFrame>
      <p:graphicFrame>
        <p:nvGraphicFramePr>
          <p:cNvPr id="46086" name="Object 6"/>
          <p:cNvGraphicFramePr>
            <a:graphicFrameLocks noChangeAspect="1"/>
          </p:cNvGraphicFramePr>
          <p:nvPr/>
        </p:nvGraphicFramePr>
        <p:xfrm>
          <a:off x="3421063" y="4333875"/>
          <a:ext cx="4805362" cy="1092200"/>
        </p:xfrm>
        <a:graphic>
          <a:graphicData uri="http://schemas.openxmlformats.org/presentationml/2006/ole">
            <mc:AlternateContent xmlns:mc="http://schemas.openxmlformats.org/markup-compatibility/2006">
              <mc:Choice xmlns:v="urn:schemas-microsoft-com:vml" Requires="v">
                <p:oleObj spid="_x0000_s3150" name="" r:id="rId7" imgW="2336800" imgH="533400" progId="Equation.3">
                  <p:embed/>
                </p:oleObj>
              </mc:Choice>
              <mc:Fallback>
                <p:oleObj name="" r:id="rId7" imgW="2336800" imgH="533400" progId="Equation.3">
                  <p:embed/>
                  <p:pic>
                    <p:nvPicPr>
                      <p:cNvPr id="0" name="图片 3149"/>
                      <p:cNvPicPr/>
                      <p:nvPr/>
                    </p:nvPicPr>
                    <p:blipFill>
                      <a:blip r:embed="rId8"/>
                      <a:stretch>
                        <a:fillRect/>
                      </a:stretch>
                    </p:blipFill>
                    <p:spPr>
                      <a:xfrm>
                        <a:off x="3421063" y="4333875"/>
                        <a:ext cx="4805362" cy="1092200"/>
                      </a:xfrm>
                      <a:prstGeom prst="rect">
                        <a:avLst/>
                      </a:prstGeom>
                      <a:solidFill>
                        <a:schemeClr val="bg1"/>
                      </a:solidFill>
                      <a:ln w="38100">
                        <a:noFill/>
                        <a:miter/>
                      </a:ln>
                    </p:spPr>
                  </p:pic>
                </p:oleObj>
              </mc:Fallback>
            </mc:AlternateContent>
          </a:graphicData>
        </a:graphic>
      </p:graphicFrame>
      <p:graphicFrame>
        <p:nvGraphicFramePr>
          <p:cNvPr id="46087" name="Object 7"/>
          <p:cNvGraphicFramePr>
            <a:graphicFrameLocks noChangeAspect="1"/>
          </p:cNvGraphicFramePr>
          <p:nvPr/>
        </p:nvGraphicFramePr>
        <p:xfrm>
          <a:off x="1835150" y="5670550"/>
          <a:ext cx="6637338" cy="1009650"/>
        </p:xfrm>
        <a:graphic>
          <a:graphicData uri="http://schemas.openxmlformats.org/presentationml/2006/ole">
            <mc:AlternateContent xmlns:mc="http://schemas.openxmlformats.org/markup-compatibility/2006">
              <mc:Choice xmlns:v="urn:schemas-microsoft-com:vml" Requires="v">
                <p:oleObj spid="_x0000_s3151" name="" r:id="rId9" imgW="3340100" imgH="508000" progId="Equation.3">
                  <p:embed/>
                </p:oleObj>
              </mc:Choice>
              <mc:Fallback>
                <p:oleObj name="" r:id="rId9" imgW="3340100" imgH="508000" progId="Equation.3">
                  <p:embed/>
                  <p:pic>
                    <p:nvPicPr>
                      <p:cNvPr id="0" name="图片 3150"/>
                      <p:cNvPicPr/>
                      <p:nvPr/>
                    </p:nvPicPr>
                    <p:blipFill>
                      <a:blip r:embed="rId10"/>
                      <a:stretch>
                        <a:fillRect/>
                      </a:stretch>
                    </p:blipFill>
                    <p:spPr>
                      <a:xfrm>
                        <a:off x="1835150" y="5670550"/>
                        <a:ext cx="6637338" cy="1009650"/>
                      </a:xfrm>
                      <a:prstGeom prst="rect">
                        <a:avLst/>
                      </a:prstGeom>
                      <a:noFill/>
                      <a:ln w="9525" cap="flat" cmpd="sng">
                        <a:solidFill>
                          <a:srgbClr val="FF3300"/>
                        </a:solidFill>
                        <a:prstDash val="solid"/>
                        <a:miter/>
                        <a:headEnd type="none" w="med" len="med"/>
                        <a:tailEnd type="none" w="med" len="med"/>
                      </a:ln>
                    </p:spPr>
                  </p:pic>
                </p:oleObj>
              </mc:Fallback>
            </mc:AlternateContent>
          </a:graphicData>
        </a:graphic>
      </p:graphicFrame>
      <p:graphicFrame>
        <p:nvGraphicFramePr>
          <p:cNvPr id="41991" name="Object 8"/>
          <p:cNvGraphicFramePr>
            <a:graphicFrameLocks noChangeAspect="1"/>
          </p:cNvGraphicFramePr>
          <p:nvPr/>
        </p:nvGraphicFramePr>
        <p:xfrm>
          <a:off x="2963863" y="1325563"/>
          <a:ext cx="4876800" cy="1882775"/>
        </p:xfrm>
        <a:graphic>
          <a:graphicData uri="http://schemas.openxmlformats.org/presentationml/2006/ole">
            <mc:AlternateContent xmlns:mc="http://schemas.openxmlformats.org/markup-compatibility/2006">
              <mc:Choice xmlns:v="urn:schemas-microsoft-com:vml" Requires="v">
                <p:oleObj spid="_x0000_s3152" name="" r:id="rId11" imgW="17935575" imgH="6924675" progId="MSPhotoEd.3">
                  <p:embed/>
                </p:oleObj>
              </mc:Choice>
              <mc:Fallback>
                <p:oleObj name="" r:id="rId11" imgW="17935575" imgH="6924675" progId="MSPhotoEd.3">
                  <p:embed/>
                  <p:pic>
                    <p:nvPicPr>
                      <p:cNvPr id="0" name="图片 3151"/>
                      <p:cNvPicPr/>
                      <p:nvPr/>
                    </p:nvPicPr>
                    <p:blipFill>
                      <a:blip r:embed="rId12"/>
                      <a:stretch>
                        <a:fillRect/>
                      </a:stretch>
                    </p:blipFill>
                    <p:spPr>
                      <a:xfrm>
                        <a:off x="2963863" y="1325563"/>
                        <a:ext cx="4876800" cy="1882775"/>
                      </a:xfrm>
                      <a:prstGeom prst="rect">
                        <a:avLst/>
                      </a:prstGeom>
                      <a:noFill/>
                      <a:ln w="38100">
                        <a:noFill/>
                        <a:miter/>
                      </a:ln>
                    </p:spPr>
                  </p:pic>
                </p:oleObj>
              </mc:Fallback>
            </mc:AlternateContent>
          </a:graphicData>
        </a:graphic>
      </p:graphicFrame>
      <p:sp>
        <p:nvSpPr>
          <p:cNvPr id="41992" name="文本框 1"/>
          <p:cNvSpPr txBox="1"/>
          <p:nvPr/>
        </p:nvSpPr>
        <p:spPr>
          <a:xfrm>
            <a:off x="382588" y="892175"/>
            <a:ext cx="2103437" cy="522288"/>
          </a:xfrm>
          <a:prstGeom prst="rect">
            <a:avLst/>
          </a:prstGeom>
          <a:noFill/>
          <a:ln w="9525">
            <a:noFill/>
          </a:ln>
        </p:spPr>
        <p:txBody>
          <a:bodyPr wrap="square" anchor="t">
            <a:spAutoFit/>
          </a:bodyPr>
          <a:p>
            <a:r>
              <a:rPr lang="en-US" altLang="zh-CN" sz="2800" b="1" dirty="0">
                <a:latin typeface="Calibri" panose="020F0502020204030204" pitchFamily="34" charset="0"/>
              </a:rPr>
              <a:t>1.</a:t>
            </a:r>
            <a:r>
              <a:rPr lang="zh-CN" altLang="en-US" sz="2800" b="1" dirty="0">
                <a:latin typeface="Calibri" panose="020F0502020204030204" pitchFamily="34" charset="0"/>
                <a:ea typeface="宋体" panose="02010600030101010101" pitchFamily="2" charset="-122"/>
              </a:rPr>
              <a:t>工作原理</a:t>
            </a:r>
            <a:endParaRPr lang="zh-CN" altLang="en-US" sz="2800" b="1" dirty="0">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6083"/>
                                        </p:tgtEl>
                                        <p:attrNameLst>
                                          <p:attrName>style.visibility</p:attrName>
                                        </p:attrNameLst>
                                      </p:cBhvr>
                                      <p:to>
                                        <p:strVal val="visible"/>
                                      </p:to>
                                    </p:set>
                                    <p:animEffect transition="in" filter="wipe(left)">
                                      <p:cBhvr>
                                        <p:cTn id="7" dur="500"/>
                                        <p:tgtEl>
                                          <p:spTgt spid="460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6084"/>
                                        </p:tgtEl>
                                        <p:attrNameLst>
                                          <p:attrName>style.visibility</p:attrName>
                                        </p:attrNameLst>
                                      </p:cBhvr>
                                      <p:to>
                                        <p:strVal val="visible"/>
                                      </p:to>
                                    </p:set>
                                    <p:animEffect transition="in" filter="wipe(left)">
                                      <p:cBhvr>
                                        <p:cTn id="12" dur="500"/>
                                        <p:tgtEl>
                                          <p:spTgt spid="460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6085"/>
                                        </p:tgtEl>
                                        <p:attrNameLst>
                                          <p:attrName>style.visibility</p:attrName>
                                        </p:attrNameLst>
                                      </p:cBhvr>
                                      <p:to>
                                        <p:strVal val="visible"/>
                                      </p:to>
                                    </p:set>
                                    <p:animEffect transition="in" filter="wipe(left)">
                                      <p:cBhvr>
                                        <p:cTn id="17" dur="500"/>
                                        <p:tgtEl>
                                          <p:spTgt spid="460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6086"/>
                                        </p:tgtEl>
                                        <p:attrNameLst>
                                          <p:attrName>style.visibility</p:attrName>
                                        </p:attrNameLst>
                                      </p:cBhvr>
                                      <p:to>
                                        <p:strVal val="visible"/>
                                      </p:to>
                                    </p:set>
                                    <p:animEffect transition="in" filter="wipe(left)">
                                      <p:cBhvr>
                                        <p:cTn id="22" dur="500"/>
                                        <p:tgtEl>
                                          <p:spTgt spid="4608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6087"/>
                                        </p:tgtEl>
                                        <p:attrNameLst>
                                          <p:attrName>style.visibility</p:attrName>
                                        </p:attrNameLst>
                                      </p:cBhvr>
                                      <p:to>
                                        <p:strVal val="visible"/>
                                      </p:to>
                                    </p:set>
                                    <p:animEffect transition="in" filter="wipe(left)">
                                      <p:cBhvr>
                                        <p:cTn id="27" dur="500"/>
                                        <p:tgtEl>
                                          <p:spTgt spid="46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a:spLocks noGrp="1"/>
          </p:cNvSpPr>
          <p:nvPr>
            <p:ph type="title"/>
          </p:nvPr>
        </p:nvSpPr>
        <p:spPr>
          <a:xfrm>
            <a:off x="3514725" y="144463"/>
            <a:ext cx="4749800" cy="381000"/>
          </a:xfrm>
        </p:spPr>
        <p:txBody>
          <a:bodyPr wrap="square" lIns="91440" tIns="45720" rIns="91440" bIns="45720" anchor="ctr"/>
          <a:p>
            <a:pPr>
              <a:lnSpc>
                <a:spcPct val="115000"/>
              </a:lnSpc>
            </a:pPr>
            <a:r>
              <a:rPr lang="en-US" altLang="zh-CN" sz="3200" b="1" dirty="0">
                <a:latin typeface="宋体" panose="02010600030101010101" pitchFamily="2" charset="-122"/>
              </a:rPr>
              <a:t>2.</a:t>
            </a:r>
            <a:r>
              <a:rPr lang="zh-CN" altLang="en-US" sz="3200" b="1" dirty="0">
                <a:latin typeface="宋体" panose="02010600030101010101" pitchFamily="2" charset="-122"/>
                <a:ea typeface="宋体" panose="02010600030101010101" pitchFamily="2" charset="-122"/>
              </a:rPr>
              <a:t>稳压电路的主要指标</a:t>
            </a:r>
            <a:endParaRPr lang="zh-CN" altLang="en-US" sz="3200" b="1" dirty="0">
              <a:latin typeface="宋体" panose="02010600030101010101" pitchFamily="2" charset="-122"/>
              <a:ea typeface="宋体" panose="02010600030101010101" pitchFamily="2" charset="-122"/>
            </a:endParaRPr>
          </a:p>
        </p:txBody>
      </p:sp>
      <p:graphicFrame>
        <p:nvGraphicFramePr>
          <p:cNvPr id="43010" name="Object 3"/>
          <p:cNvGraphicFramePr>
            <a:graphicFrameLocks noChangeAspect="1"/>
          </p:cNvGraphicFramePr>
          <p:nvPr/>
        </p:nvGraphicFramePr>
        <p:xfrm>
          <a:off x="1655763" y="936625"/>
          <a:ext cx="1828800" cy="1657350"/>
        </p:xfrm>
        <a:graphic>
          <a:graphicData uri="http://schemas.openxmlformats.org/presentationml/2006/ole">
            <mc:AlternateContent xmlns:mc="http://schemas.openxmlformats.org/markup-compatibility/2006">
              <mc:Choice xmlns:v="urn:schemas-microsoft-com:vml" Requires="v">
                <p:oleObj spid="_x0000_s3147" name="" r:id="rId1" imgW="17706975" imgH="6686550" progId="MSPhotoEd.3">
                  <p:embed/>
                </p:oleObj>
              </mc:Choice>
              <mc:Fallback>
                <p:oleObj name="" r:id="rId1" imgW="17706975" imgH="6686550" progId="MSPhotoEd.3">
                  <p:embed/>
                  <p:pic>
                    <p:nvPicPr>
                      <p:cNvPr id="0" name="图片 3146"/>
                      <p:cNvPicPr/>
                      <p:nvPr/>
                    </p:nvPicPr>
                    <p:blipFill>
                      <a:blip r:embed="rId2"/>
                      <a:srcRect l="62634" r="-1384" b="6966"/>
                      <a:stretch>
                        <a:fillRect/>
                      </a:stretch>
                    </p:blipFill>
                    <p:spPr>
                      <a:xfrm>
                        <a:off x="1655763" y="936625"/>
                        <a:ext cx="1828800" cy="1657350"/>
                      </a:xfrm>
                      <a:prstGeom prst="rect">
                        <a:avLst/>
                      </a:prstGeom>
                      <a:noFill/>
                      <a:ln w="38100">
                        <a:noFill/>
                        <a:miter/>
                      </a:ln>
                    </p:spPr>
                  </p:pic>
                </p:oleObj>
              </mc:Fallback>
            </mc:AlternateContent>
          </a:graphicData>
        </a:graphic>
      </p:graphicFrame>
      <p:graphicFrame>
        <p:nvGraphicFramePr>
          <p:cNvPr id="47108" name="Object 4"/>
          <p:cNvGraphicFramePr>
            <a:graphicFrameLocks noChangeAspect="1"/>
          </p:cNvGraphicFramePr>
          <p:nvPr/>
        </p:nvGraphicFramePr>
        <p:xfrm>
          <a:off x="5999163" y="936625"/>
          <a:ext cx="2971800" cy="1643063"/>
        </p:xfrm>
        <a:graphic>
          <a:graphicData uri="http://schemas.openxmlformats.org/presentationml/2006/ole">
            <mc:AlternateContent xmlns:mc="http://schemas.openxmlformats.org/markup-compatibility/2006">
              <mc:Choice xmlns:v="urn:schemas-microsoft-com:vml" Requires="v">
                <p:oleObj spid="_x0000_s3148" name="" r:id="rId3" imgW="9848850" imgH="4972050" progId="MSPhotoEd.3">
                  <p:embed/>
                </p:oleObj>
              </mc:Choice>
              <mc:Fallback>
                <p:oleObj name="" r:id="rId3" imgW="9848850" imgH="4972050" progId="MSPhotoEd.3">
                  <p:embed/>
                  <p:pic>
                    <p:nvPicPr>
                      <p:cNvPr id="0" name="图片 3147"/>
                      <p:cNvPicPr/>
                      <p:nvPr/>
                    </p:nvPicPr>
                    <p:blipFill>
                      <a:blip r:embed="rId4">
                        <a:clrChange>
                          <a:clrFrom>
                            <a:srgbClr val="FFFFFF"/>
                          </a:clrFrom>
                          <a:clrTo>
                            <a:srgbClr val="FFFFFF">
                              <a:alpha val="0"/>
                            </a:srgbClr>
                          </a:clrTo>
                        </a:clrChange>
                      </a:blip>
                      <a:srcRect t="-5319" b="-4126"/>
                      <a:stretch>
                        <a:fillRect/>
                      </a:stretch>
                    </p:blipFill>
                    <p:spPr>
                      <a:xfrm>
                        <a:off x="5999163" y="936625"/>
                        <a:ext cx="2971800" cy="1643063"/>
                      </a:xfrm>
                      <a:prstGeom prst="rect">
                        <a:avLst/>
                      </a:prstGeom>
                      <a:solidFill>
                        <a:schemeClr val="bg1"/>
                      </a:solidFill>
                      <a:ln w="38100">
                        <a:noFill/>
                        <a:miter/>
                      </a:ln>
                    </p:spPr>
                  </p:pic>
                </p:oleObj>
              </mc:Fallback>
            </mc:AlternateContent>
          </a:graphicData>
        </a:graphic>
      </p:graphicFrame>
      <p:sp>
        <p:nvSpPr>
          <p:cNvPr id="47109" name="Text Box 5"/>
          <p:cNvSpPr txBox="1"/>
          <p:nvPr/>
        </p:nvSpPr>
        <p:spPr>
          <a:xfrm>
            <a:off x="304800" y="2589213"/>
            <a:ext cx="6096000" cy="1773237"/>
          </a:xfrm>
          <a:prstGeom prst="rect">
            <a:avLst/>
          </a:prstGeom>
          <a:noFill/>
          <a:ln w="9525">
            <a:noFill/>
          </a:ln>
        </p:spPr>
        <p:txBody>
          <a:bodyPr anchor="t">
            <a:spAutoFit/>
          </a:bodyPr>
          <a:p>
            <a:pPr eaLnBrk="0" hangingPunct="0">
              <a:lnSpc>
                <a:spcPct val="120000"/>
              </a:lnSpc>
            </a:pP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rPr>
              <a:t>1</a:t>
            </a:r>
            <a:r>
              <a:rPr lang="zh-CN" altLang="en-US" sz="2800" b="1" dirty="0">
                <a:latin typeface="Times New Roman" panose="02020603050405020304" pitchFamily="18" charset="0"/>
                <a:ea typeface="宋体" panose="02010600030101010101" pitchFamily="2" charset="-122"/>
              </a:rPr>
              <a:t>）输出电压     </a:t>
            </a:r>
            <a:r>
              <a:rPr lang="en-US" altLang="zh-CN" sz="2400" b="1" i="1" dirty="0">
                <a:latin typeface="Times New Roman" panose="02020603050405020304" pitchFamily="18" charset="0"/>
              </a:rPr>
              <a:t>U</a:t>
            </a:r>
            <a:r>
              <a:rPr lang="en-US" altLang="zh-CN" sz="2400" b="1" baseline="-25000" dirty="0">
                <a:latin typeface="Times New Roman" panose="02020603050405020304" pitchFamily="18" charset="0"/>
              </a:rPr>
              <a:t>O</a:t>
            </a:r>
            <a:r>
              <a:rPr lang="zh-CN" altLang="en-US" sz="2400" b="1" dirty="0">
                <a:latin typeface="Times New Roman" panose="02020603050405020304" pitchFamily="18" charset="0"/>
                <a:ea typeface="宋体" panose="02010600030101010101" pitchFamily="2" charset="-122"/>
              </a:rPr>
              <a:t>＝</a:t>
            </a:r>
            <a:r>
              <a:rPr lang="en-US" altLang="zh-CN" sz="2400" b="1" i="1" dirty="0">
                <a:latin typeface="Times New Roman" panose="02020603050405020304" pitchFamily="18" charset="0"/>
              </a:rPr>
              <a:t>U</a:t>
            </a:r>
            <a:r>
              <a:rPr lang="en-US" altLang="zh-CN" sz="2400" b="1" baseline="-25000" dirty="0">
                <a:latin typeface="Times New Roman" panose="02020603050405020304" pitchFamily="18" charset="0"/>
              </a:rPr>
              <a:t>Z</a:t>
            </a:r>
            <a:endParaRPr lang="en-US" altLang="zh-CN" sz="2400" b="1" dirty="0">
              <a:latin typeface="Times New Roman" panose="02020603050405020304" pitchFamily="18" charset="0"/>
            </a:endParaRPr>
          </a:p>
          <a:p>
            <a:pPr eaLnBrk="0" hangingPunct="0">
              <a:lnSpc>
                <a:spcPct val="120000"/>
              </a:lnSpc>
            </a:pP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rPr>
              <a:t>2</a:t>
            </a:r>
            <a:r>
              <a:rPr lang="zh-CN" altLang="en-US" sz="2800" b="1" dirty="0">
                <a:latin typeface="Times New Roman" panose="02020603050405020304" pitchFamily="18" charset="0"/>
                <a:ea typeface="宋体" panose="02010600030101010101" pitchFamily="2" charset="-122"/>
              </a:rPr>
              <a:t>）</a:t>
            </a:r>
            <a:r>
              <a:rPr lang="zh-CN" altLang="zh-CN" sz="2800" b="1" dirty="0">
                <a:latin typeface="Times New Roman" panose="02020603050405020304" pitchFamily="18" charset="0"/>
                <a:ea typeface="宋体" panose="02010600030101010101" pitchFamily="2" charset="-122"/>
              </a:rPr>
              <a:t>输出电流     </a:t>
            </a:r>
            <a:r>
              <a:rPr lang="en-US" altLang="zh-CN" sz="2400" b="1" i="1" dirty="0" err="1">
                <a:latin typeface="Times New Roman" panose="02020603050405020304" pitchFamily="18" charset="0"/>
              </a:rPr>
              <a:t>I</a:t>
            </a:r>
            <a:r>
              <a:rPr lang="en-US" altLang="zh-CN" sz="2400" b="1" baseline="-25000" dirty="0" err="1">
                <a:latin typeface="Times New Roman" panose="02020603050405020304" pitchFamily="18" charset="0"/>
              </a:rPr>
              <a:t>Zmax</a:t>
            </a:r>
            <a:r>
              <a:rPr lang="zh-CN" altLang="en-US" sz="2400" b="1" dirty="0">
                <a:latin typeface="Times New Roman" panose="02020603050405020304" pitchFamily="18" charset="0"/>
                <a:ea typeface="宋体" panose="02010600030101010101" pitchFamily="2" charset="-122"/>
              </a:rPr>
              <a:t>－ </a:t>
            </a:r>
            <a:r>
              <a:rPr lang="en-US" altLang="zh-CN" sz="2400" b="1" i="1" dirty="0" err="1">
                <a:latin typeface="Times New Roman" panose="02020603050405020304" pitchFamily="18" charset="0"/>
              </a:rPr>
              <a:t>I</a:t>
            </a:r>
            <a:r>
              <a:rPr lang="en-US" altLang="zh-CN" sz="2400" b="1" baseline="-25000" dirty="0" err="1">
                <a:latin typeface="Times New Roman" panose="02020603050405020304" pitchFamily="18" charset="0"/>
              </a:rPr>
              <a:t>Zmin</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I</a:t>
            </a:r>
            <a:r>
              <a:rPr lang="en-US" altLang="zh-CN" sz="2400" b="1" baseline="-25000" dirty="0">
                <a:latin typeface="Times New Roman" panose="02020603050405020304" pitchFamily="18" charset="0"/>
              </a:rPr>
              <a:t>ZM</a:t>
            </a:r>
            <a:r>
              <a:rPr lang="zh-CN" altLang="en-US" sz="2400" b="1"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rPr>
              <a:t>I</a:t>
            </a:r>
            <a:r>
              <a:rPr lang="en-US" altLang="zh-CN" sz="2400" b="1" baseline="-25000" dirty="0">
                <a:latin typeface="Times New Roman" panose="02020603050405020304" pitchFamily="18" charset="0"/>
              </a:rPr>
              <a:t>Z</a:t>
            </a:r>
            <a:endParaRPr lang="en-US" altLang="zh-CN" sz="2400" b="1" baseline="-25000" dirty="0">
              <a:latin typeface="Times New Roman" panose="02020603050405020304" pitchFamily="18" charset="0"/>
            </a:endParaRPr>
          </a:p>
          <a:p>
            <a:pPr eaLnBrk="0" hangingPunct="0">
              <a:spcBef>
                <a:spcPct val="50000"/>
              </a:spcBef>
              <a:buFont typeface="Arial" panose="020B0604020202020204" pitchFamily="34" charset="0"/>
              <a:buNone/>
            </a:pP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rPr>
              <a:t>3</a:t>
            </a:r>
            <a:r>
              <a:rPr lang="zh-CN" altLang="en-US" sz="2800" b="1" dirty="0">
                <a:latin typeface="Times New Roman" panose="02020603050405020304" pitchFamily="18" charset="0"/>
                <a:ea typeface="宋体" panose="02010600030101010101" pitchFamily="2" charset="-122"/>
              </a:rPr>
              <a:t>）</a:t>
            </a:r>
            <a:r>
              <a:rPr lang="zh-CN" altLang="zh-CN" sz="2800" b="1" dirty="0">
                <a:latin typeface="Times New Roman" panose="02020603050405020304" pitchFamily="18" charset="0"/>
                <a:ea typeface="宋体" panose="02010600030101010101" pitchFamily="2" charset="-122"/>
              </a:rPr>
              <a:t>稳压系数</a:t>
            </a:r>
            <a:endParaRPr lang="zh-CN" altLang="en-US" sz="2800" b="1" dirty="0">
              <a:latin typeface="Times New Roman" panose="02020603050405020304" pitchFamily="18" charset="0"/>
              <a:ea typeface="宋体" panose="02010600030101010101" pitchFamily="2" charset="-122"/>
            </a:endParaRPr>
          </a:p>
        </p:txBody>
      </p:sp>
      <p:graphicFrame>
        <p:nvGraphicFramePr>
          <p:cNvPr id="43013" name="Object 6"/>
          <p:cNvGraphicFramePr>
            <a:graphicFrameLocks noChangeAspect="1"/>
          </p:cNvGraphicFramePr>
          <p:nvPr/>
        </p:nvGraphicFramePr>
        <p:xfrm>
          <a:off x="3713163" y="936625"/>
          <a:ext cx="1981200" cy="1692275"/>
        </p:xfrm>
        <a:graphic>
          <a:graphicData uri="http://schemas.openxmlformats.org/presentationml/2006/ole">
            <mc:AlternateContent xmlns:mc="http://schemas.openxmlformats.org/markup-compatibility/2006">
              <mc:Choice xmlns:v="urn:schemas-microsoft-com:vml" Requires="v">
                <p:oleObj spid="_x0000_s3155" name="" r:id="rId5" imgW="10163175" imgH="8677275" progId="MSPhotoEd.3">
                  <p:embed/>
                </p:oleObj>
              </mc:Choice>
              <mc:Fallback>
                <p:oleObj name="" r:id="rId5" imgW="10163175" imgH="8677275" progId="MSPhotoEd.3">
                  <p:embed/>
                  <p:pic>
                    <p:nvPicPr>
                      <p:cNvPr id="0" name="图片 3154"/>
                      <p:cNvPicPr/>
                      <p:nvPr/>
                    </p:nvPicPr>
                    <p:blipFill>
                      <a:blip r:embed="rId6"/>
                      <a:stretch>
                        <a:fillRect/>
                      </a:stretch>
                    </p:blipFill>
                    <p:spPr>
                      <a:xfrm>
                        <a:off x="3713163" y="936625"/>
                        <a:ext cx="1981200" cy="1692275"/>
                      </a:xfrm>
                      <a:prstGeom prst="rect">
                        <a:avLst/>
                      </a:prstGeom>
                      <a:noFill/>
                      <a:ln w="38100">
                        <a:noFill/>
                        <a:miter/>
                      </a:ln>
                    </p:spPr>
                  </p:pic>
                </p:oleObj>
              </mc:Fallback>
            </mc:AlternateContent>
          </a:graphicData>
        </a:graphic>
      </p:graphicFrame>
      <p:graphicFrame>
        <p:nvGraphicFramePr>
          <p:cNvPr id="47111" name="Object 7"/>
          <p:cNvGraphicFramePr>
            <a:graphicFrameLocks noChangeAspect="1"/>
          </p:cNvGraphicFramePr>
          <p:nvPr/>
        </p:nvGraphicFramePr>
        <p:xfrm>
          <a:off x="3040063" y="3706813"/>
          <a:ext cx="5765800" cy="868362"/>
        </p:xfrm>
        <a:graphic>
          <a:graphicData uri="http://schemas.openxmlformats.org/presentationml/2006/ole">
            <mc:AlternateContent xmlns:mc="http://schemas.openxmlformats.org/markup-compatibility/2006">
              <mc:Choice xmlns:v="urn:schemas-microsoft-com:vml" Requires="v">
                <p:oleObj spid="_x0000_s3154" name="" r:id="rId7" imgW="2857500" imgH="431800" progId="Equation.3">
                  <p:embed/>
                </p:oleObj>
              </mc:Choice>
              <mc:Fallback>
                <p:oleObj name="" r:id="rId7" imgW="2857500" imgH="431800" progId="Equation.3">
                  <p:embed/>
                  <p:pic>
                    <p:nvPicPr>
                      <p:cNvPr id="0" name="图片 3153"/>
                      <p:cNvPicPr/>
                      <p:nvPr/>
                    </p:nvPicPr>
                    <p:blipFill>
                      <a:blip r:embed="rId8"/>
                      <a:stretch>
                        <a:fillRect/>
                      </a:stretch>
                    </p:blipFill>
                    <p:spPr>
                      <a:xfrm>
                        <a:off x="3040063" y="3706813"/>
                        <a:ext cx="5765800" cy="868362"/>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47112" name="Text Box 8"/>
          <p:cNvSpPr txBox="1"/>
          <p:nvPr/>
        </p:nvSpPr>
        <p:spPr>
          <a:xfrm>
            <a:off x="322263" y="4579938"/>
            <a:ext cx="2971800" cy="522287"/>
          </a:xfrm>
          <a:prstGeom prst="rect">
            <a:avLst/>
          </a:prstGeom>
          <a:noFill/>
          <a:ln w="9525">
            <a:noFill/>
          </a:ln>
        </p:spPr>
        <p:txBody>
          <a:bodyPr anchor="t">
            <a:spAutoFit/>
          </a:bodyPr>
          <a:p>
            <a:pPr eaLnBrk="0" hangingPunct="0">
              <a:spcBef>
                <a:spcPct val="50000"/>
              </a:spcBef>
            </a:pPr>
            <a:r>
              <a:rPr lang="zh-CN" altLang="en-US" sz="2800" b="1" dirty="0">
                <a:latin typeface="Times New Roman" panose="02020603050405020304" pitchFamily="18" charset="0"/>
                <a:ea typeface="宋体" panose="02010600030101010101" pitchFamily="2" charset="-122"/>
              </a:rPr>
              <a:t>（</a:t>
            </a:r>
            <a:r>
              <a:rPr lang="en-US" altLang="zh-CN" sz="2800" b="1" dirty="0">
                <a:latin typeface="Times New Roman" panose="02020603050405020304" pitchFamily="18" charset="0"/>
              </a:rPr>
              <a:t>4</a:t>
            </a:r>
            <a:r>
              <a:rPr lang="zh-CN" altLang="en-US" sz="2800" b="1" dirty="0">
                <a:latin typeface="Times New Roman" panose="02020603050405020304" pitchFamily="18" charset="0"/>
                <a:ea typeface="宋体" panose="02010600030101010101" pitchFamily="2" charset="-122"/>
              </a:rPr>
              <a:t>）输出电阻</a:t>
            </a:r>
            <a:endParaRPr lang="zh-CN" altLang="en-US" sz="2800" b="1" dirty="0">
              <a:latin typeface="Times New Roman" panose="02020603050405020304" pitchFamily="18" charset="0"/>
              <a:ea typeface="宋体" panose="02010600030101010101" pitchFamily="2" charset="-122"/>
            </a:endParaRPr>
          </a:p>
        </p:txBody>
      </p:sp>
      <p:graphicFrame>
        <p:nvGraphicFramePr>
          <p:cNvPr id="47113" name="Object 9"/>
          <p:cNvGraphicFramePr>
            <a:graphicFrameLocks noChangeAspect="1"/>
          </p:cNvGraphicFramePr>
          <p:nvPr/>
        </p:nvGraphicFramePr>
        <p:xfrm>
          <a:off x="3040063" y="4627563"/>
          <a:ext cx="2057400" cy="474662"/>
        </p:xfrm>
        <a:graphic>
          <a:graphicData uri="http://schemas.openxmlformats.org/presentationml/2006/ole">
            <mc:AlternateContent xmlns:mc="http://schemas.openxmlformats.org/markup-compatibility/2006">
              <mc:Choice xmlns:v="urn:schemas-microsoft-com:vml" Requires="v">
                <p:oleObj spid="_x0000_s3157" name="" r:id="rId9" imgW="990600" imgH="228600" progId="Equation.3">
                  <p:embed/>
                </p:oleObj>
              </mc:Choice>
              <mc:Fallback>
                <p:oleObj name="" r:id="rId9" imgW="990600" imgH="228600" progId="Equation.3">
                  <p:embed/>
                  <p:pic>
                    <p:nvPicPr>
                      <p:cNvPr id="0" name="图片 3156"/>
                      <p:cNvPicPr/>
                      <p:nvPr/>
                    </p:nvPicPr>
                    <p:blipFill>
                      <a:blip r:embed="rId10"/>
                      <a:stretch>
                        <a:fillRect/>
                      </a:stretch>
                    </p:blipFill>
                    <p:spPr>
                      <a:xfrm>
                        <a:off x="3040063" y="4627563"/>
                        <a:ext cx="2057400" cy="474662"/>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47114" name="Text Box 10"/>
          <p:cNvSpPr txBox="1"/>
          <p:nvPr/>
        </p:nvSpPr>
        <p:spPr>
          <a:xfrm>
            <a:off x="1808163" y="5286375"/>
            <a:ext cx="9723437" cy="1211263"/>
          </a:xfrm>
          <a:prstGeom prst="rect">
            <a:avLst/>
          </a:prstGeom>
          <a:noFill/>
          <a:ln w="9525">
            <a:noFill/>
          </a:ln>
        </p:spPr>
        <p:txBody>
          <a:bodyPr wrap="square" anchor="t">
            <a:spAutoFit/>
          </a:bodyPr>
          <a:p>
            <a:pPr eaLnBrk="0" hangingPunct="0">
              <a:lnSpc>
                <a:spcPct val="130000"/>
              </a:lnSpc>
              <a:spcBef>
                <a:spcPct val="50000"/>
              </a:spcBef>
            </a:pPr>
            <a:r>
              <a:rPr lang="zh-CN" altLang="en-US" sz="2800" b="1" dirty="0">
                <a:latin typeface="Times New Roman" panose="02020603050405020304" pitchFamily="18" charset="0"/>
                <a:ea typeface="宋体" panose="02010600030101010101" pitchFamily="2" charset="-122"/>
              </a:rPr>
              <a:t>简单易行，稳压性能好。适用于输出电压固定、输出电流变化范围较小的场合。</a:t>
            </a:r>
            <a:endParaRPr lang="zh-CN" altLang="en-US" sz="2800" b="1" dirty="0">
              <a:latin typeface="Times New Roman" panose="02020603050405020304" pitchFamily="18" charset="0"/>
              <a:ea typeface="宋体" panose="02010600030101010101" pitchFamily="2" charset="-122"/>
            </a:endParaRPr>
          </a:p>
        </p:txBody>
      </p:sp>
      <p:sp>
        <p:nvSpPr>
          <p:cNvPr id="47115" name="Text Box 11"/>
          <p:cNvSpPr txBox="1"/>
          <p:nvPr/>
        </p:nvSpPr>
        <p:spPr>
          <a:xfrm>
            <a:off x="304800" y="5276850"/>
            <a:ext cx="1503363" cy="657225"/>
          </a:xfrm>
          <a:prstGeom prst="rect">
            <a:avLst/>
          </a:prstGeom>
          <a:noFill/>
          <a:ln w="9525">
            <a:noFill/>
          </a:ln>
        </p:spPr>
        <p:txBody>
          <a:bodyPr wrap="square" anchor="t">
            <a:spAutoFit/>
          </a:bodyPr>
          <a:p>
            <a:pPr eaLnBrk="0" hangingPunct="0">
              <a:lnSpc>
                <a:spcPct val="115000"/>
              </a:lnSpc>
            </a:pPr>
            <a:r>
              <a:rPr lang="en-US" altLang="zh-CN" sz="3200" b="1" dirty="0">
                <a:latin typeface="宋体" panose="02010600030101010101" pitchFamily="2" charset="-122"/>
                <a:ea typeface="宋体" panose="02010600030101010101" pitchFamily="2" charset="-122"/>
              </a:rPr>
              <a:t>3.</a:t>
            </a:r>
            <a:r>
              <a:rPr lang="zh-CN" altLang="en-US" sz="3200" b="1" dirty="0">
                <a:latin typeface="宋体" panose="02010600030101010101" pitchFamily="2" charset="-122"/>
                <a:ea typeface="宋体" panose="02010600030101010101" pitchFamily="2" charset="-122"/>
              </a:rPr>
              <a:t>特点</a:t>
            </a:r>
            <a:endParaRPr lang="zh-CN" altLang="en-US" sz="3200" b="1"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9">
                                            <p:txEl>
                                              <p:charRg st="0" end="18"/>
                                            </p:txEl>
                                          </p:spTgt>
                                        </p:tgtEl>
                                        <p:attrNameLst>
                                          <p:attrName>style.visibility</p:attrName>
                                        </p:attrNameLst>
                                      </p:cBhvr>
                                      <p:to>
                                        <p:strVal val="visible"/>
                                      </p:to>
                                    </p:set>
                                    <p:animEffect transition="in" filter="wipe(left)">
                                      <p:cBhvr>
                                        <p:cTn id="7" dur="500"/>
                                        <p:tgtEl>
                                          <p:spTgt spid="47109">
                                            <p:txEl>
                                              <p:char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109">
                                            <p:txEl>
                                              <p:charRg st="18" end="52"/>
                                            </p:txEl>
                                          </p:spTgt>
                                        </p:tgtEl>
                                        <p:attrNameLst>
                                          <p:attrName>style.visibility</p:attrName>
                                        </p:attrNameLst>
                                      </p:cBhvr>
                                      <p:to>
                                        <p:strVal val="visible"/>
                                      </p:to>
                                    </p:set>
                                    <p:animEffect transition="in" filter="wipe(left)">
                                      <p:cBhvr>
                                        <p:cTn id="12" dur="500"/>
                                        <p:tgtEl>
                                          <p:spTgt spid="47109">
                                            <p:txEl>
                                              <p:charRg st="18" end="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09">
                                            <p:txEl>
                                              <p:charRg st="52" end="60"/>
                                            </p:txEl>
                                          </p:spTgt>
                                        </p:tgtEl>
                                        <p:attrNameLst>
                                          <p:attrName>style.visibility</p:attrName>
                                        </p:attrNameLst>
                                      </p:cBhvr>
                                      <p:to>
                                        <p:strVal val="visible"/>
                                      </p:to>
                                    </p:set>
                                    <p:animEffect transition="in" filter="wipe(left)">
                                      <p:cBhvr>
                                        <p:cTn id="17" dur="500"/>
                                        <p:tgtEl>
                                          <p:spTgt spid="47109">
                                            <p:txEl>
                                              <p:charRg st="52" end="6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7108"/>
                                        </p:tgtEl>
                                        <p:attrNameLst>
                                          <p:attrName>style.visibility</p:attrName>
                                        </p:attrNameLst>
                                      </p:cBhvr>
                                      <p:to>
                                        <p:strVal val="visible"/>
                                      </p:to>
                                    </p:set>
                                    <p:animEffect transition="in" filter="dissolve">
                                      <p:cBhvr>
                                        <p:cTn id="22" dur="500"/>
                                        <p:tgtEl>
                                          <p:spTgt spid="471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7111"/>
                                        </p:tgtEl>
                                        <p:attrNameLst>
                                          <p:attrName>style.visibility</p:attrName>
                                        </p:attrNameLst>
                                      </p:cBhvr>
                                      <p:to>
                                        <p:strVal val="visible"/>
                                      </p:to>
                                    </p:set>
                                    <p:animEffect transition="in" filter="wipe(left)">
                                      <p:cBhvr>
                                        <p:cTn id="27" dur="500"/>
                                        <p:tgtEl>
                                          <p:spTgt spid="4711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47112">
                                            <p:txEl>
                                              <p:charRg st="0" end="8"/>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7113"/>
                                        </p:tgtEl>
                                        <p:attrNameLst>
                                          <p:attrName>style.visibility</p:attrName>
                                        </p:attrNameLst>
                                      </p:cBhvr>
                                      <p:to>
                                        <p:strVal val="visible"/>
                                      </p:to>
                                    </p:set>
                                    <p:animEffect transition="in" filter="wipe(left)">
                                      <p:cBhvr>
                                        <p:cTn id="36" dur="500"/>
                                        <p:tgtEl>
                                          <p:spTgt spid="471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7115">
                                            <p:txEl>
                                              <p:charRg st="0" end="5"/>
                                            </p:txEl>
                                          </p:spTgt>
                                        </p:tgtEl>
                                        <p:attrNameLst>
                                          <p:attrName>style.visibility</p:attrName>
                                        </p:attrNameLst>
                                      </p:cBhvr>
                                      <p:to>
                                        <p:strVal val="visible"/>
                                      </p:to>
                                    </p:set>
                                    <p:animEffect transition="in" filter="wipe(left)">
                                      <p:cBhvr>
                                        <p:cTn id="41" dur="500"/>
                                        <p:tgtEl>
                                          <p:spTgt spid="47115">
                                            <p:txEl>
                                              <p:charRg st="0"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7114">
                                            <p:txEl>
                                              <p:charRg st="0" end="41"/>
                                            </p:txEl>
                                          </p:spTgt>
                                        </p:tgtEl>
                                        <p:attrNameLst>
                                          <p:attrName>style.visibility</p:attrName>
                                        </p:attrNameLst>
                                      </p:cBhvr>
                                      <p:to>
                                        <p:strVal val="visible"/>
                                      </p:to>
                                    </p:set>
                                    <p:animEffect transition="in" filter="wipe(left)">
                                      <p:cBhvr>
                                        <p:cTn id="46" dur="500"/>
                                        <p:tgtEl>
                                          <p:spTgt spid="47114">
                                            <p:txEl>
                                              <p:charRg st="0" end="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build="p"/>
      <p:bldP spid="47112" grpId="0" build="p"/>
      <p:bldP spid="47114" grpId="0" build="p"/>
      <p:bldP spid="4711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文本框 1"/>
          <p:cNvSpPr txBox="1"/>
          <p:nvPr/>
        </p:nvSpPr>
        <p:spPr>
          <a:xfrm>
            <a:off x="3525838" y="149225"/>
            <a:ext cx="1547812" cy="522288"/>
          </a:xfrm>
          <a:prstGeom prst="rect">
            <a:avLst/>
          </a:prstGeom>
          <a:noFill/>
          <a:ln w="9525">
            <a:noFill/>
          </a:ln>
        </p:spPr>
        <p:txBody>
          <a:bodyPr wrap="square" anchor="t">
            <a:spAutoFit/>
          </a:bodyPr>
          <a:p>
            <a:pPr eaLnBrk="0" hangingPunct="0"/>
            <a:r>
              <a:rPr lang="zh-CN" altLang="en-US" sz="2800" dirty="0">
                <a:latin typeface="Calibri" panose="020F0502020204030204" pitchFamily="34" charset="0"/>
                <a:ea typeface="宋体" panose="02010600030101010101" pitchFamily="2" charset="-122"/>
              </a:rPr>
              <a:t>作业：</a:t>
            </a:r>
            <a:endParaRPr lang="zh-CN" altLang="en-US" sz="2800" dirty="0">
              <a:latin typeface="Calibri" panose="020F0502020204030204" pitchFamily="34" charset="0"/>
              <a:ea typeface="宋体" panose="02010600030101010101" pitchFamily="2" charset="-122"/>
            </a:endParaRPr>
          </a:p>
        </p:txBody>
      </p:sp>
      <p:sp>
        <p:nvSpPr>
          <p:cNvPr id="44034" name="内容占位符 2"/>
          <p:cNvSpPr>
            <a:spLocks noGrp="1"/>
          </p:cNvSpPr>
          <p:nvPr>
            <p:ph idx="4294967295"/>
          </p:nvPr>
        </p:nvSpPr>
        <p:spPr>
          <a:xfrm>
            <a:off x="125413" y="968375"/>
            <a:ext cx="6529387" cy="1889125"/>
          </a:xfrm>
        </p:spPr>
        <p:txBody>
          <a:bodyPr wrap="square" lIns="91440" tIns="45720" rIns="91440" bIns="45720" anchor="t"/>
          <a:p>
            <a:pPr marL="0" indent="0">
              <a:buNone/>
            </a:pPr>
            <a:r>
              <a:rPr lang="en-US" altLang="zh-CN" sz="2400"/>
              <a:t>9.</a:t>
            </a:r>
            <a:r>
              <a:rPr lang="zh-CN" altLang="en-US" sz="2400">
                <a:ea typeface="宋体" panose="02010600030101010101" pitchFamily="2" charset="-122"/>
              </a:rPr>
              <a:t>右图为单相桥式整流电路，带电容滤波。已知变压器二次电压</a:t>
            </a:r>
            <a:r>
              <a:rPr lang="en-US" altLang="zh-CN" sz="2400"/>
              <a:t>U</a:t>
            </a:r>
            <a:r>
              <a:rPr lang="en-US" altLang="zh-CN" sz="2400" baseline="-25000"/>
              <a:t>2</a:t>
            </a:r>
            <a:r>
              <a:rPr lang="en-US" altLang="zh-CN" sz="2400"/>
              <a:t>=20V</a:t>
            </a:r>
            <a:r>
              <a:rPr lang="zh-CN" altLang="en-US" sz="2400">
                <a:ea typeface="宋体" panose="02010600030101010101" pitchFamily="2" charset="-122"/>
              </a:rPr>
              <a:t>，试分析在下述情况下，</a:t>
            </a:r>
            <a:r>
              <a:rPr lang="en-US" altLang="zh-CN" sz="2400"/>
              <a:t>R</a:t>
            </a:r>
            <a:r>
              <a:rPr lang="en-US" altLang="zh-CN" sz="2400" baseline="-25000"/>
              <a:t>L</a:t>
            </a:r>
            <a:r>
              <a:rPr lang="zh-CN" altLang="en-US" sz="2400">
                <a:ea typeface="宋体" panose="02010600030101010101" pitchFamily="2" charset="-122"/>
              </a:rPr>
              <a:t>两端的电压平均值</a:t>
            </a:r>
            <a:r>
              <a:rPr lang="en-US" altLang="zh-CN" sz="2400"/>
              <a:t>U</a:t>
            </a:r>
            <a:r>
              <a:rPr lang="en-US" altLang="zh-CN" sz="2400" baseline="-25000"/>
              <a:t>L</a:t>
            </a:r>
            <a:r>
              <a:rPr lang="zh-CN" altLang="en-US" sz="2400">
                <a:ea typeface="宋体" panose="02010600030101010101" pitchFamily="2" charset="-122"/>
              </a:rPr>
              <a:t>大约为多少？（</a:t>
            </a:r>
            <a:r>
              <a:rPr lang="en-US" altLang="zh-CN" sz="2400"/>
              <a:t>1</a:t>
            </a:r>
            <a:r>
              <a:rPr lang="zh-CN" altLang="en-US" sz="2400">
                <a:ea typeface="宋体" panose="02010600030101010101" pitchFamily="2" charset="-122"/>
              </a:rPr>
              <a:t>）电路正常工作；</a:t>
            </a:r>
            <a:r>
              <a:rPr lang="en-US" altLang="zh-CN" sz="2400"/>
              <a:t>(2)</a:t>
            </a:r>
            <a:r>
              <a:rPr lang="zh-CN" altLang="en-US" sz="2400">
                <a:ea typeface="宋体" panose="02010600030101010101" pitchFamily="2" charset="-122"/>
              </a:rPr>
              <a:t>负载</a:t>
            </a:r>
            <a:r>
              <a:rPr lang="en-US" altLang="zh-CN" sz="2400"/>
              <a:t>R</a:t>
            </a:r>
            <a:r>
              <a:rPr lang="en-US" altLang="zh-CN" sz="2400" baseline="-25000"/>
              <a:t>L</a:t>
            </a:r>
            <a:r>
              <a:rPr lang="zh-CN" altLang="en-US" sz="2400">
                <a:ea typeface="宋体" panose="02010600030101010101" pitchFamily="2" charset="-122"/>
              </a:rPr>
              <a:t>断开；</a:t>
            </a:r>
            <a:r>
              <a:rPr lang="en-US" altLang="zh-CN" sz="2400"/>
              <a:t>(3)</a:t>
            </a:r>
            <a:r>
              <a:rPr lang="zh-CN" altLang="en-US" sz="2400">
                <a:ea typeface="宋体" panose="02010600030101010101" pitchFamily="2" charset="-122"/>
              </a:rPr>
              <a:t>电容</a:t>
            </a:r>
            <a:r>
              <a:rPr lang="en-US" altLang="zh-CN" sz="2400"/>
              <a:t>C</a:t>
            </a:r>
            <a:r>
              <a:rPr lang="zh-CN" altLang="en-US" sz="2400">
                <a:ea typeface="宋体" panose="02010600030101010101" pitchFamily="2" charset="-122"/>
              </a:rPr>
              <a:t>断开；</a:t>
            </a:r>
            <a:r>
              <a:rPr lang="en-US" altLang="zh-CN" sz="2400"/>
              <a:t>(4)</a:t>
            </a:r>
            <a:r>
              <a:rPr lang="zh-CN" altLang="en-US" sz="2400">
                <a:ea typeface="宋体" panose="02010600030101010101" pitchFamily="2" charset="-122"/>
              </a:rPr>
              <a:t>某一个二极管和电容</a:t>
            </a:r>
            <a:r>
              <a:rPr lang="en-US" altLang="zh-CN" sz="2400"/>
              <a:t>C</a:t>
            </a:r>
            <a:r>
              <a:rPr lang="zh-CN" altLang="en-US" sz="2400">
                <a:ea typeface="宋体" panose="02010600030101010101" pitchFamily="2" charset="-122"/>
              </a:rPr>
              <a:t>同时断开。</a:t>
            </a:r>
            <a:endParaRPr lang="zh-CN" altLang="en-US" sz="2400">
              <a:ea typeface="宋体" panose="02010600030101010101" pitchFamily="2" charset="-122"/>
            </a:endParaRPr>
          </a:p>
        </p:txBody>
      </p:sp>
      <p:graphicFrame>
        <p:nvGraphicFramePr>
          <p:cNvPr id="44035" name="对象 2"/>
          <p:cNvGraphicFramePr/>
          <p:nvPr/>
        </p:nvGraphicFramePr>
        <p:xfrm>
          <a:off x="6996113" y="966788"/>
          <a:ext cx="4175125" cy="1658937"/>
        </p:xfrm>
        <a:graphic>
          <a:graphicData uri="http://schemas.openxmlformats.org/presentationml/2006/ole">
            <mc:AlternateContent xmlns:mc="http://schemas.openxmlformats.org/markup-compatibility/2006">
              <mc:Choice xmlns:v="urn:schemas-microsoft-com:vml" Requires="v">
                <p:oleObj spid="_x0000_s3153" name="" r:id="rId1" imgW="4171950" imgH="1657350" progId="Paint.Picture">
                  <p:embed/>
                </p:oleObj>
              </mc:Choice>
              <mc:Fallback>
                <p:oleObj name="" r:id="rId1" imgW="4171950" imgH="1657350" progId="Paint.Picture">
                  <p:embed/>
                  <p:pic>
                    <p:nvPicPr>
                      <p:cNvPr id="0" name="图片 3152"/>
                      <p:cNvPicPr/>
                      <p:nvPr/>
                    </p:nvPicPr>
                    <p:blipFill>
                      <a:blip r:embed="rId2">
                        <a:lum contrast="66000"/>
                      </a:blip>
                      <a:stretch>
                        <a:fillRect/>
                      </a:stretch>
                    </p:blipFill>
                    <p:spPr>
                      <a:xfrm>
                        <a:off x="6996113" y="966788"/>
                        <a:ext cx="4175125" cy="1658937"/>
                      </a:xfrm>
                      <a:prstGeom prst="rect">
                        <a:avLst/>
                      </a:prstGeom>
                      <a:noFill/>
                      <a:ln w="38100">
                        <a:noFill/>
                        <a:miter/>
                      </a:ln>
                    </p:spPr>
                  </p:pic>
                </p:oleObj>
              </mc:Fallback>
            </mc:AlternateContent>
          </a:graphicData>
        </a:graphic>
      </p:graphicFrame>
      <p:sp>
        <p:nvSpPr>
          <p:cNvPr id="44036" name="文本框 4"/>
          <p:cNvSpPr txBox="1"/>
          <p:nvPr/>
        </p:nvSpPr>
        <p:spPr>
          <a:xfrm>
            <a:off x="125413" y="2855913"/>
            <a:ext cx="5946775" cy="1198880"/>
          </a:xfrm>
          <a:prstGeom prst="rect">
            <a:avLst/>
          </a:prstGeom>
          <a:noFill/>
          <a:ln w="9525">
            <a:noFill/>
          </a:ln>
        </p:spPr>
        <p:txBody>
          <a:bodyPr wrap="square" anchor="t">
            <a:spAutoFit/>
          </a:bodyPr>
          <a:p>
            <a:pPr eaLnBrk="0" hangingPunct="0"/>
            <a:r>
              <a:rPr lang="en-US" altLang="zh-CN" sz="2400" dirty="0">
                <a:latin typeface="Calibri" panose="020F0502020204030204" pitchFamily="34" charset="0"/>
              </a:rPr>
              <a:t>10.</a:t>
            </a:r>
            <a:r>
              <a:rPr lang="zh-CN" altLang="en-US" sz="2400" dirty="0">
                <a:latin typeface="Calibri" panose="020F0502020204030204" pitchFamily="34" charset="0"/>
                <a:ea typeface="宋体" panose="02010600030101010101" pitchFamily="2" charset="-122"/>
              </a:rPr>
              <a:t>分析右图所示的电路为几倍压整流电路，近似估算各电容两端的电压值，并在图中标出电压的极性。</a:t>
            </a:r>
            <a:endParaRPr lang="zh-CN" altLang="en-US" sz="2400" dirty="0">
              <a:latin typeface="Calibri" panose="020F0502020204030204" pitchFamily="34" charset="0"/>
              <a:ea typeface="宋体" panose="02010600030101010101" pitchFamily="2" charset="-122"/>
            </a:endParaRPr>
          </a:p>
        </p:txBody>
      </p:sp>
      <p:graphicFrame>
        <p:nvGraphicFramePr>
          <p:cNvPr id="44037" name="对象 5"/>
          <p:cNvGraphicFramePr/>
          <p:nvPr/>
        </p:nvGraphicFramePr>
        <p:xfrm>
          <a:off x="7272338" y="2625725"/>
          <a:ext cx="3622675" cy="1963738"/>
        </p:xfrm>
        <a:graphic>
          <a:graphicData uri="http://schemas.openxmlformats.org/presentationml/2006/ole">
            <mc:AlternateContent xmlns:mc="http://schemas.openxmlformats.org/markup-compatibility/2006">
              <mc:Choice xmlns:v="urn:schemas-microsoft-com:vml" Requires="v">
                <p:oleObj spid="_x0000_s3156" name="" r:id="rId3" imgW="3619500" imgH="1962150" progId="Paint.Picture">
                  <p:embed/>
                </p:oleObj>
              </mc:Choice>
              <mc:Fallback>
                <p:oleObj name="" r:id="rId3" imgW="3619500" imgH="1962150" progId="Paint.Picture">
                  <p:embed/>
                  <p:pic>
                    <p:nvPicPr>
                      <p:cNvPr id="0" name="图片 3155"/>
                      <p:cNvPicPr/>
                      <p:nvPr/>
                    </p:nvPicPr>
                    <p:blipFill>
                      <a:blip r:embed="rId4">
                        <a:lum contrast="17998"/>
                      </a:blip>
                      <a:stretch>
                        <a:fillRect/>
                      </a:stretch>
                    </p:blipFill>
                    <p:spPr>
                      <a:xfrm>
                        <a:off x="7272338" y="2625725"/>
                        <a:ext cx="3622675" cy="1963738"/>
                      </a:xfrm>
                      <a:prstGeom prst="rect">
                        <a:avLst/>
                      </a:prstGeom>
                      <a:noFill/>
                      <a:ln w="38100">
                        <a:noFill/>
                        <a:miter/>
                      </a:ln>
                    </p:spPr>
                  </p:pic>
                </p:oleObj>
              </mc:Fallback>
            </mc:AlternateContent>
          </a:graphicData>
        </a:graphic>
      </p:graphicFrame>
      <p:sp>
        <p:nvSpPr>
          <p:cNvPr id="44038" name="Text Box 4"/>
          <p:cNvSpPr txBox="1"/>
          <p:nvPr/>
        </p:nvSpPr>
        <p:spPr>
          <a:xfrm>
            <a:off x="142875" y="4470400"/>
            <a:ext cx="5688013" cy="2232660"/>
          </a:xfrm>
          <a:prstGeom prst="rect">
            <a:avLst/>
          </a:prstGeom>
          <a:noFill/>
          <a:ln w="9525">
            <a:noFill/>
          </a:ln>
        </p:spPr>
        <p:txBody>
          <a:bodyPr wrap="square" lIns="90000" tIns="46800" rIns="90000" bIns="46800" anchor="t">
            <a:spAutoFit/>
          </a:bodyPr>
          <a:p>
            <a:pPr>
              <a:lnSpc>
                <a:spcPct val="90000"/>
              </a:lnSpc>
              <a:spcBef>
                <a:spcPct val="20000"/>
              </a:spcBef>
              <a:buFont typeface="Arial" panose="020B0604020202020204" pitchFamily="34" charset="0"/>
              <a:buNone/>
            </a:pPr>
            <a:r>
              <a:rPr lang="en-US" altLang="zh-CN" sz="2400">
                <a:latin typeface="Times New Roman" panose="02020603050405020304" pitchFamily="18" charset="0"/>
              </a:rPr>
              <a:t>11.</a:t>
            </a:r>
            <a:r>
              <a:rPr lang="zh-CN" altLang="en-US" sz="2400">
                <a:latin typeface="Times New Roman" panose="02020603050405020304" pitchFamily="18" charset="0"/>
                <a:ea typeface="宋体" panose="02010600030101010101" pitchFamily="2" charset="-122"/>
              </a:rPr>
              <a:t>在右图的稳压电路中，设</a:t>
            </a:r>
            <a:r>
              <a:rPr lang="en-US" altLang="zh-CN" sz="2400">
                <a:latin typeface="Times New Roman" panose="02020603050405020304" pitchFamily="18" charset="0"/>
              </a:rPr>
              <a:t>U</a:t>
            </a:r>
            <a:r>
              <a:rPr lang="en-US" altLang="zh-CN" sz="2400" baseline="-25000">
                <a:latin typeface="Times New Roman" panose="02020603050405020304" pitchFamily="18" charset="0"/>
              </a:rPr>
              <a:t>I</a:t>
            </a:r>
            <a:r>
              <a:rPr lang="en-US" altLang="zh-CN" sz="2400">
                <a:latin typeface="Times New Roman" panose="02020603050405020304" pitchFamily="18" charset="0"/>
              </a:rPr>
              <a:t>=30V,</a:t>
            </a:r>
            <a:r>
              <a:rPr lang="zh-CN" altLang="en-US" sz="2400">
                <a:latin typeface="Times New Roman" panose="02020603050405020304" pitchFamily="18" charset="0"/>
                <a:ea typeface="宋体" panose="02010600030101010101" pitchFamily="2" charset="-122"/>
              </a:rPr>
              <a:t>变</a:t>
            </a:r>
            <a:r>
              <a:rPr lang="zh-CN" altLang="en-US" sz="2400">
                <a:latin typeface="宋体" panose="02010600030101010101" pitchFamily="2" charset="-122"/>
                <a:ea typeface="宋体" panose="02010600030101010101" pitchFamily="2" charset="-122"/>
              </a:rPr>
              <a:t>化±</a:t>
            </a:r>
            <a:r>
              <a:rPr lang="en-US" altLang="zh-CN" sz="2400">
                <a:latin typeface="宋体" panose="02010600030101010101" pitchFamily="2" charset="-122"/>
                <a:ea typeface="宋体" panose="02010600030101010101" pitchFamily="2" charset="-122"/>
              </a:rPr>
              <a:t>10%</a:t>
            </a:r>
            <a:r>
              <a:rPr lang="zh-CN" altLang="en-US" sz="2400">
                <a:latin typeface="宋体" panose="02010600030101010101" pitchFamily="2" charset="-122"/>
                <a:ea typeface="宋体" panose="02010600030101010101" pitchFamily="2" charset="-122"/>
              </a:rPr>
              <a:t>，稳压管的稳压值为</a:t>
            </a:r>
            <a:r>
              <a:rPr lang="en-US" altLang="zh-CN" sz="2400">
                <a:latin typeface="宋体" panose="02010600030101010101" pitchFamily="2" charset="-122"/>
                <a:ea typeface="宋体" panose="02010600030101010101" pitchFamily="2" charset="-122"/>
              </a:rPr>
              <a:t>9V,</a:t>
            </a:r>
            <a:r>
              <a:rPr lang="zh-CN" altLang="en-US" sz="2400">
                <a:latin typeface="宋体" panose="02010600030101010101" pitchFamily="2" charset="-122"/>
                <a:ea typeface="宋体" panose="02010600030101010101" pitchFamily="2" charset="-122"/>
              </a:rPr>
              <a:t>动态电阻为</a:t>
            </a:r>
            <a:r>
              <a:rPr lang="en-US" altLang="zh-CN" sz="2400">
                <a:latin typeface="宋体" panose="02010600030101010101" pitchFamily="2" charset="-122"/>
                <a:ea typeface="宋体" panose="02010600030101010101" pitchFamily="2" charset="-122"/>
              </a:rPr>
              <a:t>10Ω</a:t>
            </a:r>
            <a:r>
              <a:rPr lang="zh-CN" altLang="en-US" sz="2400">
                <a:latin typeface="宋体" panose="02010600030101010101" pitchFamily="2" charset="-122"/>
                <a:ea typeface="宋体" panose="02010600030101010101" pitchFamily="2" charset="-122"/>
              </a:rPr>
              <a:t>，限流电阻为</a:t>
            </a:r>
            <a:r>
              <a:rPr lang="en-US" altLang="zh-CN" sz="2400">
                <a:latin typeface="宋体" panose="02010600030101010101" pitchFamily="2" charset="-122"/>
                <a:ea typeface="宋体" panose="02010600030101010101" pitchFamily="2" charset="-122"/>
              </a:rPr>
              <a:t>750Ω</a:t>
            </a:r>
            <a:r>
              <a:rPr lang="zh-CN" altLang="en-US" sz="2400">
                <a:latin typeface="宋体" panose="02010600030101010101" pitchFamily="2" charset="-122"/>
                <a:ea typeface="宋体" panose="02010600030101010101" pitchFamily="2" charset="-122"/>
              </a:rPr>
              <a:t>，输出电流为</a:t>
            </a:r>
            <a:r>
              <a:rPr lang="en-US" altLang="zh-CN" sz="2400">
                <a:latin typeface="宋体" panose="02010600030101010101" pitchFamily="2" charset="-122"/>
                <a:ea typeface="宋体" panose="02010600030101010101" pitchFamily="2" charset="-122"/>
              </a:rPr>
              <a:t>10mA</a:t>
            </a:r>
            <a:r>
              <a:rPr lang="zh-CN" altLang="en-US" sz="2400">
                <a:latin typeface="宋体" panose="02010600030101010101" pitchFamily="2" charset="-122"/>
                <a:ea typeface="宋体" panose="02010600030101010101" pitchFamily="2" charset="-122"/>
              </a:rPr>
              <a:t>。试求：</a:t>
            </a:r>
            <a:endParaRPr lang="zh-CN" altLang="en-US" sz="2400">
              <a:latin typeface="宋体" panose="02010600030101010101" pitchFamily="2" charset="-122"/>
              <a:ea typeface="宋体" panose="02010600030101010101" pitchFamily="2" charset="-122"/>
            </a:endParaRPr>
          </a:p>
          <a:p>
            <a:pPr>
              <a:lnSpc>
                <a:spcPct val="90000"/>
              </a:lnSpc>
              <a:spcBef>
                <a:spcPct val="20000"/>
              </a:spcBef>
              <a:buFont typeface="Arial" panose="020B0604020202020204" pitchFamily="34" charset="0"/>
              <a:buNone/>
            </a:pPr>
            <a:r>
              <a:rPr lang="en-US" altLang="zh-CN" sz="2400">
                <a:latin typeface="宋体" panose="02010600030101010101" pitchFamily="2" charset="-122"/>
                <a:ea typeface="宋体" panose="02010600030101010101" pitchFamily="2" charset="-122"/>
              </a:rPr>
              <a:t>(1)</a:t>
            </a:r>
            <a:r>
              <a:rPr lang="zh-CN" altLang="en-US" sz="2400">
                <a:latin typeface="宋体" panose="02010600030101010101" pitchFamily="2" charset="-122"/>
                <a:ea typeface="宋体" panose="02010600030101010101" pitchFamily="2" charset="-122"/>
              </a:rPr>
              <a:t>稳压电路的输出电压</a:t>
            </a:r>
            <a:r>
              <a:rPr lang="en-US" altLang="zh-CN" sz="2400">
                <a:latin typeface="宋体" panose="02010600030101010101" pitchFamily="2" charset="-122"/>
                <a:ea typeface="宋体" panose="02010600030101010101" pitchFamily="2" charset="-122"/>
              </a:rPr>
              <a:t>U</a:t>
            </a:r>
            <a:r>
              <a:rPr lang="en-US" altLang="zh-CN" sz="2400" baseline="-25000">
                <a:latin typeface="宋体" panose="02010600030101010101" pitchFamily="2" charset="-122"/>
                <a:ea typeface="宋体" panose="02010600030101010101" pitchFamily="2" charset="-122"/>
              </a:rPr>
              <a:t>O</a:t>
            </a:r>
            <a:r>
              <a:rPr lang="zh-CN" altLang="en-US" sz="2400">
                <a:latin typeface="宋体" panose="02010600030101010101" pitchFamily="2" charset="-122"/>
                <a:ea typeface="宋体" panose="02010600030101010101" pitchFamily="2" charset="-122"/>
              </a:rPr>
              <a:t>和输出电阻</a:t>
            </a:r>
            <a:r>
              <a:rPr lang="en-US" altLang="zh-CN" sz="2400">
                <a:latin typeface="宋体" panose="02010600030101010101" pitchFamily="2" charset="-122"/>
                <a:ea typeface="宋体" panose="02010600030101010101" pitchFamily="2" charset="-122"/>
              </a:rPr>
              <a:t>R</a:t>
            </a:r>
            <a:r>
              <a:rPr lang="en-US" altLang="zh-CN" sz="2400" baseline="-25000">
                <a:latin typeface="宋体" panose="02010600030101010101" pitchFamily="2" charset="-122"/>
                <a:ea typeface="宋体" panose="02010600030101010101" pitchFamily="2" charset="-122"/>
              </a:rPr>
              <a:t>O</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宋体" panose="02010600030101010101" pitchFamily="2" charset="-122"/>
            </a:endParaRPr>
          </a:p>
          <a:p>
            <a:pPr>
              <a:lnSpc>
                <a:spcPct val="90000"/>
              </a:lnSpc>
              <a:spcBef>
                <a:spcPct val="20000"/>
              </a:spcBef>
              <a:buFont typeface="Arial" panose="020B0604020202020204" pitchFamily="34" charset="0"/>
              <a:buNone/>
            </a:pPr>
            <a:r>
              <a:rPr lang="en-US" altLang="zh-CN" sz="2400">
                <a:latin typeface="宋体" panose="02010600030101010101" pitchFamily="2" charset="-122"/>
                <a:ea typeface="宋体" panose="02010600030101010101" pitchFamily="2" charset="-122"/>
              </a:rPr>
              <a:t>(2)</a:t>
            </a:r>
            <a:r>
              <a:rPr lang="zh-CN" altLang="en-US" sz="2400">
                <a:latin typeface="宋体" panose="02010600030101010101" pitchFamily="2" charset="-122"/>
                <a:ea typeface="宋体" panose="02010600030101010101" pitchFamily="2" charset="-122"/>
              </a:rPr>
              <a:t>稳压系数</a:t>
            </a:r>
            <a:r>
              <a:rPr lang="en-US" altLang="zh-CN" sz="2400">
                <a:latin typeface="宋体" panose="02010600030101010101" pitchFamily="2" charset="-122"/>
                <a:ea typeface="宋体" panose="02010600030101010101" pitchFamily="2" charset="-122"/>
              </a:rPr>
              <a:t>S</a:t>
            </a:r>
            <a:r>
              <a:rPr lang="en-US" altLang="zh-CN" sz="2400" baseline="-25000">
                <a:latin typeface="宋体" panose="02010600030101010101" pitchFamily="2" charset="-122"/>
                <a:ea typeface="宋体" panose="02010600030101010101" pitchFamily="2" charset="-122"/>
              </a:rPr>
              <a:t>r</a:t>
            </a:r>
            <a:r>
              <a:rPr lang="zh-CN" altLang="en-US" sz="2400">
                <a:latin typeface="宋体" panose="02010600030101010101" pitchFamily="2" charset="-122"/>
                <a:ea typeface="宋体" panose="02010600030101010101" pitchFamily="2" charset="-122"/>
              </a:rPr>
              <a:t>。</a:t>
            </a:r>
            <a:endParaRPr lang="zh-CN" altLang="en-US" sz="2400">
              <a:latin typeface="宋体" panose="02010600030101010101" pitchFamily="2" charset="-122"/>
              <a:ea typeface="宋体" panose="02010600030101010101" pitchFamily="2" charset="-122"/>
            </a:endParaRPr>
          </a:p>
        </p:txBody>
      </p:sp>
      <p:graphicFrame>
        <p:nvGraphicFramePr>
          <p:cNvPr id="44039" name="Object 3"/>
          <p:cNvGraphicFramePr>
            <a:graphicFrameLocks noChangeAspect="1"/>
          </p:cNvGraphicFramePr>
          <p:nvPr/>
        </p:nvGraphicFramePr>
        <p:xfrm>
          <a:off x="6072188" y="4664075"/>
          <a:ext cx="5472112" cy="1846263"/>
        </p:xfrm>
        <a:graphic>
          <a:graphicData uri="http://schemas.openxmlformats.org/presentationml/2006/ole">
            <mc:AlternateContent xmlns:mc="http://schemas.openxmlformats.org/markup-compatibility/2006">
              <mc:Choice xmlns:v="urn:schemas-microsoft-com:vml" Requires="v">
                <p:oleObj spid="_x0000_s3158" name="" r:id="rId5" imgW="17706975" imgH="6686550" progId="MSPhotoEd.3">
                  <p:embed/>
                </p:oleObj>
              </mc:Choice>
              <mc:Fallback>
                <p:oleObj name="" r:id="rId5" imgW="17706975" imgH="6686550" progId="MSPhotoEd.3">
                  <p:embed/>
                  <p:pic>
                    <p:nvPicPr>
                      <p:cNvPr id="0" name="图片 3157"/>
                      <p:cNvPicPr/>
                      <p:nvPr/>
                    </p:nvPicPr>
                    <p:blipFill>
                      <a:blip r:embed="rId6"/>
                      <a:srcRect b="10620"/>
                      <a:stretch>
                        <a:fillRect/>
                      </a:stretch>
                    </p:blipFill>
                    <p:spPr>
                      <a:xfrm>
                        <a:off x="6072188" y="4664075"/>
                        <a:ext cx="5472112" cy="1846263"/>
                      </a:xfrm>
                      <a:prstGeom prst="rect">
                        <a:avLst/>
                      </a:prstGeom>
                      <a:noFill/>
                      <a:ln w="38100">
                        <a:noFill/>
                        <a:miter/>
                      </a:ln>
                    </p:spPr>
                  </p:pic>
                </p:oleObj>
              </mc:Fallback>
            </mc:AlternateContent>
          </a:graphicData>
        </a:graphic>
      </p:graphicFrame>
    </p:spTree>
  </p:cSld>
  <p:clrMapOvr>
    <a:masterClrMapping/>
  </p:clrMapOvr>
</p:sld>
</file>

<file path=ppt/theme/theme1.xml><?xml version="1.0" encoding="utf-8"?>
<a:theme xmlns:a="http://schemas.openxmlformats.org/drawingml/2006/main" name="New Building">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New Building</Template>
  <TotalTime>0</TotalTime>
  <Words>1637</Words>
  <Application>WPS 演示</Application>
  <PresentationFormat>宽屏</PresentationFormat>
  <Paragraphs>179</Paragraphs>
  <Slides>24</Slides>
  <Notes>10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83</vt:i4>
      </vt:variant>
      <vt:variant>
        <vt:lpstr>幻灯片标题</vt:lpstr>
      </vt:variant>
      <vt:variant>
        <vt:i4>24</vt:i4>
      </vt:variant>
    </vt:vector>
  </HeadingPairs>
  <TitlesOfParts>
    <vt:vector size="117" baseType="lpstr">
      <vt:lpstr>Arial</vt:lpstr>
      <vt:lpstr>宋体</vt:lpstr>
      <vt:lpstr>Wingdings</vt:lpstr>
      <vt:lpstr>Calibri</vt:lpstr>
      <vt:lpstr>Calibri Light</vt:lpstr>
      <vt:lpstr>黑体</vt:lpstr>
      <vt:lpstr>Times New Roman</vt:lpstr>
      <vt:lpstr>微软雅黑</vt:lpstr>
      <vt:lpstr>Arial Unicode MS</vt:lpstr>
      <vt:lpstr>New Building</vt:lpstr>
      <vt:lpstr>MSPhotoEd.3</vt:lpstr>
      <vt:lpstr>Equation.3</vt:lpstr>
      <vt:lpstr>Equation.3</vt:lpstr>
      <vt:lpstr>Equation.3</vt:lpstr>
      <vt:lpstr>Equation.3</vt:lpstr>
      <vt:lpstr>Equation.3</vt:lpstr>
      <vt:lpstr>Equation.3</vt:lpstr>
      <vt:lpstr>Equation.3</vt:lpstr>
      <vt:lpstr>Equation.3</vt:lpstr>
      <vt:lpstr>Equation.3</vt:lpstr>
      <vt:lpstr>MSPhotoEd.3</vt:lpstr>
      <vt:lpstr>MSPhotoEd.3</vt:lpstr>
      <vt:lpstr>Equation.3</vt:lpstr>
      <vt:lpstr>Equation.3</vt:lpstr>
      <vt:lpstr>Equation.DSMT4</vt:lpstr>
      <vt:lpstr>Equation.3</vt:lpstr>
      <vt:lpstr>Equation.3</vt:lpstr>
      <vt:lpstr>Equation.3</vt:lpstr>
      <vt:lpstr>MSPhotoEd.3</vt:lpstr>
      <vt:lpstr>Equation.3</vt:lpstr>
      <vt:lpstr>Equation.3</vt:lpstr>
      <vt:lpstr>Equation.3</vt:lpstr>
      <vt:lpstr>MSPhotoEd.3</vt:lpstr>
      <vt:lpstr>Equation.3</vt:lpstr>
      <vt:lpstr>Visio.Drawing.5</vt:lpstr>
      <vt:lpstr>Visio.Drawing.5</vt:lpstr>
      <vt:lpstr>MSPhotoEd.3</vt:lpstr>
      <vt:lpstr>Equation.3</vt:lpstr>
      <vt:lpstr>Equation.3</vt:lpstr>
      <vt:lpstr>Equation.3</vt:lpstr>
      <vt:lpstr>MSPhotoEd.3</vt:lpstr>
      <vt:lpstr>MSPhotoEd.3</vt:lpstr>
      <vt:lpstr>MSPhotoEd.3</vt:lpstr>
      <vt:lpstr>MSPhotoEd.3</vt:lpstr>
      <vt:lpstr>Equation.3</vt:lpstr>
      <vt:lpstr>Equation.3</vt:lpstr>
      <vt:lpstr>Equation.3</vt:lpstr>
      <vt:lpstr>MSPhotoEd.3</vt:lpstr>
      <vt:lpstr>MSPhotoEd.3</vt:lpstr>
      <vt:lpstr>Equation.3</vt:lpstr>
      <vt:lpstr>Equation.3</vt:lpstr>
      <vt:lpstr>MSPhotoEd.3</vt:lpstr>
      <vt:lpstr>Equation.3</vt:lpstr>
      <vt:lpstr>Equation.3</vt:lpstr>
      <vt:lpstr>MSPhotoEd.3</vt:lpstr>
      <vt:lpstr>Equation.3</vt:lpstr>
      <vt:lpstr>MSPhotoEd.3</vt:lpstr>
      <vt:lpstr>MSPhotoEd.3</vt:lpstr>
      <vt:lpstr>Equation.3</vt:lpstr>
      <vt:lpstr>Equation.3</vt:lpstr>
      <vt:lpstr>Equation.3</vt:lpstr>
      <vt:lpstr>MSPhotoEd.3</vt:lpstr>
      <vt:lpstr>Equation.3</vt:lpstr>
      <vt:lpstr>Equation.3</vt:lpstr>
      <vt:lpstr>Equation.3</vt:lpstr>
      <vt:lpstr>MSPhotoEd.3</vt:lpstr>
      <vt:lpstr>Equation.3</vt:lpstr>
      <vt:lpstr>Equation.3</vt:lpstr>
      <vt:lpstr>Equation.3</vt:lpstr>
      <vt:lpstr>Equation.3</vt:lpstr>
      <vt:lpstr>Equation.3</vt:lpstr>
      <vt:lpstr>Equation.3</vt:lpstr>
      <vt:lpstr>Equation.3</vt:lpstr>
      <vt:lpstr>Equation.3</vt:lpstr>
      <vt:lpstr>Equation.3</vt:lpstr>
      <vt:lpstr>Paint.Picture</vt:lpstr>
      <vt:lpstr>MSPhotoEd.3</vt:lpstr>
      <vt:lpstr>Equation.3</vt:lpstr>
      <vt:lpstr>Equation.3</vt:lpstr>
      <vt:lpstr>Equation.3</vt:lpstr>
      <vt:lpstr>Equation.3</vt:lpstr>
      <vt:lpstr>Equation.3</vt:lpstr>
      <vt:lpstr>MSPhotoEd.3</vt:lpstr>
      <vt:lpstr>MSPhotoEd.3</vt:lpstr>
      <vt:lpstr>MSPhotoEd.3</vt:lpstr>
      <vt:lpstr>MSPhotoEd.3</vt:lpstr>
      <vt:lpstr>Equation.3</vt:lpstr>
      <vt:lpstr>MSPhotoEd.3</vt:lpstr>
      <vt:lpstr>Equation.3</vt:lpstr>
      <vt:lpstr>Paint.Picture</vt:lpstr>
      <vt:lpstr>Paint.Picture</vt:lpstr>
      <vt:lpstr>MSPhotoEd.3</vt:lpstr>
      <vt:lpstr>Equation.3</vt:lpstr>
      <vt:lpstr>PowerPoint 演示文稿</vt:lpstr>
      <vt:lpstr>五、稳压管构成的简单稳压电路</vt:lpstr>
      <vt:lpstr>一、直流电源组成概述</vt:lpstr>
      <vt:lpstr>PowerPoint 演示文稿</vt:lpstr>
      <vt:lpstr>PowerPoint 演示文稿</vt:lpstr>
      <vt:lpstr>PowerPoint 演示文稿</vt:lpstr>
      <vt:lpstr>直流电源的组成及各部分的作用</vt:lpstr>
      <vt:lpstr>二、单相整流电路</vt:lpstr>
      <vt:lpstr>(一)对整流电路要研究的问题</vt:lpstr>
      <vt:lpstr>(二)单相半波整流电路</vt:lpstr>
      <vt:lpstr>2. UO（AV）和IL（AV）的估算 </vt:lpstr>
      <vt:lpstr>（三）单相桥式整流电路</vt:lpstr>
      <vt:lpstr>2.输出电压和电流平均值的估算</vt:lpstr>
      <vt:lpstr>3. 二极管的选择</vt:lpstr>
      <vt:lpstr>三、滤波电路</vt:lpstr>
      <vt:lpstr>(一)电容滤波电路</vt:lpstr>
      <vt:lpstr>2.二极管的导通角</vt:lpstr>
      <vt:lpstr> 3.电容的选择及UO（AV）的估算</vt:lpstr>
      <vt:lpstr>(二)电感滤波电路</vt:lpstr>
      <vt:lpstr>四、倍压整流电路</vt:lpstr>
      <vt:lpstr>PowerPoint 演示文稿</vt:lpstr>
      <vt:lpstr>五、稳压管构成的简单稳压电路</vt:lpstr>
      <vt:lpstr>2.稳压电路的主要指标</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Jingmeng Liu</dc:creator>
  <cp:lastModifiedBy>Administrator</cp:lastModifiedBy>
  <cp:revision>803</cp:revision>
  <cp:lastPrinted>2016-11-27T13:54:00Z</cp:lastPrinted>
  <dcterms:created xsi:type="dcterms:W3CDTF">2016-03-01T08:03:00Z</dcterms:created>
  <dcterms:modified xsi:type="dcterms:W3CDTF">2019-09-26T10:08:24Z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