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bmp" ContentType="image/bmp"/>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40"/>
  </p:handoutMasterIdLst>
  <p:sldIdLst>
    <p:sldId id="257" r:id="rId3"/>
    <p:sldId id="258" r:id="rId4"/>
    <p:sldId id="259" r:id="rId5"/>
    <p:sldId id="260" r:id="rId6"/>
    <p:sldId id="304" r:id="rId7"/>
    <p:sldId id="261" r:id="rId8"/>
    <p:sldId id="272" r:id="rId9"/>
    <p:sldId id="273" r:id="rId10"/>
    <p:sldId id="276" r:id="rId11"/>
    <p:sldId id="274" r:id="rId12"/>
    <p:sldId id="275" r:id="rId13"/>
    <p:sldId id="277" r:id="rId14"/>
    <p:sldId id="278" r:id="rId15"/>
    <p:sldId id="279" r:id="rId16"/>
    <p:sldId id="280" r:id="rId17"/>
    <p:sldId id="335" r:id="rId18"/>
    <p:sldId id="336" r:id="rId19"/>
    <p:sldId id="337" r:id="rId20"/>
    <p:sldId id="338" r:id="rId21"/>
    <p:sldId id="339" r:id="rId22"/>
    <p:sldId id="340" r:id="rId23"/>
    <p:sldId id="341" r:id="rId24"/>
    <p:sldId id="342" r:id="rId25"/>
    <p:sldId id="343" r:id="rId26"/>
    <p:sldId id="344" r:id="rId27"/>
    <p:sldId id="345" r:id="rId28"/>
    <p:sldId id="346" r:id="rId29"/>
    <p:sldId id="347" r:id="rId30"/>
    <p:sldId id="348" r:id="rId31"/>
    <p:sldId id="349" r:id="rId32"/>
    <p:sldId id="350" r:id="rId33"/>
    <p:sldId id="351" r:id="rId34"/>
    <p:sldId id="352" r:id="rId35"/>
    <p:sldId id="353" r:id="rId36"/>
    <p:sldId id="354" r:id="rId37"/>
    <p:sldId id="355" r:id="rId38"/>
  </p:sldIdLst>
  <p:sldSz cx="9144000" cy="6858000" type="screen4x3"/>
  <p:notesSz cx="6761480" cy="9931400"/>
  <p:defaultTextStyle>
    <a:defPPr>
      <a:defRPr lang="zh-CN"/>
    </a:defPPr>
    <a:lvl1pPr marL="0" lvl="0"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F3D"/>
    <a:srgbClr val="FFFF99"/>
    <a:srgbClr val="FF66FF"/>
    <a:srgbClr val="0000DC"/>
    <a:srgbClr val="9B9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7489"/>
    <p:restoredTop sz="94724"/>
  </p:normalViewPr>
  <p:slideViewPr>
    <p:cSldViewPr snapToGrid="0" showGuides="1">
      <p:cViewPr>
        <p:scale>
          <a:sx n="55" d="100"/>
          <a:sy n="55" d="100"/>
        </p:scale>
        <p:origin x="-1698" y="-780"/>
      </p:cViewPr>
      <p:guideLst>
        <p:guide orient="horz" pos="2103"/>
        <p:guide pos="287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 Target="slides/slide2.xml"/><Relationship Id="rId39" Type="http://schemas.openxmlformats.org/officeDocument/2006/relationships/notesMaster" Target="notesMasters/notesMaster1.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5" Type="http://schemas.openxmlformats.org/officeDocument/2006/relationships/image" Target="../media/image11.emf"/><Relationship Id="rId4" Type="http://schemas.openxmlformats.org/officeDocument/2006/relationships/image" Target="../media/image10.emf"/><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6" Type="http://schemas.openxmlformats.org/officeDocument/2006/relationships/image" Target="../media/image22.wmf"/><Relationship Id="rId5" Type="http://schemas.openxmlformats.org/officeDocument/2006/relationships/image" Target="../media/image21.emf"/><Relationship Id="rId4" Type="http://schemas.openxmlformats.org/officeDocument/2006/relationships/image" Target="../media/image20.e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7.vml.rels><?xml version="1.0" encoding="UTF-8" standalone="yes"?>
<Relationships xmlns="http://schemas.openxmlformats.org/package/2006/relationships"><Relationship Id="rId9" Type="http://schemas.openxmlformats.org/officeDocument/2006/relationships/image" Target="../media/image33.emf"/><Relationship Id="rId8" Type="http://schemas.openxmlformats.org/officeDocument/2006/relationships/image" Target="../media/image32.emf"/><Relationship Id="rId7" Type="http://schemas.openxmlformats.org/officeDocument/2006/relationships/image" Target="../media/image31.wmf"/><Relationship Id="rId6" Type="http://schemas.openxmlformats.org/officeDocument/2006/relationships/image" Target="../media/image34.bmp"/><Relationship Id="rId5" Type="http://schemas.openxmlformats.org/officeDocument/2006/relationships/image" Target="../media/image30.wmf"/><Relationship Id="rId4" Type="http://schemas.openxmlformats.org/officeDocument/2006/relationships/image" Target="../media/image29.wmf"/><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image" Target="../media/image26.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7.png"/></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3052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smtClean="0">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sz="quarter" idx="1"/>
          </p:nvPr>
        </p:nvSpPr>
        <p:spPr bwMode="auto">
          <a:xfrm>
            <a:off x="3830638" y="0"/>
            <a:ext cx="293052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smtClean="0">
                <a:solidFill>
                  <a:schemeClr val="tx2"/>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ChangeArrowheads="1"/>
          </p:cNvSpPr>
          <p:nvPr>
            <p:ph type="ftr" sz="quarter" idx="2"/>
          </p:nvPr>
        </p:nvSpPr>
        <p:spPr bwMode="auto">
          <a:xfrm>
            <a:off x="0" y="9434513"/>
            <a:ext cx="293052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smtClean="0">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sldNum" sz="quarter" idx="3"/>
          </p:nvPr>
        </p:nvSpPr>
        <p:spPr bwMode="auto">
          <a:xfrm>
            <a:off x="3830638" y="9434513"/>
            <a:ext cx="293052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
            <a:pPr lvl="0" algn="r" eaLnBrk="1" fontAlgn="base" hangingPunct="1"/>
            <a:fld id="{9A0DB2DC-4C9A-4742-B13C-FB6460FD3503}" type="slidenum">
              <a:rPr lang="en-US" altLang="zh-CN" sz="1200" strike="noStrike" noProof="1">
                <a:solidFill>
                  <a:schemeClr val="tx2"/>
                </a:solidFill>
                <a:latin typeface="Times New Roman" panose="02020603050405020304" pitchFamily="18" charset="0"/>
                <a:ea typeface="宋体" panose="02010600030101010101" pitchFamily="2" charset="-122"/>
                <a:cs typeface="+mn-ea"/>
              </a:rPr>
            </a:fld>
            <a:endParaRPr lang="en-US" altLang="zh-CN" sz="1200" strike="noStrike" noProof="1">
              <a:solidFill>
                <a:schemeClr val="tx2"/>
              </a:solidFill>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60418" name="Rectangle 2"/>
          <p:cNvSpPr>
            <a:spLocks noGrp="1" noChangeArrowheads="1"/>
          </p:cNvSpPr>
          <p:nvPr>
            <p:ph type="hdr" sz="quarter"/>
          </p:nvPr>
        </p:nvSpPr>
        <p:spPr bwMode="auto">
          <a:xfrm>
            <a:off x="0" y="0"/>
            <a:ext cx="2895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60419" name="Rectangle 3"/>
          <p:cNvSpPr>
            <a:spLocks noGrp="1" noChangeArrowheads="1"/>
          </p:cNvSpPr>
          <p:nvPr>
            <p:ph type="dt" idx="1"/>
          </p:nvPr>
        </p:nvSpPr>
        <p:spPr bwMode="auto">
          <a:xfrm>
            <a:off x="3810000" y="0"/>
            <a:ext cx="2971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TextEdit="1"/>
          </p:cNvSpPr>
          <p:nvPr>
            <p:ph type="sldImg"/>
          </p:nvPr>
        </p:nvSpPr>
        <p:spPr>
          <a:xfrm>
            <a:off x="901700" y="762000"/>
            <a:ext cx="4978400" cy="3733800"/>
          </a:xfrm>
          <a:prstGeom prst="rect">
            <a:avLst/>
          </a:prstGeom>
          <a:noFill/>
          <a:ln w="9525" cap="flat" cmpd="sng">
            <a:solidFill>
              <a:srgbClr val="000000"/>
            </a:solidFill>
            <a:prstDash val="solid"/>
            <a:miter/>
            <a:headEnd type="none" w="med" len="med"/>
            <a:tailEnd type="none" w="med" len="med"/>
          </a:ln>
        </p:spPr>
      </p:sp>
      <p:sp>
        <p:nvSpPr>
          <p:cNvPr id="60421" name="Rectangle 5"/>
          <p:cNvSpPr>
            <a:spLocks noGrp="1" noChangeArrowheads="1"/>
          </p:cNvSpPr>
          <p:nvPr>
            <p:ph type="body" sz="quarter" idx="3"/>
          </p:nvPr>
        </p:nvSpPr>
        <p:spPr bwMode="auto">
          <a:xfrm>
            <a:off x="914400" y="4724400"/>
            <a:ext cx="49530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422" name="Rectangle 6"/>
          <p:cNvSpPr>
            <a:spLocks noGrp="1" noChangeArrowheads="1"/>
          </p:cNvSpPr>
          <p:nvPr>
            <p:ph type="ftr" sz="quarter" idx="4"/>
          </p:nvPr>
        </p:nvSpPr>
        <p:spPr bwMode="auto">
          <a:xfrm>
            <a:off x="0" y="9448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60423" name="Rectangle 7"/>
          <p:cNvSpPr>
            <a:spLocks noGrp="1" noChangeArrowheads="1"/>
          </p:cNvSpPr>
          <p:nvPr>
            <p:ph type="sldNum" sz="quarter" idx="5"/>
          </p:nvPr>
        </p:nvSpPr>
        <p:spPr bwMode="auto">
          <a:xfrm>
            <a:off x="3810000" y="9448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
            <a:pPr lvl="0" algn="r" eaLnBrk="1" fontAlgn="base" hangingPunct="1"/>
            <a:fld id="{9A0DB2DC-4C9A-4742-B13C-FB6460FD3503}" type="slidenum">
              <a:rPr lang="en-US" altLang="zh-CN" sz="1200" strike="noStrike" noProof="1" dirty="0">
                <a:latin typeface="Times New Roman" panose="02020603050405020304" pitchFamily="18" charset="0"/>
                <a:ea typeface="宋体" panose="02010600030101010101" pitchFamily="2" charset="-122"/>
                <a:cs typeface="+mn-ea"/>
              </a:rPr>
            </a:fld>
            <a:endParaRPr lang="en-US" altLang="zh-CN"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rgbClr val="000078"/>
            </a:gs>
            <a:gs pos="100000">
              <a:srgbClr val="0000C8"/>
            </a:gs>
          </a:gsLst>
          <a:lin ang="2700000" scaled="1"/>
          <a:tileRect/>
        </a:gradFill>
        <a:effectLst/>
      </p:bgPr>
    </p:bg>
    <p:spTree>
      <p:nvGrpSpPr>
        <p:cNvPr id="1" name=""/>
        <p:cNvGrpSpPr/>
        <p:nvPr/>
      </p:nvGrpSpPr>
      <p:grpSpPr>
        <a:xfrm>
          <a:off x="0" y="0"/>
          <a:ext cx="0" cy="0"/>
          <a:chOff x="0" y="0"/>
          <a:chExt cx="0" cy="0"/>
        </a:xfrm>
      </p:grpSpPr>
      <p:grpSp>
        <p:nvGrpSpPr>
          <p:cNvPr id="2050" name="Group 2"/>
          <p:cNvGrpSpPr/>
          <p:nvPr/>
        </p:nvGrpSpPr>
        <p:grpSpPr>
          <a:xfrm>
            <a:off x="0" y="2438400"/>
            <a:ext cx="9009063" cy="1052513"/>
            <a:chOff x="0" y="1536"/>
            <a:chExt cx="5675" cy="663"/>
          </a:xfrm>
        </p:grpSpPr>
        <p:grpSp>
          <p:nvGrpSpPr>
            <p:cNvPr id="2051" name="Group 3"/>
            <p:cNvGrpSpPr/>
            <p:nvPr/>
          </p:nvGrpSpPr>
          <p:grpSpPr>
            <a:xfrm>
              <a:off x="183" y="1604"/>
              <a:ext cx="448" cy="299"/>
              <a:chOff x="720" y="336"/>
              <a:chExt cx="624" cy="432"/>
            </a:xfrm>
          </p:grpSpPr>
          <p:sp>
            <p:nvSpPr>
              <p:cNvPr id="2052" name="Rectangle 4"/>
              <p:cNvSpPr/>
              <p:nvPr/>
            </p:nvSpPr>
            <p:spPr>
              <a:xfrm>
                <a:off x="720" y="336"/>
                <a:ext cx="384" cy="432"/>
              </a:xfrm>
              <a:prstGeom prst="rect">
                <a:avLst/>
              </a:prstGeom>
              <a:solidFill>
                <a:schemeClr val="folHlink"/>
              </a:solidFill>
              <a:ln w="9525">
                <a:noFill/>
              </a:ln>
            </p:spPr>
            <p:txBody>
              <a:bodyPr wrap="none" anchor="ctr"/>
              <a:p>
                <a:pPr lvl="0" indent="0"/>
                <a:endParaRPr lang="zh-CN" altLang="en-US" dirty="0">
                  <a:latin typeface="Times New Roman" panose="02020603050405020304" pitchFamily="18" charset="0"/>
                  <a:ea typeface="宋体" panose="02010600030101010101" pitchFamily="2" charset="-122"/>
                </a:endParaRPr>
              </a:p>
            </p:txBody>
          </p:sp>
          <p:sp>
            <p:nvSpPr>
              <p:cNvPr id="2053" name="Rectangle 5"/>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wrap="none" anchor="ctr"/>
              <a:p>
                <a:pPr lvl="0" indent="0"/>
                <a:endParaRPr lang="zh-CN" altLang="en-US" dirty="0">
                  <a:latin typeface="Times New Roman" panose="02020603050405020304" pitchFamily="18" charset="0"/>
                  <a:ea typeface="宋体" panose="02010600030101010101" pitchFamily="2" charset="-122"/>
                </a:endParaRPr>
              </a:p>
            </p:txBody>
          </p:sp>
        </p:grpSp>
        <p:grpSp>
          <p:nvGrpSpPr>
            <p:cNvPr id="2054" name="Group 6"/>
            <p:cNvGrpSpPr/>
            <p:nvPr/>
          </p:nvGrpSpPr>
          <p:grpSpPr>
            <a:xfrm>
              <a:off x="261" y="1870"/>
              <a:ext cx="465" cy="299"/>
              <a:chOff x="912" y="2640"/>
              <a:chExt cx="672" cy="432"/>
            </a:xfrm>
          </p:grpSpPr>
          <p:sp>
            <p:nvSpPr>
              <p:cNvPr id="2055" name="Rectangle 7"/>
              <p:cNvSpPr/>
              <p:nvPr/>
            </p:nvSpPr>
            <p:spPr>
              <a:xfrm>
                <a:off x="912" y="2640"/>
                <a:ext cx="384" cy="432"/>
              </a:xfrm>
              <a:prstGeom prst="rect">
                <a:avLst/>
              </a:prstGeom>
              <a:solidFill>
                <a:schemeClr val="accent2"/>
              </a:solidFill>
              <a:ln w="9525">
                <a:noFill/>
              </a:ln>
            </p:spPr>
            <p:txBody>
              <a:bodyPr wrap="none" anchor="ctr"/>
              <a:p>
                <a:pPr lvl="0" indent="0"/>
                <a:endParaRPr lang="zh-CN" altLang="en-US" dirty="0">
                  <a:latin typeface="Times New Roman" panose="02020603050405020304" pitchFamily="18" charset="0"/>
                  <a:ea typeface="宋体" panose="02010600030101010101" pitchFamily="2" charset="-122"/>
                </a:endParaRPr>
              </a:p>
            </p:txBody>
          </p:sp>
          <p:sp>
            <p:nvSpPr>
              <p:cNvPr id="2056" name="Rectangle 8"/>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wrap="none" anchor="ctr"/>
              <a:p>
                <a:pPr lvl="0" indent="0"/>
                <a:endParaRPr lang="zh-CN" altLang="en-US" dirty="0">
                  <a:latin typeface="Times New Roman" panose="02020603050405020304" pitchFamily="18" charset="0"/>
                  <a:ea typeface="宋体" panose="02010600030101010101" pitchFamily="2" charset="-122"/>
                </a:endParaRPr>
              </a:p>
            </p:txBody>
          </p:sp>
        </p:grpSp>
        <p:sp>
          <p:nvSpPr>
            <p:cNvPr id="2057" name="Rectangle 9"/>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wrap="none" anchor="ctr"/>
            <a:p>
              <a:pPr lvl="0" indent="0"/>
              <a:endParaRPr lang="zh-CN" altLang="en-US" dirty="0">
                <a:latin typeface="Times New Roman" panose="02020603050405020304" pitchFamily="18" charset="0"/>
                <a:ea typeface="宋体" panose="02010600030101010101" pitchFamily="2" charset="-122"/>
              </a:endParaRPr>
            </a:p>
          </p:txBody>
        </p:sp>
        <p:sp>
          <p:nvSpPr>
            <p:cNvPr id="2058" name="Rectangle 10"/>
            <p:cNvSpPr/>
            <p:nvPr/>
          </p:nvSpPr>
          <p:spPr>
            <a:xfrm>
              <a:off x="400" y="1536"/>
              <a:ext cx="20" cy="663"/>
            </a:xfrm>
            <a:prstGeom prst="rect">
              <a:avLst/>
            </a:prstGeom>
            <a:solidFill>
              <a:schemeClr val="bg2"/>
            </a:solidFill>
            <a:ln w="9525">
              <a:noFill/>
            </a:ln>
          </p:spPr>
          <p:txBody>
            <a:bodyPr wrap="none" anchor="ctr"/>
            <a:p>
              <a:pPr lvl="0" indent="0"/>
              <a:endParaRPr lang="zh-CN" altLang="en-US" dirty="0">
                <a:latin typeface="Times New Roman" panose="02020603050405020304" pitchFamily="18" charset="0"/>
                <a:ea typeface="宋体" panose="02010600030101010101" pitchFamily="2" charset="-122"/>
              </a:endParaRPr>
            </a:p>
          </p:txBody>
        </p:sp>
        <p:sp>
          <p:nvSpPr>
            <p:cNvPr id="2059" name="Rectangle 11"/>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wrap="none" anchor="ctr"/>
            <a:p>
              <a:pPr lvl="0" indent="0"/>
              <a:endParaRPr lang="zh-CN" altLang="en-US" dirty="0">
                <a:latin typeface="Times New Roman" panose="02020603050405020304" pitchFamily="18" charset="0"/>
                <a:ea typeface="宋体" panose="02010600030101010101" pitchFamily="2" charset="-122"/>
              </a:endParaRPr>
            </a:p>
          </p:txBody>
        </p:sp>
      </p:grpSp>
      <p:sp>
        <p:nvSpPr>
          <p:cNvPr id="16396" name="Rectangle 12"/>
          <p:cNvSpPr>
            <a:spLocks noGrp="1" noChangeArrowheads="1"/>
          </p:cNvSpPr>
          <p:nvPr>
            <p:ph type="ctrTitle"/>
          </p:nvPr>
        </p:nvSpPr>
        <p:spPr>
          <a:xfrm>
            <a:off x="990600" y="1828800"/>
            <a:ext cx="7772400" cy="1143000"/>
          </a:xfrm>
        </p:spPr>
        <p:txBody>
          <a:bodyPr/>
          <a:lstStyle>
            <a:lvl1pPr>
              <a:defRPr/>
            </a:lvl1pPr>
          </a:lstStyle>
          <a:p>
            <a:pPr lvl="0" fontAlgn="base"/>
            <a:r>
              <a:rPr lang="zh-CN" altLang="en-US" strike="noStrike" noProof="0" smtClean="0"/>
              <a:t>单击此处编辑母版标题样式</a:t>
            </a:r>
            <a:endParaRPr lang="zh-CN" altLang="en-US" strike="noStrike" noProof="0" smtClean="0"/>
          </a:p>
        </p:txBody>
      </p:sp>
      <p:sp>
        <p:nvSpPr>
          <p:cNvPr id="16397"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fontAlgn="base"/>
            <a:r>
              <a:rPr lang="zh-CN" altLang="en-US" strike="noStrike" noProof="0" smtClean="0"/>
              <a:t>单击此处编辑母版副标题样式</a:t>
            </a:r>
            <a:endParaRPr lang="zh-CN" altLang="en-US" strike="noStrike" noProof="0" smtClean="0"/>
          </a:p>
        </p:txBody>
      </p:sp>
      <p:sp>
        <p:nvSpPr>
          <p:cNvPr id="24" name="Rectangle 14"/>
          <p:cNvSpPr>
            <a:spLocks noGrp="1" noChangeArrowheads="1"/>
          </p:cNvSpPr>
          <p:nvPr>
            <p:ph type="dt" sz="half" idx="2"/>
          </p:nvPr>
        </p:nvSpPr>
        <p:spPr bwMode="auto">
          <a:xfrm>
            <a:off x="9906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mtClean="0">
                <a:solidFill>
                  <a:schemeClr val="bg2"/>
                </a:solidFill>
              </a:defRPr>
            </a:lvl1pPr>
          </a:lstStyle>
          <a:p>
            <a:pPr marL="0" marR="0" indent="0" algn="l" defTabSz="914400" rtl="0" eaLnBrk="1" fontAlgn="base" latinLnBrk="0" hangingPunct="1">
              <a:lnSpc>
                <a:spcPct val="100000"/>
              </a:lnSpc>
              <a:spcBef>
                <a:spcPct val="0"/>
              </a:spcBef>
              <a:spcAft>
                <a:spcPct val="0"/>
              </a:spcAft>
              <a:buClrTx/>
              <a:buSzTx/>
              <a:buFontTx/>
              <a:buNone/>
              <a:defRPr/>
            </a:pPr>
            <a:fld id="{5C2B0564-7F36-4348-A7B5-524F7C383BF4}" type="datetime1">
              <a:rPr kumimoji="0" lang="zh-CN" altLang="en-US" i="0" strike="noStrike" kern="1200" cap="none" spc="0" normalizeH="0" baseline="0" noProof="0">
                <a:latin typeface="+mn-lt"/>
                <a:ea typeface="宋体" panose="02010600030101010101" pitchFamily="2" charset="-122"/>
                <a:cs typeface="+mn-cs"/>
              </a:rPr>
            </a:fld>
            <a:endParaRPr kumimoji="0" lang="en-US" altLang="zh-CN" i="0" strike="noStrike" kern="1200" cap="none" spc="0" normalizeH="0" baseline="0" noProof="0">
              <a:latin typeface="+mn-lt"/>
              <a:ea typeface="宋体" panose="02010600030101010101" pitchFamily="2" charset="-122"/>
              <a:cs typeface="+mn-cs"/>
            </a:endParaRPr>
          </a:p>
        </p:txBody>
      </p:sp>
      <p:sp>
        <p:nvSpPr>
          <p:cNvPr id="25" name="Rectangle 15"/>
          <p:cNvSpPr>
            <a:spLocks noGrp="1" noChangeArrowheads="1"/>
          </p:cNvSpPr>
          <p:nvPr>
            <p:ph type="ftr" sz="quarter" idx="3"/>
          </p:nvPr>
        </p:nvSpPr>
        <p:spPr bwMode="auto">
          <a:xfrm>
            <a:off x="34290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mtClean="0">
                <a:solidFill>
                  <a:schemeClr val="bg2"/>
                </a:solidFill>
              </a:defRPr>
            </a:lvl1pPr>
          </a:lstStyle>
          <a:p>
            <a:pPr marL="0" marR="0" indent="0" defTabSz="914400" rtl="0" eaLnBrk="1" fontAlgn="base" latinLnBrk="0" hangingPunct="1">
              <a:lnSpc>
                <a:spcPct val="100000"/>
              </a:lnSpc>
              <a:spcBef>
                <a:spcPct val="0"/>
              </a:spcBef>
              <a:spcAft>
                <a:spcPct val="0"/>
              </a:spcAft>
              <a:buClrTx/>
              <a:buSzTx/>
              <a:buFontTx/>
              <a:buNone/>
              <a:defRPr/>
            </a:pPr>
            <a:endParaRPr kumimoji="0" lang="en-US" altLang="zh-CN" i="0" strike="noStrike" kern="1200" cap="none" spc="0" normalizeH="0" baseline="0" noProof="0">
              <a:latin typeface="+mn-lt"/>
              <a:ea typeface="宋体" panose="02010600030101010101" pitchFamily="2" charset="-122"/>
              <a:cs typeface="+mn-cs"/>
            </a:endParaRPr>
          </a:p>
        </p:txBody>
      </p:sp>
      <p:sp>
        <p:nvSpPr>
          <p:cNvPr id="26" name="Rectangle 16"/>
          <p:cNvSpPr>
            <a:spLocks noGrp="1" noChangeArrowheads="1"/>
          </p:cNvSpPr>
          <p:nvPr>
            <p:ph type="sldNum" sz="quarter" idx="4"/>
          </p:nvPr>
        </p:nvSpPr>
        <p:spPr bwMode="auto">
          <a:xfrm>
            <a:off x="68580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
            <a:pPr algn="r" eaLnBrk="1" fontAlgn="base" hangingPunct="1"/>
            <a:fld id="{9A0DB2DC-4C9A-4742-B13C-FB6460FD3503}" type="slidenum">
              <a:rPr lang="en-US" altLang="zh-CN" sz="1400" b="0" strike="noStrike" noProof="1">
                <a:solidFill>
                  <a:schemeClr val="bg2"/>
                </a:solidFill>
                <a:latin typeface="Tahoma" panose="020B0604030504040204" pitchFamily="34" charset="0"/>
                <a:ea typeface="宋体" panose="02010600030101010101" pitchFamily="2" charset="-122"/>
                <a:cs typeface="+mn-ea"/>
              </a:rPr>
            </a:fld>
            <a:endParaRPr lang="en-US" altLang="zh-CN" sz="1400" b="0" strike="noStrike" noProof="1">
              <a:solidFill>
                <a:schemeClr val="bg2"/>
              </a:solidFill>
              <a:latin typeface="Tahoma" panose="020B0604030504040204" pitchFamily="34" charset="0"/>
            </a:endParaRPr>
          </a:p>
        </p:txBody>
      </p:sp>
    </p:spTree>
  </p:cSld>
  <p:clrMapOvr>
    <a:masterClrMapping/>
  </p:clrMapOvr>
  <p:transition>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46B3F6F-528D-43C6-AD0F-3386B1946FE6}" type="datetime1">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en-US" altLang="zh-CN" sz="1400" b="0" strike="noStrike" noProof="1">
                <a:solidFill>
                  <a:schemeClr val="tx1"/>
                </a:solidFill>
                <a:latin typeface="Tahoma" panose="020B0604030504040204" pitchFamily="34" charset="0"/>
                <a:ea typeface="宋体" panose="02010600030101010101" pitchFamily="2" charset="-122"/>
                <a:cs typeface="+mn-ea"/>
              </a:rPr>
            </a:fld>
            <a:endParaRPr lang="en-US" altLang="zh-CN" sz="1400" b="0" strike="noStrike" noProof="1">
              <a:solidFill>
                <a:schemeClr val="tx1"/>
              </a:solidFill>
              <a:latin typeface="Tahoma" panose="020B0604030504040204" pitchFamily="34" charset="0"/>
            </a:endParaRPr>
          </a:p>
        </p:txBody>
      </p:sp>
    </p:spTree>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46B3F6F-528D-43C6-AD0F-3386B1946FE6}" type="datetime1">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en-US" altLang="zh-CN" sz="1400" b="0" strike="noStrike" noProof="1">
                <a:solidFill>
                  <a:schemeClr val="tx1"/>
                </a:solidFill>
                <a:latin typeface="Tahoma" panose="020B0604030504040204" pitchFamily="34" charset="0"/>
                <a:ea typeface="宋体" panose="02010600030101010101" pitchFamily="2" charset="-122"/>
                <a:cs typeface="+mn-ea"/>
              </a:rPr>
            </a:fld>
            <a:endParaRPr lang="en-US" altLang="zh-CN" sz="1400" b="0" strike="noStrike" noProof="1">
              <a:solidFill>
                <a:schemeClr val="tx1"/>
              </a:solidFill>
              <a:latin typeface="Tahoma" panose="020B0604030504040204" pitchFamily="34" charset="0"/>
            </a:endParaRPr>
          </a:p>
        </p:txBody>
      </p:sp>
    </p:spTree>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46B3F6F-528D-43C6-AD0F-3386B1946FE6}" type="datetime1">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lgn="r" eaLnBrk="1" fontAlgn="base" hangingPunct="1"/>
            <a:fld id="{9A0DB2DC-4C9A-4742-B13C-FB6460FD3503}" type="slidenum">
              <a:rPr lang="en-US" altLang="zh-CN" sz="1400" b="0" strike="noStrike" noProof="1">
                <a:solidFill>
                  <a:schemeClr val="tx1"/>
                </a:solidFill>
                <a:latin typeface="Tahoma" panose="020B0604030504040204" pitchFamily="34" charset="0"/>
                <a:ea typeface="宋体" panose="02010600030101010101" pitchFamily="2" charset="-122"/>
                <a:cs typeface="+mn-ea"/>
              </a:rPr>
            </a:fld>
            <a:endParaRPr lang="en-US" altLang="zh-CN" sz="1400" b="0" strike="noStrike" noProof="1">
              <a:solidFill>
                <a:schemeClr val="tx1"/>
              </a:solidFill>
              <a:latin typeface="Tahoma" panose="020B0604030504040204" pitchFamily="34" charset="0"/>
            </a:endParaRPr>
          </a:p>
        </p:txBody>
      </p:sp>
    </p:spTree>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46B3F6F-528D-43C6-AD0F-3386B1946FE6}" type="datetime1">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algn="r" eaLnBrk="1" fontAlgn="base" hangingPunct="1"/>
            <a:fld id="{9A0DB2DC-4C9A-4742-B13C-FB6460FD3503}" type="slidenum">
              <a:rPr lang="en-US" altLang="zh-CN" sz="1400" b="0" strike="noStrike" noProof="1">
                <a:solidFill>
                  <a:schemeClr val="tx1"/>
                </a:solidFill>
                <a:latin typeface="Tahoma" panose="020B0604030504040204" pitchFamily="34" charset="0"/>
                <a:ea typeface="宋体" panose="02010600030101010101" pitchFamily="2" charset="-122"/>
                <a:cs typeface="+mn-ea"/>
              </a:rPr>
            </a:fld>
            <a:endParaRPr lang="en-US" altLang="zh-CN" sz="1400" b="0" strike="noStrike" noProof="1">
              <a:solidFill>
                <a:schemeClr val="tx1"/>
              </a:solidFill>
              <a:latin typeface="Tahoma" panose="020B0604030504040204" pitchFamily="34" charset="0"/>
            </a:endParaRPr>
          </a:p>
        </p:txBody>
      </p:sp>
    </p:spTree>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46B3F6F-528D-43C6-AD0F-3386B1946FE6}" type="datetime1">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algn="r" eaLnBrk="1" fontAlgn="base" hangingPunct="1"/>
            <a:fld id="{9A0DB2DC-4C9A-4742-B13C-FB6460FD3503}" type="slidenum">
              <a:rPr lang="en-US" altLang="zh-CN" sz="1400" b="0" strike="noStrike" noProof="1">
                <a:solidFill>
                  <a:schemeClr val="tx1"/>
                </a:solidFill>
                <a:latin typeface="Tahoma" panose="020B0604030504040204" pitchFamily="34" charset="0"/>
                <a:ea typeface="宋体" panose="02010600030101010101" pitchFamily="2" charset="-122"/>
                <a:cs typeface="+mn-ea"/>
              </a:rPr>
            </a:fld>
            <a:endParaRPr lang="en-US" altLang="zh-CN" sz="1400" b="0" strike="noStrike" noProof="1">
              <a:solidFill>
                <a:schemeClr val="tx1"/>
              </a:solidFill>
              <a:latin typeface="Tahoma" panose="020B0604030504040204" pitchFamily="34" charset="0"/>
            </a:endParaRPr>
          </a:p>
        </p:txBody>
      </p:sp>
    </p:spTree>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46B3F6F-528D-43C6-AD0F-3386B1946FE6}" type="datetime1">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algn="r" eaLnBrk="1" fontAlgn="base" hangingPunct="1"/>
            <a:fld id="{9A0DB2DC-4C9A-4742-B13C-FB6460FD3503}" type="slidenum">
              <a:rPr lang="en-US" altLang="zh-CN" sz="1400" b="0" strike="noStrike" noProof="1">
                <a:solidFill>
                  <a:schemeClr val="tx1"/>
                </a:solidFill>
                <a:latin typeface="Tahoma" panose="020B0604030504040204" pitchFamily="34" charset="0"/>
                <a:ea typeface="宋体" panose="02010600030101010101" pitchFamily="2" charset="-122"/>
                <a:cs typeface="+mn-ea"/>
              </a:rPr>
            </a:fld>
            <a:endParaRPr lang="en-US" altLang="zh-CN" sz="1400" b="0" strike="noStrike" noProof="1">
              <a:solidFill>
                <a:schemeClr val="tx1"/>
              </a:solidFill>
              <a:latin typeface="Tahoma" panose="020B0604030504040204" pitchFamily="34" charset="0"/>
            </a:endParaRPr>
          </a:p>
        </p:txBody>
      </p:sp>
    </p:spTree>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46B3F6F-528D-43C6-AD0F-3386B1946FE6}" type="datetime1">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lgn="r" eaLnBrk="1" fontAlgn="base" hangingPunct="1"/>
            <a:fld id="{9A0DB2DC-4C9A-4742-B13C-FB6460FD3503}" type="slidenum">
              <a:rPr lang="en-US" altLang="zh-CN" sz="1400" b="0" strike="noStrike" noProof="1">
                <a:solidFill>
                  <a:schemeClr val="tx1"/>
                </a:solidFill>
                <a:latin typeface="Tahoma" panose="020B0604030504040204" pitchFamily="34" charset="0"/>
                <a:ea typeface="宋体" panose="02010600030101010101" pitchFamily="2" charset="-122"/>
                <a:cs typeface="+mn-ea"/>
              </a:rPr>
            </a:fld>
            <a:endParaRPr lang="en-US" altLang="zh-CN" sz="1400" b="0" strike="noStrike" noProof="1">
              <a:solidFill>
                <a:schemeClr val="tx1"/>
              </a:solidFill>
              <a:latin typeface="Tahoma" panose="020B0604030504040204" pitchFamily="34" charset="0"/>
            </a:endParaRPr>
          </a:p>
        </p:txBody>
      </p:sp>
    </p:spTree>
  </p:cSld>
  <p:clrMapOvr>
    <a:masterClrMapping/>
  </p:clrMapOvr>
  <p:transition>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46B3F6F-528D-43C6-AD0F-3386B1946FE6}" type="datetime1">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lgn="r" eaLnBrk="1" fontAlgn="base" hangingPunct="1"/>
            <a:fld id="{9A0DB2DC-4C9A-4742-B13C-FB6460FD3503}" type="slidenum">
              <a:rPr lang="en-US" altLang="zh-CN" sz="1400" b="0" strike="noStrike" noProof="1">
                <a:solidFill>
                  <a:schemeClr val="tx1"/>
                </a:solidFill>
                <a:latin typeface="Tahoma" panose="020B0604030504040204" pitchFamily="34" charset="0"/>
                <a:ea typeface="宋体" panose="02010600030101010101" pitchFamily="2" charset="-122"/>
                <a:cs typeface="+mn-ea"/>
              </a:rPr>
            </a:fld>
            <a:endParaRPr lang="en-US" altLang="zh-CN" sz="1400" b="0" strike="noStrike" noProof="1">
              <a:solidFill>
                <a:schemeClr val="tx1"/>
              </a:solidFill>
              <a:latin typeface="Tahoma" panose="020B0604030504040204" pitchFamily="34" charset="0"/>
            </a:endParaRPr>
          </a:p>
        </p:txBody>
      </p:sp>
    </p:spTree>
  </p:cSld>
  <p:clrMapOvr>
    <a:masterClrMapping/>
  </p:clrMapOvr>
  <p:transition>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46B3F6F-528D-43C6-AD0F-3386B1946FE6}" type="datetime1">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en-US" altLang="zh-CN" sz="1400" b="0" strike="noStrike" noProof="1">
                <a:solidFill>
                  <a:schemeClr val="tx1"/>
                </a:solidFill>
                <a:latin typeface="Tahoma" panose="020B0604030504040204" pitchFamily="34" charset="0"/>
                <a:ea typeface="宋体" panose="02010600030101010101" pitchFamily="2" charset="-122"/>
                <a:cs typeface="+mn-ea"/>
              </a:rPr>
            </a:fld>
            <a:endParaRPr lang="en-US" altLang="zh-CN" sz="1400" b="0" strike="noStrike" noProof="1">
              <a:solidFill>
                <a:schemeClr val="tx1"/>
              </a:solidFill>
              <a:latin typeface="Tahoma" panose="020B0604030504040204" pitchFamily="34" charset="0"/>
            </a:endParaRPr>
          </a:p>
        </p:txBody>
      </p:sp>
    </p:spTree>
  </p:cSld>
  <p:clrMapOvr>
    <a:masterClrMapping/>
  </p:clrMapOvr>
  <p:transition>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1150938" y="617538"/>
            <a:ext cx="5700712" cy="551497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446B3F6F-528D-43C6-AD0F-3386B1946FE6}" type="datetime1">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en-US" altLang="zh-CN" sz="1400" b="0" strike="noStrike" noProof="1">
                <a:solidFill>
                  <a:schemeClr val="tx1"/>
                </a:solidFill>
                <a:latin typeface="Tahoma" panose="020B0604030504040204" pitchFamily="34" charset="0"/>
                <a:ea typeface="宋体" panose="02010600030101010101" pitchFamily="2" charset="-122"/>
                <a:cs typeface="+mn-ea"/>
              </a:rPr>
            </a:fld>
            <a:endParaRPr lang="en-US" altLang="zh-CN" sz="1400" b="0" strike="noStrike" noProof="1">
              <a:solidFill>
                <a:schemeClr val="tx1"/>
              </a:solidFill>
              <a:latin typeface="Tahoma" panose="020B0604030504040204" pitchFamily="34" charset="0"/>
            </a:endParaRPr>
          </a:p>
        </p:txBody>
      </p:sp>
    </p:spTree>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78"/>
            </a:gs>
            <a:gs pos="100000">
              <a:srgbClr val="0000C8"/>
            </a:gs>
          </a:gsLst>
          <a:lin ang="2700000" scaled="1"/>
          <a:tileRect/>
        </a:gradFill>
        <a:effectLst/>
      </p:bgPr>
    </p:bg>
    <p:spTree>
      <p:nvGrpSpPr>
        <p:cNvPr id="1" name=""/>
        <p:cNvGrpSpPr/>
        <p:nvPr/>
      </p:nvGrpSpPr>
      <p:grpSpPr/>
      <p:sp>
        <p:nvSpPr>
          <p:cNvPr id="1026" name="Rectangle 2"/>
          <p:cNvSpPr/>
          <p:nvPr/>
        </p:nvSpPr>
        <p:spPr>
          <a:xfrm>
            <a:off x="417513" y="1098550"/>
            <a:ext cx="438150" cy="474663"/>
          </a:xfrm>
          <a:prstGeom prst="rect">
            <a:avLst/>
          </a:prstGeom>
          <a:solidFill>
            <a:schemeClr val="accent2"/>
          </a:solidFill>
          <a:ln w="9525">
            <a:noFill/>
          </a:ln>
        </p:spPr>
        <p:txBody>
          <a:bodyPr wrap="none" anchor="ctr"/>
          <a:p>
            <a:pPr lvl="0" indent="0" algn="ctr"/>
            <a:endParaRPr lang="zh-CN" altLang="zh-CN" sz="2400" b="0" dirty="0">
              <a:solidFill>
                <a:schemeClr val="tx1"/>
              </a:solidFill>
              <a:latin typeface="Tahoma" panose="020B0604030504040204" pitchFamily="34" charset="0"/>
              <a:ea typeface="宋体" panose="02010600030101010101" pitchFamily="2" charset="-122"/>
            </a:endParaRPr>
          </a:p>
        </p:txBody>
      </p:sp>
      <p:sp>
        <p:nvSpPr>
          <p:cNvPr id="1027" name="Rectangle 3"/>
          <p:cNvSpPr/>
          <p:nvPr/>
        </p:nvSpPr>
        <p:spPr>
          <a:xfrm>
            <a:off x="800100" y="1098550"/>
            <a:ext cx="328613" cy="474663"/>
          </a:xfrm>
          <a:prstGeom prst="rect">
            <a:avLst/>
          </a:prstGeom>
          <a:gradFill rotWithShape="0">
            <a:gsLst>
              <a:gs pos="0">
                <a:schemeClr val="accent2"/>
              </a:gs>
              <a:gs pos="100000">
                <a:schemeClr val="bg1"/>
              </a:gs>
            </a:gsLst>
            <a:lin ang="0" scaled="1"/>
            <a:tileRect/>
          </a:gradFill>
          <a:ln w="9525">
            <a:noFill/>
          </a:ln>
        </p:spPr>
        <p:txBody>
          <a:bodyPr wrap="none" anchor="ctr"/>
          <a:p>
            <a:pPr lvl="0" indent="0" algn="ctr"/>
            <a:endParaRPr lang="zh-CN" altLang="zh-CN" sz="2400" b="0" dirty="0">
              <a:solidFill>
                <a:schemeClr val="tx1"/>
              </a:solidFill>
              <a:latin typeface="Tahoma" panose="020B0604030504040204" pitchFamily="34" charset="0"/>
              <a:ea typeface="宋体" panose="02010600030101010101" pitchFamily="2" charset="-122"/>
            </a:endParaRPr>
          </a:p>
        </p:txBody>
      </p:sp>
      <p:sp>
        <p:nvSpPr>
          <p:cNvPr id="1028" name="Rectangle 4"/>
          <p:cNvSpPr/>
          <p:nvPr/>
        </p:nvSpPr>
        <p:spPr>
          <a:xfrm>
            <a:off x="541338" y="1520825"/>
            <a:ext cx="422275" cy="474663"/>
          </a:xfrm>
          <a:prstGeom prst="rect">
            <a:avLst/>
          </a:prstGeom>
          <a:solidFill>
            <a:schemeClr val="folHlink"/>
          </a:solidFill>
          <a:ln w="9525">
            <a:noFill/>
          </a:ln>
        </p:spPr>
        <p:txBody>
          <a:bodyPr wrap="none" anchor="ctr"/>
          <a:p>
            <a:pPr lvl="0" indent="0" algn="ctr"/>
            <a:endParaRPr lang="zh-CN" altLang="zh-CN" sz="2400" b="0" dirty="0">
              <a:solidFill>
                <a:schemeClr val="tx1"/>
              </a:solidFill>
              <a:latin typeface="Tahoma" panose="020B0604030504040204" pitchFamily="34" charset="0"/>
              <a:ea typeface="宋体" panose="02010600030101010101" pitchFamily="2" charset="-122"/>
            </a:endParaRPr>
          </a:p>
        </p:txBody>
      </p:sp>
      <p:sp>
        <p:nvSpPr>
          <p:cNvPr id="1029" name="Rectangle 5"/>
          <p:cNvSpPr/>
          <p:nvPr/>
        </p:nvSpPr>
        <p:spPr>
          <a:xfrm>
            <a:off x="911225" y="15208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p>
            <a:pPr lvl="0" indent="0" algn="ctr"/>
            <a:endParaRPr lang="zh-CN" altLang="zh-CN" sz="2400" b="0" dirty="0">
              <a:solidFill>
                <a:schemeClr val="tx1"/>
              </a:solidFill>
              <a:latin typeface="Tahoma" panose="020B0604030504040204" pitchFamily="34" charset="0"/>
              <a:ea typeface="宋体" panose="02010600030101010101" pitchFamily="2" charset="-122"/>
            </a:endParaRPr>
          </a:p>
        </p:txBody>
      </p:sp>
      <p:sp>
        <p:nvSpPr>
          <p:cNvPr id="1030" name="Rectangle 6"/>
          <p:cNvSpPr/>
          <p:nvPr/>
        </p:nvSpPr>
        <p:spPr>
          <a:xfrm>
            <a:off x="127000" y="14478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p>
            <a:pPr lvl="0" indent="0" algn="ctr"/>
            <a:endParaRPr lang="zh-CN" altLang="zh-CN" sz="2400" b="0" dirty="0">
              <a:solidFill>
                <a:schemeClr val="tx1"/>
              </a:solidFill>
              <a:latin typeface="Tahoma" panose="020B0604030504040204" pitchFamily="34" charset="0"/>
              <a:ea typeface="宋体" panose="02010600030101010101" pitchFamily="2" charset="-122"/>
            </a:endParaRPr>
          </a:p>
        </p:txBody>
      </p:sp>
      <p:sp>
        <p:nvSpPr>
          <p:cNvPr id="1031" name="Rectangle 7"/>
          <p:cNvSpPr/>
          <p:nvPr/>
        </p:nvSpPr>
        <p:spPr>
          <a:xfrm>
            <a:off x="762000" y="990600"/>
            <a:ext cx="31750" cy="1052513"/>
          </a:xfrm>
          <a:prstGeom prst="rect">
            <a:avLst/>
          </a:prstGeom>
          <a:solidFill>
            <a:schemeClr val="bg2"/>
          </a:solidFill>
          <a:ln w="9525">
            <a:noFill/>
          </a:ln>
        </p:spPr>
        <p:txBody>
          <a:bodyPr wrap="none" anchor="ctr"/>
          <a:p>
            <a:pPr lvl="0" indent="0" algn="ctr"/>
            <a:endParaRPr lang="zh-CN" altLang="zh-CN" sz="2400" b="0" dirty="0">
              <a:solidFill>
                <a:schemeClr val="tx1"/>
              </a:solidFill>
              <a:latin typeface="Tahoma" panose="020B0604030504040204" pitchFamily="34" charset="0"/>
              <a:ea typeface="宋体" panose="02010600030101010101" pitchFamily="2" charset="-122"/>
            </a:endParaRPr>
          </a:p>
        </p:txBody>
      </p:sp>
      <p:sp>
        <p:nvSpPr>
          <p:cNvPr id="1032" name="Rectangle 8"/>
          <p:cNvSpPr/>
          <p:nvPr/>
        </p:nvSpPr>
        <p:spPr>
          <a:xfrm>
            <a:off x="442913" y="1781175"/>
            <a:ext cx="8226425" cy="31750"/>
          </a:xfrm>
          <a:prstGeom prst="rect">
            <a:avLst/>
          </a:prstGeom>
          <a:gradFill rotWithShape="0">
            <a:gsLst>
              <a:gs pos="0">
                <a:schemeClr val="bg2"/>
              </a:gs>
              <a:gs pos="100000">
                <a:schemeClr val="bg1"/>
              </a:gs>
            </a:gsLst>
            <a:lin ang="0" scaled="1"/>
            <a:tileRect/>
          </a:gradFill>
          <a:ln w="9525">
            <a:noFill/>
          </a:ln>
        </p:spPr>
        <p:txBody>
          <a:bodyPr wrap="none" anchor="ctr"/>
          <a:p>
            <a:pPr lvl="0" indent="0" algn="ctr"/>
            <a:endParaRPr lang="zh-CN" altLang="zh-CN" sz="2400" b="0" dirty="0">
              <a:solidFill>
                <a:schemeClr val="tx1"/>
              </a:solidFill>
              <a:latin typeface="Tahoma" panose="020B0604030504040204" pitchFamily="34" charset="0"/>
              <a:ea typeface="宋体" panose="02010600030101010101" pitchFamily="2" charset="-122"/>
            </a:endParaRPr>
          </a:p>
        </p:txBody>
      </p:sp>
      <p:sp>
        <p:nvSpPr>
          <p:cNvPr id="1033" name="Rectangle 9"/>
          <p:cNvSpPr>
            <a:spLocks noGrp="1"/>
          </p:cNvSpPr>
          <p:nvPr>
            <p:ph type="title"/>
          </p:nvPr>
        </p:nvSpPr>
        <p:spPr>
          <a:xfrm>
            <a:off x="1150938" y="617538"/>
            <a:ext cx="7793037" cy="1143000"/>
          </a:xfrm>
          <a:prstGeom prst="rect">
            <a:avLst/>
          </a:prstGeom>
          <a:noFill/>
          <a:ln w="9525">
            <a:noFill/>
          </a:ln>
        </p:spPr>
        <p:txBody>
          <a:bodyPr anchor="b"/>
          <a:p>
            <a:pPr lvl="0"/>
            <a:r>
              <a:rPr lang="zh-CN" altLang="en-US" dirty="0"/>
              <a:t>单击此处编辑母版标题样式</a:t>
            </a:r>
            <a:endParaRPr lang="zh-CN" altLang="en-US" dirty="0"/>
          </a:p>
        </p:txBody>
      </p:sp>
      <p:sp>
        <p:nvSpPr>
          <p:cNvPr id="1034" name="Rectangle 10"/>
          <p:cNvSpPr>
            <a:spLocks noGrp="1"/>
          </p:cNvSpPr>
          <p:nvPr>
            <p:ph type="body"/>
          </p:nvPr>
        </p:nvSpPr>
        <p:spPr>
          <a:xfrm>
            <a:off x="1182688" y="2017713"/>
            <a:ext cx="7772400" cy="4114800"/>
          </a:xfrm>
          <a:prstGeom prst="rect">
            <a:avLst/>
          </a:prstGeom>
          <a:noFill/>
          <a:ln w="9525">
            <a:noFill/>
          </a:ln>
        </p:spPr>
        <p:txBody>
          <a:bodyPr anchor="t"/>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5371"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0" sz="1400" b="0" smtClean="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46B3F6F-528D-43C6-AD0F-3386B1946FE6}" type="datetime1">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372"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kumimoji="0" sz="1400" b="0" smtClean="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373"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
            <a:pPr lvl="0" algn="r" eaLnBrk="1" fontAlgn="base" hangingPunct="1"/>
            <a:fld id="{9A0DB2DC-4C9A-4742-B13C-FB6460FD3503}" type="slidenum">
              <a:rPr lang="en-US" altLang="zh-CN" sz="1400" b="0" strike="noStrike" noProof="1">
                <a:solidFill>
                  <a:schemeClr val="tx1"/>
                </a:solidFill>
                <a:latin typeface="Tahoma" panose="020B0604030504040204" pitchFamily="34" charset="0"/>
                <a:ea typeface="宋体" panose="02010600030101010101" pitchFamily="2" charset="-122"/>
                <a:cs typeface="+mn-ea"/>
              </a:rPr>
            </a:fld>
            <a:endParaRPr lang="en-US" altLang="zh-CN" sz="1400" b="0" strike="noStrike" noProof="1">
              <a:solidFill>
                <a:schemeClr val="tx1"/>
              </a:solidFill>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blinds dir="vert"/>
  </p:transition>
  <p:hf sldNum="0"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oleObject" Target="../embeddings/oleObject3.bin"/><Relationship Id="rId2" Type="http://schemas.openxmlformats.org/officeDocument/2006/relationships/image" Target="../media/image2.png"/><Relationship Id="rId1"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10.emf"/><Relationship Id="rId7" Type="http://schemas.openxmlformats.org/officeDocument/2006/relationships/oleObject" Target="../embeddings/oleObject8.bin"/><Relationship Id="rId6" Type="http://schemas.openxmlformats.org/officeDocument/2006/relationships/image" Target="../media/image9.emf"/><Relationship Id="rId5" Type="http://schemas.openxmlformats.org/officeDocument/2006/relationships/oleObject" Target="../embeddings/oleObject7.bin"/><Relationship Id="rId4" Type="http://schemas.openxmlformats.org/officeDocument/2006/relationships/image" Target="../media/image8.emf"/><Relationship Id="rId3" Type="http://schemas.openxmlformats.org/officeDocument/2006/relationships/oleObject" Target="../embeddings/oleObject6.bin"/><Relationship Id="rId2" Type="http://schemas.openxmlformats.org/officeDocument/2006/relationships/image" Target="../media/image7.emf"/><Relationship Id="rId12" Type="http://schemas.openxmlformats.org/officeDocument/2006/relationships/vmlDrawing" Target="../drawings/vmlDrawing4.vml"/><Relationship Id="rId11" Type="http://schemas.openxmlformats.org/officeDocument/2006/relationships/slideLayout" Target="../slideLayouts/slideLayout2.xml"/><Relationship Id="rId10" Type="http://schemas.openxmlformats.org/officeDocument/2006/relationships/image" Target="../media/image11.emf"/><Relationship Id="rId1"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image" Target="../media/image20.emf"/><Relationship Id="rId7" Type="http://schemas.openxmlformats.org/officeDocument/2006/relationships/oleObject" Target="../embeddings/oleObject13.bin"/><Relationship Id="rId6" Type="http://schemas.openxmlformats.org/officeDocument/2006/relationships/image" Target="../media/image19.wmf"/><Relationship Id="rId5" Type="http://schemas.openxmlformats.org/officeDocument/2006/relationships/oleObject" Target="../embeddings/oleObject12.bin"/><Relationship Id="rId4" Type="http://schemas.openxmlformats.org/officeDocument/2006/relationships/image" Target="../media/image18.wmf"/><Relationship Id="rId3" Type="http://schemas.openxmlformats.org/officeDocument/2006/relationships/oleObject" Target="../embeddings/oleObject11.bin"/><Relationship Id="rId2" Type="http://schemas.openxmlformats.org/officeDocument/2006/relationships/image" Target="../media/image17.emf"/><Relationship Id="rId14" Type="http://schemas.openxmlformats.org/officeDocument/2006/relationships/vmlDrawing" Target="../drawings/vmlDrawing5.vml"/><Relationship Id="rId13" Type="http://schemas.openxmlformats.org/officeDocument/2006/relationships/slideLayout" Target="../slideLayouts/slideLayout2.xml"/><Relationship Id="rId12" Type="http://schemas.openxmlformats.org/officeDocument/2006/relationships/image" Target="../media/image22.wmf"/><Relationship Id="rId11" Type="http://schemas.openxmlformats.org/officeDocument/2006/relationships/oleObject" Target="../embeddings/oleObject15.bin"/><Relationship Id="rId10" Type="http://schemas.openxmlformats.org/officeDocument/2006/relationships/image" Target="../media/image21.emf"/><Relationship Id="rId1"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25.jpeg"/><Relationship Id="rId3" Type="http://schemas.openxmlformats.org/officeDocument/2006/relationships/image" Target="../media/image24.png"/><Relationship Id="rId2" Type="http://schemas.openxmlformats.org/officeDocument/2006/relationships/oleObject" Target="../embeddings/oleObject16.bin"/><Relationship Id="rId1"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29.wmf"/><Relationship Id="rId7" Type="http://schemas.openxmlformats.org/officeDocument/2006/relationships/oleObject" Target="../embeddings/oleObject20.bin"/><Relationship Id="rId6" Type="http://schemas.openxmlformats.org/officeDocument/2006/relationships/image" Target="../media/image28.emf"/><Relationship Id="rId5" Type="http://schemas.openxmlformats.org/officeDocument/2006/relationships/oleObject" Target="../embeddings/oleObject19.bin"/><Relationship Id="rId4" Type="http://schemas.openxmlformats.org/officeDocument/2006/relationships/image" Target="../media/image27.emf"/><Relationship Id="rId3" Type="http://schemas.openxmlformats.org/officeDocument/2006/relationships/oleObject" Target="../embeddings/oleObject18.bin"/><Relationship Id="rId2" Type="http://schemas.openxmlformats.org/officeDocument/2006/relationships/image" Target="../media/image26.emf"/><Relationship Id="rId18" Type="http://schemas.openxmlformats.org/officeDocument/2006/relationships/vmlDrawing" Target="../drawings/vmlDrawing7.vml"/><Relationship Id="rId17" Type="http://schemas.openxmlformats.org/officeDocument/2006/relationships/slideLayout" Target="../slideLayouts/slideLayout2.xml"/><Relationship Id="rId16" Type="http://schemas.openxmlformats.org/officeDocument/2006/relationships/image" Target="../media/image33.emf"/><Relationship Id="rId15" Type="http://schemas.openxmlformats.org/officeDocument/2006/relationships/oleObject" Target="../embeddings/oleObject24.bin"/><Relationship Id="rId14" Type="http://schemas.openxmlformats.org/officeDocument/2006/relationships/image" Target="../media/image32.emf"/><Relationship Id="rId13" Type="http://schemas.openxmlformats.org/officeDocument/2006/relationships/oleObject" Target="../embeddings/oleObject23.bin"/><Relationship Id="rId12" Type="http://schemas.openxmlformats.org/officeDocument/2006/relationships/image" Target="../media/image31.wmf"/><Relationship Id="rId11" Type="http://schemas.openxmlformats.org/officeDocument/2006/relationships/oleObject" Target="../embeddings/oleObject22.bin"/><Relationship Id="rId10" Type="http://schemas.openxmlformats.org/officeDocument/2006/relationships/image" Target="../media/image30.wmf"/><Relationship Id="rId1" Type="http://schemas.openxmlformats.org/officeDocument/2006/relationships/oleObject" Target="../embeddings/oleObject17.bin"/></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37.png"/><Relationship Id="rId3" Type="http://schemas.openxmlformats.org/officeDocument/2006/relationships/oleObject" Target="../embeddings/oleObject25.bin"/><Relationship Id="rId2" Type="http://schemas.openxmlformats.org/officeDocument/2006/relationships/image" Target="../media/image36.jpeg"/><Relationship Id="rId1" Type="http://schemas.openxmlformats.org/officeDocument/2006/relationships/image" Target="../media/image3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jpeg"/><Relationship Id="rId1" Type="http://schemas.openxmlformats.org/officeDocument/2006/relationships/image" Target="../media/image38.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41.wmf"/><Relationship Id="rId3" Type="http://schemas.openxmlformats.org/officeDocument/2006/relationships/oleObject" Target="../embeddings/oleObject27.bin"/><Relationship Id="rId2" Type="http://schemas.openxmlformats.org/officeDocument/2006/relationships/image" Target="../media/image40.wmf"/><Relationship Id="rId1" Type="http://schemas.openxmlformats.org/officeDocument/2006/relationships/oleObject" Target="../embeddings/oleObject26.bin"/></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2784" name="Rectangle 16"/>
          <p:cNvSpPr>
            <a:spLocks noGrp="1" noChangeArrowheads="1"/>
          </p:cNvSpPr>
          <p:nvPr>
            <p:ph type="title"/>
          </p:nvPr>
        </p:nvSpPr>
        <p:spPr>
          <a:xfrm>
            <a:off x="1081405" y="222250"/>
            <a:ext cx="4604385" cy="574675"/>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smtClean="0">
                <a:ln>
                  <a:noFill/>
                </a:ln>
                <a:solidFill>
                  <a:schemeClr val="bg1"/>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rPr>
              <a:t>第一讲   电路基础</a:t>
            </a:r>
            <a:endParaRPr kumimoji="1" lang="zh-CN" altLang="en-US" sz="3600" b="1" i="0" u="none" strike="noStrike" kern="0" cap="none" spc="0" normalizeH="0" baseline="0" noProof="0" smtClean="0">
              <a:ln>
                <a:noFill/>
              </a:ln>
              <a:solidFill>
                <a:schemeClr val="bg1"/>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endParaRPr>
          </a:p>
        </p:txBody>
      </p:sp>
      <p:sp>
        <p:nvSpPr>
          <p:cNvPr id="32785" name="Rectangle 17"/>
          <p:cNvSpPr>
            <a:spLocks noChangeArrowheads="1"/>
          </p:cNvSpPr>
          <p:nvPr/>
        </p:nvSpPr>
        <p:spPr bwMode="auto">
          <a:xfrm>
            <a:off x="304800" y="1069975"/>
            <a:ext cx="560070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1" i="0" u="none" strike="noStrike" kern="1200" cap="none" spc="0" normalizeH="0" baseline="0" noProof="0">
                <a:ln>
                  <a:noFill/>
                </a:ln>
                <a:solidFill>
                  <a:srgbClr val="FFFF99"/>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§1—1 </a:t>
            </a:r>
            <a:r>
              <a:rPr kumimoji="1" lang="zh-CN" altLang="en-US" b="1" i="0" u="none" strike="noStrike" kern="1200" cap="none" spc="0" normalizeH="0" baseline="0" noProof="0">
                <a:ln>
                  <a:noFill/>
                </a:ln>
                <a:solidFill>
                  <a:srgbClr val="FFFF99"/>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电路和电路的基本物理量</a:t>
            </a:r>
            <a:endParaRPr kumimoji="1" lang="zh-CN" altLang="en-US" b="1" i="0" u="none" strike="noStrike" kern="1200" cap="none" spc="0" normalizeH="0" baseline="0" noProof="0">
              <a:ln>
                <a:noFill/>
              </a:ln>
              <a:solidFill>
                <a:srgbClr val="FFFF99"/>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endParaRPr>
          </a:p>
        </p:txBody>
      </p:sp>
      <p:sp>
        <p:nvSpPr>
          <p:cNvPr id="32786" name="Text Box 18"/>
          <p:cNvSpPr txBox="1"/>
          <p:nvPr/>
        </p:nvSpPr>
        <p:spPr>
          <a:xfrm>
            <a:off x="373063" y="1760538"/>
            <a:ext cx="2820987" cy="457200"/>
          </a:xfrm>
          <a:prstGeom prst="rect">
            <a:avLst/>
          </a:prstGeom>
          <a:noFill/>
          <a:ln w="38100">
            <a:noFill/>
          </a:ln>
          <a:effectLst>
            <a:outerShdw dist="35921" dir="2699999" algn="ctr" rotWithShape="0">
              <a:schemeClr val="bg2"/>
            </a:outerShdw>
          </a:effectLst>
        </p:spPr>
        <p:txBody>
          <a:bodyPr wrap="square" anchor="t">
            <a:spAutoFit/>
          </a:bodyPr>
          <a:p>
            <a:pPr>
              <a:spcBef>
                <a:spcPct val="50000"/>
              </a:spcBef>
            </a:pPr>
            <a:r>
              <a:rPr lang="zh-CN" altLang="en-US" sz="2400" dirty="0">
                <a:latin typeface="黑体" panose="02010609060101010101" pitchFamily="2" charset="-122"/>
                <a:ea typeface="黑体" panose="02010609060101010101" pitchFamily="2" charset="-122"/>
              </a:rPr>
              <a:t>一、电路的概念</a:t>
            </a:r>
            <a:endParaRPr lang="zh-CN" altLang="en-US" sz="2400" dirty="0">
              <a:latin typeface="黑体" panose="02010609060101010101" pitchFamily="2" charset="-122"/>
              <a:ea typeface="黑体" panose="02010609060101010101" pitchFamily="2" charset="-122"/>
            </a:endParaRPr>
          </a:p>
        </p:txBody>
      </p:sp>
      <p:sp>
        <p:nvSpPr>
          <p:cNvPr id="32787" name="Text Box 19"/>
          <p:cNvSpPr txBox="1"/>
          <p:nvPr/>
        </p:nvSpPr>
        <p:spPr>
          <a:xfrm>
            <a:off x="415925" y="2363788"/>
            <a:ext cx="8202613" cy="884237"/>
          </a:xfrm>
          <a:prstGeom prst="rect">
            <a:avLst/>
          </a:prstGeom>
          <a:noFill/>
          <a:ln w="38100">
            <a:noFill/>
          </a:ln>
        </p:spPr>
        <p:txBody>
          <a:bodyPr anchor="t">
            <a:spAutoFit/>
          </a:bodyPr>
          <a:p>
            <a:pPr>
              <a:spcBef>
                <a:spcPct val="50000"/>
              </a:spcBef>
            </a:pPr>
            <a:r>
              <a:rPr lang="en-US" altLang="zh-CN">
                <a:latin typeface="Times New Roman" panose="02020603050405020304" pitchFamily="18" charset="0"/>
                <a:ea typeface="宋体" panose="02010600030101010101" pitchFamily="2" charset="-122"/>
              </a:rPr>
              <a:t>       </a:t>
            </a:r>
            <a:r>
              <a:rPr lang="zh-CN" altLang="en-US" sz="2400" dirty="0">
                <a:latin typeface="楷体" panose="02010609060101010101" charset="-122"/>
                <a:ea typeface="楷体" panose="02010609060101010101" charset="-122"/>
              </a:rPr>
              <a:t>电路是电流的通路，它是人们为了某种需要，把一些电工、电子器件或设备按照一定的方式组合而成的 。</a:t>
            </a:r>
            <a:endParaRPr lang="zh-CN" altLang="en-US" sz="2400" dirty="0">
              <a:latin typeface="楷体" panose="02010609060101010101" charset="-122"/>
              <a:ea typeface="楷体" panose="02010609060101010101" charset="-122"/>
            </a:endParaRPr>
          </a:p>
        </p:txBody>
      </p:sp>
      <p:sp>
        <p:nvSpPr>
          <p:cNvPr id="32789" name="Text Box 21"/>
          <p:cNvSpPr txBox="1"/>
          <p:nvPr/>
        </p:nvSpPr>
        <p:spPr>
          <a:xfrm>
            <a:off x="323850" y="6029325"/>
            <a:ext cx="2870200" cy="457200"/>
          </a:xfrm>
          <a:prstGeom prst="rect">
            <a:avLst/>
          </a:prstGeom>
          <a:noFill/>
          <a:ln w="38100">
            <a:noFill/>
          </a:ln>
        </p:spPr>
        <p:txBody>
          <a:bodyPr wrap="square" anchor="t">
            <a:spAutoFit/>
          </a:bodyPr>
          <a:p>
            <a:pPr>
              <a:spcBef>
                <a:spcPct val="50000"/>
              </a:spcBef>
            </a:pPr>
            <a:r>
              <a:rPr lang="zh-CN" altLang="en-US" sz="2400" dirty="0">
                <a:solidFill>
                  <a:srgbClr val="FFFF99"/>
                </a:solidFill>
                <a:latin typeface="Times New Roman" panose="02020603050405020304" pitchFamily="18" charset="0"/>
                <a:ea typeface="宋体" panose="02010600030101010101" pitchFamily="2" charset="-122"/>
              </a:rPr>
              <a:t>（一）电路的组成：</a:t>
            </a:r>
            <a:endParaRPr lang="zh-CN" altLang="en-US" sz="2400" dirty="0">
              <a:solidFill>
                <a:srgbClr val="FFFF99"/>
              </a:solidFill>
              <a:latin typeface="Times New Roman" panose="02020603050405020304" pitchFamily="18" charset="0"/>
              <a:ea typeface="宋体" panose="02010600030101010101" pitchFamily="2" charset="-122"/>
            </a:endParaRPr>
          </a:p>
        </p:txBody>
      </p:sp>
      <p:sp>
        <p:nvSpPr>
          <p:cNvPr id="32790" name="Text Box 22"/>
          <p:cNvSpPr txBox="1"/>
          <p:nvPr/>
        </p:nvSpPr>
        <p:spPr>
          <a:xfrm>
            <a:off x="2901950" y="6029325"/>
            <a:ext cx="5014913" cy="457200"/>
          </a:xfrm>
          <a:prstGeom prst="rect">
            <a:avLst/>
          </a:prstGeom>
          <a:noFill/>
          <a:ln w="38100">
            <a:noFill/>
          </a:ln>
        </p:spPr>
        <p:txBody>
          <a:bodyPr anchor="t">
            <a:spAutoFit/>
          </a:bodyPr>
          <a:p>
            <a:pPr>
              <a:spcBef>
                <a:spcPct val="50000"/>
              </a:spcBef>
            </a:pPr>
            <a:r>
              <a:rPr lang="zh-CN" altLang="en-US" sz="2400" dirty="0">
                <a:latin typeface="楷体" panose="02010609060101010101" charset="-122"/>
                <a:ea typeface="楷体" panose="02010609060101010101" charset="-122"/>
              </a:rPr>
              <a:t>电源、负载、开关和导线等。</a:t>
            </a:r>
            <a:endParaRPr lang="zh-CN" altLang="en-US" sz="2400" dirty="0">
              <a:latin typeface="楷体" panose="02010609060101010101" charset="-122"/>
              <a:ea typeface="楷体" panose="02010609060101010101" charset="-122"/>
            </a:endParaRPr>
          </a:p>
        </p:txBody>
      </p:sp>
      <p:sp>
        <p:nvSpPr>
          <p:cNvPr id="32791" name="Text Box 23"/>
          <p:cNvSpPr txBox="1"/>
          <p:nvPr/>
        </p:nvSpPr>
        <p:spPr>
          <a:xfrm>
            <a:off x="6029325" y="3167063"/>
            <a:ext cx="184150" cy="519112"/>
          </a:xfrm>
          <a:prstGeom prst="rect">
            <a:avLst/>
          </a:prstGeom>
          <a:noFill/>
          <a:ln w="34925">
            <a:noFill/>
          </a:ln>
        </p:spPr>
        <p:txBody>
          <a:bodyPr wrap="none" anchor="t">
            <a:spAutoFit/>
          </a:bodyPr>
          <a:p>
            <a:pPr algn="ctr" eaLnBrk="0" hangingPunct="0"/>
            <a:endParaRPr lang="zh-CN" altLang="zh-CN" dirty="0">
              <a:latin typeface="Times New Roman" panose="02020603050405020304" pitchFamily="18" charset="0"/>
              <a:ea typeface="宋体" panose="02010600030101010101" pitchFamily="2" charset="-122"/>
            </a:endParaRPr>
          </a:p>
        </p:txBody>
      </p:sp>
      <p:sp>
        <p:nvSpPr>
          <p:cNvPr id="32792" name="Text Box 24"/>
          <p:cNvSpPr txBox="1"/>
          <p:nvPr/>
        </p:nvSpPr>
        <p:spPr>
          <a:xfrm>
            <a:off x="558800" y="3856038"/>
            <a:ext cx="576263" cy="1554162"/>
          </a:xfrm>
          <a:prstGeom prst="rect">
            <a:avLst/>
          </a:prstGeom>
          <a:noFill/>
          <a:ln w="34925">
            <a:noFill/>
          </a:ln>
        </p:spPr>
        <p:txBody>
          <a:bodyPr anchor="t">
            <a:spAutoFit/>
          </a:bodyPr>
          <a:p>
            <a:pPr algn="ctr" eaLnBrk="0" hangingPunct="0"/>
            <a:r>
              <a:rPr lang="zh-CN" altLang="en-US" sz="2400" dirty="0">
                <a:solidFill>
                  <a:srgbClr val="FFFF99"/>
                </a:solidFill>
                <a:latin typeface="楷体" panose="02010609060101010101" charset="-122"/>
                <a:ea typeface="楷体" panose="02010609060101010101" charset="-122"/>
              </a:rPr>
              <a:t>电路示例</a:t>
            </a:r>
            <a:endParaRPr lang="zh-CN" altLang="en-US" sz="2400" dirty="0">
              <a:solidFill>
                <a:srgbClr val="FFFF99"/>
              </a:solidFill>
              <a:latin typeface="楷体" panose="02010609060101010101" charset="-122"/>
              <a:ea typeface="楷体" panose="02010609060101010101" charset="-122"/>
            </a:endParaRPr>
          </a:p>
        </p:txBody>
      </p:sp>
      <p:graphicFrame>
        <p:nvGraphicFramePr>
          <p:cNvPr id="32819" name="Object 51"/>
          <p:cNvGraphicFramePr>
            <a:graphicFrameLocks noChangeAspect="1"/>
          </p:cNvGraphicFramePr>
          <p:nvPr/>
        </p:nvGraphicFramePr>
        <p:xfrm>
          <a:off x="2733675" y="3478213"/>
          <a:ext cx="2705100" cy="2095500"/>
        </p:xfrm>
        <a:graphic>
          <a:graphicData uri="http://schemas.openxmlformats.org/presentationml/2006/ole">
            <mc:AlternateContent xmlns:mc="http://schemas.openxmlformats.org/markup-compatibility/2006">
              <mc:Choice xmlns:v="urn:schemas-microsoft-com:vml" Requires="v">
                <p:oleObj spid="_x0000_s3076" name="" r:id="rId1" imgW="2705100" imgH="2095500" progId="Paint.Picture">
                  <p:embed/>
                </p:oleObj>
              </mc:Choice>
              <mc:Fallback>
                <p:oleObj name="" r:id="rId1" imgW="2705100" imgH="2095500" progId="Paint.Picture">
                  <p:embed/>
                  <p:pic>
                    <p:nvPicPr>
                      <p:cNvPr id="0" name="图片 3075"/>
                      <p:cNvPicPr/>
                      <p:nvPr/>
                    </p:nvPicPr>
                    <p:blipFill>
                      <a:blip r:embed="rId2"/>
                      <a:stretch>
                        <a:fillRect/>
                      </a:stretch>
                    </p:blipFill>
                    <p:spPr>
                      <a:xfrm>
                        <a:off x="2733675" y="3478213"/>
                        <a:ext cx="2705100" cy="2095500"/>
                      </a:xfrm>
                      <a:prstGeom prst="rect">
                        <a:avLst/>
                      </a:prstGeom>
                      <a:noFill/>
                      <a:ln w="38100">
                        <a:noFill/>
                        <a:miter/>
                      </a:ln>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2000"/>
                                  </p:stCondLst>
                                  <p:childTnLst>
                                    <p:set>
                                      <p:cBhvr>
                                        <p:cTn id="6" dur="1" fill="hold">
                                          <p:stCondLst>
                                            <p:cond delay="0"/>
                                          </p:stCondLst>
                                        </p:cTn>
                                        <p:tgtEl>
                                          <p:spTgt spid="32784"/>
                                        </p:tgtEl>
                                        <p:attrNameLst>
                                          <p:attrName>style.visibility</p:attrName>
                                        </p:attrNameLst>
                                      </p:cBhvr>
                                      <p:to>
                                        <p:strVal val="visible"/>
                                      </p:to>
                                    </p:set>
                                    <p:animEffect transition="in" filter="blinds(horizontal)">
                                      <p:cBhvr>
                                        <p:cTn id="7" dur="500"/>
                                        <p:tgtEl>
                                          <p:spTgt spid="327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85"/>
                                        </p:tgtEl>
                                        <p:attrNameLst>
                                          <p:attrName>style.visibility</p:attrName>
                                        </p:attrNameLst>
                                      </p:cBhvr>
                                      <p:to>
                                        <p:strVal val="visible"/>
                                      </p:to>
                                    </p:set>
                                    <p:animEffect transition="in" filter="wipe(left)">
                                      <p:cBhvr>
                                        <p:cTn id="12" dur="500"/>
                                        <p:tgtEl>
                                          <p:spTgt spid="3278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2786"/>
                                        </p:tgtEl>
                                        <p:attrNameLst>
                                          <p:attrName>style.visibility</p:attrName>
                                        </p:attrNameLst>
                                      </p:cBhvr>
                                      <p:to>
                                        <p:strVal val="visible"/>
                                      </p:to>
                                    </p:set>
                                    <p:anim calcmode="lin" valueType="num">
                                      <p:cBhvr additive="base">
                                        <p:cTn id="17" dur="500" fill="hold"/>
                                        <p:tgtEl>
                                          <p:spTgt spid="32786"/>
                                        </p:tgtEl>
                                        <p:attrNameLst>
                                          <p:attrName>ppt_x</p:attrName>
                                        </p:attrNameLst>
                                      </p:cBhvr>
                                      <p:tavLst>
                                        <p:tav tm="0">
                                          <p:val>
                                            <p:strVal val="0-#ppt_w/2"/>
                                          </p:val>
                                        </p:tav>
                                        <p:tav tm="100000">
                                          <p:val>
                                            <p:strVal val="#ppt_x"/>
                                          </p:val>
                                        </p:tav>
                                      </p:tavLst>
                                    </p:anim>
                                    <p:anim calcmode="lin" valueType="num">
                                      <p:cBhvr additive="base">
                                        <p:cTn id="18" dur="500" fill="hold"/>
                                        <p:tgtEl>
                                          <p:spTgt spid="3278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32787"/>
                                        </p:tgtEl>
                                        <p:attrNameLst>
                                          <p:attrName>style.visibility</p:attrName>
                                        </p:attrNameLst>
                                      </p:cBhvr>
                                      <p:to>
                                        <p:strVal val="visible"/>
                                      </p:to>
                                    </p:set>
                                    <p:animEffect transition="in" filter="checkerboard(across)">
                                      <p:cBhvr>
                                        <p:cTn id="23" dur="500"/>
                                        <p:tgtEl>
                                          <p:spTgt spid="32787"/>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32792"/>
                                        </p:tgtEl>
                                        <p:attrNameLst>
                                          <p:attrName>style.visibility</p:attrName>
                                        </p:attrNameLst>
                                      </p:cBhvr>
                                      <p:to>
                                        <p:strVal val="visible"/>
                                      </p:to>
                                    </p:set>
                                    <p:anim calcmode="lin" valueType="num">
                                      <p:cBhvr additive="base">
                                        <p:cTn id="28" dur="500" fill="hold"/>
                                        <p:tgtEl>
                                          <p:spTgt spid="32792"/>
                                        </p:tgtEl>
                                        <p:attrNameLst>
                                          <p:attrName>ppt_x</p:attrName>
                                        </p:attrNameLst>
                                      </p:cBhvr>
                                      <p:tavLst>
                                        <p:tav tm="0">
                                          <p:val>
                                            <p:strVal val="0-#ppt_w/2"/>
                                          </p:val>
                                        </p:tav>
                                        <p:tav tm="100000">
                                          <p:val>
                                            <p:strVal val="#ppt_x"/>
                                          </p:val>
                                        </p:tav>
                                      </p:tavLst>
                                    </p:anim>
                                    <p:anim calcmode="lin" valueType="num">
                                      <p:cBhvr additive="base">
                                        <p:cTn id="29" dur="500" fill="hold"/>
                                        <p:tgtEl>
                                          <p:spTgt spid="32792"/>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nodeType="clickEffect">
                                  <p:stCondLst>
                                    <p:cond delay="0"/>
                                  </p:stCondLst>
                                  <p:childTnLst>
                                    <p:set>
                                      <p:cBhvr>
                                        <p:cTn id="33" dur="1" fill="hold">
                                          <p:stCondLst>
                                            <p:cond delay="0"/>
                                          </p:stCondLst>
                                        </p:cTn>
                                        <p:tgtEl>
                                          <p:spTgt spid="32819"/>
                                        </p:tgtEl>
                                        <p:attrNameLst>
                                          <p:attrName>style.visibility</p:attrName>
                                        </p:attrNameLst>
                                      </p:cBhvr>
                                      <p:to>
                                        <p:strVal val="visible"/>
                                      </p:to>
                                    </p:set>
                                    <p:anim calcmode="lin" valueType="num">
                                      <p:cBhvr additive="base">
                                        <p:cTn id="34" dur="500" fill="hold"/>
                                        <p:tgtEl>
                                          <p:spTgt spid="32819"/>
                                        </p:tgtEl>
                                        <p:attrNameLst>
                                          <p:attrName>ppt_x</p:attrName>
                                        </p:attrNameLst>
                                      </p:cBhvr>
                                      <p:tavLst>
                                        <p:tav tm="0">
                                          <p:val>
                                            <p:strVal val="0-#ppt_w/2"/>
                                          </p:val>
                                        </p:tav>
                                        <p:tav tm="100000">
                                          <p:val>
                                            <p:strVal val="#ppt_x"/>
                                          </p:val>
                                        </p:tav>
                                      </p:tavLst>
                                    </p:anim>
                                    <p:anim calcmode="lin" valueType="num">
                                      <p:cBhvr additive="base">
                                        <p:cTn id="35" dur="500" fill="hold"/>
                                        <p:tgtEl>
                                          <p:spTgt spid="32819"/>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nodePh="1">
                                  <p:stCondLst>
                                    <p:cond delay="0"/>
                                  </p:stCondLst>
                                  <p:endCondLst>
                                    <p:cond evt="begin" delay="0">
                                      <p:tn val="38"/>
                                    </p:cond>
                                  </p:endCondLst>
                                  <p:childTnLst>
                                    <p:set>
                                      <p:cBhvr>
                                        <p:cTn id="39" dur="1" fill="hold">
                                          <p:stCondLst>
                                            <p:cond delay="0"/>
                                          </p:stCondLst>
                                        </p:cTn>
                                        <p:tgtEl>
                                          <p:spTgt spid="32791"/>
                                        </p:tgtEl>
                                        <p:attrNameLst>
                                          <p:attrName>style.visibility</p:attrName>
                                        </p:attrNameLst>
                                      </p:cBhvr>
                                      <p:to>
                                        <p:strVal val="visible"/>
                                      </p:to>
                                    </p:set>
                                    <p:anim calcmode="lin" valueType="num">
                                      <p:cBhvr additive="base">
                                        <p:cTn id="40" dur="500" fill="hold"/>
                                        <p:tgtEl>
                                          <p:spTgt spid="32791"/>
                                        </p:tgtEl>
                                        <p:attrNameLst>
                                          <p:attrName>ppt_x</p:attrName>
                                        </p:attrNameLst>
                                      </p:cBhvr>
                                      <p:tavLst>
                                        <p:tav tm="0">
                                          <p:val>
                                            <p:strVal val="0-#ppt_w/2"/>
                                          </p:val>
                                        </p:tav>
                                        <p:tav tm="100000">
                                          <p:val>
                                            <p:strVal val="#ppt_x"/>
                                          </p:val>
                                        </p:tav>
                                      </p:tavLst>
                                    </p:anim>
                                    <p:anim calcmode="lin" valueType="num">
                                      <p:cBhvr additive="base">
                                        <p:cTn id="41" dur="500" fill="hold"/>
                                        <p:tgtEl>
                                          <p:spTgt spid="3279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32789"/>
                                        </p:tgtEl>
                                        <p:attrNameLst>
                                          <p:attrName>style.visibility</p:attrName>
                                        </p:attrNameLst>
                                      </p:cBhvr>
                                      <p:to>
                                        <p:strVal val="visible"/>
                                      </p:to>
                                    </p:set>
                                    <p:anim calcmode="lin" valueType="num">
                                      <p:cBhvr additive="base">
                                        <p:cTn id="46" dur="500" fill="hold"/>
                                        <p:tgtEl>
                                          <p:spTgt spid="32789"/>
                                        </p:tgtEl>
                                        <p:attrNameLst>
                                          <p:attrName>ppt_x</p:attrName>
                                        </p:attrNameLst>
                                      </p:cBhvr>
                                      <p:tavLst>
                                        <p:tav tm="0">
                                          <p:val>
                                            <p:strVal val="0-#ppt_w/2"/>
                                          </p:val>
                                        </p:tav>
                                        <p:tav tm="100000">
                                          <p:val>
                                            <p:strVal val="#ppt_x"/>
                                          </p:val>
                                        </p:tav>
                                      </p:tavLst>
                                    </p:anim>
                                    <p:anim calcmode="lin" valueType="num">
                                      <p:cBhvr additive="base">
                                        <p:cTn id="47" dur="500" fill="hold"/>
                                        <p:tgtEl>
                                          <p:spTgt spid="32789"/>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32790"/>
                                        </p:tgtEl>
                                        <p:attrNameLst>
                                          <p:attrName>style.visibility</p:attrName>
                                        </p:attrNameLst>
                                      </p:cBhvr>
                                      <p:to>
                                        <p:strVal val="visible"/>
                                      </p:to>
                                    </p:set>
                                    <p:anim calcmode="lin" valueType="num">
                                      <p:cBhvr additive="base">
                                        <p:cTn id="52" dur="500" fill="hold"/>
                                        <p:tgtEl>
                                          <p:spTgt spid="32790"/>
                                        </p:tgtEl>
                                        <p:attrNameLst>
                                          <p:attrName>ppt_x</p:attrName>
                                        </p:attrNameLst>
                                      </p:cBhvr>
                                      <p:tavLst>
                                        <p:tav tm="0">
                                          <p:val>
                                            <p:strVal val="0-#ppt_w/2"/>
                                          </p:val>
                                        </p:tav>
                                        <p:tav tm="100000">
                                          <p:val>
                                            <p:strVal val="#ppt_x"/>
                                          </p:val>
                                        </p:tav>
                                      </p:tavLst>
                                    </p:anim>
                                    <p:anim calcmode="lin" valueType="num">
                                      <p:cBhvr additive="base">
                                        <p:cTn id="53" dur="500" fill="hold"/>
                                        <p:tgtEl>
                                          <p:spTgt spid="327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4" grpId="0"/>
      <p:bldP spid="32785" grpId="0" bldLvl="0" animBg="1"/>
      <p:bldP spid="32786" grpId="0" bldLvl="0" animBg="1"/>
      <p:bldP spid="32787" grpId="0"/>
      <p:bldP spid="32789" grpId="0"/>
      <p:bldP spid="32790" grpId="0"/>
      <p:bldP spid="32791" grpId="0"/>
      <p:bldP spid="32792"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3796" name="Text Box 4"/>
          <p:cNvSpPr>
            <a:spLocks noGrp="1"/>
          </p:cNvSpPr>
          <p:nvPr>
            <p:ph type="title"/>
          </p:nvPr>
        </p:nvSpPr>
        <p:spPr>
          <a:xfrm>
            <a:off x="488950" y="392113"/>
            <a:ext cx="1287463" cy="1547812"/>
          </a:xfrm>
          <a:ln w="34925"/>
        </p:spPr>
        <p:txBody>
          <a:bodyPr wrap="square" lIns="91440" tIns="45720" rIns="91440" bIns="45720" anchor="b"/>
          <a:p>
            <a:r>
              <a:rPr lang="zh-CN" altLang="en-US" b="1" dirty="0">
                <a:solidFill>
                  <a:srgbClr val="FF66FF"/>
                </a:solidFill>
                <a:latin typeface="Times New Roman" panose="02020603050405020304" pitchFamily="18" charset="0"/>
                <a:ea typeface="华文彩云" pitchFamily="2" charset="-122"/>
                <a:sym typeface="宋体" panose="02010600030101010101" pitchFamily="2" charset="-122"/>
              </a:rPr>
              <a:t>电</a:t>
            </a:r>
            <a:r>
              <a:rPr lang="zh-CN" altLang="en-US" b="1" dirty="0">
                <a:solidFill>
                  <a:srgbClr val="FF66FF"/>
                </a:solidFill>
                <a:latin typeface="Times New Roman" panose="02020603050405020304" pitchFamily="18" charset="0"/>
                <a:ea typeface="华文彩云" pitchFamily="2" charset="-122"/>
              </a:rPr>
              <a:t>源</a:t>
            </a:r>
            <a:endParaRPr lang="zh-CN" altLang="en-US" b="1" dirty="0">
              <a:solidFill>
                <a:srgbClr val="FF66FF"/>
              </a:solidFill>
              <a:latin typeface="Times New Roman" panose="02020603050405020304" pitchFamily="18" charset="0"/>
              <a:ea typeface="华文彩云" pitchFamily="2" charset="-122"/>
            </a:endParaRPr>
          </a:p>
        </p:txBody>
      </p:sp>
      <p:sp>
        <p:nvSpPr>
          <p:cNvPr id="33797" name="Text Box 5"/>
          <p:cNvSpPr txBox="1"/>
          <p:nvPr/>
        </p:nvSpPr>
        <p:spPr>
          <a:xfrm>
            <a:off x="369888" y="2562225"/>
            <a:ext cx="8047037" cy="1066800"/>
          </a:xfrm>
          <a:prstGeom prst="rect">
            <a:avLst/>
          </a:prstGeom>
          <a:noFill/>
          <a:ln w="38100">
            <a:noFill/>
          </a:ln>
        </p:spPr>
        <p:txBody>
          <a:bodyPr anchor="t">
            <a:spAutoFit/>
          </a:bodyPr>
          <a:p>
            <a:pPr>
              <a:spcBef>
                <a:spcPct val="50000"/>
              </a:spcBef>
            </a:pPr>
            <a:r>
              <a:rPr lang="en-US" altLang="zh-CN" sz="3200">
                <a:latin typeface="宋体" panose="02010600030101010101" pitchFamily="2" charset="-122"/>
                <a:ea typeface="宋体" panose="02010600030101010101" pitchFamily="2" charset="-122"/>
              </a:rPr>
              <a:t>   </a:t>
            </a:r>
            <a:r>
              <a:rPr lang="zh-CN" altLang="en-US" sz="3200" dirty="0">
                <a:latin typeface="楷体" panose="02010609060101010101" charset="-122"/>
                <a:ea typeface="楷体" panose="02010609060101010101" charset="-122"/>
              </a:rPr>
              <a:t>发电机、变压器、蓄电池、干电池、稳压电源、电源模块、信号发生器等等</a:t>
            </a:r>
            <a:endParaRPr lang="zh-CN" altLang="en-US" sz="3200" dirty="0">
              <a:latin typeface="楷体" panose="02010609060101010101" charset="-122"/>
              <a:ea typeface="楷体" panose="02010609060101010101" charset="-122"/>
            </a:endParaRPr>
          </a:p>
        </p:txBody>
      </p:sp>
      <p:graphicFrame>
        <p:nvGraphicFramePr>
          <p:cNvPr id="33803" name="Object 11"/>
          <p:cNvGraphicFramePr>
            <a:graphicFrameLocks noChangeAspect="1"/>
          </p:cNvGraphicFramePr>
          <p:nvPr/>
        </p:nvGraphicFramePr>
        <p:xfrm>
          <a:off x="2862263" y="290513"/>
          <a:ext cx="4248150" cy="2000250"/>
        </p:xfrm>
        <a:graphic>
          <a:graphicData uri="http://schemas.openxmlformats.org/presentationml/2006/ole">
            <mc:AlternateContent xmlns:mc="http://schemas.openxmlformats.org/markup-compatibility/2006">
              <mc:Choice xmlns:v="urn:schemas-microsoft-com:vml" Requires="v">
                <p:oleObj spid="_x0000_s3077" name="" r:id="rId1" imgW="4248150" imgH="2000250" progId="Paint.Picture">
                  <p:embed/>
                </p:oleObj>
              </mc:Choice>
              <mc:Fallback>
                <p:oleObj name="" r:id="rId1" imgW="4248150" imgH="2000250" progId="Paint.Picture">
                  <p:embed/>
                  <p:pic>
                    <p:nvPicPr>
                      <p:cNvPr id="0" name="图片 3076"/>
                      <p:cNvPicPr/>
                      <p:nvPr/>
                    </p:nvPicPr>
                    <p:blipFill>
                      <a:blip r:embed="rId2"/>
                      <a:stretch>
                        <a:fillRect/>
                      </a:stretch>
                    </p:blipFill>
                    <p:spPr>
                      <a:xfrm>
                        <a:off x="2862263" y="290513"/>
                        <a:ext cx="4248150" cy="2000250"/>
                      </a:xfrm>
                      <a:prstGeom prst="rect">
                        <a:avLst/>
                      </a:prstGeom>
                      <a:noFill/>
                      <a:ln w="38100">
                        <a:noFill/>
                        <a:miter/>
                      </a:ln>
                    </p:spPr>
                  </p:pic>
                </p:oleObj>
              </mc:Fallback>
            </mc:AlternateContent>
          </a:graphicData>
        </a:graphic>
      </p:graphicFrame>
      <p:graphicFrame>
        <p:nvGraphicFramePr>
          <p:cNvPr id="33804" name="Object 12"/>
          <p:cNvGraphicFramePr>
            <a:graphicFrameLocks noChangeAspect="1"/>
          </p:cNvGraphicFramePr>
          <p:nvPr/>
        </p:nvGraphicFramePr>
        <p:xfrm>
          <a:off x="1657350" y="4102100"/>
          <a:ext cx="5792788" cy="2428875"/>
        </p:xfrm>
        <a:graphic>
          <a:graphicData uri="http://schemas.openxmlformats.org/presentationml/2006/ole">
            <mc:AlternateContent xmlns:mc="http://schemas.openxmlformats.org/markup-compatibility/2006">
              <mc:Choice xmlns:v="urn:schemas-microsoft-com:vml" Requires="v">
                <p:oleObj spid="_x0000_s3078" name="" r:id="rId3" imgW="5791200" imgH="2428875" progId="Paint.Picture">
                  <p:embed/>
                </p:oleObj>
              </mc:Choice>
              <mc:Fallback>
                <p:oleObj name="" r:id="rId3" imgW="5791200" imgH="2428875" progId="Paint.Picture">
                  <p:embed/>
                  <p:pic>
                    <p:nvPicPr>
                      <p:cNvPr id="0" name="图片 3077"/>
                      <p:cNvPicPr/>
                      <p:nvPr/>
                    </p:nvPicPr>
                    <p:blipFill>
                      <a:blip r:embed="rId4"/>
                      <a:stretch>
                        <a:fillRect/>
                      </a:stretch>
                    </p:blipFill>
                    <p:spPr>
                      <a:xfrm>
                        <a:off x="1657350" y="4102100"/>
                        <a:ext cx="5792788" cy="2428875"/>
                      </a:xfrm>
                      <a:prstGeom prst="rect">
                        <a:avLst/>
                      </a:prstGeom>
                      <a:noFill/>
                      <a:ln w="38100">
                        <a:noFill/>
                        <a:miter/>
                      </a:ln>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2000"/>
                                  </p:stCondLst>
                                  <p:childTnLst>
                                    <p:set>
                                      <p:cBhvr>
                                        <p:cTn id="6" dur="1" fill="hold">
                                          <p:stCondLst>
                                            <p:cond delay="0"/>
                                          </p:stCondLst>
                                        </p:cTn>
                                        <p:tgtEl>
                                          <p:spTgt spid="33796"/>
                                        </p:tgtEl>
                                        <p:attrNameLst>
                                          <p:attrName>style.visibility</p:attrName>
                                        </p:attrNameLst>
                                      </p:cBhvr>
                                      <p:to>
                                        <p:strVal val="visible"/>
                                      </p:to>
                                    </p:set>
                                    <p:animEffect transition="in" filter="wipe(up)">
                                      <p:cBhvr>
                                        <p:cTn id="7" dur="500"/>
                                        <p:tgtEl>
                                          <p:spTgt spid="3379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3797"/>
                                        </p:tgtEl>
                                        <p:attrNameLst>
                                          <p:attrName>style.visibility</p:attrName>
                                        </p:attrNameLst>
                                      </p:cBhvr>
                                      <p:to>
                                        <p:strVal val="visible"/>
                                      </p:to>
                                    </p:set>
                                    <p:animEffect transition="in" filter="checkerboard(across)">
                                      <p:cBhvr>
                                        <p:cTn id="12" dur="500"/>
                                        <p:tgtEl>
                                          <p:spTgt spid="3379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3803"/>
                                        </p:tgtEl>
                                        <p:attrNameLst>
                                          <p:attrName>style.visibility</p:attrName>
                                        </p:attrNameLst>
                                      </p:cBhvr>
                                      <p:to>
                                        <p:strVal val="visible"/>
                                      </p:to>
                                    </p:set>
                                    <p:anim calcmode="lin" valueType="num">
                                      <p:cBhvr additive="base">
                                        <p:cTn id="17" dur="500" fill="hold"/>
                                        <p:tgtEl>
                                          <p:spTgt spid="33803"/>
                                        </p:tgtEl>
                                        <p:attrNameLst>
                                          <p:attrName>ppt_x</p:attrName>
                                        </p:attrNameLst>
                                      </p:cBhvr>
                                      <p:tavLst>
                                        <p:tav tm="0">
                                          <p:val>
                                            <p:strVal val="0-#ppt_w/2"/>
                                          </p:val>
                                        </p:tav>
                                        <p:tav tm="100000">
                                          <p:val>
                                            <p:strVal val="#ppt_x"/>
                                          </p:val>
                                        </p:tav>
                                      </p:tavLst>
                                    </p:anim>
                                    <p:anim calcmode="lin" valueType="num">
                                      <p:cBhvr additive="base">
                                        <p:cTn id="18" dur="500" fill="hold"/>
                                        <p:tgtEl>
                                          <p:spTgt spid="3380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33804"/>
                                        </p:tgtEl>
                                        <p:attrNameLst>
                                          <p:attrName>style.visibility</p:attrName>
                                        </p:attrNameLst>
                                      </p:cBhvr>
                                      <p:to>
                                        <p:strVal val="visible"/>
                                      </p:to>
                                    </p:set>
                                    <p:anim calcmode="lin" valueType="num">
                                      <p:cBhvr additive="base">
                                        <p:cTn id="23" dur="500" fill="hold"/>
                                        <p:tgtEl>
                                          <p:spTgt spid="33804"/>
                                        </p:tgtEl>
                                        <p:attrNameLst>
                                          <p:attrName>ppt_x</p:attrName>
                                        </p:attrNameLst>
                                      </p:cBhvr>
                                      <p:tavLst>
                                        <p:tav tm="0">
                                          <p:val>
                                            <p:strVal val="0-#ppt_w/2"/>
                                          </p:val>
                                        </p:tav>
                                        <p:tav tm="100000">
                                          <p:val>
                                            <p:strVal val="#ppt_x"/>
                                          </p:val>
                                        </p:tav>
                                      </p:tavLst>
                                    </p:anim>
                                    <p:anim calcmode="lin" valueType="num">
                                      <p:cBhvr additive="base">
                                        <p:cTn id="24" dur="500" fill="hold"/>
                                        <p:tgtEl>
                                          <p:spTgt spid="338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p:bldP spid="33797"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5844" name="Rectangle 4"/>
          <p:cNvSpPr>
            <a:spLocks noGrp="1"/>
          </p:cNvSpPr>
          <p:nvPr>
            <p:ph type="title"/>
          </p:nvPr>
        </p:nvSpPr>
        <p:spPr>
          <a:xfrm>
            <a:off x="1304925" y="720725"/>
            <a:ext cx="1116013" cy="1557338"/>
          </a:xfrm>
          <a:ln w="34925"/>
        </p:spPr>
        <p:txBody>
          <a:bodyPr wrap="square" lIns="91440" tIns="45720" rIns="91440" bIns="45720" anchor="b"/>
          <a:p>
            <a:r>
              <a:rPr lang="zh-CN" altLang="en-US" b="1" dirty="0">
                <a:solidFill>
                  <a:srgbClr val="FF66FF"/>
                </a:solidFill>
                <a:latin typeface="Times New Roman" panose="02020603050405020304" pitchFamily="18" charset="0"/>
                <a:ea typeface="华文彩云" pitchFamily="2" charset="-122"/>
              </a:rPr>
              <a:t>负载</a:t>
            </a:r>
            <a:endParaRPr lang="zh-CN" altLang="en-US" b="1" dirty="0">
              <a:solidFill>
                <a:srgbClr val="FF66FF"/>
              </a:solidFill>
              <a:latin typeface="Times New Roman" panose="02020603050405020304" pitchFamily="18" charset="0"/>
              <a:ea typeface="华文彩云" pitchFamily="2" charset="-122"/>
            </a:endParaRPr>
          </a:p>
        </p:txBody>
      </p:sp>
      <p:sp>
        <p:nvSpPr>
          <p:cNvPr id="35845" name="Text Box 5"/>
          <p:cNvSpPr txBox="1"/>
          <p:nvPr/>
        </p:nvSpPr>
        <p:spPr>
          <a:xfrm>
            <a:off x="4179888" y="4916488"/>
            <a:ext cx="4322762" cy="1554162"/>
          </a:xfrm>
          <a:prstGeom prst="rect">
            <a:avLst/>
          </a:prstGeom>
          <a:noFill/>
          <a:ln w="34925">
            <a:noFill/>
          </a:ln>
        </p:spPr>
        <p:txBody>
          <a:bodyPr wrap="square" anchor="t">
            <a:spAutoFit/>
          </a:bodyPr>
          <a:p>
            <a:pPr eaLnBrk="0" hangingPunct="0">
              <a:spcBef>
                <a:spcPct val="50000"/>
              </a:spcBef>
            </a:pPr>
            <a:r>
              <a:rPr lang="zh-CN" altLang="en-US" sz="3200" dirty="0">
                <a:latin typeface="楷体" panose="02010609060101010101" charset="-122"/>
                <a:ea typeface="楷体" panose="02010609060101010101" charset="-122"/>
              </a:rPr>
              <a:t>实际的负载包括</a:t>
            </a:r>
            <a:r>
              <a:rPr lang="zh-CN" altLang="zh-CN" sz="3200" dirty="0">
                <a:latin typeface="楷体" panose="02010609060101010101" charset="-122"/>
                <a:ea typeface="楷体" panose="02010609060101010101" charset="-122"/>
              </a:rPr>
              <a:t>电炉、</a:t>
            </a:r>
            <a:r>
              <a:rPr lang="zh-CN" altLang="en-US" sz="3200" dirty="0">
                <a:latin typeface="楷体" panose="02010609060101010101" charset="-122"/>
                <a:ea typeface="楷体" panose="02010609060101010101" charset="-122"/>
              </a:rPr>
              <a:t>电动机、电动工具和家用电器等等。</a:t>
            </a:r>
            <a:endParaRPr lang="zh-CN" altLang="en-US" sz="3200" dirty="0">
              <a:latin typeface="楷体" panose="02010609060101010101" charset="-122"/>
              <a:ea typeface="楷体" panose="02010609060101010101" charset="-122"/>
            </a:endParaRPr>
          </a:p>
        </p:txBody>
      </p:sp>
      <p:grpSp>
        <p:nvGrpSpPr>
          <p:cNvPr id="35846" name="Group 6"/>
          <p:cNvGrpSpPr/>
          <p:nvPr/>
        </p:nvGrpSpPr>
        <p:grpSpPr>
          <a:xfrm>
            <a:off x="981075" y="536575"/>
            <a:ext cx="6607175" cy="5138738"/>
            <a:chOff x="794" y="436"/>
            <a:chExt cx="4162" cy="3237"/>
          </a:xfrm>
        </p:grpSpPr>
        <p:pic>
          <p:nvPicPr>
            <p:cNvPr id="13316" name="Picture 7" descr="吸尘器2"/>
            <p:cNvPicPr>
              <a:picLocks noChangeAspect="1"/>
            </p:cNvPicPr>
            <p:nvPr/>
          </p:nvPicPr>
          <p:blipFill>
            <a:blip r:embed="rId1"/>
            <a:stretch>
              <a:fillRect/>
            </a:stretch>
          </p:blipFill>
          <p:spPr>
            <a:xfrm>
              <a:off x="794" y="2205"/>
              <a:ext cx="1440" cy="1236"/>
            </a:xfrm>
            <a:prstGeom prst="rect">
              <a:avLst/>
            </a:prstGeom>
            <a:noFill/>
            <a:ln w="9525">
              <a:noFill/>
            </a:ln>
          </p:spPr>
        </p:pic>
        <p:grpSp>
          <p:nvGrpSpPr>
            <p:cNvPr id="13317" name="Group 8"/>
            <p:cNvGrpSpPr/>
            <p:nvPr/>
          </p:nvGrpSpPr>
          <p:grpSpPr>
            <a:xfrm>
              <a:off x="2245" y="436"/>
              <a:ext cx="2711" cy="2511"/>
              <a:chOff x="2245" y="436"/>
              <a:chExt cx="2711" cy="2511"/>
            </a:xfrm>
          </p:grpSpPr>
          <p:pic>
            <p:nvPicPr>
              <p:cNvPr id="13318" name="Picture 9" descr="y系列电动机"/>
              <p:cNvPicPr>
                <a:picLocks noChangeAspect="1"/>
              </p:cNvPicPr>
              <p:nvPr/>
            </p:nvPicPr>
            <p:blipFill>
              <a:blip r:embed="rId2"/>
              <a:stretch>
                <a:fillRect/>
              </a:stretch>
            </p:blipFill>
            <p:spPr>
              <a:xfrm>
                <a:off x="3334" y="436"/>
                <a:ext cx="1622" cy="1060"/>
              </a:xfrm>
              <a:prstGeom prst="rect">
                <a:avLst/>
              </a:prstGeom>
              <a:noFill/>
              <a:ln w="9525">
                <a:noFill/>
              </a:ln>
            </p:spPr>
          </p:pic>
          <p:pic>
            <p:nvPicPr>
              <p:cNvPr id="13319" name="Picture 10" descr="电动工具3"/>
              <p:cNvPicPr>
                <a:picLocks noChangeAspect="1"/>
              </p:cNvPicPr>
              <p:nvPr/>
            </p:nvPicPr>
            <p:blipFill>
              <a:blip r:embed="rId3"/>
              <a:stretch>
                <a:fillRect/>
              </a:stretch>
            </p:blipFill>
            <p:spPr>
              <a:xfrm>
                <a:off x="2245" y="1570"/>
                <a:ext cx="1278" cy="1075"/>
              </a:xfrm>
              <a:prstGeom prst="rect">
                <a:avLst/>
              </a:prstGeom>
              <a:noFill/>
              <a:ln w="9525">
                <a:noFill/>
              </a:ln>
            </p:spPr>
          </p:pic>
          <p:sp>
            <p:nvSpPr>
              <p:cNvPr id="13320" name="Text Box 11"/>
              <p:cNvSpPr txBox="1"/>
              <p:nvPr/>
            </p:nvSpPr>
            <p:spPr>
              <a:xfrm>
                <a:off x="3969" y="1480"/>
                <a:ext cx="726" cy="288"/>
              </a:xfrm>
              <a:prstGeom prst="rect">
                <a:avLst/>
              </a:prstGeom>
              <a:noFill/>
              <a:ln w="34925">
                <a:noFill/>
              </a:ln>
            </p:spPr>
            <p:txBody>
              <a:bodyPr anchor="t">
                <a:spAutoFit/>
              </a:bodyPr>
              <a:p>
                <a:pPr eaLnBrk="0" hangingPunct="0">
                  <a:spcBef>
                    <a:spcPct val="50000"/>
                  </a:spcBef>
                </a:pPr>
                <a:r>
                  <a:rPr lang="zh-CN" altLang="en-US" sz="2400" dirty="0">
                    <a:solidFill>
                      <a:srgbClr val="FFFF66"/>
                    </a:solidFill>
                    <a:latin typeface="Times New Roman" panose="02020603050405020304" pitchFamily="18" charset="0"/>
                    <a:ea typeface="幼圆" pitchFamily="49" charset="-122"/>
                  </a:rPr>
                  <a:t>电动机</a:t>
                </a:r>
                <a:endParaRPr lang="zh-CN" altLang="en-US" sz="2400" dirty="0">
                  <a:solidFill>
                    <a:srgbClr val="FFFF66"/>
                  </a:solidFill>
                  <a:latin typeface="Times New Roman" panose="02020603050405020304" pitchFamily="18" charset="0"/>
                  <a:ea typeface="幼圆" pitchFamily="49" charset="-122"/>
                </a:endParaRPr>
              </a:p>
            </p:txBody>
          </p:sp>
          <p:sp>
            <p:nvSpPr>
              <p:cNvPr id="13321" name="Text Box 12"/>
              <p:cNvSpPr txBox="1"/>
              <p:nvPr/>
            </p:nvSpPr>
            <p:spPr>
              <a:xfrm>
                <a:off x="2699" y="2659"/>
                <a:ext cx="772" cy="288"/>
              </a:xfrm>
              <a:prstGeom prst="rect">
                <a:avLst/>
              </a:prstGeom>
              <a:noFill/>
              <a:ln w="34925">
                <a:noFill/>
              </a:ln>
            </p:spPr>
            <p:txBody>
              <a:bodyPr anchor="t">
                <a:spAutoFit/>
              </a:bodyPr>
              <a:p>
                <a:pPr eaLnBrk="0" hangingPunct="0">
                  <a:spcBef>
                    <a:spcPct val="50000"/>
                  </a:spcBef>
                </a:pPr>
                <a:r>
                  <a:rPr lang="zh-CN" altLang="en-US" sz="2400" dirty="0">
                    <a:solidFill>
                      <a:srgbClr val="FFFF66"/>
                    </a:solidFill>
                    <a:latin typeface="Times New Roman" panose="02020603050405020304" pitchFamily="18" charset="0"/>
                    <a:ea typeface="幼圆" pitchFamily="49" charset="-122"/>
                  </a:rPr>
                  <a:t>手电钻</a:t>
                </a:r>
                <a:endParaRPr lang="zh-CN" altLang="en-US" sz="2400" dirty="0">
                  <a:solidFill>
                    <a:srgbClr val="FFFF66"/>
                  </a:solidFill>
                  <a:latin typeface="Times New Roman" panose="02020603050405020304" pitchFamily="18" charset="0"/>
                  <a:ea typeface="幼圆" pitchFamily="49" charset="-122"/>
                </a:endParaRPr>
              </a:p>
            </p:txBody>
          </p:sp>
        </p:grpSp>
        <p:sp>
          <p:nvSpPr>
            <p:cNvPr id="13322" name="Text Box 13"/>
            <p:cNvSpPr txBox="1"/>
            <p:nvPr/>
          </p:nvSpPr>
          <p:spPr>
            <a:xfrm>
              <a:off x="1157" y="3385"/>
              <a:ext cx="772" cy="288"/>
            </a:xfrm>
            <a:prstGeom prst="rect">
              <a:avLst/>
            </a:prstGeom>
            <a:noFill/>
            <a:ln w="34925">
              <a:noFill/>
            </a:ln>
          </p:spPr>
          <p:txBody>
            <a:bodyPr anchor="t">
              <a:spAutoFit/>
            </a:bodyPr>
            <a:p>
              <a:pPr eaLnBrk="0" hangingPunct="0">
                <a:spcBef>
                  <a:spcPct val="50000"/>
                </a:spcBef>
              </a:pPr>
              <a:r>
                <a:rPr lang="zh-CN" altLang="en-US" sz="2400" dirty="0">
                  <a:solidFill>
                    <a:srgbClr val="FFFF66"/>
                  </a:solidFill>
                  <a:latin typeface="Times New Roman" panose="02020603050405020304" pitchFamily="18" charset="0"/>
                  <a:ea typeface="幼圆" pitchFamily="49" charset="-122"/>
                </a:rPr>
                <a:t>吸尘器</a:t>
              </a:r>
              <a:endParaRPr lang="zh-CN" altLang="en-US" sz="2400" dirty="0">
                <a:solidFill>
                  <a:srgbClr val="FFFF66"/>
                </a:solidFill>
                <a:latin typeface="Times New Roman" panose="02020603050405020304" pitchFamily="18" charset="0"/>
                <a:ea typeface="幼圆" pitchFamily="49" charset="-122"/>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2000"/>
                                  </p:stCondLst>
                                  <p:childTnLst>
                                    <p:set>
                                      <p:cBhvr>
                                        <p:cTn id="6" dur="1" fill="hold">
                                          <p:stCondLst>
                                            <p:cond delay="0"/>
                                          </p:stCondLst>
                                        </p:cTn>
                                        <p:tgtEl>
                                          <p:spTgt spid="35844"/>
                                        </p:tgtEl>
                                        <p:attrNameLst>
                                          <p:attrName>style.visibility</p:attrName>
                                        </p:attrNameLst>
                                      </p:cBhvr>
                                      <p:to>
                                        <p:strVal val="visible"/>
                                      </p:to>
                                    </p:set>
                                    <p:animEffect transition="in" filter="wipe(up)">
                                      <p:cBhvr>
                                        <p:cTn id="7" dur="500"/>
                                        <p:tgtEl>
                                          <p:spTgt spid="358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5846"/>
                                        </p:tgtEl>
                                        <p:attrNameLst>
                                          <p:attrName>style.visibility</p:attrName>
                                        </p:attrNameLst>
                                      </p:cBhvr>
                                      <p:to>
                                        <p:strVal val="visible"/>
                                      </p:to>
                                    </p:set>
                                    <p:animEffect transition="in" filter="wipe(up)">
                                      <p:cBhvr>
                                        <p:cTn id="12" dur="500"/>
                                        <p:tgtEl>
                                          <p:spTgt spid="3584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845"/>
                                        </p:tgtEl>
                                        <p:attrNameLst>
                                          <p:attrName>style.visibility</p:attrName>
                                        </p:attrNameLst>
                                      </p:cBhvr>
                                      <p:to>
                                        <p:strVal val="visible"/>
                                      </p:to>
                                    </p:set>
                                    <p:animEffect transition="in" filter="wipe(left)">
                                      <p:cBhvr>
                                        <p:cTn id="17"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p:bldP spid="35845"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6868" name="Text Box 4"/>
          <p:cNvSpPr>
            <a:spLocks noGrp="1"/>
          </p:cNvSpPr>
          <p:nvPr>
            <p:ph type="title"/>
          </p:nvPr>
        </p:nvSpPr>
        <p:spPr>
          <a:xfrm>
            <a:off x="0" y="125413"/>
            <a:ext cx="2773363" cy="552450"/>
          </a:xfrm>
          <a:ln w="34925"/>
          <a:effectLst>
            <a:outerShdw dist="35921" dir="2699999" algn="ctr" rotWithShape="0">
              <a:schemeClr val="bg2"/>
            </a:outerShdw>
          </a:effectLst>
        </p:spPr>
        <p:txBody>
          <a:bodyPr wrap="square" lIns="91440" tIns="45720" rIns="91440" bIns="45720" anchor="b"/>
          <a:p>
            <a:pPr>
              <a:spcBef>
                <a:spcPct val="50000"/>
              </a:spcBef>
            </a:pPr>
            <a:r>
              <a:rPr lang="zh-CN" altLang="en-US" sz="2400" b="1" dirty="0">
                <a:solidFill>
                  <a:srgbClr val="FFFF99"/>
                </a:solidFill>
                <a:latin typeface="宋体" panose="02010600030101010101" pitchFamily="2" charset="-122"/>
              </a:rPr>
              <a:t>（二）电路的作用</a:t>
            </a:r>
            <a:endParaRPr lang="zh-CN" altLang="en-US" sz="2400" b="1" dirty="0">
              <a:solidFill>
                <a:srgbClr val="FFFF99"/>
              </a:solidFill>
              <a:latin typeface="宋体" panose="02010600030101010101" pitchFamily="2" charset="-122"/>
            </a:endParaRPr>
          </a:p>
        </p:txBody>
      </p:sp>
      <p:sp>
        <p:nvSpPr>
          <p:cNvPr id="36871" name="Text Box 7"/>
          <p:cNvSpPr txBox="1"/>
          <p:nvPr/>
        </p:nvSpPr>
        <p:spPr>
          <a:xfrm>
            <a:off x="258763" y="677863"/>
            <a:ext cx="4940300" cy="457200"/>
          </a:xfrm>
          <a:prstGeom prst="rect">
            <a:avLst/>
          </a:prstGeom>
          <a:noFill/>
          <a:ln w="9525">
            <a:noFill/>
          </a:ln>
        </p:spPr>
        <p:txBody>
          <a:bodyPr anchor="t">
            <a:spAutoFit/>
          </a:bodyPr>
          <a:p>
            <a:pPr>
              <a:spcBef>
                <a:spcPct val="50000"/>
              </a:spcBef>
            </a:pPr>
            <a:r>
              <a:rPr lang="en-US" altLang="zh-CN" sz="2400">
                <a:solidFill>
                  <a:schemeClr val="accent2"/>
                </a:solidFill>
                <a:latin typeface="楷体" panose="02010609060101010101" charset="-122"/>
                <a:ea typeface="楷体" panose="02010609060101010101" charset="-122"/>
              </a:rPr>
              <a:t>1.</a:t>
            </a:r>
            <a:r>
              <a:rPr lang="zh-CN" altLang="en-US" sz="2400" dirty="0">
                <a:solidFill>
                  <a:schemeClr val="accent2"/>
                </a:solidFill>
                <a:latin typeface="楷体" panose="02010609060101010101" charset="-122"/>
                <a:ea typeface="楷体" panose="02010609060101010101" charset="-122"/>
              </a:rPr>
              <a:t>能量转换及传输（强电）</a:t>
            </a:r>
            <a:endParaRPr lang="zh-CN" altLang="en-US" sz="2400" dirty="0">
              <a:solidFill>
                <a:schemeClr val="accent2"/>
              </a:solidFill>
              <a:latin typeface="楷体" panose="02010609060101010101" charset="-122"/>
              <a:ea typeface="楷体" panose="02010609060101010101" charset="-122"/>
            </a:endParaRPr>
          </a:p>
        </p:txBody>
      </p:sp>
      <p:grpSp>
        <p:nvGrpSpPr>
          <p:cNvPr id="36872" name="Group 8"/>
          <p:cNvGrpSpPr/>
          <p:nvPr/>
        </p:nvGrpSpPr>
        <p:grpSpPr>
          <a:xfrm>
            <a:off x="747713" y="1254125"/>
            <a:ext cx="1295400" cy="838200"/>
            <a:chOff x="486" y="795"/>
            <a:chExt cx="816" cy="528"/>
          </a:xfrm>
        </p:grpSpPr>
        <p:sp>
          <p:nvSpPr>
            <p:cNvPr id="14340" name="Text Box 9"/>
            <p:cNvSpPr txBox="1"/>
            <p:nvPr/>
          </p:nvSpPr>
          <p:spPr>
            <a:xfrm>
              <a:off x="486" y="795"/>
              <a:ext cx="816" cy="288"/>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动能</a:t>
              </a:r>
              <a:endParaRPr lang="zh-CN" altLang="en-US" sz="2400" dirty="0">
                <a:latin typeface="Times New Roman" panose="02020603050405020304" pitchFamily="18" charset="0"/>
                <a:ea typeface="宋体" panose="02010600030101010101" pitchFamily="2" charset="-122"/>
              </a:endParaRPr>
            </a:p>
          </p:txBody>
        </p:sp>
        <p:sp>
          <p:nvSpPr>
            <p:cNvPr id="14341" name="Text Box 10"/>
            <p:cNvSpPr txBox="1"/>
            <p:nvPr/>
          </p:nvSpPr>
          <p:spPr>
            <a:xfrm>
              <a:off x="486" y="1035"/>
              <a:ext cx="816" cy="288"/>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热能</a:t>
              </a:r>
              <a:endParaRPr lang="zh-CN" altLang="en-US" sz="2400" dirty="0">
                <a:latin typeface="Times New Roman" panose="02020603050405020304" pitchFamily="18" charset="0"/>
                <a:ea typeface="宋体" panose="02010600030101010101" pitchFamily="2" charset="-122"/>
              </a:endParaRPr>
            </a:p>
          </p:txBody>
        </p:sp>
      </p:grpSp>
      <p:sp>
        <p:nvSpPr>
          <p:cNvPr id="36875" name="Text Box 11"/>
          <p:cNvSpPr txBox="1"/>
          <p:nvPr/>
        </p:nvSpPr>
        <p:spPr>
          <a:xfrm>
            <a:off x="2614613" y="1431925"/>
            <a:ext cx="1295400" cy="457200"/>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电能</a:t>
            </a:r>
            <a:endParaRPr lang="zh-CN" altLang="en-US" sz="2400" dirty="0">
              <a:latin typeface="Times New Roman" panose="02020603050405020304" pitchFamily="18" charset="0"/>
              <a:ea typeface="宋体" panose="02010600030101010101" pitchFamily="2" charset="-122"/>
            </a:endParaRPr>
          </a:p>
        </p:txBody>
      </p:sp>
      <p:sp>
        <p:nvSpPr>
          <p:cNvPr id="36876" name="Text Box 12"/>
          <p:cNvSpPr txBox="1"/>
          <p:nvPr/>
        </p:nvSpPr>
        <p:spPr>
          <a:xfrm>
            <a:off x="4430713" y="1470025"/>
            <a:ext cx="1295400" cy="457200"/>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用户</a:t>
            </a:r>
            <a:endParaRPr lang="zh-CN" altLang="en-US" sz="2400" dirty="0">
              <a:latin typeface="Times New Roman" panose="02020603050405020304" pitchFamily="18" charset="0"/>
              <a:ea typeface="宋体" panose="02010600030101010101" pitchFamily="2" charset="-122"/>
            </a:endParaRPr>
          </a:p>
        </p:txBody>
      </p:sp>
      <p:grpSp>
        <p:nvGrpSpPr>
          <p:cNvPr id="36877" name="Group 13"/>
          <p:cNvGrpSpPr/>
          <p:nvPr/>
        </p:nvGrpSpPr>
        <p:grpSpPr>
          <a:xfrm>
            <a:off x="6716713" y="969963"/>
            <a:ext cx="1524000" cy="1547812"/>
            <a:chOff x="4262" y="611"/>
            <a:chExt cx="960" cy="975"/>
          </a:xfrm>
        </p:grpSpPr>
        <p:sp>
          <p:nvSpPr>
            <p:cNvPr id="14345" name="AutoShape 14"/>
            <p:cNvSpPr/>
            <p:nvPr/>
          </p:nvSpPr>
          <p:spPr>
            <a:xfrm>
              <a:off x="4262" y="715"/>
              <a:ext cx="176" cy="792"/>
            </a:xfrm>
            <a:prstGeom prst="leftBrace">
              <a:avLst>
                <a:gd name="adj1" fmla="val 37500"/>
                <a:gd name="adj2" fmla="val 50000"/>
              </a:avLst>
            </a:prstGeom>
            <a:noFill/>
            <a:ln w="38100" cap="flat" cmpd="sng">
              <a:solidFill>
                <a:schemeClr val="accent2"/>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4346" name="Text Box 15"/>
            <p:cNvSpPr txBox="1"/>
            <p:nvPr/>
          </p:nvSpPr>
          <p:spPr>
            <a:xfrm>
              <a:off x="4406" y="611"/>
              <a:ext cx="816" cy="288"/>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光能</a:t>
              </a:r>
              <a:endParaRPr lang="zh-CN" altLang="en-US" sz="2400" dirty="0">
                <a:latin typeface="Times New Roman" panose="02020603050405020304" pitchFamily="18" charset="0"/>
                <a:ea typeface="宋体" panose="02010600030101010101" pitchFamily="2" charset="-122"/>
              </a:endParaRPr>
            </a:p>
          </p:txBody>
        </p:sp>
        <p:sp>
          <p:nvSpPr>
            <p:cNvPr id="14347" name="Text Box 16"/>
            <p:cNvSpPr txBox="1"/>
            <p:nvPr/>
          </p:nvSpPr>
          <p:spPr>
            <a:xfrm>
              <a:off x="4406" y="950"/>
              <a:ext cx="816" cy="288"/>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热能</a:t>
              </a:r>
              <a:endParaRPr lang="zh-CN" altLang="en-US" sz="2400" dirty="0">
                <a:latin typeface="Times New Roman" panose="02020603050405020304" pitchFamily="18" charset="0"/>
                <a:ea typeface="宋体" panose="02010600030101010101" pitchFamily="2" charset="-122"/>
              </a:endParaRPr>
            </a:p>
          </p:txBody>
        </p:sp>
        <p:sp>
          <p:nvSpPr>
            <p:cNvPr id="14348" name="Text Box 17"/>
            <p:cNvSpPr txBox="1"/>
            <p:nvPr/>
          </p:nvSpPr>
          <p:spPr>
            <a:xfrm>
              <a:off x="4406" y="1298"/>
              <a:ext cx="816" cy="288"/>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动能</a:t>
              </a:r>
              <a:endParaRPr lang="zh-CN" altLang="en-US" sz="2400" dirty="0">
                <a:latin typeface="Times New Roman" panose="02020603050405020304" pitchFamily="18" charset="0"/>
                <a:ea typeface="宋体" panose="02010600030101010101" pitchFamily="2" charset="-122"/>
              </a:endParaRPr>
            </a:p>
          </p:txBody>
        </p:sp>
      </p:grpSp>
      <p:grpSp>
        <p:nvGrpSpPr>
          <p:cNvPr id="36882" name="Group 18"/>
          <p:cNvGrpSpPr/>
          <p:nvPr/>
        </p:nvGrpSpPr>
        <p:grpSpPr>
          <a:xfrm>
            <a:off x="1585913" y="1260475"/>
            <a:ext cx="1295400" cy="552450"/>
            <a:chOff x="918" y="783"/>
            <a:chExt cx="816" cy="348"/>
          </a:xfrm>
        </p:grpSpPr>
        <p:sp>
          <p:nvSpPr>
            <p:cNvPr id="14350" name="Text Box 19"/>
            <p:cNvSpPr txBox="1"/>
            <p:nvPr/>
          </p:nvSpPr>
          <p:spPr>
            <a:xfrm>
              <a:off x="918" y="783"/>
              <a:ext cx="816" cy="288"/>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发电机</a:t>
              </a:r>
              <a:endParaRPr lang="zh-CN" altLang="en-US" sz="2400" dirty="0">
                <a:latin typeface="Times New Roman" panose="02020603050405020304" pitchFamily="18" charset="0"/>
                <a:ea typeface="宋体" panose="02010600030101010101" pitchFamily="2" charset="-122"/>
              </a:endParaRPr>
            </a:p>
          </p:txBody>
        </p:sp>
        <p:sp>
          <p:nvSpPr>
            <p:cNvPr id="14351" name="AutoShape 20"/>
            <p:cNvSpPr/>
            <p:nvPr/>
          </p:nvSpPr>
          <p:spPr>
            <a:xfrm>
              <a:off x="966" y="1035"/>
              <a:ext cx="624" cy="96"/>
            </a:xfrm>
            <a:prstGeom prst="rightArrow">
              <a:avLst>
                <a:gd name="adj1" fmla="val 50000"/>
                <a:gd name="adj2" fmla="val 162500"/>
              </a:avLst>
            </a:prstGeom>
            <a:solidFill>
              <a:srgbClr val="FF0000"/>
            </a:solidFill>
            <a:ln w="9525">
              <a:noFill/>
            </a:ln>
          </p:spPr>
          <p:txBody>
            <a:bodyPr wrap="none" anchor="ctr"/>
            <a:p>
              <a:endParaRPr lang="zh-CN" altLang="en-US" dirty="0">
                <a:latin typeface="Times New Roman" panose="02020603050405020304" pitchFamily="18" charset="0"/>
                <a:ea typeface="宋体" panose="02010600030101010101" pitchFamily="2" charset="-122"/>
              </a:endParaRPr>
            </a:p>
          </p:txBody>
        </p:sp>
      </p:grpSp>
      <p:grpSp>
        <p:nvGrpSpPr>
          <p:cNvPr id="36885" name="Group 21"/>
          <p:cNvGrpSpPr/>
          <p:nvPr/>
        </p:nvGrpSpPr>
        <p:grpSpPr>
          <a:xfrm>
            <a:off x="3375025" y="1279525"/>
            <a:ext cx="1295400" cy="533400"/>
            <a:chOff x="1974" y="795"/>
            <a:chExt cx="816" cy="336"/>
          </a:xfrm>
        </p:grpSpPr>
        <p:sp>
          <p:nvSpPr>
            <p:cNvPr id="14353" name="Text Box 22"/>
            <p:cNvSpPr txBox="1"/>
            <p:nvPr/>
          </p:nvSpPr>
          <p:spPr>
            <a:xfrm>
              <a:off x="1974" y="795"/>
              <a:ext cx="816" cy="288"/>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传输网</a:t>
              </a:r>
              <a:endParaRPr lang="zh-CN" altLang="en-US" sz="2400" dirty="0">
                <a:latin typeface="Times New Roman" panose="02020603050405020304" pitchFamily="18" charset="0"/>
                <a:ea typeface="宋体" panose="02010600030101010101" pitchFamily="2" charset="-122"/>
              </a:endParaRPr>
            </a:p>
          </p:txBody>
        </p:sp>
        <p:sp>
          <p:nvSpPr>
            <p:cNvPr id="14354" name="AutoShape 23"/>
            <p:cNvSpPr/>
            <p:nvPr/>
          </p:nvSpPr>
          <p:spPr>
            <a:xfrm>
              <a:off x="2049" y="1035"/>
              <a:ext cx="624" cy="96"/>
            </a:xfrm>
            <a:prstGeom prst="rightArrow">
              <a:avLst>
                <a:gd name="adj1" fmla="val 50000"/>
                <a:gd name="adj2" fmla="val 162500"/>
              </a:avLst>
            </a:prstGeom>
            <a:solidFill>
              <a:srgbClr val="FF0000"/>
            </a:solidFill>
            <a:ln w="9525">
              <a:noFill/>
            </a:ln>
          </p:spPr>
          <p:txBody>
            <a:bodyPr wrap="none" anchor="ctr"/>
            <a:p>
              <a:endParaRPr lang="zh-CN" altLang="en-US" dirty="0">
                <a:latin typeface="Times New Roman" panose="02020603050405020304" pitchFamily="18" charset="0"/>
                <a:ea typeface="宋体" panose="02010600030101010101" pitchFamily="2" charset="-122"/>
              </a:endParaRPr>
            </a:p>
          </p:txBody>
        </p:sp>
      </p:grpSp>
      <p:grpSp>
        <p:nvGrpSpPr>
          <p:cNvPr id="36888" name="Group 24"/>
          <p:cNvGrpSpPr/>
          <p:nvPr/>
        </p:nvGrpSpPr>
        <p:grpSpPr>
          <a:xfrm>
            <a:off x="5230813" y="1304925"/>
            <a:ext cx="1600200" cy="914400"/>
            <a:chOff x="3142" y="811"/>
            <a:chExt cx="1008" cy="576"/>
          </a:xfrm>
        </p:grpSpPr>
        <p:grpSp>
          <p:nvGrpSpPr>
            <p:cNvPr id="14356" name="Group 25"/>
            <p:cNvGrpSpPr/>
            <p:nvPr/>
          </p:nvGrpSpPr>
          <p:grpSpPr>
            <a:xfrm>
              <a:off x="3142" y="811"/>
              <a:ext cx="1008" cy="576"/>
              <a:chOff x="3024" y="1344"/>
              <a:chExt cx="1008" cy="576"/>
            </a:xfrm>
          </p:grpSpPr>
          <p:sp>
            <p:nvSpPr>
              <p:cNvPr id="14357" name="Text Box 26"/>
              <p:cNvSpPr txBox="1"/>
              <p:nvPr/>
            </p:nvSpPr>
            <p:spPr>
              <a:xfrm>
                <a:off x="3024" y="1344"/>
                <a:ext cx="960" cy="288"/>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灯、电炉</a:t>
                </a:r>
                <a:endParaRPr lang="zh-CN" altLang="en-US" sz="2400" dirty="0">
                  <a:latin typeface="Times New Roman" panose="02020603050405020304" pitchFamily="18" charset="0"/>
                  <a:ea typeface="宋体" panose="02010600030101010101" pitchFamily="2" charset="-122"/>
                </a:endParaRPr>
              </a:p>
            </p:txBody>
          </p:sp>
          <p:sp>
            <p:nvSpPr>
              <p:cNvPr id="14358" name="Text Box 27"/>
              <p:cNvSpPr txBox="1"/>
              <p:nvPr/>
            </p:nvSpPr>
            <p:spPr>
              <a:xfrm>
                <a:off x="3072" y="1632"/>
                <a:ext cx="960" cy="288"/>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电动机</a:t>
                </a:r>
                <a:endParaRPr lang="zh-CN" altLang="en-US" sz="2400" dirty="0">
                  <a:latin typeface="Times New Roman" panose="02020603050405020304" pitchFamily="18" charset="0"/>
                  <a:ea typeface="宋体" panose="02010600030101010101" pitchFamily="2" charset="-122"/>
                </a:endParaRPr>
              </a:p>
            </p:txBody>
          </p:sp>
        </p:grpSp>
        <p:sp>
          <p:nvSpPr>
            <p:cNvPr id="14359" name="AutoShape 28"/>
            <p:cNvSpPr/>
            <p:nvPr/>
          </p:nvSpPr>
          <p:spPr>
            <a:xfrm>
              <a:off x="3190" y="1051"/>
              <a:ext cx="864" cy="96"/>
            </a:xfrm>
            <a:prstGeom prst="rightArrow">
              <a:avLst>
                <a:gd name="adj1" fmla="val 50000"/>
                <a:gd name="adj2" fmla="val 225000"/>
              </a:avLst>
            </a:prstGeom>
            <a:solidFill>
              <a:srgbClr val="FF0000"/>
            </a:solidFill>
            <a:ln w="9525">
              <a:noFill/>
            </a:ln>
          </p:spPr>
          <p:txBody>
            <a:bodyPr wrap="none" anchor="ctr"/>
            <a:p>
              <a:endParaRPr lang="zh-CN" altLang="en-US" dirty="0">
                <a:latin typeface="Times New Roman" panose="02020603050405020304" pitchFamily="18" charset="0"/>
                <a:ea typeface="宋体" panose="02010600030101010101" pitchFamily="2" charset="-122"/>
              </a:endParaRPr>
            </a:p>
          </p:txBody>
        </p:sp>
      </p:grpSp>
      <p:sp>
        <p:nvSpPr>
          <p:cNvPr id="36893" name="Text Box 29"/>
          <p:cNvSpPr txBox="1"/>
          <p:nvPr/>
        </p:nvSpPr>
        <p:spPr>
          <a:xfrm>
            <a:off x="258763" y="2206625"/>
            <a:ext cx="3419475" cy="457200"/>
          </a:xfrm>
          <a:prstGeom prst="rect">
            <a:avLst/>
          </a:prstGeom>
          <a:noFill/>
          <a:ln w="9525">
            <a:noFill/>
          </a:ln>
        </p:spPr>
        <p:txBody>
          <a:bodyPr wrap="square" anchor="t">
            <a:spAutoFit/>
          </a:bodyPr>
          <a:p>
            <a:pPr>
              <a:spcBef>
                <a:spcPct val="50000"/>
              </a:spcBef>
            </a:pPr>
            <a:r>
              <a:rPr lang="en-US" altLang="zh-CN" sz="2400">
                <a:solidFill>
                  <a:schemeClr val="accent2"/>
                </a:solidFill>
                <a:latin typeface="楷体" panose="02010609060101010101" charset="-122"/>
                <a:ea typeface="楷体" panose="02010609060101010101" charset="-122"/>
              </a:rPr>
              <a:t>2.</a:t>
            </a:r>
            <a:r>
              <a:rPr lang="zh-CN" altLang="en-US" sz="2400" dirty="0">
                <a:solidFill>
                  <a:schemeClr val="accent2"/>
                </a:solidFill>
                <a:latin typeface="楷体" panose="02010609060101010101" charset="-122"/>
                <a:ea typeface="楷体" panose="02010609060101010101" charset="-122"/>
              </a:rPr>
              <a:t>信号处理（弱电）</a:t>
            </a:r>
            <a:endParaRPr lang="zh-CN" altLang="en-US" sz="2400" dirty="0">
              <a:solidFill>
                <a:schemeClr val="accent2"/>
              </a:solidFill>
              <a:latin typeface="楷体" panose="02010609060101010101" charset="-122"/>
              <a:ea typeface="楷体" panose="02010609060101010101" charset="-122"/>
            </a:endParaRPr>
          </a:p>
        </p:txBody>
      </p:sp>
      <p:grpSp>
        <p:nvGrpSpPr>
          <p:cNvPr id="36936" name="Group 72"/>
          <p:cNvGrpSpPr/>
          <p:nvPr/>
        </p:nvGrpSpPr>
        <p:grpSpPr>
          <a:xfrm>
            <a:off x="1066800" y="2422525"/>
            <a:ext cx="6396038" cy="1566863"/>
            <a:chOff x="672" y="1526"/>
            <a:chExt cx="4029" cy="987"/>
          </a:xfrm>
        </p:grpSpPr>
        <p:sp>
          <p:nvSpPr>
            <p:cNvPr id="14362" name="Line 31"/>
            <p:cNvSpPr/>
            <p:nvPr/>
          </p:nvSpPr>
          <p:spPr>
            <a:xfrm>
              <a:off x="3309" y="2112"/>
              <a:ext cx="1104" cy="0"/>
            </a:xfrm>
            <a:prstGeom prst="line">
              <a:avLst/>
            </a:prstGeom>
            <a:ln w="38100" cap="flat" cmpd="sng">
              <a:solidFill>
                <a:schemeClr val="bg1"/>
              </a:solidFill>
              <a:prstDash val="solid"/>
              <a:round/>
              <a:headEnd type="none" w="med" len="med"/>
              <a:tailEnd type="stealth" w="sm" len="lg"/>
            </a:ln>
          </p:spPr>
        </p:sp>
        <p:sp>
          <p:nvSpPr>
            <p:cNvPr id="14363" name="Freeform 32"/>
            <p:cNvSpPr/>
            <p:nvPr/>
          </p:nvSpPr>
          <p:spPr>
            <a:xfrm>
              <a:off x="3302" y="1700"/>
              <a:ext cx="816" cy="813"/>
            </a:xfrm>
            <a:custGeom>
              <a:avLst/>
              <a:gdLst/>
              <a:ahLst/>
              <a:cxnLst>
                <a:cxn ang="0">
                  <a:pos x="0" y="1149"/>
                </a:cxn>
                <a:cxn ang="0">
                  <a:pos x="144" y="0"/>
                </a:cxn>
                <a:cxn ang="0">
                  <a:pos x="288" y="2295"/>
                </a:cxn>
                <a:cxn ang="0">
                  <a:pos x="480" y="0"/>
                </a:cxn>
                <a:cxn ang="0">
                  <a:pos x="672" y="2295"/>
                </a:cxn>
                <a:cxn ang="0">
                  <a:pos x="816" y="1149"/>
                </a:cxn>
              </a:cxnLst>
              <a:pathLst>
                <a:path w="816" h="288">
                  <a:moveTo>
                    <a:pt x="0" y="144"/>
                  </a:moveTo>
                  <a:lnTo>
                    <a:pt x="144" y="0"/>
                  </a:lnTo>
                  <a:lnTo>
                    <a:pt x="288" y="288"/>
                  </a:lnTo>
                  <a:lnTo>
                    <a:pt x="480" y="0"/>
                  </a:lnTo>
                  <a:lnTo>
                    <a:pt x="672" y="288"/>
                  </a:lnTo>
                  <a:lnTo>
                    <a:pt x="816" y="144"/>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4364" name="Text Box 33"/>
            <p:cNvSpPr txBox="1"/>
            <p:nvPr/>
          </p:nvSpPr>
          <p:spPr>
            <a:xfrm>
              <a:off x="4269" y="1979"/>
              <a:ext cx="432" cy="288"/>
            </a:xfrm>
            <a:prstGeom prst="rect">
              <a:avLst/>
            </a:prstGeom>
            <a:noFill/>
            <a:ln w="9525">
              <a:noFill/>
            </a:ln>
          </p:spPr>
          <p:txBody>
            <a:bodyPr anchor="t">
              <a:spAutoFit/>
            </a:bodyPr>
            <a:p>
              <a:pPr algn="ctr">
                <a:spcBef>
                  <a:spcPct val="50000"/>
                </a:spcBef>
              </a:pPr>
              <a:r>
                <a:rPr lang="en-US" altLang="zh-CN" sz="2400">
                  <a:latin typeface="Times New Roman" panose="02020603050405020304" pitchFamily="18"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14365" name="Text Box 34"/>
            <p:cNvSpPr txBox="1"/>
            <p:nvPr/>
          </p:nvSpPr>
          <p:spPr>
            <a:xfrm>
              <a:off x="2984" y="1526"/>
              <a:ext cx="432" cy="288"/>
            </a:xfrm>
            <a:prstGeom prst="rect">
              <a:avLst/>
            </a:prstGeom>
            <a:noFill/>
            <a:ln w="9525">
              <a:noFill/>
            </a:ln>
          </p:spPr>
          <p:txBody>
            <a:bodyPr anchor="t">
              <a:spAutoFit/>
            </a:bodyPr>
            <a:p>
              <a:pPr algn="ctr">
                <a:spcBef>
                  <a:spcPct val="50000"/>
                </a:spcBef>
              </a:pPr>
              <a:r>
                <a:rPr lang="en-US" altLang="zh-CN" sz="2400" i="1">
                  <a:latin typeface="Times New Roman" panose="02020603050405020304" pitchFamily="18" charset="0"/>
                  <a:ea typeface="宋体" panose="02010600030101010101" pitchFamily="2" charset="-122"/>
                </a:rPr>
                <a:t>u</a:t>
              </a:r>
              <a:endParaRPr lang="en-US" altLang="zh-CN" sz="2400" i="1">
                <a:latin typeface="Times New Roman" panose="02020603050405020304" pitchFamily="18" charset="0"/>
                <a:ea typeface="宋体" panose="02010600030101010101" pitchFamily="2" charset="-122"/>
              </a:endParaRPr>
            </a:p>
          </p:txBody>
        </p:sp>
        <p:sp>
          <p:nvSpPr>
            <p:cNvPr id="14366" name="Line 35"/>
            <p:cNvSpPr/>
            <p:nvPr/>
          </p:nvSpPr>
          <p:spPr>
            <a:xfrm>
              <a:off x="3289" y="1586"/>
              <a:ext cx="0" cy="834"/>
            </a:xfrm>
            <a:prstGeom prst="line">
              <a:avLst/>
            </a:prstGeom>
            <a:ln w="38100" cap="flat" cmpd="sng">
              <a:solidFill>
                <a:schemeClr val="bg1"/>
              </a:solidFill>
              <a:prstDash val="solid"/>
              <a:round/>
              <a:headEnd type="stealth" w="sm" len="lg"/>
              <a:tailEnd type="none" w="med" len="med"/>
            </a:ln>
          </p:spPr>
        </p:sp>
        <p:sp>
          <p:nvSpPr>
            <p:cNvPr id="14367" name="Line 36"/>
            <p:cNvSpPr/>
            <p:nvPr/>
          </p:nvSpPr>
          <p:spPr>
            <a:xfrm>
              <a:off x="969" y="2104"/>
              <a:ext cx="1104" cy="0"/>
            </a:xfrm>
            <a:prstGeom prst="line">
              <a:avLst/>
            </a:prstGeom>
            <a:ln w="38100" cap="flat" cmpd="sng">
              <a:solidFill>
                <a:schemeClr val="bg1"/>
              </a:solidFill>
              <a:prstDash val="solid"/>
              <a:round/>
              <a:headEnd type="none" w="med" len="med"/>
              <a:tailEnd type="stealth" w="sm" len="lg"/>
            </a:ln>
          </p:spPr>
        </p:sp>
        <p:sp>
          <p:nvSpPr>
            <p:cNvPr id="14368" name="Line 37"/>
            <p:cNvSpPr/>
            <p:nvPr/>
          </p:nvSpPr>
          <p:spPr>
            <a:xfrm>
              <a:off x="969" y="1750"/>
              <a:ext cx="0" cy="663"/>
            </a:xfrm>
            <a:prstGeom prst="line">
              <a:avLst/>
            </a:prstGeom>
            <a:ln w="38100" cap="flat" cmpd="sng">
              <a:solidFill>
                <a:schemeClr val="bg1"/>
              </a:solidFill>
              <a:prstDash val="solid"/>
              <a:round/>
              <a:headEnd type="stealth" w="sm" len="lg"/>
              <a:tailEnd type="none" w="med" len="med"/>
            </a:ln>
          </p:spPr>
        </p:sp>
        <p:sp>
          <p:nvSpPr>
            <p:cNvPr id="14369" name="Text Box 38"/>
            <p:cNvSpPr txBox="1"/>
            <p:nvPr/>
          </p:nvSpPr>
          <p:spPr>
            <a:xfrm>
              <a:off x="1929" y="1969"/>
              <a:ext cx="432" cy="288"/>
            </a:xfrm>
            <a:prstGeom prst="rect">
              <a:avLst/>
            </a:prstGeom>
            <a:noFill/>
            <a:ln w="9525">
              <a:noFill/>
            </a:ln>
          </p:spPr>
          <p:txBody>
            <a:bodyPr anchor="t">
              <a:spAutoFit/>
            </a:bodyPr>
            <a:p>
              <a:pPr algn="ctr">
                <a:spcBef>
                  <a:spcPct val="50000"/>
                </a:spcBef>
              </a:pPr>
              <a:r>
                <a:rPr lang="en-US" altLang="zh-CN" sz="2400">
                  <a:latin typeface="Times New Roman" panose="02020603050405020304" pitchFamily="18"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14370" name="Text Box 39"/>
            <p:cNvSpPr txBox="1"/>
            <p:nvPr/>
          </p:nvSpPr>
          <p:spPr>
            <a:xfrm>
              <a:off x="672" y="1678"/>
              <a:ext cx="432" cy="288"/>
            </a:xfrm>
            <a:prstGeom prst="rect">
              <a:avLst/>
            </a:prstGeom>
            <a:noFill/>
            <a:ln w="9525">
              <a:noFill/>
            </a:ln>
          </p:spPr>
          <p:txBody>
            <a:bodyPr anchor="t">
              <a:spAutoFit/>
            </a:bodyPr>
            <a:p>
              <a:pPr algn="ctr">
                <a:spcBef>
                  <a:spcPct val="50000"/>
                </a:spcBef>
              </a:pPr>
              <a:r>
                <a:rPr lang="en-US" altLang="zh-CN" sz="2400" i="1">
                  <a:latin typeface="Times New Roman" panose="02020603050405020304" pitchFamily="18" charset="0"/>
                  <a:ea typeface="宋体" panose="02010600030101010101" pitchFamily="2" charset="-122"/>
                </a:rPr>
                <a:t>u</a:t>
              </a:r>
              <a:endParaRPr lang="en-US" altLang="zh-CN" sz="2400" i="1">
                <a:latin typeface="Times New Roman" panose="02020603050405020304" pitchFamily="18" charset="0"/>
                <a:ea typeface="宋体" panose="02010600030101010101" pitchFamily="2" charset="-122"/>
              </a:endParaRPr>
            </a:p>
          </p:txBody>
        </p:sp>
        <p:sp>
          <p:nvSpPr>
            <p:cNvPr id="14371" name="Freeform 40"/>
            <p:cNvSpPr/>
            <p:nvPr/>
          </p:nvSpPr>
          <p:spPr>
            <a:xfrm>
              <a:off x="991" y="1886"/>
              <a:ext cx="816" cy="434"/>
            </a:xfrm>
            <a:custGeom>
              <a:avLst/>
              <a:gdLst/>
              <a:ahLst/>
              <a:cxnLst>
                <a:cxn ang="0">
                  <a:pos x="0" y="327"/>
                </a:cxn>
                <a:cxn ang="0">
                  <a:pos x="144" y="0"/>
                </a:cxn>
                <a:cxn ang="0">
                  <a:pos x="288" y="654"/>
                </a:cxn>
                <a:cxn ang="0">
                  <a:pos x="480" y="0"/>
                </a:cxn>
                <a:cxn ang="0">
                  <a:pos x="672" y="654"/>
                </a:cxn>
                <a:cxn ang="0">
                  <a:pos x="816" y="327"/>
                </a:cxn>
              </a:cxnLst>
              <a:pathLst>
                <a:path w="816" h="288">
                  <a:moveTo>
                    <a:pt x="0" y="144"/>
                  </a:moveTo>
                  <a:lnTo>
                    <a:pt x="144" y="0"/>
                  </a:lnTo>
                  <a:lnTo>
                    <a:pt x="288" y="288"/>
                  </a:lnTo>
                  <a:lnTo>
                    <a:pt x="480" y="0"/>
                  </a:lnTo>
                  <a:lnTo>
                    <a:pt x="672" y="288"/>
                  </a:lnTo>
                  <a:lnTo>
                    <a:pt x="816" y="144"/>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4372" name="AutoShape 41"/>
            <p:cNvSpPr/>
            <p:nvPr/>
          </p:nvSpPr>
          <p:spPr>
            <a:xfrm>
              <a:off x="2217" y="2040"/>
              <a:ext cx="1008" cy="133"/>
            </a:xfrm>
            <a:prstGeom prst="rightArrow">
              <a:avLst>
                <a:gd name="adj1" fmla="val 50000"/>
                <a:gd name="adj2" fmla="val 189403"/>
              </a:avLst>
            </a:prstGeom>
            <a:solidFill>
              <a:srgbClr val="FF0000"/>
            </a:solidFill>
            <a:ln w="9525">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4373" name="Text Box 42"/>
            <p:cNvSpPr txBox="1"/>
            <p:nvPr/>
          </p:nvSpPr>
          <p:spPr>
            <a:xfrm>
              <a:off x="2201" y="1779"/>
              <a:ext cx="942" cy="288"/>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放大电路</a:t>
              </a:r>
              <a:endParaRPr lang="zh-CN" altLang="en-US" sz="2400" dirty="0">
                <a:latin typeface="Times New Roman" panose="02020603050405020304" pitchFamily="18" charset="0"/>
                <a:ea typeface="宋体" panose="02010600030101010101" pitchFamily="2" charset="-122"/>
              </a:endParaRPr>
            </a:p>
          </p:txBody>
        </p:sp>
      </p:grpSp>
      <p:grpSp>
        <p:nvGrpSpPr>
          <p:cNvPr id="36937" name="Group 73"/>
          <p:cNvGrpSpPr/>
          <p:nvPr/>
        </p:nvGrpSpPr>
        <p:grpSpPr>
          <a:xfrm>
            <a:off x="1055688" y="3776663"/>
            <a:ext cx="6367462" cy="1633537"/>
            <a:chOff x="665" y="2379"/>
            <a:chExt cx="4011" cy="1029"/>
          </a:xfrm>
        </p:grpSpPr>
        <p:sp>
          <p:nvSpPr>
            <p:cNvPr id="14375" name="Line 45"/>
            <p:cNvSpPr/>
            <p:nvPr/>
          </p:nvSpPr>
          <p:spPr>
            <a:xfrm>
              <a:off x="962" y="2955"/>
              <a:ext cx="1104" cy="0"/>
            </a:xfrm>
            <a:prstGeom prst="line">
              <a:avLst/>
            </a:prstGeom>
            <a:ln w="38100" cap="flat" cmpd="sng">
              <a:solidFill>
                <a:schemeClr val="bg1"/>
              </a:solidFill>
              <a:prstDash val="solid"/>
              <a:round/>
              <a:headEnd type="none" w="med" len="med"/>
              <a:tailEnd type="stealth" w="sm" len="lg"/>
            </a:ln>
          </p:spPr>
        </p:sp>
        <p:sp>
          <p:nvSpPr>
            <p:cNvPr id="14376" name="Line 46"/>
            <p:cNvSpPr/>
            <p:nvPr/>
          </p:nvSpPr>
          <p:spPr>
            <a:xfrm>
              <a:off x="962" y="2476"/>
              <a:ext cx="0" cy="898"/>
            </a:xfrm>
            <a:prstGeom prst="line">
              <a:avLst/>
            </a:prstGeom>
            <a:ln w="38100" cap="flat" cmpd="sng">
              <a:solidFill>
                <a:schemeClr val="bg1"/>
              </a:solidFill>
              <a:prstDash val="solid"/>
              <a:round/>
              <a:headEnd type="stealth" w="sm" len="lg"/>
              <a:tailEnd type="none" w="med" len="med"/>
            </a:ln>
          </p:spPr>
        </p:sp>
        <p:sp>
          <p:nvSpPr>
            <p:cNvPr id="14377" name="Text Box 47"/>
            <p:cNvSpPr txBox="1"/>
            <p:nvPr/>
          </p:nvSpPr>
          <p:spPr>
            <a:xfrm>
              <a:off x="1922" y="2777"/>
              <a:ext cx="432" cy="288"/>
            </a:xfrm>
            <a:prstGeom prst="rect">
              <a:avLst/>
            </a:prstGeom>
            <a:noFill/>
            <a:ln w="9525">
              <a:noFill/>
            </a:ln>
          </p:spPr>
          <p:txBody>
            <a:bodyPr anchor="t">
              <a:spAutoFit/>
            </a:bodyPr>
            <a:p>
              <a:pPr algn="ctr">
                <a:spcBef>
                  <a:spcPct val="50000"/>
                </a:spcBef>
              </a:pPr>
              <a:r>
                <a:rPr lang="en-US" altLang="zh-CN" sz="2400">
                  <a:latin typeface="Times New Roman" panose="02020603050405020304" pitchFamily="18"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14378" name="Text Box 48"/>
            <p:cNvSpPr txBox="1"/>
            <p:nvPr/>
          </p:nvSpPr>
          <p:spPr>
            <a:xfrm>
              <a:off x="665" y="2379"/>
              <a:ext cx="432" cy="288"/>
            </a:xfrm>
            <a:prstGeom prst="rect">
              <a:avLst/>
            </a:prstGeom>
            <a:noFill/>
            <a:ln w="9525">
              <a:noFill/>
            </a:ln>
          </p:spPr>
          <p:txBody>
            <a:bodyPr anchor="t">
              <a:spAutoFit/>
            </a:bodyPr>
            <a:p>
              <a:pPr algn="ctr">
                <a:spcBef>
                  <a:spcPct val="50000"/>
                </a:spcBef>
              </a:pPr>
              <a:r>
                <a:rPr lang="en-US" altLang="zh-CN" sz="2400" i="1">
                  <a:latin typeface="Times New Roman" panose="02020603050405020304" pitchFamily="18" charset="0"/>
                  <a:ea typeface="宋体" panose="02010600030101010101" pitchFamily="2" charset="-122"/>
                </a:rPr>
                <a:t>u</a:t>
              </a:r>
              <a:endParaRPr lang="en-US" altLang="zh-CN" sz="2400" i="1">
                <a:latin typeface="Times New Roman" panose="02020603050405020304" pitchFamily="18" charset="0"/>
                <a:ea typeface="宋体" panose="02010600030101010101" pitchFamily="2" charset="-122"/>
              </a:endParaRPr>
            </a:p>
          </p:txBody>
        </p:sp>
        <p:sp>
          <p:nvSpPr>
            <p:cNvPr id="14379" name="Freeform 49"/>
            <p:cNvSpPr/>
            <p:nvPr/>
          </p:nvSpPr>
          <p:spPr>
            <a:xfrm>
              <a:off x="960" y="2631"/>
              <a:ext cx="622" cy="626"/>
            </a:xfrm>
            <a:custGeom>
              <a:avLst/>
              <a:gdLst/>
              <a:ahLst/>
              <a:cxnLst>
                <a:cxn ang="0">
                  <a:pos x="0" y="84"/>
                </a:cxn>
                <a:cxn ang="0">
                  <a:pos x="73" y="84"/>
                </a:cxn>
                <a:cxn ang="0">
                  <a:pos x="156" y="27"/>
                </a:cxn>
                <a:cxn ang="0">
                  <a:pos x="210" y="100"/>
                </a:cxn>
                <a:cxn ang="0">
                  <a:pos x="265" y="0"/>
                </a:cxn>
                <a:cxn ang="0">
                  <a:pos x="348" y="84"/>
                </a:cxn>
                <a:cxn ang="0">
                  <a:pos x="348" y="753"/>
                </a:cxn>
                <a:cxn ang="0">
                  <a:pos x="412" y="667"/>
                </a:cxn>
                <a:cxn ang="0">
                  <a:pos x="476" y="753"/>
                </a:cxn>
                <a:cxn ang="0">
                  <a:pos x="530" y="697"/>
                </a:cxn>
                <a:cxn ang="0">
                  <a:pos x="622" y="781"/>
                </a:cxn>
                <a:cxn ang="0">
                  <a:pos x="622" y="412"/>
                </a:cxn>
              </a:cxnLst>
              <a:pathLst>
                <a:path w="622" h="502">
                  <a:moveTo>
                    <a:pt x="0" y="54"/>
                  </a:moveTo>
                  <a:lnTo>
                    <a:pt x="73" y="54"/>
                  </a:lnTo>
                  <a:lnTo>
                    <a:pt x="156" y="18"/>
                  </a:lnTo>
                  <a:lnTo>
                    <a:pt x="210" y="64"/>
                  </a:lnTo>
                  <a:lnTo>
                    <a:pt x="265" y="0"/>
                  </a:lnTo>
                  <a:lnTo>
                    <a:pt x="348" y="54"/>
                  </a:lnTo>
                  <a:lnTo>
                    <a:pt x="348" y="484"/>
                  </a:lnTo>
                  <a:lnTo>
                    <a:pt x="412" y="429"/>
                  </a:lnTo>
                  <a:lnTo>
                    <a:pt x="476" y="484"/>
                  </a:lnTo>
                  <a:lnTo>
                    <a:pt x="530" y="448"/>
                  </a:lnTo>
                  <a:lnTo>
                    <a:pt x="622" y="502"/>
                  </a:lnTo>
                  <a:lnTo>
                    <a:pt x="622" y="265"/>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4380" name="Line 50"/>
            <p:cNvSpPr/>
            <p:nvPr/>
          </p:nvSpPr>
          <p:spPr>
            <a:xfrm>
              <a:off x="3284" y="2989"/>
              <a:ext cx="1104" cy="0"/>
            </a:xfrm>
            <a:prstGeom prst="line">
              <a:avLst/>
            </a:prstGeom>
            <a:ln w="38100" cap="flat" cmpd="sng">
              <a:solidFill>
                <a:schemeClr val="bg1"/>
              </a:solidFill>
              <a:prstDash val="solid"/>
              <a:round/>
              <a:headEnd type="none" w="med" len="med"/>
              <a:tailEnd type="stealth" w="sm" len="lg"/>
            </a:ln>
          </p:spPr>
        </p:sp>
        <p:sp>
          <p:nvSpPr>
            <p:cNvPr id="14381" name="Line 51"/>
            <p:cNvSpPr/>
            <p:nvPr/>
          </p:nvSpPr>
          <p:spPr>
            <a:xfrm>
              <a:off x="3284" y="2511"/>
              <a:ext cx="0" cy="897"/>
            </a:xfrm>
            <a:prstGeom prst="line">
              <a:avLst/>
            </a:prstGeom>
            <a:ln w="38100" cap="flat" cmpd="sng">
              <a:solidFill>
                <a:schemeClr val="bg1"/>
              </a:solidFill>
              <a:prstDash val="solid"/>
              <a:round/>
              <a:headEnd type="stealth" w="sm" len="lg"/>
              <a:tailEnd type="none" w="med" len="med"/>
            </a:ln>
          </p:spPr>
        </p:sp>
        <p:sp>
          <p:nvSpPr>
            <p:cNvPr id="14382" name="Text Box 52"/>
            <p:cNvSpPr txBox="1"/>
            <p:nvPr/>
          </p:nvSpPr>
          <p:spPr>
            <a:xfrm>
              <a:off x="4244" y="2809"/>
              <a:ext cx="432" cy="288"/>
            </a:xfrm>
            <a:prstGeom prst="rect">
              <a:avLst/>
            </a:prstGeom>
            <a:noFill/>
            <a:ln w="9525">
              <a:noFill/>
            </a:ln>
          </p:spPr>
          <p:txBody>
            <a:bodyPr anchor="t">
              <a:spAutoFit/>
            </a:bodyPr>
            <a:p>
              <a:pPr algn="ctr">
                <a:spcBef>
                  <a:spcPct val="50000"/>
                </a:spcBef>
              </a:pPr>
              <a:r>
                <a:rPr lang="en-US" altLang="zh-CN" sz="2400">
                  <a:latin typeface="Times New Roman" panose="02020603050405020304" pitchFamily="18"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14383" name="Text Box 53"/>
            <p:cNvSpPr txBox="1"/>
            <p:nvPr/>
          </p:nvSpPr>
          <p:spPr>
            <a:xfrm>
              <a:off x="2987" y="2413"/>
              <a:ext cx="432" cy="288"/>
            </a:xfrm>
            <a:prstGeom prst="rect">
              <a:avLst/>
            </a:prstGeom>
            <a:noFill/>
            <a:ln w="9525">
              <a:noFill/>
            </a:ln>
          </p:spPr>
          <p:txBody>
            <a:bodyPr anchor="t">
              <a:spAutoFit/>
            </a:bodyPr>
            <a:p>
              <a:pPr algn="ctr">
                <a:spcBef>
                  <a:spcPct val="50000"/>
                </a:spcBef>
              </a:pPr>
              <a:r>
                <a:rPr lang="en-US" altLang="zh-CN" sz="2400" i="1">
                  <a:latin typeface="Times New Roman" panose="02020603050405020304" pitchFamily="18" charset="0"/>
                  <a:ea typeface="宋体" panose="02010600030101010101" pitchFamily="2" charset="-122"/>
                </a:rPr>
                <a:t>u</a:t>
              </a:r>
              <a:endParaRPr lang="en-US" altLang="zh-CN" sz="2400" i="1">
                <a:latin typeface="Times New Roman" panose="02020603050405020304" pitchFamily="18" charset="0"/>
                <a:ea typeface="宋体" panose="02010600030101010101" pitchFamily="2" charset="-122"/>
              </a:endParaRPr>
            </a:p>
          </p:txBody>
        </p:sp>
        <p:sp>
          <p:nvSpPr>
            <p:cNvPr id="14384" name="Freeform 54"/>
            <p:cNvSpPr/>
            <p:nvPr/>
          </p:nvSpPr>
          <p:spPr>
            <a:xfrm>
              <a:off x="3288" y="2738"/>
              <a:ext cx="622" cy="547"/>
            </a:xfrm>
            <a:custGeom>
              <a:avLst/>
              <a:gdLst/>
              <a:ahLst/>
              <a:cxnLst>
                <a:cxn ang="0">
                  <a:pos x="0" y="0"/>
                </a:cxn>
                <a:cxn ang="0">
                  <a:pos x="348" y="0"/>
                </a:cxn>
                <a:cxn ang="0">
                  <a:pos x="348" y="682"/>
                </a:cxn>
                <a:cxn ang="0">
                  <a:pos x="622" y="682"/>
                </a:cxn>
                <a:cxn ang="0">
                  <a:pos x="622" y="312"/>
                </a:cxn>
              </a:cxnLst>
              <a:pathLst>
                <a:path w="622" h="439">
                  <a:moveTo>
                    <a:pt x="0" y="0"/>
                  </a:moveTo>
                  <a:lnTo>
                    <a:pt x="348" y="0"/>
                  </a:lnTo>
                  <a:lnTo>
                    <a:pt x="348" y="439"/>
                  </a:lnTo>
                  <a:lnTo>
                    <a:pt x="622" y="439"/>
                  </a:lnTo>
                  <a:lnTo>
                    <a:pt x="622" y="201"/>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4385" name="AutoShape 55"/>
            <p:cNvSpPr/>
            <p:nvPr/>
          </p:nvSpPr>
          <p:spPr>
            <a:xfrm>
              <a:off x="2238" y="2882"/>
              <a:ext cx="1008" cy="179"/>
            </a:xfrm>
            <a:prstGeom prst="rightArrow">
              <a:avLst>
                <a:gd name="adj1" fmla="val 50000"/>
                <a:gd name="adj2" fmla="val 140729"/>
              </a:avLst>
            </a:prstGeom>
            <a:solidFill>
              <a:srgbClr val="FF0000"/>
            </a:solidFill>
            <a:ln w="9525">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4386" name="Text Box 56"/>
            <p:cNvSpPr txBox="1"/>
            <p:nvPr/>
          </p:nvSpPr>
          <p:spPr>
            <a:xfrm>
              <a:off x="2222" y="2617"/>
              <a:ext cx="942" cy="288"/>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整形电路</a:t>
              </a:r>
              <a:endParaRPr lang="zh-CN" altLang="en-US" sz="2400" dirty="0">
                <a:latin typeface="Times New Roman" panose="02020603050405020304" pitchFamily="18" charset="0"/>
                <a:ea typeface="宋体" panose="02010600030101010101" pitchFamily="2" charset="-122"/>
              </a:endParaRPr>
            </a:p>
          </p:txBody>
        </p:sp>
      </p:grpSp>
      <p:grpSp>
        <p:nvGrpSpPr>
          <p:cNvPr id="36938" name="Group 74"/>
          <p:cNvGrpSpPr/>
          <p:nvPr/>
        </p:nvGrpSpPr>
        <p:grpSpPr>
          <a:xfrm>
            <a:off x="1087438" y="5281613"/>
            <a:ext cx="6507162" cy="1368425"/>
            <a:chOff x="685" y="3327"/>
            <a:chExt cx="4099" cy="862"/>
          </a:xfrm>
        </p:grpSpPr>
        <p:sp>
          <p:nvSpPr>
            <p:cNvPr id="14388" name="Line 59"/>
            <p:cNvSpPr/>
            <p:nvPr/>
          </p:nvSpPr>
          <p:spPr>
            <a:xfrm>
              <a:off x="953" y="3834"/>
              <a:ext cx="1126" cy="0"/>
            </a:xfrm>
            <a:prstGeom prst="line">
              <a:avLst/>
            </a:prstGeom>
            <a:ln w="38100" cap="flat" cmpd="sng">
              <a:solidFill>
                <a:schemeClr val="bg1"/>
              </a:solidFill>
              <a:prstDash val="solid"/>
              <a:round/>
              <a:headEnd type="none" w="med" len="med"/>
              <a:tailEnd type="stealth" w="sm" len="lg"/>
            </a:ln>
          </p:spPr>
        </p:sp>
        <p:sp>
          <p:nvSpPr>
            <p:cNvPr id="14389" name="Line 60"/>
            <p:cNvSpPr/>
            <p:nvPr/>
          </p:nvSpPr>
          <p:spPr>
            <a:xfrm>
              <a:off x="953" y="3429"/>
              <a:ext cx="0" cy="760"/>
            </a:xfrm>
            <a:prstGeom prst="line">
              <a:avLst/>
            </a:prstGeom>
            <a:ln w="38100" cap="flat" cmpd="sng">
              <a:solidFill>
                <a:schemeClr val="bg1"/>
              </a:solidFill>
              <a:prstDash val="solid"/>
              <a:round/>
              <a:headEnd type="stealth" w="sm" len="lg"/>
              <a:tailEnd type="none" w="med" len="med"/>
            </a:ln>
          </p:spPr>
        </p:sp>
        <p:sp>
          <p:nvSpPr>
            <p:cNvPr id="14390" name="Text Box 61"/>
            <p:cNvSpPr txBox="1"/>
            <p:nvPr/>
          </p:nvSpPr>
          <p:spPr>
            <a:xfrm>
              <a:off x="1951" y="3683"/>
              <a:ext cx="389" cy="288"/>
            </a:xfrm>
            <a:prstGeom prst="rect">
              <a:avLst/>
            </a:prstGeom>
            <a:noFill/>
            <a:ln w="9525">
              <a:noFill/>
            </a:ln>
          </p:spPr>
          <p:txBody>
            <a:bodyPr anchor="t">
              <a:spAutoFit/>
            </a:bodyPr>
            <a:p>
              <a:pPr algn="ctr">
                <a:spcBef>
                  <a:spcPct val="50000"/>
                </a:spcBef>
              </a:pPr>
              <a:r>
                <a:rPr lang="en-US" altLang="zh-CN" sz="2400">
                  <a:latin typeface="Times New Roman" panose="02020603050405020304" pitchFamily="18"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14391" name="Text Box 62"/>
            <p:cNvSpPr txBox="1"/>
            <p:nvPr/>
          </p:nvSpPr>
          <p:spPr>
            <a:xfrm>
              <a:off x="685" y="3347"/>
              <a:ext cx="389" cy="288"/>
            </a:xfrm>
            <a:prstGeom prst="rect">
              <a:avLst/>
            </a:prstGeom>
            <a:noFill/>
            <a:ln w="9525">
              <a:noFill/>
            </a:ln>
          </p:spPr>
          <p:txBody>
            <a:bodyPr anchor="t">
              <a:spAutoFit/>
            </a:bodyPr>
            <a:p>
              <a:pPr algn="ctr">
                <a:spcBef>
                  <a:spcPct val="50000"/>
                </a:spcBef>
              </a:pPr>
              <a:r>
                <a:rPr lang="en-US" altLang="zh-CN" sz="2400" i="1">
                  <a:latin typeface="Times New Roman" panose="02020603050405020304" pitchFamily="18" charset="0"/>
                  <a:ea typeface="宋体" panose="02010600030101010101" pitchFamily="2" charset="-122"/>
                </a:rPr>
                <a:t>u</a:t>
              </a:r>
              <a:endParaRPr lang="en-US" altLang="zh-CN" sz="2400" i="1">
                <a:latin typeface="Times New Roman" panose="02020603050405020304" pitchFamily="18" charset="0"/>
                <a:ea typeface="宋体" panose="02010600030101010101" pitchFamily="2" charset="-122"/>
              </a:endParaRPr>
            </a:p>
          </p:txBody>
        </p:sp>
        <p:sp>
          <p:nvSpPr>
            <p:cNvPr id="14392" name="Freeform 63"/>
            <p:cNvSpPr/>
            <p:nvPr/>
          </p:nvSpPr>
          <p:spPr>
            <a:xfrm>
              <a:off x="952" y="3608"/>
              <a:ext cx="907" cy="463"/>
            </a:xfrm>
            <a:custGeom>
              <a:avLst/>
              <a:gdLst/>
              <a:ahLst/>
              <a:cxnLst>
                <a:cxn ang="0">
                  <a:pos x="0" y="0"/>
                </a:cxn>
                <a:cxn ang="0">
                  <a:pos x="215" y="0"/>
                </a:cxn>
                <a:cxn ang="0">
                  <a:pos x="215" y="479"/>
                </a:cxn>
                <a:cxn ang="0">
                  <a:pos x="409" y="479"/>
                </a:cxn>
                <a:cxn ang="0">
                  <a:pos x="409" y="0"/>
                </a:cxn>
                <a:cxn ang="0">
                  <a:pos x="617" y="0"/>
                </a:cxn>
                <a:cxn ang="0">
                  <a:pos x="617" y="488"/>
                </a:cxn>
                <a:cxn ang="0">
                  <a:pos x="818" y="488"/>
                </a:cxn>
                <a:cxn ang="0">
                  <a:pos x="818" y="235"/>
                </a:cxn>
              </a:cxnLst>
              <a:pathLst>
                <a:path w="1006" h="439">
                  <a:moveTo>
                    <a:pt x="0" y="0"/>
                  </a:moveTo>
                  <a:lnTo>
                    <a:pt x="265" y="0"/>
                  </a:lnTo>
                  <a:lnTo>
                    <a:pt x="265" y="430"/>
                  </a:lnTo>
                  <a:lnTo>
                    <a:pt x="503" y="430"/>
                  </a:lnTo>
                  <a:lnTo>
                    <a:pt x="503" y="0"/>
                  </a:lnTo>
                  <a:lnTo>
                    <a:pt x="759" y="0"/>
                  </a:lnTo>
                  <a:lnTo>
                    <a:pt x="759" y="439"/>
                  </a:lnTo>
                  <a:lnTo>
                    <a:pt x="1006" y="439"/>
                  </a:lnTo>
                  <a:lnTo>
                    <a:pt x="1006" y="211"/>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4393" name="AutoShape 64"/>
            <p:cNvSpPr/>
            <p:nvPr/>
          </p:nvSpPr>
          <p:spPr>
            <a:xfrm>
              <a:off x="2287" y="3783"/>
              <a:ext cx="971" cy="152"/>
            </a:xfrm>
            <a:prstGeom prst="rightArrow">
              <a:avLst>
                <a:gd name="adj1" fmla="val 50000"/>
                <a:gd name="adj2" fmla="val 159644"/>
              </a:avLst>
            </a:prstGeom>
            <a:solidFill>
              <a:srgbClr val="FF0000"/>
            </a:solidFill>
            <a:ln w="9525">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4394" name="Text Box 65"/>
            <p:cNvSpPr txBox="1"/>
            <p:nvPr/>
          </p:nvSpPr>
          <p:spPr>
            <a:xfrm>
              <a:off x="2272" y="3482"/>
              <a:ext cx="907" cy="288"/>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变换电路</a:t>
              </a:r>
              <a:endParaRPr lang="zh-CN" altLang="en-US" sz="2400" dirty="0">
                <a:latin typeface="Times New Roman" panose="02020603050405020304" pitchFamily="18" charset="0"/>
                <a:ea typeface="宋体" panose="02010600030101010101" pitchFamily="2" charset="-122"/>
              </a:endParaRPr>
            </a:p>
          </p:txBody>
        </p:sp>
        <p:sp>
          <p:nvSpPr>
            <p:cNvPr id="14395" name="Line 67"/>
            <p:cNvSpPr/>
            <p:nvPr/>
          </p:nvSpPr>
          <p:spPr>
            <a:xfrm>
              <a:off x="3303" y="3815"/>
              <a:ext cx="1203" cy="0"/>
            </a:xfrm>
            <a:prstGeom prst="line">
              <a:avLst/>
            </a:prstGeom>
            <a:ln w="38100" cap="flat" cmpd="sng">
              <a:solidFill>
                <a:schemeClr val="bg1"/>
              </a:solidFill>
              <a:prstDash val="solid"/>
              <a:round/>
              <a:headEnd type="none" w="med" len="med"/>
              <a:tailEnd type="stealth" w="sm" len="lg"/>
            </a:ln>
          </p:spPr>
        </p:sp>
        <p:sp>
          <p:nvSpPr>
            <p:cNvPr id="14396" name="Line 68"/>
            <p:cNvSpPr/>
            <p:nvPr/>
          </p:nvSpPr>
          <p:spPr>
            <a:xfrm>
              <a:off x="3303" y="3409"/>
              <a:ext cx="0" cy="761"/>
            </a:xfrm>
            <a:prstGeom prst="line">
              <a:avLst/>
            </a:prstGeom>
            <a:ln w="38100" cap="flat" cmpd="sng">
              <a:solidFill>
                <a:schemeClr val="bg1"/>
              </a:solidFill>
              <a:prstDash val="solid"/>
              <a:round/>
              <a:headEnd type="stealth" w="sm" len="lg"/>
              <a:tailEnd type="none" w="med" len="med"/>
            </a:ln>
          </p:spPr>
        </p:sp>
        <p:sp>
          <p:nvSpPr>
            <p:cNvPr id="14397" name="Text Box 69"/>
            <p:cNvSpPr txBox="1"/>
            <p:nvPr/>
          </p:nvSpPr>
          <p:spPr>
            <a:xfrm>
              <a:off x="4368" y="3662"/>
              <a:ext cx="416" cy="288"/>
            </a:xfrm>
            <a:prstGeom prst="rect">
              <a:avLst/>
            </a:prstGeom>
            <a:noFill/>
            <a:ln w="9525">
              <a:noFill/>
            </a:ln>
          </p:spPr>
          <p:txBody>
            <a:bodyPr anchor="t">
              <a:spAutoFit/>
            </a:bodyPr>
            <a:p>
              <a:pPr algn="ctr">
                <a:spcBef>
                  <a:spcPct val="50000"/>
                </a:spcBef>
              </a:pPr>
              <a:r>
                <a:rPr lang="en-US" altLang="zh-CN" sz="2400">
                  <a:latin typeface="Times New Roman" panose="02020603050405020304" pitchFamily="18"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14398" name="Text Box 70"/>
            <p:cNvSpPr txBox="1"/>
            <p:nvPr/>
          </p:nvSpPr>
          <p:spPr>
            <a:xfrm>
              <a:off x="3017" y="3327"/>
              <a:ext cx="416" cy="288"/>
            </a:xfrm>
            <a:prstGeom prst="rect">
              <a:avLst/>
            </a:prstGeom>
            <a:noFill/>
            <a:ln w="9525">
              <a:noFill/>
            </a:ln>
          </p:spPr>
          <p:txBody>
            <a:bodyPr anchor="t">
              <a:spAutoFit/>
            </a:bodyPr>
            <a:p>
              <a:pPr algn="ctr">
                <a:spcBef>
                  <a:spcPct val="50000"/>
                </a:spcBef>
              </a:pPr>
              <a:r>
                <a:rPr lang="en-US" altLang="zh-CN" sz="2400" i="1">
                  <a:latin typeface="Times New Roman" panose="02020603050405020304" pitchFamily="18" charset="0"/>
                  <a:ea typeface="宋体" panose="02010600030101010101" pitchFamily="2" charset="-122"/>
                </a:rPr>
                <a:t>u</a:t>
              </a:r>
              <a:endParaRPr lang="en-US" altLang="zh-CN" sz="2400" i="1">
                <a:latin typeface="Times New Roman" panose="02020603050405020304" pitchFamily="18" charset="0"/>
                <a:ea typeface="宋体" panose="02010600030101010101" pitchFamily="2" charset="-122"/>
              </a:endParaRPr>
            </a:p>
          </p:txBody>
        </p:sp>
        <p:sp>
          <p:nvSpPr>
            <p:cNvPr id="14399" name="Freeform 71"/>
            <p:cNvSpPr/>
            <p:nvPr/>
          </p:nvSpPr>
          <p:spPr>
            <a:xfrm>
              <a:off x="3311" y="3569"/>
              <a:ext cx="949" cy="511"/>
            </a:xfrm>
            <a:custGeom>
              <a:avLst/>
              <a:gdLst/>
              <a:ahLst/>
              <a:cxnLst>
                <a:cxn ang="0">
                  <a:pos x="0" y="265"/>
                </a:cxn>
                <a:cxn ang="0">
                  <a:pos x="228" y="540"/>
                </a:cxn>
                <a:cxn ang="0">
                  <a:pos x="685" y="0"/>
                </a:cxn>
                <a:cxn ang="0">
                  <a:pos x="912" y="276"/>
                </a:cxn>
              </a:cxnLst>
              <a:pathLst>
                <a:path w="987" h="484">
                  <a:moveTo>
                    <a:pt x="0" y="238"/>
                  </a:moveTo>
                  <a:lnTo>
                    <a:pt x="247" y="484"/>
                  </a:lnTo>
                  <a:lnTo>
                    <a:pt x="740" y="0"/>
                  </a:lnTo>
                  <a:lnTo>
                    <a:pt x="987" y="247"/>
                  </a:lnTo>
                </a:path>
              </a:pathLst>
            </a:custGeom>
            <a:noFill/>
            <a:ln w="38100" cap="flat" cmpd="sng">
              <a:solidFill>
                <a:schemeClr val="bg1"/>
              </a:solidFill>
              <a:prstDash val="solid"/>
              <a:round/>
              <a:headEnd type="none" w="med" len="med"/>
              <a:tailEnd type="none" w="med" len="med"/>
            </a:ln>
          </p:spPr>
          <p:txBody>
            <a:bodyPr/>
            <a:p>
              <a:endParaRPr lang="zh-CN" altLang="en-US"/>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36868"/>
                                        </p:tgtEl>
                                        <p:attrNameLst>
                                          <p:attrName>style.visibility</p:attrName>
                                        </p:attrNameLst>
                                      </p:cBhvr>
                                      <p:to>
                                        <p:strVal val="visible"/>
                                      </p:to>
                                    </p:set>
                                    <p:anim calcmode="lin" valueType="num">
                                      <p:cBhvr additive="base">
                                        <p:cTn id="7" dur="500" fill="hold"/>
                                        <p:tgtEl>
                                          <p:spTgt spid="36868"/>
                                        </p:tgtEl>
                                        <p:attrNameLst>
                                          <p:attrName>ppt_x</p:attrName>
                                        </p:attrNameLst>
                                      </p:cBhvr>
                                      <p:tavLst>
                                        <p:tav tm="0">
                                          <p:val>
                                            <p:strVal val="0-#ppt_w/2"/>
                                          </p:val>
                                        </p:tav>
                                        <p:tav tm="100000">
                                          <p:val>
                                            <p:strVal val="#ppt_x"/>
                                          </p:val>
                                        </p:tav>
                                      </p:tavLst>
                                    </p:anim>
                                    <p:anim calcmode="lin" valueType="num">
                                      <p:cBhvr additive="base">
                                        <p:cTn id="8" dur="500" fill="hold"/>
                                        <p:tgtEl>
                                          <p:spTgt spid="3686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iterate type="wd">
                                    <p:tmPct val="100000"/>
                                  </p:iterate>
                                  <p:childTnLst>
                                    <p:set>
                                      <p:cBhvr>
                                        <p:cTn id="12" dur="1" fill="hold">
                                          <p:stCondLst>
                                            <p:cond delay="0"/>
                                          </p:stCondLst>
                                        </p:cTn>
                                        <p:tgtEl>
                                          <p:spTgt spid="36871"/>
                                        </p:tgtEl>
                                        <p:attrNameLst>
                                          <p:attrName>style.visibility</p:attrName>
                                        </p:attrNameLst>
                                      </p:cBhvr>
                                      <p:to>
                                        <p:strVal val="visible"/>
                                      </p:to>
                                    </p:set>
                                    <p:animEffect transition="in" filter="box(out)">
                                      <p:cBhvr>
                                        <p:cTn id="13" dur="300"/>
                                        <p:tgtEl>
                                          <p:spTgt spid="3687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6872"/>
                                        </p:tgtEl>
                                        <p:attrNameLst>
                                          <p:attrName>style.visibility</p:attrName>
                                        </p:attrNameLst>
                                      </p:cBhvr>
                                      <p:to>
                                        <p:strVal val="visible"/>
                                      </p:to>
                                    </p:set>
                                    <p:animEffect transition="in" filter="blinds(horizontal)">
                                      <p:cBhvr>
                                        <p:cTn id="18" dur="500"/>
                                        <p:tgtEl>
                                          <p:spTgt spid="36872"/>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36882"/>
                                        </p:tgtEl>
                                        <p:attrNameLst>
                                          <p:attrName>style.visibility</p:attrName>
                                        </p:attrNameLst>
                                      </p:cBhvr>
                                      <p:to>
                                        <p:strVal val="visible"/>
                                      </p:to>
                                    </p:set>
                                    <p:animEffect transition="in" filter="slide(fromBottom)">
                                      <p:cBhvr>
                                        <p:cTn id="23" dur="500"/>
                                        <p:tgtEl>
                                          <p:spTgt spid="36882"/>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iterate type="wd">
                                    <p:tmPct val="100000"/>
                                  </p:iterate>
                                  <p:childTnLst>
                                    <p:set>
                                      <p:cBhvr>
                                        <p:cTn id="27" dur="1" fill="hold">
                                          <p:stCondLst>
                                            <p:cond delay="0"/>
                                          </p:stCondLst>
                                        </p:cTn>
                                        <p:tgtEl>
                                          <p:spTgt spid="36875"/>
                                        </p:tgtEl>
                                        <p:attrNameLst>
                                          <p:attrName>style.visibility</p:attrName>
                                        </p:attrNameLst>
                                      </p:cBhvr>
                                      <p:to>
                                        <p:strVal val="visible"/>
                                      </p:to>
                                    </p:set>
                                    <p:animEffect transition="in" filter="checkerboard(across)">
                                      <p:cBhvr>
                                        <p:cTn id="28" dur="300"/>
                                        <p:tgtEl>
                                          <p:spTgt spid="36875"/>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36885"/>
                                        </p:tgtEl>
                                        <p:attrNameLst>
                                          <p:attrName>style.visibility</p:attrName>
                                        </p:attrNameLst>
                                      </p:cBhvr>
                                      <p:to>
                                        <p:strVal val="visible"/>
                                      </p:to>
                                    </p:set>
                                    <p:animEffect transition="in" filter="barn(inVertical)">
                                      <p:cBhvr>
                                        <p:cTn id="33" dur="500"/>
                                        <p:tgtEl>
                                          <p:spTgt spid="36885"/>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5" fill="hold" grpId="0" nodeType="clickEffect">
                                  <p:stCondLst>
                                    <p:cond delay="0"/>
                                  </p:stCondLst>
                                  <p:iterate type="wd">
                                    <p:tmPct val="100000"/>
                                  </p:iterate>
                                  <p:childTnLst>
                                    <p:set>
                                      <p:cBhvr>
                                        <p:cTn id="37" dur="1" fill="hold">
                                          <p:stCondLst>
                                            <p:cond delay="0"/>
                                          </p:stCondLst>
                                        </p:cTn>
                                        <p:tgtEl>
                                          <p:spTgt spid="36876"/>
                                        </p:tgtEl>
                                        <p:attrNameLst>
                                          <p:attrName>style.visibility</p:attrName>
                                        </p:attrNameLst>
                                      </p:cBhvr>
                                      <p:to>
                                        <p:strVal val="visible"/>
                                      </p:to>
                                    </p:set>
                                    <p:animEffect transition="in" filter="blinds(vertical)">
                                      <p:cBhvr>
                                        <p:cTn id="38" dur="300"/>
                                        <p:tgtEl>
                                          <p:spTgt spid="36876"/>
                                        </p:tgtEl>
                                      </p:cBhvr>
                                    </p:animEffect>
                                  </p:childTnLst>
                                </p:cTn>
                              </p:par>
                            </p:childTnLst>
                          </p:cTn>
                        </p:par>
                      </p:childTnLst>
                    </p:cTn>
                  </p:par>
                  <p:par>
                    <p:cTn id="39" fill="hold">
                      <p:stCondLst>
                        <p:cond delay="indefinite"/>
                      </p:stCondLst>
                      <p:childTnLst>
                        <p:par>
                          <p:cTn id="40" fill="hold">
                            <p:stCondLst>
                              <p:cond delay="0"/>
                            </p:stCondLst>
                            <p:childTnLst>
                              <p:par>
                                <p:cTn id="41" presetID="17" presetClass="entr" presetSubtype="4" fill="hold" nodeType="clickEffect">
                                  <p:stCondLst>
                                    <p:cond delay="0"/>
                                  </p:stCondLst>
                                  <p:childTnLst>
                                    <p:set>
                                      <p:cBhvr>
                                        <p:cTn id="42" dur="1" fill="hold">
                                          <p:stCondLst>
                                            <p:cond delay="0"/>
                                          </p:stCondLst>
                                        </p:cTn>
                                        <p:tgtEl>
                                          <p:spTgt spid="36888"/>
                                        </p:tgtEl>
                                        <p:attrNameLst>
                                          <p:attrName>style.visibility</p:attrName>
                                        </p:attrNameLst>
                                      </p:cBhvr>
                                      <p:to>
                                        <p:strVal val="visible"/>
                                      </p:to>
                                    </p:set>
                                    <p:anim calcmode="lin" valueType="num">
                                      <p:cBhvr>
                                        <p:cTn id="43" dur="500" fill="hold"/>
                                        <p:tgtEl>
                                          <p:spTgt spid="36888"/>
                                        </p:tgtEl>
                                        <p:attrNameLst>
                                          <p:attrName>ppt_x</p:attrName>
                                        </p:attrNameLst>
                                      </p:cBhvr>
                                      <p:tavLst>
                                        <p:tav tm="0">
                                          <p:val>
                                            <p:strVal val="#ppt_x"/>
                                          </p:val>
                                        </p:tav>
                                        <p:tav tm="100000">
                                          <p:val>
                                            <p:strVal val="#ppt_x"/>
                                          </p:val>
                                        </p:tav>
                                      </p:tavLst>
                                    </p:anim>
                                    <p:anim calcmode="lin" valueType="num">
                                      <p:cBhvr>
                                        <p:cTn id="44" dur="500" fill="hold"/>
                                        <p:tgtEl>
                                          <p:spTgt spid="36888"/>
                                        </p:tgtEl>
                                        <p:attrNameLst>
                                          <p:attrName>ppt_y</p:attrName>
                                        </p:attrNameLst>
                                      </p:cBhvr>
                                      <p:tavLst>
                                        <p:tav tm="0">
                                          <p:val>
                                            <p:strVal val="#ppt_y+#ppt_h/2"/>
                                          </p:val>
                                        </p:tav>
                                        <p:tav tm="100000">
                                          <p:val>
                                            <p:strVal val="#ppt_y"/>
                                          </p:val>
                                        </p:tav>
                                      </p:tavLst>
                                    </p:anim>
                                    <p:anim calcmode="lin" valueType="num">
                                      <p:cBhvr>
                                        <p:cTn id="45" dur="500" fill="hold"/>
                                        <p:tgtEl>
                                          <p:spTgt spid="36888"/>
                                        </p:tgtEl>
                                        <p:attrNameLst>
                                          <p:attrName>ppt_w</p:attrName>
                                        </p:attrNameLst>
                                      </p:cBhvr>
                                      <p:tavLst>
                                        <p:tav tm="0">
                                          <p:val>
                                            <p:strVal val="#ppt_w"/>
                                          </p:val>
                                        </p:tav>
                                        <p:tav tm="100000">
                                          <p:val>
                                            <p:strVal val="#ppt_w"/>
                                          </p:val>
                                        </p:tav>
                                      </p:tavLst>
                                    </p:anim>
                                    <p:anim calcmode="lin" valueType="num">
                                      <p:cBhvr>
                                        <p:cTn id="46" dur="500" fill="hold"/>
                                        <p:tgtEl>
                                          <p:spTgt spid="36888"/>
                                        </p:tgtEl>
                                        <p:attrNameLst>
                                          <p:attrName>ppt_h</p:attrName>
                                        </p:attrNameLst>
                                      </p:cBhvr>
                                      <p:tavLst>
                                        <p:tav tm="0">
                                          <p:val>
                                            <p:fltVal val="0.00000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17" presetClass="entr" presetSubtype="2" fill="hold" nodeType="clickEffect">
                                  <p:stCondLst>
                                    <p:cond delay="0"/>
                                  </p:stCondLst>
                                  <p:childTnLst>
                                    <p:set>
                                      <p:cBhvr>
                                        <p:cTn id="50" dur="1" fill="hold">
                                          <p:stCondLst>
                                            <p:cond delay="0"/>
                                          </p:stCondLst>
                                        </p:cTn>
                                        <p:tgtEl>
                                          <p:spTgt spid="36877"/>
                                        </p:tgtEl>
                                        <p:attrNameLst>
                                          <p:attrName>style.visibility</p:attrName>
                                        </p:attrNameLst>
                                      </p:cBhvr>
                                      <p:to>
                                        <p:strVal val="visible"/>
                                      </p:to>
                                    </p:set>
                                    <p:anim calcmode="lin" valueType="num">
                                      <p:cBhvr>
                                        <p:cTn id="51" dur="500" fill="hold"/>
                                        <p:tgtEl>
                                          <p:spTgt spid="36877"/>
                                        </p:tgtEl>
                                        <p:attrNameLst>
                                          <p:attrName>ppt_x</p:attrName>
                                        </p:attrNameLst>
                                      </p:cBhvr>
                                      <p:tavLst>
                                        <p:tav tm="0">
                                          <p:val>
                                            <p:strVal val="#ppt_x+#ppt_w/2"/>
                                          </p:val>
                                        </p:tav>
                                        <p:tav tm="100000">
                                          <p:val>
                                            <p:strVal val="#ppt_x"/>
                                          </p:val>
                                        </p:tav>
                                      </p:tavLst>
                                    </p:anim>
                                    <p:anim calcmode="lin" valueType="num">
                                      <p:cBhvr>
                                        <p:cTn id="52" dur="500" fill="hold"/>
                                        <p:tgtEl>
                                          <p:spTgt spid="36877"/>
                                        </p:tgtEl>
                                        <p:attrNameLst>
                                          <p:attrName>ppt_y</p:attrName>
                                        </p:attrNameLst>
                                      </p:cBhvr>
                                      <p:tavLst>
                                        <p:tav tm="0">
                                          <p:val>
                                            <p:strVal val="#ppt_y"/>
                                          </p:val>
                                        </p:tav>
                                        <p:tav tm="100000">
                                          <p:val>
                                            <p:strVal val="#ppt_y"/>
                                          </p:val>
                                        </p:tav>
                                      </p:tavLst>
                                    </p:anim>
                                    <p:anim calcmode="lin" valueType="num">
                                      <p:cBhvr>
                                        <p:cTn id="53" dur="500" fill="hold"/>
                                        <p:tgtEl>
                                          <p:spTgt spid="36877"/>
                                        </p:tgtEl>
                                        <p:attrNameLst>
                                          <p:attrName>ppt_w</p:attrName>
                                        </p:attrNameLst>
                                      </p:cBhvr>
                                      <p:tavLst>
                                        <p:tav tm="0">
                                          <p:val>
                                            <p:fltVal val="0.000000"/>
                                          </p:val>
                                        </p:tav>
                                        <p:tav tm="100000">
                                          <p:val>
                                            <p:strVal val="#ppt_w"/>
                                          </p:val>
                                        </p:tav>
                                      </p:tavLst>
                                    </p:anim>
                                    <p:anim calcmode="lin" valueType="num">
                                      <p:cBhvr>
                                        <p:cTn id="54" dur="500" fill="hold"/>
                                        <p:tgtEl>
                                          <p:spTgt spid="36877"/>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grpId="0" nodeType="clickEffect">
                                  <p:stCondLst>
                                    <p:cond delay="0"/>
                                  </p:stCondLst>
                                  <p:iterate type="wd">
                                    <p:tmPct val="100000"/>
                                  </p:iterate>
                                  <p:childTnLst>
                                    <p:set>
                                      <p:cBhvr>
                                        <p:cTn id="58" dur="1" fill="hold">
                                          <p:stCondLst>
                                            <p:cond delay="0"/>
                                          </p:stCondLst>
                                        </p:cTn>
                                        <p:tgtEl>
                                          <p:spTgt spid="36893"/>
                                        </p:tgtEl>
                                        <p:attrNameLst>
                                          <p:attrName>style.visibility</p:attrName>
                                        </p:attrNameLst>
                                      </p:cBhvr>
                                      <p:to>
                                        <p:strVal val="visible"/>
                                      </p:to>
                                    </p:set>
                                    <p:animEffect transition="in" filter="randombar(horizontal)">
                                      <p:cBhvr>
                                        <p:cTn id="59" dur="300"/>
                                        <p:tgtEl>
                                          <p:spTgt spid="3689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36936"/>
                                        </p:tgtEl>
                                        <p:attrNameLst>
                                          <p:attrName>style.visibility</p:attrName>
                                        </p:attrNameLst>
                                      </p:cBhvr>
                                      <p:to>
                                        <p:strVal val="visible"/>
                                      </p:to>
                                    </p:set>
                                    <p:animEffect transition="in" filter="wipe(left)">
                                      <p:cBhvr>
                                        <p:cTn id="64" dur="500"/>
                                        <p:tgtEl>
                                          <p:spTgt spid="3693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36937"/>
                                        </p:tgtEl>
                                        <p:attrNameLst>
                                          <p:attrName>style.visibility</p:attrName>
                                        </p:attrNameLst>
                                      </p:cBhvr>
                                      <p:to>
                                        <p:strVal val="visible"/>
                                      </p:to>
                                    </p:set>
                                    <p:animEffect transition="in" filter="wipe(left)">
                                      <p:cBhvr>
                                        <p:cTn id="69" dur="500"/>
                                        <p:tgtEl>
                                          <p:spTgt spid="3693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36938"/>
                                        </p:tgtEl>
                                        <p:attrNameLst>
                                          <p:attrName>style.visibility</p:attrName>
                                        </p:attrNameLst>
                                      </p:cBhvr>
                                      <p:to>
                                        <p:strVal val="visible"/>
                                      </p:to>
                                    </p:set>
                                    <p:animEffect transition="in" filter="wipe(left)">
                                      <p:cBhvr>
                                        <p:cTn id="74" dur="500"/>
                                        <p:tgtEl>
                                          <p:spTgt spid="36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bldLvl="0" animBg="1"/>
      <p:bldP spid="36871" grpId="0"/>
      <p:bldP spid="36875" grpId="0"/>
      <p:bldP spid="36876" grpId="0"/>
      <p:bldP spid="3689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Grp="1"/>
          </p:cNvSpPr>
          <p:nvPr>
            <p:ph type="title"/>
          </p:nvPr>
        </p:nvSpPr>
        <p:spPr>
          <a:xfrm>
            <a:off x="1447800" y="511175"/>
            <a:ext cx="2233613" cy="520700"/>
          </a:xfrm>
        </p:spPr>
        <p:txBody>
          <a:bodyPr wrap="square" lIns="91440" tIns="45720" rIns="91440" bIns="45720" anchor="b"/>
          <a:p>
            <a:pPr>
              <a:spcBef>
                <a:spcPct val="50000"/>
              </a:spcBef>
            </a:pPr>
            <a:r>
              <a:rPr lang="zh-CN" altLang="en-US" sz="2400" b="1" dirty="0">
                <a:solidFill>
                  <a:schemeClr val="bg1"/>
                </a:solidFill>
                <a:latin typeface="黑体" panose="02010609060101010101" pitchFamily="2" charset="-122"/>
                <a:ea typeface="黑体" panose="02010609060101010101" pitchFamily="2" charset="-122"/>
              </a:rPr>
              <a:t>二、电路模型</a:t>
            </a:r>
            <a:endParaRPr lang="zh-CN" altLang="en-US" sz="2400" b="1" dirty="0">
              <a:solidFill>
                <a:schemeClr val="bg1"/>
              </a:solidFill>
              <a:latin typeface="黑体" panose="02010609060101010101" pitchFamily="2" charset="-122"/>
              <a:ea typeface="黑体" panose="02010609060101010101" pitchFamily="2" charset="-122"/>
            </a:endParaRPr>
          </a:p>
        </p:txBody>
      </p:sp>
      <p:graphicFrame>
        <p:nvGraphicFramePr>
          <p:cNvPr id="96262" name="Object 6"/>
          <p:cNvGraphicFramePr>
            <a:graphicFrameLocks noChangeAspect="1"/>
          </p:cNvGraphicFramePr>
          <p:nvPr/>
        </p:nvGraphicFramePr>
        <p:xfrm>
          <a:off x="976313" y="2487613"/>
          <a:ext cx="2705100" cy="2095500"/>
        </p:xfrm>
        <a:graphic>
          <a:graphicData uri="http://schemas.openxmlformats.org/presentationml/2006/ole">
            <mc:AlternateContent xmlns:mc="http://schemas.openxmlformats.org/markup-compatibility/2006">
              <mc:Choice xmlns:v="urn:schemas-microsoft-com:vml" Requires="v">
                <p:oleObj spid="_x0000_s3079" name="" r:id="rId1" imgW="2705100" imgH="2095500" progId="Paint.Picture">
                  <p:embed/>
                </p:oleObj>
              </mc:Choice>
              <mc:Fallback>
                <p:oleObj name="" r:id="rId1" imgW="2705100" imgH="2095500" progId="Paint.Picture">
                  <p:embed/>
                  <p:pic>
                    <p:nvPicPr>
                      <p:cNvPr id="0" name="图片 3078"/>
                      <p:cNvPicPr/>
                      <p:nvPr/>
                    </p:nvPicPr>
                    <p:blipFill>
                      <a:blip r:embed="rId2"/>
                      <a:stretch>
                        <a:fillRect/>
                      </a:stretch>
                    </p:blipFill>
                    <p:spPr>
                      <a:xfrm>
                        <a:off x="976313" y="2487613"/>
                        <a:ext cx="2705100" cy="2095500"/>
                      </a:xfrm>
                      <a:prstGeom prst="rect">
                        <a:avLst/>
                      </a:prstGeom>
                      <a:noFill/>
                      <a:ln w="38100">
                        <a:noFill/>
                        <a:miter/>
                      </a:ln>
                    </p:spPr>
                  </p:pic>
                </p:oleObj>
              </mc:Fallback>
            </mc:AlternateContent>
          </a:graphicData>
        </a:graphic>
      </p:graphicFrame>
      <p:sp>
        <p:nvSpPr>
          <p:cNvPr id="96264" name="Text Box 8"/>
          <p:cNvSpPr txBox="1"/>
          <p:nvPr/>
        </p:nvSpPr>
        <p:spPr>
          <a:xfrm>
            <a:off x="5524500" y="5213350"/>
            <a:ext cx="1641475" cy="457200"/>
          </a:xfrm>
          <a:prstGeom prst="rect">
            <a:avLst/>
          </a:prstGeom>
          <a:noFill/>
          <a:ln w="34925">
            <a:noFill/>
          </a:ln>
        </p:spPr>
        <p:txBody>
          <a:bodyPr wrap="square" anchor="t">
            <a:spAutoFit/>
          </a:bodyPr>
          <a:p>
            <a:pPr algn="ctr" eaLnBrk="0" hangingPunct="0"/>
            <a:r>
              <a:rPr lang="zh-CN" altLang="en-US" sz="2400" dirty="0">
                <a:solidFill>
                  <a:srgbClr val="FFFF99"/>
                </a:solidFill>
                <a:latin typeface="楷体" panose="02010609060101010101" charset="-122"/>
                <a:ea typeface="楷体" panose="02010609060101010101" charset="-122"/>
              </a:rPr>
              <a:t>电路模型</a:t>
            </a:r>
            <a:endParaRPr lang="zh-CN" altLang="en-US" sz="2400" dirty="0">
              <a:solidFill>
                <a:srgbClr val="FFFF99"/>
              </a:solidFill>
              <a:latin typeface="楷体" panose="02010609060101010101" charset="-122"/>
              <a:ea typeface="楷体" panose="02010609060101010101" charset="-122"/>
            </a:endParaRPr>
          </a:p>
        </p:txBody>
      </p:sp>
      <p:grpSp>
        <p:nvGrpSpPr>
          <p:cNvPr id="96266" name="Group 10"/>
          <p:cNvGrpSpPr/>
          <p:nvPr/>
        </p:nvGrpSpPr>
        <p:grpSpPr>
          <a:xfrm>
            <a:off x="5308600" y="2212975"/>
            <a:ext cx="2527300" cy="2466975"/>
            <a:chOff x="3653" y="1959"/>
            <a:chExt cx="1592" cy="1554"/>
          </a:xfrm>
        </p:grpSpPr>
        <p:sp>
          <p:nvSpPr>
            <p:cNvPr id="15365" name="Line 11"/>
            <p:cNvSpPr/>
            <p:nvPr/>
          </p:nvSpPr>
          <p:spPr>
            <a:xfrm>
              <a:off x="4898" y="2217"/>
              <a:ext cx="0" cy="408"/>
            </a:xfrm>
            <a:prstGeom prst="line">
              <a:avLst/>
            </a:prstGeom>
            <a:ln w="34925" cap="flat" cmpd="sng">
              <a:solidFill>
                <a:srgbClr val="FFCC99"/>
              </a:solidFill>
              <a:prstDash val="solid"/>
              <a:round/>
              <a:headEnd type="none" w="med" len="med"/>
              <a:tailEnd type="none" w="med" len="med"/>
            </a:ln>
          </p:spPr>
        </p:sp>
        <p:sp>
          <p:nvSpPr>
            <p:cNvPr id="15366" name="Rectangle 12"/>
            <p:cNvSpPr/>
            <p:nvPr/>
          </p:nvSpPr>
          <p:spPr>
            <a:xfrm>
              <a:off x="4831" y="2625"/>
              <a:ext cx="136" cy="360"/>
            </a:xfrm>
            <a:prstGeom prst="rect">
              <a:avLst/>
            </a:prstGeom>
            <a:gradFill rotWithShape="1">
              <a:gsLst>
                <a:gs pos="0">
                  <a:srgbClr val="6F5943"/>
                </a:gs>
                <a:gs pos="50000">
                  <a:srgbClr val="FFCC99"/>
                </a:gs>
                <a:gs pos="100000">
                  <a:srgbClr val="6F5943"/>
                </a:gs>
              </a:gsLst>
              <a:lin ang="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5367" name="Line 13"/>
            <p:cNvSpPr/>
            <p:nvPr/>
          </p:nvSpPr>
          <p:spPr>
            <a:xfrm>
              <a:off x="4901" y="2985"/>
              <a:ext cx="0" cy="528"/>
            </a:xfrm>
            <a:prstGeom prst="line">
              <a:avLst/>
            </a:prstGeom>
            <a:ln w="34925" cap="flat" cmpd="sng">
              <a:solidFill>
                <a:srgbClr val="FFCC99"/>
              </a:solidFill>
              <a:prstDash val="solid"/>
              <a:round/>
              <a:headEnd type="none" w="med" len="med"/>
              <a:tailEnd type="none" w="med" len="med"/>
            </a:ln>
          </p:spPr>
        </p:sp>
        <p:sp>
          <p:nvSpPr>
            <p:cNvPr id="15368" name="Text Box 14"/>
            <p:cNvSpPr txBox="1"/>
            <p:nvPr/>
          </p:nvSpPr>
          <p:spPr>
            <a:xfrm>
              <a:off x="5035" y="2629"/>
              <a:ext cx="116" cy="327"/>
            </a:xfrm>
            <a:prstGeom prst="rect">
              <a:avLst/>
            </a:prstGeom>
            <a:noFill/>
            <a:ln w="34925">
              <a:noFill/>
            </a:ln>
          </p:spPr>
          <p:txBody>
            <a:bodyPr wrap="none" anchor="t">
              <a:spAutoFit/>
            </a:bodyPr>
            <a:p>
              <a:pPr algn="ctr" eaLnBrk="0" hangingPunct="0"/>
              <a:endParaRPr lang="zh-CN" altLang="zh-CN" dirty="0">
                <a:latin typeface="Times New Roman" panose="02020603050405020304" pitchFamily="18" charset="0"/>
                <a:ea typeface="宋体" panose="02010600030101010101" pitchFamily="2" charset="-122"/>
              </a:endParaRPr>
            </a:p>
          </p:txBody>
        </p:sp>
        <p:sp>
          <p:nvSpPr>
            <p:cNvPr id="15369" name="Line 15"/>
            <p:cNvSpPr/>
            <p:nvPr/>
          </p:nvSpPr>
          <p:spPr>
            <a:xfrm>
              <a:off x="4967" y="2273"/>
              <a:ext cx="0" cy="307"/>
            </a:xfrm>
            <a:prstGeom prst="line">
              <a:avLst/>
            </a:prstGeom>
            <a:ln w="34925" cap="flat" cmpd="sng">
              <a:solidFill>
                <a:schemeClr val="bg1"/>
              </a:solidFill>
              <a:prstDash val="solid"/>
              <a:round/>
              <a:headEnd type="none" w="med" len="med"/>
              <a:tailEnd type="triangle" w="med" len="lg"/>
            </a:ln>
          </p:spPr>
        </p:sp>
        <p:sp>
          <p:nvSpPr>
            <p:cNvPr id="15370" name="Text Box 16"/>
            <p:cNvSpPr txBox="1"/>
            <p:nvPr/>
          </p:nvSpPr>
          <p:spPr>
            <a:xfrm>
              <a:off x="5052" y="2212"/>
              <a:ext cx="116" cy="327"/>
            </a:xfrm>
            <a:prstGeom prst="rect">
              <a:avLst/>
            </a:prstGeom>
            <a:noFill/>
            <a:ln w="34925">
              <a:noFill/>
            </a:ln>
          </p:spPr>
          <p:txBody>
            <a:bodyPr wrap="none" anchor="t">
              <a:spAutoFit/>
            </a:bodyPr>
            <a:p>
              <a:pPr algn="ctr" eaLnBrk="0" hangingPunct="0"/>
              <a:endParaRPr lang="zh-CN" altLang="zh-CN" dirty="0">
                <a:latin typeface="Times New Roman" panose="02020603050405020304" pitchFamily="18" charset="0"/>
                <a:ea typeface="宋体" panose="02010600030101010101" pitchFamily="2" charset="-122"/>
              </a:endParaRPr>
            </a:p>
          </p:txBody>
        </p:sp>
        <p:sp>
          <p:nvSpPr>
            <p:cNvPr id="15371" name="Text Box 17"/>
            <p:cNvSpPr txBox="1"/>
            <p:nvPr/>
          </p:nvSpPr>
          <p:spPr>
            <a:xfrm>
              <a:off x="3927" y="2651"/>
              <a:ext cx="265" cy="327"/>
            </a:xfrm>
            <a:prstGeom prst="rect">
              <a:avLst/>
            </a:prstGeom>
            <a:noFill/>
            <a:ln w="34925">
              <a:noFill/>
            </a:ln>
          </p:spPr>
          <p:txBody>
            <a:bodyPr wrap="none" anchor="t">
              <a:spAutoFit/>
            </a:bodyPr>
            <a:p>
              <a:pPr algn="ctr" eaLnBrk="0" hangingPunct="0"/>
              <a:r>
                <a:rPr lang="en-US" altLang="zh-CN">
                  <a:latin typeface="Times New Roman" panose="02020603050405020304" pitchFamily="18" charset="0"/>
                  <a:ea typeface="宋体" panose="02010600030101010101" pitchFamily="2" charset="-122"/>
                </a:rPr>
                <a:t>E</a:t>
              </a:r>
              <a:endParaRPr lang="en-US" altLang="zh-CN">
                <a:latin typeface="Times New Roman" panose="02020603050405020304" pitchFamily="18" charset="0"/>
                <a:ea typeface="宋体" panose="02010600030101010101" pitchFamily="2" charset="-122"/>
              </a:endParaRPr>
            </a:p>
          </p:txBody>
        </p:sp>
        <p:grpSp>
          <p:nvGrpSpPr>
            <p:cNvPr id="15372" name="Group 18"/>
            <p:cNvGrpSpPr/>
            <p:nvPr/>
          </p:nvGrpSpPr>
          <p:grpSpPr>
            <a:xfrm>
              <a:off x="3653" y="2237"/>
              <a:ext cx="288" cy="1276"/>
              <a:chOff x="931" y="1862"/>
              <a:chExt cx="288" cy="1276"/>
            </a:xfrm>
          </p:grpSpPr>
          <p:sp>
            <p:nvSpPr>
              <p:cNvPr id="15373" name="Line 19"/>
              <p:cNvSpPr/>
              <p:nvPr/>
            </p:nvSpPr>
            <p:spPr>
              <a:xfrm>
                <a:off x="1074" y="1862"/>
                <a:ext cx="0" cy="506"/>
              </a:xfrm>
              <a:prstGeom prst="line">
                <a:avLst/>
              </a:prstGeom>
              <a:ln w="34925" cap="flat" cmpd="sng">
                <a:solidFill>
                  <a:srgbClr val="FFCC99"/>
                </a:solidFill>
                <a:prstDash val="solid"/>
                <a:miter/>
                <a:headEnd type="none" w="med" len="med"/>
                <a:tailEnd type="none" w="med" len="med"/>
              </a:ln>
            </p:spPr>
          </p:sp>
          <p:sp>
            <p:nvSpPr>
              <p:cNvPr id="15374" name="Line 20"/>
              <p:cNvSpPr/>
              <p:nvPr/>
            </p:nvSpPr>
            <p:spPr>
              <a:xfrm>
                <a:off x="931" y="2370"/>
                <a:ext cx="288" cy="0"/>
              </a:xfrm>
              <a:prstGeom prst="line">
                <a:avLst/>
              </a:prstGeom>
              <a:ln w="34925" cap="flat" cmpd="sng">
                <a:solidFill>
                  <a:srgbClr val="FFCC99"/>
                </a:solidFill>
                <a:prstDash val="solid"/>
                <a:round/>
                <a:headEnd type="none" w="med" len="med"/>
                <a:tailEnd type="none" w="med" len="med"/>
              </a:ln>
              <a:effectLst>
                <a:prstShdw prst="shdw17" dist="17961" dir="2699999">
                  <a:srgbClr val="997A5C"/>
                </a:prstShdw>
              </a:effectLst>
            </p:spPr>
          </p:sp>
          <p:sp>
            <p:nvSpPr>
              <p:cNvPr id="15375" name="Line 21"/>
              <p:cNvSpPr/>
              <p:nvPr/>
            </p:nvSpPr>
            <p:spPr>
              <a:xfrm>
                <a:off x="979" y="2466"/>
                <a:ext cx="192" cy="0"/>
              </a:xfrm>
              <a:prstGeom prst="line">
                <a:avLst/>
              </a:prstGeom>
              <a:ln w="34925" cap="flat" cmpd="sng">
                <a:solidFill>
                  <a:srgbClr val="FFCC99"/>
                </a:solidFill>
                <a:prstDash val="solid"/>
                <a:round/>
                <a:headEnd type="none" w="med" len="med"/>
                <a:tailEnd type="none" w="med" len="med"/>
              </a:ln>
              <a:effectLst>
                <a:prstShdw prst="shdw17" dist="17961" dir="2699999">
                  <a:srgbClr val="997A5C"/>
                </a:prstShdw>
              </a:effectLst>
            </p:spPr>
          </p:sp>
          <p:sp>
            <p:nvSpPr>
              <p:cNvPr id="15376" name="Line 22"/>
              <p:cNvSpPr/>
              <p:nvPr/>
            </p:nvSpPr>
            <p:spPr>
              <a:xfrm>
                <a:off x="1075" y="2466"/>
                <a:ext cx="0" cy="672"/>
              </a:xfrm>
              <a:prstGeom prst="line">
                <a:avLst/>
              </a:prstGeom>
              <a:ln w="34925" cap="flat" cmpd="sng">
                <a:solidFill>
                  <a:srgbClr val="FFCC99"/>
                </a:solidFill>
                <a:prstDash val="solid"/>
                <a:round/>
                <a:headEnd type="none" w="med" len="med"/>
                <a:tailEnd type="none" w="med" len="med"/>
              </a:ln>
            </p:spPr>
          </p:sp>
        </p:grpSp>
        <p:sp>
          <p:nvSpPr>
            <p:cNvPr id="15377" name="Line 23"/>
            <p:cNvSpPr/>
            <p:nvPr/>
          </p:nvSpPr>
          <p:spPr>
            <a:xfrm>
              <a:off x="3797" y="3513"/>
              <a:ext cx="1104" cy="0"/>
            </a:xfrm>
            <a:prstGeom prst="line">
              <a:avLst/>
            </a:prstGeom>
            <a:ln w="34925" cap="flat" cmpd="sng">
              <a:solidFill>
                <a:srgbClr val="FFCC99"/>
              </a:solidFill>
              <a:prstDash val="solid"/>
              <a:round/>
              <a:headEnd type="none" w="med" len="med"/>
              <a:tailEnd type="none" w="med" len="med"/>
            </a:ln>
          </p:spPr>
        </p:sp>
        <p:sp>
          <p:nvSpPr>
            <p:cNvPr id="15378" name="Text Box 24"/>
            <p:cNvSpPr txBox="1"/>
            <p:nvPr/>
          </p:nvSpPr>
          <p:spPr>
            <a:xfrm>
              <a:off x="3788" y="2353"/>
              <a:ext cx="282" cy="327"/>
            </a:xfrm>
            <a:prstGeom prst="rect">
              <a:avLst/>
            </a:prstGeom>
            <a:noFill/>
            <a:ln w="34925">
              <a:noFill/>
            </a:ln>
          </p:spPr>
          <p:txBody>
            <a:bodyPr anchor="t">
              <a:spAutoFit/>
            </a:bodyPr>
            <a:p>
              <a:pPr algn="ctr" eaLnBrk="0" hangingPunct="0"/>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15379" name="Text Box 25"/>
            <p:cNvSpPr txBox="1"/>
            <p:nvPr/>
          </p:nvSpPr>
          <p:spPr>
            <a:xfrm>
              <a:off x="3742" y="2852"/>
              <a:ext cx="314" cy="327"/>
            </a:xfrm>
            <a:prstGeom prst="rect">
              <a:avLst/>
            </a:prstGeom>
            <a:noFill/>
            <a:ln w="34925">
              <a:noFill/>
            </a:ln>
          </p:spPr>
          <p:txBody>
            <a:bodyPr anchor="t">
              <a:spAutoFit/>
            </a:bodyPr>
            <a:p>
              <a:pPr algn="ctr" eaLnBrk="0" hangingPunct="0"/>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15380" name="Line 26"/>
            <p:cNvSpPr/>
            <p:nvPr/>
          </p:nvSpPr>
          <p:spPr>
            <a:xfrm>
              <a:off x="3789" y="2244"/>
              <a:ext cx="282" cy="1"/>
            </a:xfrm>
            <a:prstGeom prst="line">
              <a:avLst/>
            </a:prstGeom>
            <a:ln w="34925" cap="flat" cmpd="sng">
              <a:solidFill>
                <a:srgbClr val="FFCC99"/>
              </a:solidFill>
              <a:prstDash val="solid"/>
              <a:round/>
              <a:headEnd type="none" w="med" len="med"/>
              <a:tailEnd type="none" w="med" len="med"/>
            </a:ln>
          </p:spPr>
        </p:sp>
        <p:sp>
          <p:nvSpPr>
            <p:cNvPr id="15381" name="Line 27"/>
            <p:cNvSpPr/>
            <p:nvPr/>
          </p:nvSpPr>
          <p:spPr>
            <a:xfrm>
              <a:off x="4277" y="2233"/>
              <a:ext cx="624" cy="0"/>
            </a:xfrm>
            <a:prstGeom prst="line">
              <a:avLst/>
            </a:prstGeom>
            <a:ln w="34925" cap="flat" cmpd="sng">
              <a:solidFill>
                <a:srgbClr val="FFCC99"/>
              </a:solidFill>
              <a:prstDash val="solid"/>
              <a:round/>
              <a:headEnd type="none" w="med" len="med"/>
              <a:tailEnd type="none" w="med" len="med"/>
            </a:ln>
          </p:spPr>
        </p:sp>
        <p:sp>
          <p:nvSpPr>
            <p:cNvPr id="15382" name="Line 28"/>
            <p:cNvSpPr/>
            <p:nvPr/>
          </p:nvSpPr>
          <p:spPr>
            <a:xfrm flipV="1">
              <a:off x="4064" y="2152"/>
              <a:ext cx="192" cy="96"/>
            </a:xfrm>
            <a:prstGeom prst="line">
              <a:avLst/>
            </a:prstGeom>
            <a:ln w="34925" cap="flat" cmpd="sng">
              <a:solidFill>
                <a:srgbClr val="FFCC99"/>
              </a:solidFill>
              <a:prstDash val="solid"/>
              <a:round/>
              <a:headEnd type="none" w="med" len="med"/>
              <a:tailEnd type="none" w="med" len="med"/>
            </a:ln>
          </p:spPr>
        </p:sp>
        <p:sp>
          <p:nvSpPr>
            <p:cNvPr id="15383" name="Text Box 29"/>
            <p:cNvSpPr txBox="1"/>
            <p:nvPr/>
          </p:nvSpPr>
          <p:spPr>
            <a:xfrm>
              <a:off x="3904" y="1959"/>
              <a:ext cx="241" cy="327"/>
            </a:xfrm>
            <a:prstGeom prst="rect">
              <a:avLst/>
            </a:prstGeom>
            <a:noFill/>
            <a:ln w="34925">
              <a:noFill/>
            </a:ln>
          </p:spPr>
          <p:txBody>
            <a:bodyPr wrap="none" anchor="t">
              <a:spAutoFit/>
            </a:bodyPr>
            <a:p>
              <a:pPr algn="ctr" eaLnBrk="0" hangingPunct="0"/>
              <a:r>
                <a:rPr lang="en-US" altLang="zh-CN">
                  <a:latin typeface="Times New Roman" panose="02020603050405020304" pitchFamily="18" charset="0"/>
                  <a:ea typeface="宋体" panose="02010600030101010101" pitchFamily="2" charset="-122"/>
                </a:rPr>
                <a:t>S</a:t>
              </a:r>
              <a:endParaRPr lang="en-US" altLang="zh-CN">
                <a:latin typeface="Times New Roman" panose="02020603050405020304" pitchFamily="18" charset="0"/>
                <a:ea typeface="宋体" panose="02010600030101010101" pitchFamily="2" charset="-122"/>
              </a:endParaRPr>
            </a:p>
          </p:txBody>
        </p:sp>
        <p:sp>
          <p:nvSpPr>
            <p:cNvPr id="15384" name="Rectangle 30"/>
            <p:cNvSpPr/>
            <p:nvPr/>
          </p:nvSpPr>
          <p:spPr>
            <a:xfrm>
              <a:off x="5012" y="2292"/>
              <a:ext cx="203" cy="327"/>
            </a:xfrm>
            <a:prstGeom prst="rect">
              <a:avLst/>
            </a:prstGeom>
            <a:noFill/>
            <a:ln w="9525">
              <a:noFill/>
            </a:ln>
          </p:spPr>
          <p:txBody>
            <a:bodyPr wrap="none" anchor="t">
              <a:spAutoFit/>
            </a:bodyPr>
            <a:p>
              <a:pPr eaLnBrk="0" hangingPunct="0"/>
              <a:r>
                <a:rPr lang="en-US" altLang="zh-CN">
                  <a:latin typeface="Times New Roman" panose="02020603050405020304" pitchFamily="18" charset="0"/>
                  <a:ea typeface="宋体" panose="02010600030101010101" pitchFamily="2" charset="-122"/>
                </a:rPr>
                <a:t>I</a:t>
              </a:r>
              <a:endParaRPr lang="en-US" altLang="zh-CN">
                <a:latin typeface="Times New Roman" panose="02020603050405020304" pitchFamily="18" charset="0"/>
                <a:ea typeface="宋体" panose="02010600030101010101" pitchFamily="2" charset="-122"/>
              </a:endParaRPr>
            </a:p>
          </p:txBody>
        </p:sp>
        <p:sp>
          <p:nvSpPr>
            <p:cNvPr id="15385" name="Rectangle 31"/>
            <p:cNvSpPr/>
            <p:nvPr/>
          </p:nvSpPr>
          <p:spPr>
            <a:xfrm>
              <a:off x="4967" y="2651"/>
              <a:ext cx="278" cy="327"/>
            </a:xfrm>
            <a:prstGeom prst="rect">
              <a:avLst/>
            </a:prstGeom>
            <a:noFill/>
            <a:ln w="9525">
              <a:noFill/>
            </a:ln>
          </p:spPr>
          <p:txBody>
            <a:bodyPr wrap="none" anchor="t">
              <a:spAutoFit/>
            </a:bodyPr>
            <a:p>
              <a:pPr eaLnBrk="0" hangingPunct="0"/>
              <a:r>
                <a:rPr lang="en-US" altLang="zh-CN">
                  <a:latin typeface="Times New Roman" panose="02020603050405020304" pitchFamily="18" charset="0"/>
                  <a:ea typeface="宋体" panose="02010600030101010101" pitchFamily="2" charset="-122"/>
                </a:rPr>
                <a:t>R</a:t>
              </a:r>
              <a:endParaRPr lang="en-US" altLang="zh-CN">
                <a:latin typeface="Times New Roman" panose="02020603050405020304" pitchFamily="18" charset="0"/>
                <a:ea typeface="宋体" panose="02010600030101010101" pitchFamily="2" charset="-122"/>
              </a:endParaRPr>
            </a:p>
          </p:txBody>
        </p:sp>
      </p:grpSp>
      <p:sp>
        <p:nvSpPr>
          <p:cNvPr id="96288" name="Text Box 32"/>
          <p:cNvSpPr txBox="1"/>
          <p:nvPr/>
        </p:nvSpPr>
        <p:spPr>
          <a:xfrm>
            <a:off x="982663" y="5211763"/>
            <a:ext cx="1949450" cy="458787"/>
          </a:xfrm>
          <a:prstGeom prst="rect">
            <a:avLst/>
          </a:prstGeom>
          <a:noFill/>
          <a:ln w="38100">
            <a:noFill/>
          </a:ln>
        </p:spPr>
        <p:txBody>
          <a:bodyPr lIns="90000" tIns="46800" rIns="90000" bIns="46800" anchor="t">
            <a:spAutoFit/>
          </a:bodyPr>
          <a:p>
            <a:pPr>
              <a:spcBef>
                <a:spcPct val="50000"/>
              </a:spcBef>
            </a:pPr>
            <a:r>
              <a:rPr lang="zh-CN" altLang="en-US" sz="2400" dirty="0">
                <a:solidFill>
                  <a:srgbClr val="FFFF99"/>
                </a:solidFill>
                <a:latin typeface="楷体" panose="02010609060101010101" charset="-122"/>
                <a:ea typeface="楷体" panose="02010609060101010101" charset="-122"/>
              </a:rPr>
              <a:t>实际电路</a:t>
            </a:r>
            <a:endParaRPr lang="zh-CN" altLang="en-US" sz="2400" dirty="0">
              <a:solidFill>
                <a:srgbClr val="FFFF99"/>
              </a:solidFill>
              <a:latin typeface="楷体" panose="02010609060101010101" charset="-122"/>
              <a:ea typeface="楷体" panose="02010609060101010101"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6262"/>
                                        </p:tgtEl>
                                        <p:attrNameLst>
                                          <p:attrName>style.visibility</p:attrName>
                                        </p:attrNameLst>
                                      </p:cBhvr>
                                      <p:to>
                                        <p:strVal val="visible"/>
                                      </p:to>
                                    </p:set>
                                    <p:anim calcmode="lin" valueType="num">
                                      <p:cBhvr additive="base">
                                        <p:cTn id="7" dur="500" fill="hold"/>
                                        <p:tgtEl>
                                          <p:spTgt spid="96262"/>
                                        </p:tgtEl>
                                        <p:attrNameLst>
                                          <p:attrName>ppt_x</p:attrName>
                                        </p:attrNameLst>
                                      </p:cBhvr>
                                      <p:tavLst>
                                        <p:tav tm="0">
                                          <p:val>
                                            <p:strVal val="0-#ppt_w/2"/>
                                          </p:val>
                                        </p:tav>
                                        <p:tav tm="100000">
                                          <p:val>
                                            <p:strVal val="#ppt_x"/>
                                          </p:val>
                                        </p:tav>
                                      </p:tavLst>
                                    </p:anim>
                                    <p:anim calcmode="lin" valueType="num">
                                      <p:cBhvr additive="base">
                                        <p:cTn id="8" dur="500" fill="hold"/>
                                        <p:tgtEl>
                                          <p:spTgt spid="9626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6288"/>
                                        </p:tgtEl>
                                        <p:attrNameLst>
                                          <p:attrName>style.visibility</p:attrName>
                                        </p:attrNameLst>
                                      </p:cBhvr>
                                      <p:to>
                                        <p:strVal val="visible"/>
                                      </p:to>
                                    </p:set>
                                    <p:anim calcmode="lin" valueType="num">
                                      <p:cBhvr additive="base">
                                        <p:cTn id="13" dur="500" fill="hold"/>
                                        <p:tgtEl>
                                          <p:spTgt spid="96288"/>
                                        </p:tgtEl>
                                        <p:attrNameLst>
                                          <p:attrName>ppt_x</p:attrName>
                                        </p:attrNameLst>
                                      </p:cBhvr>
                                      <p:tavLst>
                                        <p:tav tm="0">
                                          <p:val>
                                            <p:strVal val="0-#ppt_w/2"/>
                                          </p:val>
                                        </p:tav>
                                        <p:tav tm="100000">
                                          <p:val>
                                            <p:strVal val="#ppt_x"/>
                                          </p:val>
                                        </p:tav>
                                      </p:tavLst>
                                    </p:anim>
                                    <p:anim calcmode="lin" valueType="num">
                                      <p:cBhvr additive="base">
                                        <p:cTn id="14" dur="500" fill="hold"/>
                                        <p:tgtEl>
                                          <p:spTgt spid="9628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96266"/>
                                        </p:tgtEl>
                                        <p:attrNameLst>
                                          <p:attrName>style.visibility</p:attrName>
                                        </p:attrNameLst>
                                      </p:cBhvr>
                                      <p:to>
                                        <p:strVal val="visible"/>
                                      </p:to>
                                    </p:set>
                                    <p:anim calcmode="lin" valueType="num">
                                      <p:cBhvr additive="base">
                                        <p:cTn id="19" dur="500" fill="hold"/>
                                        <p:tgtEl>
                                          <p:spTgt spid="96266"/>
                                        </p:tgtEl>
                                        <p:attrNameLst>
                                          <p:attrName>ppt_x</p:attrName>
                                        </p:attrNameLst>
                                      </p:cBhvr>
                                      <p:tavLst>
                                        <p:tav tm="0">
                                          <p:val>
                                            <p:strVal val="0-#ppt_w/2"/>
                                          </p:val>
                                        </p:tav>
                                        <p:tav tm="100000">
                                          <p:val>
                                            <p:strVal val="#ppt_x"/>
                                          </p:val>
                                        </p:tav>
                                      </p:tavLst>
                                    </p:anim>
                                    <p:anim calcmode="lin" valueType="num">
                                      <p:cBhvr additive="base">
                                        <p:cTn id="20" dur="500" fill="hold"/>
                                        <p:tgtEl>
                                          <p:spTgt spid="9626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6264"/>
                                        </p:tgtEl>
                                        <p:attrNameLst>
                                          <p:attrName>style.visibility</p:attrName>
                                        </p:attrNameLst>
                                      </p:cBhvr>
                                      <p:to>
                                        <p:strVal val="visible"/>
                                      </p:to>
                                    </p:set>
                                    <p:anim calcmode="lin" valueType="num">
                                      <p:cBhvr additive="base">
                                        <p:cTn id="25" dur="500" fill="hold"/>
                                        <p:tgtEl>
                                          <p:spTgt spid="96264"/>
                                        </p:tgtEl>
                                        <p:attrNameLst>
                                          <p:attrName>ppt_x</p:attrName>
                                        </p:attrNameLst>
                                      </p:cBhvr>
                                      <p:tavLst>
                                        <p:tav tm="0">
                                          <p:val>
                                            <p:strVal val="0-#ppt_w/2"/>
                                          </p:val>
                                        </p:tav>
                                        <p:tav tm="100000">
                                          <p:val>
                                            <p:strVal val="#ppt_x"/>
                                          </p:val>
                                        </p:tav>
                                      </p:tavLst>
                                    </p:anim>
                                    <p:anim calcmode="lin" valueType="num">
                                      <p:cBhvr additive="base">
                                        <p:cTn id="26" dur="500" fill="hold"/>
                                        <p:tgtEl>
                                          <p:spTgt spid="962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4" grpId="0"/>
      <p:bldP spid="96288"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385" name="Rectangle 2"/>
          <p:cNvSpPr>
            <a:spLocks noGrp="1"/>
          </p:cNvSpPr>
          <p:nvPr>
            <p:ph type="title"/>
          </p:nvPr>
        </p:nvSpPr>
        <p:spPr>
          <a:xfrm>
            <a:off x="219075" y="93663"/>
            <a:ext cx="2489200" cy="496887"/>
          </a:xfrm>
        </p:spPr>
        <p:txBody>
          <a:bodyPr wrap="square" lIns="91440" tIns="45720" rIns="91440" bIns="45720" anchor="b"/>
          <a:p>
            <a:pPr>
              <a:spcBef>
                <a:spcPct val="50000"/>
              </a:spcBef>
            </a:pPr>
            <a:r>
              <a:rPr lang="zh-CN" altLang="en-US" sz="2400" b="1" dirty="0">
                <a:solidFill>
                  <a:schemeClr val="bg1"/>
                </a:solidFill>
                <a:latin typeface="宋体" panose="02010600030101010101" pitchFamily="2" charset="-122"/>
              </a:rPr>
              <a:t>电路模型的建立</a:t>
            </a:r>
            <a:endParaRPr lang="zh-CN" altLang="en-US" sz="2400" b="1" dirty="0">
              <a:solidFill>
                <a:schemeClr val="bg1"/>
              </a:solidFill>
              <a:latin typeface="宋体" panose="02010600030101010101" pitchFamily="2" charset="-122"/>
            </a:endParaRPr>
          </a:p>
        </p:txBody>
      </p:sp>
      <p:sp>
        <p:nvSpPr>
          <p:cNvPr id="37892" name="Text Box 4"/>
          <p:cNvSpPr txBox="1"/>
          <p:nvPr/>
        </p:nvSpPr>
        <p:spPr>
          <a:xfrm>
            <a:off x="422275" y="590550"/>
            <a:ext cx="7850188" cy="457200"/>
          </a:xfrm>
          <a:prstGeom prst="rect">
            <a:avLst/>
          </a:prstGeom>
          <a:noFill/>
          <a:ln w="9525">
            <a:noFill/>
          </a:ln>
        </p:spPr>
        <p:txBody>
          <a:bodyPr wrap="square" anchor="t">
            <a:spAutoFit/>
          </a:bodyPr>
          <a:p>
            <a:pPr>
              <a:spcBef>
                <a:spcPct val="50000"/>
              </a:spcBef>
            </a:pPr>
            <a:r>
              <a:rPr lang="zh-CN" altLang="en-US" sz="2400" dirty="0">
                <a:solidFill>
                  <a:schemeClr val="accent2"/>
                </a:solidFill>
                <a:latin typeface="楷体" panose="02010609060101010101" charset="-122"/>
                <a:ea typeface="楷体" panose="02010609060101010101" charset="-122"/>
              </a:rPr>
              <a:t>实际设备、器件            理想元件      电路符号</a:t>
            </a:r>
            <a:endParaRPr lang="zh-CN" altLang="en-US" sz="2400" dirty="0">
              <a:solidFill>
                <a:schemeClr val="accent2"/>
              </a:solidFill>
              <a:latin typeface="楷体" panose="02010609060101010101" charset="-122"/>
              <a:ea typeface="楷体" panose="02010609060101010101" charset="-122"/>
            </a:endParaRPr>
          </a:p>
        </p:txBody>
      </p:sp>
      <p:sp>
        <p:nvSpPr>
          <p:cNvPr id="37893" name="Text Box 5"/>
          <p:cNvSpPr txBox="1"/>
          <p:nvPr/>
        </p:nvSpPr>
        <p:spPr>
          <a:xfrm>
            <a:off x="368300" y="1576388"/>
            <a:ext cx="2963863" cy="457200"/>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提供电能的设备</a:t>
            </a:r>
            <a:endParaRPr lang="zh-CN" altLang="en-US" sz="2400" dirty="0">
              <a:latin typeface="楷体" panose="02010609060101010101" charset="-122"/>
              <a:ea typeface="楷体" panose="02010609060101010101" charset="-122"/>
            </a:endParaRPr>
          </a:p>
        </p:txBody>
      </p:sp>
      <p:sp>
        <p:nvSpPr>
          <p:cNvPr id="37894" name="AutoShape 6"/>
          <p:cNvSpPr/>
          <p:nvPr/>
        </p:nvSpPr>
        <p:spPr>
          <a:xfrm>
            <a:off x="3454400" y="1749425"/>
            <a:ext cx="1277938" cy="174625"/>
          </a:xfrm>
          <a:prstGeom prst="rightArrow">
            <a:avLst>
              <a:gd name="adj1" fmla="val 50000"/>
              <a:gd name="adj2" fmla="val 182886"/>
            </a:avLst>
          </a:prstGeom>
          <a:solidFill>
            <a:srgbClr val="FF0000"/>
          </a:solidFill>
          <a:ln w="9525">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7895" name="Text Box 7"/>
          <p:cNvSpPr txBox="1"/>
          <p:nvPr/>
        </p:nvSpPr>
        <p:spPr>
          <a:xfrm>
            <a:off x="4878388" y="1608138"/>
            <a:ext cx="898525" cy="457200"/>
          </a:xfrm>
          <a:prstGeom prst="rect">
            <a:avLst/>
          </a:prstGeom>
          <a:noFill/>
          <a:ln w="9525">
            <a:noFill/>
          </a:ln>
        </p:spPr>
        <p:txBody>
          <a:bodyPr wrap="square" anchor="t">
            <a:spAutoFit/>
          </a:bodyPr>
          <a:p>
            <a:pPr>
              <a:spcBef>
                <a:spcPct val="50000"/>
              </a:spcBef>
            </a:pPr>
            <a:r>
              <a:rPr lang="zh-CN" altLang="en-US" sz="2400" dirty="0">
                <a:latin typeface="楷体" panose="02010609060101010101" charset="-122"/>
                <a:ea typeface="楷体" panose="02010609060101010101" charset="-122"/>
              </a:rPr>
              <a:t>电源</a:t>
            </a:r>
            <a:endParaRPr lang="zh-CN" altLang="en-US" sz="2400" dirty="0">
              <a:latin typeface="楷体" panose="02010609060101010101" charset="-122"/>
              <a:ea typeface="楷体" panose="02010609060101010101" charset="-122"/>
            </a:endParaRPr>
          </a:p>
        </p:txBody>
      </p:sp>
      <p:sp>
        <p:nvSpPr>
          <p:cNvPr id="37896" name="Text Box 8"/>
          <p:cNvSpPr txBox="1"/>
          <p:nvPr/>
        </p:nvSpPr>
        <p:spPr>
          <a:xfrm>
            <a:off x="1003300" y="2873375"/>
            <a:ext cx="1547813" cy="457200"/>
          </a:xfrm>
          <a:prstGeom prst="rect">
            <a:avLst/>
          </a:prstGeom>
          <a:noFill/>
          <a:ln w="9525">
            <a:noFill/>
          </a:ln>
        </p:spPr>
        <p:txBody>
          <a:bodyPr wrap="square" anchor="t">
            <a:spAutoFit/>
          </a:bodyPr>
          <a:p>
            <a:pPr>
              <a:spcBef>
                <a:spcPct val="50000"/>
              </a:spcBef>
            </a:pPr>
            <a:r>
              <a:rPr lang="zh-CN" altLang="en-US" sz="2400" dirty="0">
                <a:latin typeface="楷体" panose="02010609060101010101" charset="-122"/>
                <a:ea typeface="楷体" panose="02010609060101010101" charset="-122"/>
              </a:rPr>
              <a:t>耗能元件</a:t>
            </a:r>
            <a:endParaRPr lang="zh-CN" altLang="en-US" sz="2400" dirty="0">
              <a:latin typeface="楷体" panose="02010609060101010101" charset="-122"/>
              <a:ea typeface="楷体" panose="02010609060101010101" charset="-122"/>
            </a:endParaRPr>
          </a:p>
        </p:txBody>
      </p:sp>
      <p:sp>
        <p:nvSpPr>
          <p:cNvPr id="37897" name="AutoShape 9"/>
          <p:cNvSpPr/>
          <p:nvPr/>
        </p:nvSpPr>
        <p:spPr>
          <a:xfrm>
            <a:off x="3454400" y="3005138"/>
            <a:ext cx="1277938" cy="174625"/>
          </a:xfrm>
          <a:prstGeom prst="rightArrow">
            <a:avLst>
              <a:gd name="adj1" fmla="val 50000"/>
              <a:gd name="adj2" fmla="val 182886"/>
            </a:avLst>
          </a:prstGeom>
          <a:solidFill>
            <a:srgbClr val="FF0000"/>
          </a:solidFill>
          <a:ln w="9525">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7898" name="Text Box 10"/>
          <p:cNvSpPr txBox="1"/>
          <p:nvPr/>
        </p:nvSpPr>
        <p:spPr>
          <a:xfrm>
            <a:off x="4906963" y="2863850"/>
            <a:ext cx="1422400" cy="457200"/>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电阻</a:t>
            </a:r>
            <a:endParaRPr lang="zh-CN" altLang="en-US" sz="2400" dirty="0">
              <a:latin typeface="楷体" panose="02010609060101010101" charset="-122"/>
              <a:ea typeface="楷体" panose="02010609060101010101" charset="-122"/>
            </a:endParaRPr>
          </a:p>
        </p:txBody>
      </p:sp>
      <p:grpSp>
        <p:nvGrpSpPr>
          <p:cNvPr id="37959" name="Group 71"/>
          <p:cNvGrpSpPr/>
          <p:nvPr/>
        </p:nvGrpSpPr>
        <p:grpSpPr>
          <a:xfrm>
            <a:off x="6477000" y="2609850"/>
            <a:ext cx="1420813" cy="596900"/>
            <a:chOff x="4108" y="1745"/>
            <a:chExt cx="895" cy="344"/>
          </a:xfrm>
        </p:grpSpPr>
        <p:sp>
          <p:nvSpPr>
            <p:cNvPr id="16394" name="Rectangle 12"/>
            <p:cNvSpPr/>
            <p:nvPr/>
          </p:nvSpPr>
          <p:spPr>
            <a:xfrm>
              <a:off x="4372" y="1953"/>
              <a:ext cx="357" cy="136"/>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6395" name="Line 13"/>
            <p:cNvSpPr/>
            <p:nvPr/>
          </p:nvSpPr>
          <p:spPr>
            <a:xfrm>
              <a:off x="4738" y="2016"/>
              <a:ext cx="265" cy="0"/>
            </a:xfrm>
            <a:prstGeom prst="line">
              <a:avLst/>
            </a:prstGeom>
            <a:ln w="38100" cap="flat" cmpd="sng">
              <a:solidFill>
                <a:schemeClr val="bg1"/>
              </a:solidFill>
              <a:prstDash val="solid"/>
              <a:round/>
              <a:headEnd type="none" w="med" len="med"/>
              <a:tailEnd type="none" w="med" len="med"/>
            </a:ln>
          </p:spPr>
        </p:sp>
        <p:sp>
          <p:nvSpPr>
            <p:cNvPr id="16396" name="Line 14"/>
            <p:cNvSpPr/>
            <p:nvPr/>
          </p:nvSpPr>
          <p:spPr>
            <a:xfrm>
              <a:off x="4108" y="2016"/>
              <a:ext cx="265" cy="0"/>
            </a:xfrm>
            <a:prstGeom prst="line">
              <a:avLst/>
            </a:prstGeom>
            <a:ln w="38100" cap="flat" cmpd="sng">
              <a:solidFill>
                <a:schemeClr val="bg1"/>
              </a:solidFill>
              <a:prstDash val="solid"/>
              <a:round/>
              <a:headEnd type="none" w="med" len="med"/>
              <a:tailEnd type="none" w="med" len="med"/>
            </a:ln>
          </p:spPr>
        </p:sp>
        <p:sp>
          <p:nvSpPr>
            <p:cNvPr id="16397" name="Text Box 15"/>
            <p:cNvSpPr txBox="1"/>
            <p:nvPr/>
          </p:nvSpPr>
          <p:spPr>
            <a:xfrm>
              <a:off x="4398" y="1745"/>
              <a:ext cx="457" cy="228"/>
            </a:xfrm>
            <a:prstGeom prst="rect">
              <a:avLst/>
            </a:prstGeom>
            <a:noFill/>
            <a:ln w="9525">
              <a:noFill/>
            </a:ln>
          </p:spPr>
          <p:txBody>
            <a:bodyPr anchor="t">
              <a:spAutoFit/>
            </a:bodyPr>
            <a:p>
              <a:pPr>
                <a:spcBef>
                  <a:spcPct val="50000"/>
                </a:spcBef>
              </a:pPr>
              <a:r>
                <a:rPr lang="en-US" altLang="zh-CN" sz="2000">
                  <a:latin typeface="Times New Roman" panose="02020603050405020304" pitchFamily="18" charset="0"/>
                  <a:ea typeface="宋体" panose="02010600030101010101" pitchFamily="2" charset="-122"/>
                </a:rPr>
                <a:t>R</a:t>
              </a:r>
              <a:endParaRPr lang="en-US" altLang="zh-CN" sz="2000">
                <a:latin typeface="Times New Roman" panose="02020603050405020304" pitchFamily="18" charset="0"/>
                <a:ea typeface="宋体" panose="02010600030101010101" pitchFamily="2" charset="-122"/>
              </a:endParaRPr>
            </a:p>
          </p:txBody>
        </p:sp>
      </p:grpSp>
      <p:sp>
        <p:nvSpPr>
          <p:cNvPr id="37904" name="Text Box 16"/>
          <p:cNvSpPr txBox="1"/>
          <p:nvPr/>
        </p:nvSpPr>
        <p:spPr>
          <a:xfrm>
            <a:off x="392113" y="3365500"/>
            <a:ext cx="2733675" cy="457200"/>
          </a:xfrm>
          <a:prstGeom prst="rect">
            <a:avLst/>
          </a:prstGeom>
          <a:noFill/>
          <a:ln w="9525">
            <a:noFill/>
          </a:ln>
        </p:spPr>
        <p:txBody>
          <a:bodyPr wrap="square" anchor="t">
            <a:spAutoFit/>
          </a:bodyPr>
          <a:p>
            <a:pPr>
              <a:spcBef>
                <a:spcPct val="50000"/>
              </a:spcBef>
            </a:pPr>
            <a:r>
              <a:rPr lang="zh-CN" altLang="en-US" sz="2400" dirty="0">
                <a:latin typeface="楷体" panose="02010609060101010101" charset="-122"/>
                <a:ea typeface="楷体" panose="02010609060101010101" charset="-122"/>
              </a:rPr>
              <a:t>存储磁场能量元件</a:t>
            </a:r>
            <a:endParaRPr lang="zh-CN" altLang="en-US" sz="2400" dirty="0">
              <a:latin typeface="楷体" panose="02010609060101010101" charset="-122"/>
              <a:ea typeface="楷体" panose="02010609060101010101" charset="-122"/>
            </a:endParaRPr>
          </a:p>
        </p:txBody>
      </p:sp>
      <p:sp>
        <p:nvSpPr>
          <p:cNvPr id="37905" name="AutoShape 17"/>
          <p:cNvSpPr/>
          <p:nvPr/>
        </p:nvSpPr>
        <p:spPr>
          <a:xfrm>
            <a:off x="3484563" y="3570288"/>
            <a:ext cx="1277937" cy="174625"/>
          </a:xfrm>
          <a:prstGeom prst="rightArrow">
            <a:avLst>
              <a:gd name="adj1" fmla="val 50000"/>
              <a:gd name="adj2" fmla="val 182886"/>
            </a:avLst>
          </a:prstGeom>
          <a:solidFill>
            <a:srgbClr val="FF0000"/>
          </a:solidFill>
          <a:ln w="9525">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7906" name="Text Box 18"/>
          <p:cNvSpPr txBox="1"/>
          <p:nvPr/>
        </p:nvSpPr>
        <p:spPr>
          <a:xfrm>
            <a:off x="4949825" y="3382963"/>
            <a:ext cx="1422400" cy="457200"/>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电感</a:t>
            </a:r>
            <a:endParaRPr lang="zh-CN" altLang="en-US" sz="2400" dirty="0">
              <a:latin typeface="楷体" panose="02010609060101010101" charset="-122"/>
              <a:ea typeface="楷体" panose="02010609060101010101" charset="-122"/>
            </a:endParaRPr>
          </a:p>
        </p:txBody>
      </p:sp>
      <p:grpSp>
        <p:nvGrpSpPr>
          <p:cNvPr id="37961" name="Group 73"/>
          <p:cNvGrpSpPr/>
          <p:nvPr/>
        </p:nvGrpSpPr>
        <p:grpSpPr>
          <a:xfrm>
            <a:off x="6467475" y="3230563"/>
            <a:ext cx="1392238" cy="484187"/>
            <a:chOff x="4143" y="2110"/>
            <a:chExt cx="877" cy="305"/>
          </a:xfrm>
        </p:grpSpPr>
        <p:sp>
          <p:nvSpPr>
            <p:cNvPr id="16402" name="Arc 20"/>
            <p:cNvSpPr/>
            <p:nvPr/>
          </p:nvSpPr>
          <p:spPr>
            <a:xfrm rot="-549555">
              <a:off x="4382" y="2333"/>
              <a:ext cx="102" cy="82"/>
            </a:xfrm>
            <a:custGeom>
              <a:avLst/>
              <a:gdLst/>
              <a:ahLst/>
              <a:cxnLst>
                <a:cxn ang="0">
                  <a:pos x="0" y="0"/>
                </a:cxn>
                <a:cxn ang="0">
                  <a:pos x="0" y="0"/>
                </a:cxn>
                <a:cxn ang="0">
                  <a:pos x="0" y="0"/>
                </a:cxn>
              </a:cxnLst>
              <a:pathLst>
                <a:path w="42715" h="21600" fill="none">
                  <a:moveTo>
                    <a:pt x="-1" y="17049"/>
                  </a:moveTo>
                  <a:cubicBezTo>
                    <a:pt x="2143" y="7102"/>
                    <a:pt x="10939" y="-1"/>
                    <a:pt x="21115" y="0"/>
                  </a:cubicBezTo>
                  <a:cubicBezTo>
                    <a:pt x="33044" y="0"/>
                    <a:pt x="42715" y="9670"/>
                    <a:pt x="42715" y="21600"/>
                  </a:cubicBezTo>
                </a:path>
                <a:path w="42715" h="21600" stroke="0">
                  <a:moveTo>
                    <a:pt x="-1" y="17049"/>
                  </a:moveTo>
                  <a:cubicBezTo>
                    <a:pt x="2143" y="7102"/>
                    <a:pt x="10939" y="-1"/>
                    <a:pt x="21115" y="0"/>
                  </a:cubicBezTo>
                  <a:cubicBezTo>
                    <a:pt x="33044" y="0"/>
                    <a:pt x="42715" y="9670"/>
                    <a:pt x="42715" y="21600"/>
                  </a:cubicBezTo>
                  <a:lnTo>
                    <a:pt x="21115" y="21600"/>
                  </a:lnTo>
                  <a:lnTo>
                    <a:pt x="-1" y="17049"/>
                  </a:lnTo>
                  <a:close/>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6403" name="Arc 21"/>
            <p:cNvSpPr/>
            <p:nvPr/>
          </p:nvSpPr>
          <p:spPr>
            <a:xfrm rot="-549555">
              <a:off x="4497" y="2333"/>
              <a:ext cx="102" cy="82"/>
            </a:xfrm>
            <a:custGeom>
              <a:avLst/>
              <a:gdLst/>
              <a:ahLst/>
              <a:cxnLst>
                <a:cxn ang="0">
                  <a:pos x="0" y="0"/>
                </a:cxn>
                <a:cxn ang="0">
                  <a:pos x="0" y="0"/>
                </a:cxn>
                <a:cxn ang="0">
                  <a:pos x="0" y="0"/>
                </a:cxn>
              </a:cxnLst>
              <a:pathLst>
                <a:path w="42715" h="21600" fill="none">
                  <a:moveTo>
                    <a:pt x="-1" y="17049"/>
                  </a:moveTo>
                  <a:cubicBezTo>
                    <a:pt x="2143" y="7102"/>
                    <a:pt x="10939" y="-1"/>
                    <a:pt x="21115" y="0"/>
                  </a:cubicBezTo>
                  <a:cubicBezTo>
                    <a:pt x="33044" y="0"/>
                    <a:pt x="42715" y="9670"/>
                    <a:pt x="42715" y="21600"/>
                  </a:cubicBezTo>
                </a:path>
                <a:path w="42715" h="21600" stroke="0">
                  <a:moveTo>
                    <a:pt x="-1" y="17049"/>
                  </a:moveTo>
                  <a:cubicBezTo>
                    <a:pt x="2143" y="7102"/>
                    <a:pt x="10939" y="-1"/>
                    <a:pt x="21115" y="0"/>
                  </a:cubicBezTo>
                  <a:cubicBezTo>
                    <a:pt x="33044" y="0"/>
                    <a:pt x="42715" y="9670"/>
                    <a:pt x="42715" y="21600"/>
                  </a:cubicBezTo>
                  <a:lnTo>
                    <a:pt x="21115" y="21600"/>
                  </a:lnTo>
                  <a:lnTo>
                    <a:pt x="-1" y="17049"/>
                  </a:lnTo>
                  <a:close/>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6404" name="Arc 22"/>
            <p:cNvSpPr/>
            <p:nvPr/>
          </p:nvSpPr>
          <p:spPr>
            <a:xfrm rot="-549555">
              <a:off x="4612" y="2333"/>
              <a:ext cx="103" cy="82"/>
            </a:xfrm>
            <a:custGeom>
              <a:avLst/>
              <a:gdLst/>
              <a:ahLst/>
              <a:cxnLst>
                <a:cxn ang="0">
                  <a:pos x="0" y="0"/>
                </a:cxn>
                <a:cxn ang="0">
                  <a:pos x="0" y="0"/>
                </a:cxn>
                <a:cxn ang="0">
                  <a:pos x="0" y="0"/>
                </a:cxn>
              </a:cxnLst>
              <a:pathLst>
                <a:path w="42715" h="21600" fill="none">
                  <a:moveTo>
                    <a:pt x="-1" y="17049"/>
                  </a:moveTo>
                  <a:cubicBezTo>
                    <a:pt x="2143" y="7102"/>
                    <a:pt x="10939" y="-1"/>
                    <a:pt x="21115" y="0"/>
                  </a:cubicBezTo>
                  <a:cubicBezTo>
                    <a:pt x="33044" y="0"/>
                    <a:pt x="42715" y="9670"/>
                    <a:pt x="42715" y="21600"/>
                  </a:cubicBezTo>
                </a:path>
                <a:path w="42715" h="21600" stroke="0">
                  <a:moveTo>
                    <a:pt x="-1" y="17049"/>
                  </a:moveTo>
                  <a:cubicBezTo>
                    <a:pt x="2143" y="7102"/>
                    <a:pt x="10939" y="-1"/>
                    <a:pt x="21115" y="0"/>
                  </a:cubicBezTo>
                  <a:cubicBezTo>
                    <a:pt x="33044" y="0"/>
                    <a:pt x="42715" y="9670"/>
                    <a:pt x="42715" y="21600"/>
                  </a:cubicBezTo>
                  <a:lnTo>
                    <a:pt x="21115" y="21600"/>
                  </a:lnTo>
                  <a:lnTo>
                    <a:pt x="-1" y="17049"/>
                  </a:lnTo>
                  <a:close/>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6405" name="Line 23"/>
            <p:cNvSpPr/>
            <p:nvPr/>
          </p:nvSpPr>
          <p:spPr>
            <a:xfrm>
              <a:off x="4722" y="2407"/>
              <a:ext cx="298" cy="0"/>
            </a:xfrm>
            <a:prstGeom prst="line">
              <a:avLst/>
            </a:prstGeom>
            <a:ln w="38100" cap="flat" cmpd="sng">
              <a:solidFill>
                <a:schemeClr val="bg1"/>
              </a:solidFill>
              <a:prstDash val="solid"/>
              <a:round/>
              <a:headEnd type="none" w="med" len="med"/>
              <a:tailEnd type="none" w="med" len="med"/>
            </a:ln>
          </p:spPr>
        </p:sp>
        <p:sp>
          <p:nvSpPr>
            <p:cNvPr id="16406" name="Line 24"/>
            <p:cNvSpPr/>
            <p:nvPr/>
          </p:nvSpPr>
          <p:spPr>
            <a:xfrm>
              <a:off x="4143" y="2399"/>
              <a:ext cx="242" cy="0"/>
            </a:xfrm>
            <a:prstGeom prst="line">
              <a:avLst/>
            </a:prstGeom>
            <a:ln w="38100" cap="flat" cmpd="sng">
              <a:solidFill>
                <a:schemeClr val="bg1"/>
              </a:solidFill>
              <a:prstDash val="solid"/>
              <a:round/>
              <a:headEnd type="none" w="med" len="med"/>
              <a:tailEnd type="none" w="med" len="med"/>
            </a:ln>
          </p:spPr>
        </p:sp>
        <p:sp>
          <p:nvSpPr>
            <p:cNvPr id="16407" name="Text Box 25"/>
            <p:cNvSpPr txBox="1"/>
            <p:nvPr/>
          </p:nvSpPr>
          <p:spPr>
            <a:xfrm>
              <a:off x="4439" y="2110"/>
              <a:ext cx="457" cy="250"/>
            </a:xfrm>
            <a:prstGeom prst="rect">
              <a:avLst/>
            </a:prstGeom>
            <a:noFill/>
            <a:ln w="9525">
              <a:noFill/>
            </a:ln>
          </p:spPr>
          <p:txBody>
            <a:bodyPr anchor="t">
              <a:spAutoFit/>
            </a:bodyPr>
            <a:p>
              <a:pPr>
                <a:spcBef>
                  <a:spcPct val="50000"/>
                </a:spcBef>
              </a:pPr>
              <a:r>
                <a:rPr lang="en-US" altLang="zh-CN" sz="2000">
                  <a:latin typeface="Times New Roman" panose="02020603050405020304" pitchFamily="18" charset="0"/>
                  <a:ea typeface="宋体" panose="02010600030101010101" pitchFamily="2" charset="-122"/>
                </a:rPr>
                <a:t>L</a:t>
              </a:r>
              <a:endParaRPr lang="en-US" altLang="zh-CN" sz="2000">
                <a:latin typeface="Times New Roman" panose="02020603050405020304" pitchFamily="18" charset="0"/>
                <a:ea typeface="宋体" panose="02010600030101010101" pitchFamily="2" charset="-122"/>
              </a:endParaRPr>
            </a:p>
          </p:txBody>
        </p:sp>
      </p:grpSp>
      <p:sp>
        <p:nvSpPr>
          <p:cNvPr id="37914" name="Text Box 26"/>
          <p:cNvSpPr txBox="1"/>
          <p:nvPr/>
        </p:nvSpPr>
        <p:spPr>
          <a:xfrm>
            <a:off x="368300" y="4083050"/>
            <a:ext cx="3162300" cy="457200"/>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存储电场能量元件</a:t>
            </a:r>
            <a:endParaRPr lang="zh-CN" altLang="en-US" sz="2400" dirty="0">
              <a:latin typeface="楷体" panose="02010609060101010101" charset="-122"/>
              <a:ea typeface="楷体" panose="02010609060101010101" charset="-122"/>
            </a:endParaRPr>
          </a:p>
        </p:txBody>
      </p:sp>
      <p:sp>
        <p:nvSpPr>
          <p:cNvPr id="37915" name="AutoShape 27"/>
          <p:cNvSpPr/>
          <p:nvPr/>
        </p:nvSpPr>
        <p:spPr>
          <a:xfrm>
            <a:off x="3484563" y="4232275"/>
            <a:ext cx="1277937" cy="174625"/>
          </a:xfrm>
          <a:prstGeom prst="rightArrow">
            <a:avLst>
              <a:gd name="adj1" fmla="val 50000"/>
              <a:gd name="adj2" fmla="val 182886"/>
            </a:avLst>
          </a:prstGeom>
          <a:solidFill>
            <a:srgbClr val="FF0000"/>
          </a:solidFill>
          <a:ln w="9525">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7916" name="Text Box 28"/>
          <p:cNvSpPr txBox="1"/>
          <p:nvPr/>
        </p:nvSpPr>
        <p:spPr>
          <a:xfrm>
            <a:off x="4948238" y="4090988"/>
            <a:ext cx="1008062" cy="457200"/>
          </a:xfrm>
          <a:prstGeom prst="rect">
            <a:avLst/>
          </a:prstGeom>
          <a:noFill/>
          <a:ln w="9525">
            <a:noFill/>
          </a:ln>
        </p:spPr>
        <p:txBody>
          <a:bodyPr wrap="square" anchor="t">
            <a:spAutoFit/>
          </a:bodyPr>
          <a:p>
            <a:pPr>
              <a:spcBef>
                <a:spcPct val="50000"/>
              </a:spcBef>
            </a:pPr>
            <a:r>
              <a:rPr lang="zh-CN" altLang="en-US" sz="2400" dirty="0">
                <a:latin typeface="楷体" panose="02010609060101010101" charset="-122"/>
                <a:ea typeface="楷体" panose="02010609060101010101" charset="-122"/>
              </a:rPr>
              <a:t>电容</a:t>
            </a:r>
            <a:endParaRPr lang="zh-CN" altLang="en-US" sz="2400" dirty="0">
              <a:latin typeface="楷体" panose="02010609060101010101" charset="-122"/>
              <a:ea typeface="楷体" panose="02010609060101010101" charset="-122"/>
            </a:endParaRPr>
          </a:p>
        </p:txBody>
      </p:sp>
      <p:grpSp>
        <p:nvGrpSpPr>
          <p:cNvPr id="37960" name="Group 72"/>
          <p:cNvGrpSpPr/>
          <p:nvPr/>
        </p:nvGrpSpPr>
        <p:grpSpPr>
          <a:xfrm>
            <a:off x="6469063" y="3822700"/>
            <a:ext cx="1511300" cy="620713"/>
            <a:chOff x="4105" y="2408"/>
            <a:chExt cx="952" cy="391"/>
          </a:xfrm>
        </p:grpSpPr>
        <p:sp>
          <p:nvSpPr>
            <p:cNvPr id="16412" name="Line 30"/>
            <p:cNvSpPr/>
            <p:nvPr/>
          </p:nvSpPr>
          <p:spPr>
            <a:xfrm>
              <a:off x="4545" y="2634"/>
              <a:ext cx="0" cy="165"/>
            </a:xfrm>
            <a:prstGeom prst="line">
              <a:avLst/>
            </a:prstGeom>
            <a:ln w="38100" cap="flat" cmpd="sng">
              <a:solidFill>
                <a:schemeClr val="bg1"/>
              </a:solidFill>
              <a:prstDash val="solid"/>
              <a:round/>
              <a:headEnd type="none" w="med" len="med"/>
              <a:tailEnd type="none" w="med" len="med"/>
            </a:ln>
          </p:spPr>
        </p:sp>
        <p:sp>
          <p:nvSpPr>
            <p:cNvPr id="16413" name="Line 31"/>
            <p:cNvSpPr/>
            <p:nvPr/>
          </p:nvSpPr>
          <p:spPr>
            <a:xfrm>
              <a:off x="4609" y="2634"/>
              <a:ext cx="0" cy="165"/>
            </a:xfrm>
            <a:prstGeom prst="line">
              <a:avLst/>
            </a:prstGeom>
            <a:ln w="38100" cap="flat" cmpd="sng">
              <a:solidFill>
                <a:schemeClr val="bg1"/>
              </a:solidFill>
              <a:prstDash val="solid"/>
              <a:round/>
              <a:headEnd type="none" w="med" len="med"/>
              <a:tailEnd type="none" w="med" len="med"/>
            </a:ln>
          </p:spPr>
        </p:sp>
        <p:sp>
          <p:nvSpPr>
            <p:cNvPr id="16414" name="Line 32"/>
            <p:cNvSpPr/>
            <p:nvPr/>
          </p:nvSpPr>
          <p:spPr>
            <a:xfrm>
              <a:off x="4609" y="2717"/>
              <a:ext cx="448" cy="0"/>
            </a:xfrm>
            <a:prstGeom prst="line">
              <a:avLst/>
            </a:prstGeom>
            <a:ln w="38100" cap="flat" cmpd="sng">
              <a:solidFill>
                <a:schemeClr val="bg1"/>
              </a:solidFill>
              <a:prstDash val="solid"/>
              <a:round/>
              <a:headEnd type="none" w="med" len="med"/>
              <a:tailEnd type="none" w="med" len="med"/>
            </a:ln>
          </p:spPr>
        </p:sp>
        <p:sp>
          <p:nvSpPr>
            <p:cNvPr id="16415" name="Line 33"/>
            <p:cNvSpPr/>
            <p:nvPr/>
          </p:nvSpPr>
          <p:spPr>
            <a:xfrm>
              <a:off x="4105" y="2717"/>
              <a:ext cx="440" cy="0"/>
            </a:xfrm>
            <a:prstGeom prst="line">
              <a:avLst/>
            </a:prstGeom>
            <a:ln w="38100" cap="flat" cmpd="sng">
              <a:solidFill>
                <a:schemeClr val="bg1"/>
              </a:solidFill>
              <a:prstDash val="solid"/>
              <a:round/>
              <a:headEnd type="none" w="med" len="med"/>
              <a:tailEnd type="none" w="med" len="med"/>
            </a:ln>
          </p:spPr>
        </p:sp>
        <p:sp>
          <p:nvSpPr>
            <p:cNvPr id="16416" name="Text Box 34"/>
            <p:cNvSpPr txBox="1"/>
            <p:nvPr/>
          </p:nvSpPr>
          <p:spPr>
            <a:xfrm>
              <a:off x="4451" y="2408"/>
              <a:ext cx="457" cy="250"/>
            </a:xfrm>
            <a:prstGeom prst="rect">
              <a:avLst/>
            </a:prstGeom>
            <a:noFill/>
            <a:ln w="9525">
              <a:noFill/>
            </a:ln>
          </p:spPr>
          <p:txBody>
            <a:bodyPr anchor="t">
              <a:spAutoFit/>
            </a:bodyPr>
            <a:p>
              <a:pPr>
                <a:spcBef>
                  <a:spcPct val="50000"/>
                </a:spcBef>
              </a:pPr>
              <a:r>
                <a:rPr lang="en-US" altLang="zh-CN" sz="2000">
                  <a:latin typeface="Times New Roman" panose="02020603050405020304" pitchFamily="18" charset="0"/>
                  <a:ea typeface="宋体" panose="02010600030101010101" pitchFamily="2" charset="-122"/>
                </a:rPr>
                <a:t>C</a:t>
              </a:r>
              <a:endParaRPr lang="en-US" altLang="zh-CN" sz="2000">
                <a:latin typeface="Times New Roman" panose="02020603050405020304" pitchFamily="18" charset="0"/>
                <a:ea typeface="宋体" panose="02010600030101010101" pitchFamily="2" charset="-122"/>
              </a:endParaRPr>
            </a:p>
          </p:txBody>
        </p:sp>
      </p:grpSp>
      <p:sp>
        <p:nvSpPr>
          <p:cNvPr id="37923" name="Text Box 35"/>
          <p:cNvSpPr txBox="1"/>
          <p:nvPr/>
        </p:nvSpPr>
        <p:spPr>
          <a:xfrm>
            <a:off x="219075" y="4692650"/>
            <a:ext cx="5586413" cy="457200"/>
          </a:xfrm>
          <a:prstGeom prst="rect">
            <a:avLst/>
          </a:prstGeom>
          <a:noFill/>
          <a:ln w="9525">
            <a:noFill/>
          </a:ln>
        </p:spPr>
        <p:txBody>
          <a:bodyPr wrap="square" anchor="t">
            <a:spAutoFit/>
          </a:bodyPr>
          <a:p>
            <a:pPr>
              <a:spcBef>
                <a:spcPct val="50000"/>
              </a:spcBef>
            </a:pPr>
            <a:r>
              <a:rPr lang="zh-CN" altLang="en-US" sz="2400" dirty="0">
                <a:solidFill>
                  <a:srgbClr val="FFFF99"/>
                </a:solidFill>
                <a:latin typeface="楷体" panose="02010609060101010101" charset="-122"/>
                <a:ea typeface="楷体" panose="02010609060101010101" charset="-122"/>
              </a:rPr>
              <a:t>用理想元件符号画出的电路叫电路模型。</a:t>
            </a:r>
            <a:endParaRPr lang="zh-CN" altLang="en-US" sz="2400" dirty="0">
              <a:solidFill>
                <a:srgbClr val="FFFF99"/>
              </a:solidFill>
              <a:latin typeface="楷体" panose="02010609060101010101" charset="-122"/>
              <a:ea typeface="楷体" panose="02010609060101010101" charset="-122"/>
            </a:endParaRPr>
          </a:p>
        </p:txBody>
      </p:sp>
      <p:sp>
        <p:nvSpPr>
          <p:cNvPr id="37924" name="Text Box 36"/>
          <p:cNvSpPr txBox="1"/>
          <p:nvPr/>
        </p:nvSpPr>
        <p:spPr>
          <a:xfrm>
            <a:off x="219075" y="5365750"/>
            <a:ext cx="4213225" cy="457200"/>
          </a:xfrm>
          <a:prstGeom prst="rect">
            <a:avLst/>
          </a:prstGeom>
          <a:noFill/>
          <a:ln w="9525">
            <a:noFill/>
          </a:ln>
        </p:spPr>
        <p:txBody>
          <a:bodyPr wrap="square" anchor="t">
            <a:spAutoFit/>
          </a:bodyPr>
          <a:p>
            <a:pPr>
              <a:spcBef>
                <a:spcPct val="50000"/>
              </a:spcBef>
            </a:pPr>
            <a:r>
              <a:rPr lang="zh-CN" altLang="en-US" sz="2400" dirty="0">
                <a:latin typeface="楷体" panose="02010609060101010101" charset="-122"/>
                <a:ea typeface="楷体" panose="02010609060101010101" charset="-122"/>
              </a:rPr>
              <a:t>例如：电磁线圈的电路模型为</a:t>
            </a:r>
            <a:endParaRPr lang="zh-CN" altLang="en-US" sz="2400" dirty="0">
              <a:latin typeface="楷体" panose="02010609060101010101" charset="-122"/>
              <a:ea typeface="楷体" panose="02010609060101010101" charset="-122"/>
            </a:endParaRPr>
          </a:p>
        </p:txBody>
      </p:sp>
      <p:grpSp>
        <p:nvGrpSpPr>
          <p:cNvPr id="37955" name="Group 67"/>
          <p:cNvGrpSpPr/>
          <p:nvPr/>
        </p:nvGrpSpPr>
        <p:grpSpPr>
          <a:xfrm>
            <a:off x="4749800" y="5149850"/>
            <a:ext cx="2419350" cy="588963"/>
            <a:chOff x="2993" y="3152"/>
            <a:chExt cx="1524" cy="371"/>
          </a:xfrm>
        </p:grpSpPr>
        <p:sp>
          <p:nvSpPr>
            <p:cNvPr id="16420" name="Rectangle 38"/>
            <p:cNvSpPr/>
            <p:nvPr/>
          </p:nvSpPr>
          <p:spPr>
            <a:xfrm>
              <a:off x="3257" y="3387"/>
              <a:ext cx="357" cy="136"/>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6421" name="Line 39"/>
            <p:cNvSpPr/>
            <p:nvPr/>
          </p:nvSpPr>
          <p:spPr>
            <a:xfrm>
              <a:off x="3623" y="3450"/>
              <a:ext cx="265" cy="0"/>
            </a:xfrm>
            <a:prstGeom prst="line">
              <a:avLst/>
            </a:prstGeom>
            <a:ln w="38100" cap="flat" cmpd="sng">
              <a:solidFill>
                <a:schemeClr val="bg1"/>
              </a:solidFill>
              <a:prstDash val="solid"/>
              <a:round/>
              <a:headEnd type="none" w="med" len="med"/>
              <a:tailEnd type="none" w="med" len="med"/>
            </a:ln>
          </p:spPr>
        </p:sp>
        <p:sp>
          <p:nvSpPr>
            <p:cNvPr id="16422" name="Line 40"/>
            <p:cNvSpPr/>
            <p:nvPr/>
          </p:nvSpPr>
          <p:spPr>
            <a:xfrm>
              <a:off x="2993" y="3450"/>
              <a:ext cx="265" cy="0"/>
            </a:xfrm>
            <a:prstGeom prst="line">
              <a:avLst/>
            </a:prstGeom>
            <a:ln w="38100" cap="flat" cmpd="sng">
              <a:solidFill>
                <a:schemeClr val="bg1"/>
              </a:solidFill>
              <a:prstDash val="solid"/>
              <a:round/>
              <a:headEnd type="none" w="med" len="med"/>
              <a:tailEnd type="none" w="med" len="med"/>
            </a:ln>
          </p:spPr>
        </p:sp>
        <p:sp>
          <p:nvSpPr>
            <p:cNvPr id="16423" name="Text Box 41"/>
            <p:cNvSpPr txBox="1"/>
            <p:nvPr/>
          </p:nvSpPr>
          <p:spPr>
            <a:xfrm>
              <a:off x="3249" y="3152"/>
              <a:ext cx="457" cy="250"/>
            </a:xfrm>
            <a:prstGeom prst="rect">
              <a:avLst/>
            </a:prstGeom>
            <a:noFill/>
            <a:ln w="9525">
              <a:noFill/>
            </a:ln>
          </p:spPr>
          <p:txBody>
            <a:bodyPr anchor="t">
              <a:spAutoFit/>
            </a:bodyPr>
            <a:p>
              <a:pPr>
                <a:spcBef>
                  <a:spcPct val="50000"/>
                </a:spcBef>
              </a:pPr>
              <a:r>
                <a:rPr lang="en-US" altLang="zh-CN" sz="2000">
                  <a:latin typeface="Times New Roman" panose="02020603050405020304" pitchFamily="18" charset="0"/>
                  <a:ea typeface="宋体" panose="02010600030101010101" pitchFamily="2" charset="-122"/>
                </a:rPr>
                <a:t>R</a:t>
              </a:r>
              <a:endParaRPr lang="en-US" altLang="zh-CN" sz="2000">
                <a:latin typeface="Times New Roman" panose="02020603050405020304" pitchFamily="18" charset="0"/>
                <a:ea typeface="宋体" panose="02010600030101010101" pitchFamily="2" charset="-122"/>
              </a:endParaRPr>
            </a:p>
          </p:txBody>
        </p:sp>
        <p:sp>
          <p:nvSpPr>
            <p:cNvPr id="16424" name="Arc 42"/>
            <p:cNvSpPr/>
            <p:nvPr/>
          </p:nvSpPr>
          <p:spPr>
            <a:xfrm rot="-549555">
              <a:off x="3879" y="3387"/>
              <a:ext cx="102" cy="82"/>
            </a:xfrm>
            <a:custGeom>
              <a:avLst/>
              <a:gdLst/>
              <a:ahLst/>
              <a:cxnLst>
                <a:cxn ang="0">
                  <a:pos x="0" y="0"/>
                </a:cxn>
                <a:cxn ang="0">
                  <a:pos x="0" y="0"/>
                </a:cxn>
                <a:cxn ang="0">
                  <a:pos x="0" y="0"/>
                </a:cxn>
              </a:cxnLst>
              <a:pathLst>
                <a:path w="42715" h="21600" fill="none">
                  <a:moveTo>
                    <a:pt x="-1" y="17049"/>
                  </a:moveTo>
                  <a:cubicBezTo>
                    <a:pt x="2143" y="7102"/>
                    <a:pt x="10939" y="-1"/>
                    <a:pt x="21115" y="0"/>
                  </a:cubicBezTo>
                  <a:cubicBezTo>
                    <a:pt x="33044" y="0"/>
                    <a:pt x="42715" y="9670"/>
                    <a:pt x="42715" y="21600"/>
                  </a:cubicBezTo>
                </a:path>
                <a:path w="42715" h="21600" stroke="0">
                  <a:moveTo>
                    <a:pt x="-1" y="17049"/>
                  </a:moveTo>
                  <a:cubicBezTo>
                    <a:pt x="2143" y="7102"/>
                    <a:pt x="10939" y="-1"/>
                    <a:pt x="21115" y="0"/>
                  </a:cubicBezTo>
                  <a:cubicBezTo>
                    <a:pt x="33044" y="0"/>
                    <a:pt x="42715" y="9670"/>
                    <a:pt x="42715" y="21600"/>
                  </a:cubicBezTo>
                  <a:lnTo>
                    <a:pt x="21115" y="21600"/>
                  </a:lnTo>
                  <a:lnTo>
                    <a:pt x="-1" y="17049"/>
                  </a:lnTo>
                  <a:close/>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6425" name="Arc 43"/>
            <p:cNvSpPr/>
            <p:nvPr/>
          </p:nvSpPr>
          <p:spPr>
            <a:xfrm rot="-549555">
              <a:off x="3994" y="3387"/>
              <a:ext cx="102" cy="82"/>
            </a:xfrm>
            <a:custGeom>
              <a:avLst/>
              <a:gdLst/>
              <a:ahLst/>
              <a:cxnLst>
                <a:cxn ang="0">
                  <a:pos x="0" y="0"/>
                </a:cxn>
                <a:cxn ang="0">
                  <a:pos x="0" y="0"/>
                </a:cxn>
                <a:cxn ang="0">
                  <a:pos x="0" y="0"/>
                </a:cxn>
              </a:cxnLst>
              <a:pathLst>
                <a:path w="42715" h="21600" fill="none">
                  <a:moveTo>
                    <a:pt x="-1" y="17049"/>
                  </a:moveTo>
                  <a:cubicBezTo>
                    <a:pt x="2143" y="7102"/>
                    <a:pt x="10939" y="-1"/>
                    <a:pt x="21115" y="0"/>
                  </a:cubicBezTo>
                  <a:cubicBezTo>
                    <a:pt x="33044" y="0"/>
                    <a:pt x="42715" y="9670"/>
                    <a:pt x="42715" y="21600"/>
                  </a:cubicBezTo>
                </a:path>
                <a:path w="42715" h="21600" stroke="0">
                  <a:moveTo>
                    <a:pt x="-1" y="17049"/>
                  </a:moveTo>
                  <a:cubicBezTo>
                    <a:pt x="2143" y="7102"/>
                    <a:pt x="10939" y="-1"/>
                    <a:pt x="21115" y="0"/>
                  </a:cubicBezTo>
                  <a:cubicBezTo>
                    <a:pt x="33044" y="0"/>
                    <a:pt x="42715" y="9670"/>
                    <a:pt x="42715" y="21600"/>
                  </a:cubicBezTo>
                  <a:lnTo>
                    <a:pt x="21115" y="21600"/>
                  </a:lnTo>
                  <a:lnTo>
                    <a:pt x="-1" y="17049"/>
                  </a:lnTo>
                  <a:close/>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6426" name="Arc 44"/>
            <p:cNvSpPr/>
            <p:nvPr/>
          </p:nvSpPr>
          <p:spPr>
            <a:xfrm rot="-549555">
              <a:off x="4109" y="3387"/>
              <a:ext cx="103" cy="82"/>
            </a:xfrm>
            <a:custGeom>
              <a:avLst/>
              <a:gdLst/>
              <a:ahLst/>
              <a:cxnLst>
                <a:cxn ang="0">
                  <a:pos x="0" y="0"/>
                </a:cxn>
                <a:cxn ang="0">
                  <a:pos x="0" y="0"/>
                </a:cxn>
                <a:cxn ang="0">
                  <a:pos x="0" y="0"/>
                </a:cxn>
              </a:cxnLst>
              <a:pathLst>
                <a:path w="42715" h="21600" fill="none">
                  <a:moveTo>
                    <a:pt x="-1" y="17049"/>
                  </a:moveTo>
                  <a:cubicBezTo>
                    <a:pt x="2143" y="7102"/>
                    <a:pt x="10939" y="-1"/>
                    <a:pt x="21115" y="0"/>
                  </a:cubicBezTo>
                  <a:cubicBezTo>
                    <a:pt x="33044" y="0"/>
                    <a:pt x="42715" y="9670"/>
                    <a:pt x="42715" y="21600"/>
                  </a:cubicBezTo>
                </a:path>
                <a:path w="42715" h="21600" stroke="0">
                  <a:moveTo>
                    <a:pt x="-1" y="17049"/>
                  </a:moveTo>
                  <a:cubicBezTo>
                    <a:pt x="2143" y="7102"/>
                    <a:pt x="10939" y="-1"/>
                    <a:pt x="21115" y="0"/>
                  </a:cubicBezTo>
                  <a:cubicBezTo>
                    <a:pt x="33044" y="0"/>
                    <a:pt x="42715" y="9670"/>
                    <a:pt x="42715" y="21600"/>
                  </a:cubicBezTo>
                  <a:lnTo>
                    <a:pt x="21115" y="21600"/>
                  </a:lnTo>
                  <a:lnTo>
                    <a:pt x="-1" y="17049"/>
                  </a:lnTo>
                  <a:close/>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6427" name="Line 45"/>
            <p:cNvSpPr/>
            <p:nvPr/>
          </p:nvSpPr>
          <p:spPr>
            <a:xfrm>
              <a:off x="4219" y="3461"/>
              <a:ext cx="298" cy="0"/>
            </a:xfrm>
            <a:prstGeom prst="line">
              <a:avLst/>
            </a:prstGeom>
            <a:ln w="38100" cap="flat" cmpd="sng">
              <a:solidFill>
                <a:schemeClr val="bg1"/>
              </a:solidFill>
              <a:prstDash val="solid"/>
              <a:round/>
              <a:headEnd type="none" w="med" len="med"/>
              <a:tailEnd type="none" w="med" len="med"/>
            </a:ln>
          </p:spPr>
        </p:sp>
        <p:sp>
          <p:nvSpPr>
            <p:cNvPr id="16428" name="Line 46"/>
            <p:cNvSpPr/>
            <p:nvPr/>
          </p:nvSpPr>
          <p:spPr>
            <a:xfrm>
              <a:off x="3640" y="3453"/>
              <a:ext cx="242" cy="0"/>
            </a:xfrm>
            <a:prstGeom prst="line">
              <a:avLst/>
            </a:prstGeom>
            <a:ln w="38100" cap="flat" cmpd="sng">
              <a:solidFill>
                <a:schemeClr val="bg1"/>
              </a:solidFill>
              <a:prstDash val="solid"/>
              <a:round/>
              <a:headEnd type="none" w="med" len="med"/>
              <a:tailEnd type="none" w="med" len="med"/>
            </a:ln>
          </p:spPr>
        </p:sp>
        <p:sp>
          <p:nvSpPr>
            <p:cNvPr id="16429" name="Text Box 47"/>
            <p:cNvSpPr txBox="1"/>
            <p:nvPr/>
          </p:nvSpPr>
          <p:spPr>
            <a:xfrm>
              <a:off x="3914" y="3164"/>
              <a:ext cx="457" cy="250"/>
            </a:xfrm>
            <a:prstGeom prst="rect">
              <a:avLst/>
            </a:prstGeom>
            <a:noFill/>
            <a:ln w="9525">
              <a:noFill/>
            </a:ln>
          </p:spPr>
          <p:txBody>
            <a:bodyPr anchor="t">
              <a:spAutoFit/>
            </a:bodyPr>
            <a:p>
              <a:pPr>
                <a:spcBef>
                  <a:spcPct val="50000"/>
                </a:spcBef>
              </a:pPr>
              <a:r>
                <a:rPr lang="en-US" altLang="zh-CN" sz="2000">
                  <a:latin typeface="Times New Roman" panose="02020603050405020304" pitchFamily="18" charset="0"/>
                  <a:ea typeface="宋体" panose="02010600030101010101" pitchFamily="2" charset="-122"/>
                </a:rPr>
                <a:t>L</a:t>
              </a:r>
              <a:endParaRPr lang="en-US" altLang="zh-CN" sz="2000">
                <a:latin typeface="Times New Roman" panose="02020603050405020304" pitchFamily="18" charset="0"/>
                <a:ea typeface="宋体" panose="02010600030101010101" pitchFamily="2" charset="-122"/>
              </a:endParaRPr>
            </a:p>
          </p:txBody>
        </p:sp>
      </p:grpSp>
      <p:sp>
        <p:nvSpPr>
          <p:cNvPr id="37936" name="Text Box 48"/>
          <p:cNvSpPr txBox="1"/>
          <p:nvPr/>
        </p:nvSpPr>
        <p:spPr>
          <a:xfrm>
            <a:off x="219075" y="5991225"/>
            <a:ext cx="8337550" cy="457200"/>
          </a:xfrm>
          <a:prstGeom prst="rect">
            <a:avLst/>
          </a:prstGeom>
          <a:noFill/>
          <a:ln w="9525">
            <a:noFill/>
          </a:ln>
        </p:spPr>
        <p:txBody>
          <a:bodyPr wrap="square" anchor="t">
            <a:spAutoFit/>
          </a:bodyPr>
          <a:p>
            <a:pPr>
              <a:spcBef>
                <a:spcPct val="50000"/>
              </a:spcBef>
            </a:pPr>
            <a:r>
              <a:rPr lang="zh-CN" altLang="en-US" sz="2400" dirty="0">
                <a:solidFill>
                  <a:schemeClr val="accent2"/>
                </a:solidFill>
                <a:latin typeface="楷体" panose="02010609060101010101" charset="-122"/>
                <a:ea typeface="楷体" panose="02010609060101010101" charset="-122"/>
              </a:rPr>
              <a:t>电阻、电感、电容为</a:t>
            </a:r>
            <a:r>
              <a:rPr lang="zh-CN" altLang="en-US" sz="2400" dirty="0">
                <a:solidFill>
                  <a:schemeClr val="accent2"/>
                </a:solidFill>
                <a:latin typeface="黑体" panose="02010609060101010101" pitchFamily="2" charset="-122"/>
                <a:ea typeface="黑体" panose="02010609060101010101" pitchFamily="2" charset="-122"/>
              </a:rPr>
              <a:t>无源元件</a:t>
            </a:r>
            <a:r>
              <a:rPr lang="zh-CN" altLang="en-US" sz="2400" dirty="0">
                <a:solidFill>
                  <a:schemeClr val="accent2"/>
                </a:solidFill>
                <a:latin typeface="楷体" panose="02010609060101010101" charset="-122"/>
                <a:ea typeface="楷体" panose="02010609060101010101" charset="-122"/>
              </a:rPr>
              <a:t>，电压源、电流源为</a:t>
            </a:r>
            <a:r>
              <a:rPr lang="zh-CN" altLang="en-US" sz="2400" dirty="0">
                <a:solidFill>
                  <a:schemeClr val="accent2"/>
                </a:solidFill>
                <a:latin typeface="黑体" panose="02010609060101010101" pitchFamily="2" charset="-122"/>
                <a:ea typeface="黑体" panose="02010609060101010101" pitchFamily="2" charset="-122"/>
              </a:rPr>
              <a:t>有源元件</a:t>
            </a:r>
            <a:r>
              <a:rPr lang="zh-CN" altLang="en-US" sz="2400" dirty="0">
                <a:solidFill>
                  <a:schemeClr val="accent2"/>
                </a:solidFill>
                <a:latin typeface="楷体" panose="02010609060101010101" charset="-122"/>
                <a:ea typeface="楷体" panose="02010609060101010101" charset="-122"/>
              </a:rPr>
              <a:t>。</a:t>
            </a:r>
            <a:endParaRPr lang="zh-CN" altLang="en-US" sz="2400" dirty="0">
              <a:solidFill>
                <a:schemeClr val="accent2"/>
              </a:solidFill>
              <a:latin typeface="楷体" panose="02010609060101010101" charset="-122"/>
              <a:ea typeface="楷体" panose="02010609060101010101" charset="-122"/>
            </a:endParaRPr>
          </a:p>
        </p:txBody>
      </p:sp>
      <p:sp>
        <p:nvSpPr>
          <p:cNvPr id="37952" name="Text Box 64"/>
          <p:cNvSpPr txBox="1"/>
          <p:nvPr/>
        </p:nvSpPr>
        <p:spPr>
          <a:xfrm>
            <a:off x="6145213" y="2190750"/>
            <a:ext cx="1452562" cy="457200"/>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电压源</a:t>
            </a:r>
            <a:endParaRPr lang="zh-CN" altLang="en-US" sz="2400" dirty="0">
              <a:latin typeface="楷体" panose="02010609060101010101" charset="-122"/>
              <a:ea typeface="楷体" panose="02010609060101010101" charset="-122"/>
            </a:endParaRPr>
          </a:p>
        </p:txBody>
      </p:sp>
      <p:sp>
        <p:nvSpPr>
          <p:cNvPr id="37953" name="Text Box 65"/>
          <p:cNvSpPr txBox="1"/>
          <p:nvPr/>
        </p:nvSpPr>
        <p:spPr>
          <a:xfrm>
            <a:off x="7219950" y="2190750"/>
            <a:ext cx="1452563" cy="457200"/>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电流源</a:t>
            </a:r>
            <a:endParaRPr lang="zh-CN" altLang="en-US" sz="2400" dirty="0">
              <a:latin typeface="楷体" panose="02010609060101010101" charset="-122"/>
              <a:ea typeface="楷体" panose="02010609060101010101" charset="-122"/>
            </a:endParaRPr>
          </a:p>
        </p:txBody>
      </p:sp>
      <p:grpSp>
        <p:nvGrpSpPr>
          <p:cNvPr id="37956" name="Group 68"/>
          <p:cNvGrpSpPr/>
          <p:nvPr/>
        </p:nvGrpSpPr>
        <p:grpSpPr>
          <a:xfrm>
            <a:off x="6507163" y="1160463"/>
            <a:ext cx="1743075" cy="1030287"/>
            <a:chOff x="4123" y="851"/>
            <a:chExt cx="1098" cy="649"/>
          </a:xfrm>
        </p:grpSpPr>
        <p:sp>
          <p:nvSpPr>
            <p:cNvPr id="16434" name="Oval 52"/>
            <p:cNvSpPr/>
            <p:nvPr/>
          </p:nvSpPr>
          <p:spPr>
            <a:xfrm>
              <a:off x="4717" y="1070"/>
              <a:ext cx="220" cy="220"/>
            </a:xfrm>
            <a:prstGeom prst="ellipse">
              <a:avLst/>
            </a:prstGeom>
            <a:noFill/>
            <a:ln w="38100" cap="flat" cmpd="sng">
              <a:solidFill>
                <a:srgbClr val="FF0000"/>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6435" name="Line 53"/>
            <p:cNvSpPr/>
            <p:nvPr/>
          </p:nvSpPr>
          <p:spPr>
            <a:xfrm>
              <a:off x="4828" y="1289"/>
              <a:ext cx="0" cy="211"/>
            </a:xfrm>
            <a:prstGeom prst="line">
              <a:avLst/>
            </a:prstGeom>
            <a:ln w="38100" cap="flat" cmpd="sng">
              <a:solidFill>
                <a:schemeClr val="bg1"/>
              </a:solidFill>
              <a:prstDash val="solid"/>
              <a:round/>
              <a:headEnd type="none" w="med" len="med"/>
              <a:tailEnd type="none" w="med" len="med"/>
            </a:ln>
          </p:spPr>
        </p:sp>
        <p:sp>
          <p:nvSpPr>
            <p:cNvPr id="16436" name="Line 54"/>
            <p:cNvSpPr/>
            <p:nvPr/>
          </p:nvSpPr>
          <p:spPr>
            <a:xfrm>
              <a:off x="4820" y="859"/>
              <a:ext cx="0" cy="211"/>
            </a:xfrm>
            <a:prstGeom prst="line">
              <a:avLst/>
            </a:prstGeom>
            <a:ln w="38100" cap="flat" cmpd="sng">
              <a:solidFill>
                <a:schemeClr val="bg1"/>
              </a:solidFill>
              <a:prstDash val="solid"/>
              <a:round/>
              <a:headEnd type="none" w="med" len="med"/>
              <a:tailEnd type="none" w="med" len="med"/>
            </a:ln>
          </p:spPr>
        </p:sp>
        <p:sp>
          <p:nvSpPr>
            <p:cNvPr id="16437" name="Line 55"/>
            <p:cNvSpPr/>
            <p:nvPr/>
          </p:nvSpPr>
          <p:spPr>
            <a:xfrm>
              <a:off x="4718" y="1171"/>
              <a:ext cx="210" cy="0"/>
            </a:xfrm>
            <a:prstGeom prst="line">
              <a:avLst/>
            </a:prstGeom>
            <a:ln w="38100" cap="flat" cmpd="sng">
              <a:solidFill>
                <a:srgbClr val="FF0000"/>
              </a:solidFill>
              <a:prstDash val="solid"/>
              <a:round/>
              <a:headEnd type="none" w="med" len="med"/>
              <a:tailEnd type="none" w="med" len="med"/>
            </a:ln>
          </p:spPr>
        </p:sp>
        <p:sp>
          <p:nvSpPr>
            <p:cNvPr id="13342" name="Line 56"/>
            <p:cNvSpPr>
              <a:spLocks noChangeShapeType="1"/>
            </p:cNvSpPr>
            <p:nvPr/>
          </p:nvSpPr>
          <p:spPr bwMode="auto">
            <a:xfrm>
              <a:off x="5011" y="961"/>
              <a:ext cx="0" cy="439"/>
            </a:xfrm>
            <a:prstGeom prst="line">
              <a:avLst/>
            </a:prstGeom>
            <a:noFill/>
            <a:ln w="28575">
              <a:solidFill>
                <a:schemeClr val="accent6">
                  <a:lumMod val="20000"/>
                  <a:lumOff val="80000"/>
                </a:schemeClr>
              </a:solidFill>
              <a:round/>
              <a:head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6439" name="Text Box 57"/>
            <p:cNvSpPr txBox="1"/>
            <p:nvPr/>
          </p:nvSpPr>
          <p:spPr>
            <a:xfrm>
              <a:off x="4929" y="1106"/>
              <a:ext cx="292" cy="288"/>
            </a:xfrm>
            <a:prstGeom prst="rect">
              <a:avLst/>
            </a:prstGeom>
            <a:noFill/>
            <a:ln w="9525">
              <a:noFill/>
            </a:ln>
          </p:spPr>
          <p:txBody>
            <a:bodyPr anchor="t">
              <a:spAutoFit/>
            </a:bodyPr>
            <a:p>
              <a:pPr algn="ctr">
                <a:spcBef>
                  <a:spcPct val="50000"/>
                </a:spcBef>
              </a:pPr>
              <a:r>
                <a:rPr lang="en-US" altLang="zh-CN" sz="2400">
                  <a:latin typeface="Monotype Corsiva" pitchFamily="66" charset="0"/>
                  <a:ea typeface="宋体" panose="02010600030101010101" pitchFamily="2" charset="-122"/>
                </a:rPr>
                <a:t>i</a:t>
              </a:r>
              <a:endParaRPr lang="en-US" altLang="zh-CN" sz="2400">
                <a:latin typeface="Monotype Corsiva" pitchFamily="66" charset="0"/>
                <a:ea typeface="宋体" panose="02010600030101010101" pitchFamily="2" charset="-122"/>
              </a:endParaRPr>
            </a:p>
          </p:txBody>
        </p:sp>
        <p:sp>
          <p:nvSpPr>
            <p:cNvPr id="16440" name="Line 59"/>
            <p:cNvSpPr/>
            <p:nvPr/>
          </p:nvSpPr>
          <p:spPr>
            <a:xfrm>
              <a:off x="4242" y="851"/>
              <a:ext cx="0" cy="612"/>
            </a:xfrm>
            <a:prstGeom prst="line">
              <a:avLst/>
            </a:prstGeom>
            <a:ln w="38100" cap="flat" cmpd="sng">
              <a:solidFill>
                <a:schemeClr val="bg1"/>
              </a:solidFill>
              <a:prstDash val="solid"/>
              <a:round/>
              <a:headEnd type="none" w="med" len="med"/>
              <a:tailEnd type="none" w="med" len="med"/>
            </a:ln>
          </p:spPr>
        </p:sp>
        <p:sp>
          <p:nvSpPr>
            <p:cNvPr id="16441" name="Oval 60"/>
            <p:cNvSpPr/>
            <p:nvPr/>
          </p:nvSpPr>
          <p:spPr>
            <a:xfrm>
              <a:off x="4123" y="1043"/>
              <a:ext cx="238" cy="238"/>
            </a:xfrm>
            <a:prstGeom prst="ellipse">
              <a:avLst/>
            </a:prstGeom>
            <a:noFill/>
            <a:ln w="38100" cap="flat" cmpd="sng">
              <a:solidFill>
                <a:srgbClr val="FF0000"/>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6442" name="Text Box 61"/>
            <p:cNvSpPr txBox="1"/>
            <p:nvPr/>
          </p:nvSpPr>
          <p:spPr>
            <a:xfrm>
              <a:off x="4206" y="887"/>
              <a:ext cx="292" cy="212"/>
            </a:xfrm>
            <a:prstGeom prst="rect">
              <a:avLst/>
            </a:prstGeom>
            <a:noFill/>
            <a:ln w="9525">
              <a:noFill/>
            </a:ln>
          </p:spPr>
          <p:txBody>
            <a:bodyPr anchor="t">
              <a:spAutoFit/>
            </a:bodyPr>
            <a:p>
              <a:pPr algn="ctr">
                <a:spcBef>
                  <a:spcPct val="50000"/>
                </a:spcBef>
              </a:pPr>
              <a:r>
                <a:rPr lang="en-US" altLang="zh-CN" sz="1600">
                  <a:latin typeface="Monotype Corsiva" pitchFamily="66" charset="0"/>
                  <a:ea typeface="宋体" panose="02010600030101010101" pitchFamily="2" charset="-122"/>
                </a:rPr>
                <a:t>+</a:t>
              </a:r>
              <a:endParaRPr lang="en-US" altLang="zh-CN" sz="1600">
                <a:latin typeface="Monotype Corsiva" pitchFamily="66" charset="0"/>
                <a:ea typeface="宋体" panose="02010600030101010101" pitchFamily="2" charset="-122"/>
              </a:endParaRPr>
            </a:p>
          </p:txBody>
        </p:sp>
        <p:sp>
          <p:nvSpPr>
            <p:cNvPr id="16443" name="Text Box 62"/>
            <p:cNvSpPr txBox="1"/>
            <p:nvPr/>
          </p:nvSpPr>
          <p:spPr>
            <a:xfrm>
              <a:off x="4224" y="1171"/>
              <a:ext cx="292" cy="250"/>
            </a:xfrm>
            <a:prstGeom prst="rect">
              <a:avLst/>
            </a:prstGeom>
            <a:noFill/>
            <a:ln w="9525">
              <a:noFill/>
            </a:ln>
          </p:spPr>
          <p:txBody>
            <a:bodyPr anchor="t">
              <a:spAutoFit/>
            </a:bodyPr>
            <a:p>
              <a:pPr algn="ctr">
                <a:spcBef>
                  <a:spcPct val="50000"/>
                </a:spcBef>
              </a:pPr>
              <a:r>
                <a:rPr lang="en-US" altLang="zh-CN" sz="2000">
                  <a:latin typeface="Monotype Corsiva" pitchFamily="66" charset="0"/>
                  <a:ea typeface="宋体" panose="02010600030101010101" pitchFamily="2" charset="-122"/>
                </a:rPr>
                <a:t>-</a:t>
              </a:r>
              <a:endParaRPr lang="en-US" altLang="zh-CN" sz="2000">
                <a:latin typeface="Monotype Corsiva" pitchFamily="66" charset="0"/>
                <a:ea typeface="宋体" panose="02010600030101010101" pitchFamily="2" charset="-122"/>
              </a:endParaRPr>
            </a:p>
          </p:txBody>
        </p:sp>
        <p:sp>
          <p:nvSpPr>
            <p:cNvPr id="16444" name="Text Box 63"/>
            <p:cNvSpPr txBox="1"/>
            <p:nvPr/>
          </p:nvSpPr>
          <p:spPr>
            <a:xfrm>
              <a:off x="4297" y="1060"/>
              <a:ext cx="292" cy="288"/>
            </a:xfrm>
            <a:prstGeom prst="rect">
              <a:avLst/>
            </a:prstGeom>
            <a:noFill/>
            <a:ln w="9525">
              <a:noFill/>
            </a:ln>
          </p:spPr>
          <p:txBody>
            <a:bodyPr anchor="t">
              <a:spAutoFit/>
            </a:bodyPr>
            <a:p>
              <a:pPr algn="ctr">
                <a:spcBef>
                  <a:spcPct val="50000"/>
                </a:spcBef>
              </a:pPr>
              <a:r>
                <a:rPr lang="en-US" altLang="zh-CN" sz="2400">
                  <a:latin typeface="Monotype Corsiva" pitchFamily="66" charset="0"/>
                  <a:ea typeface="宋体" panose="02010600030101010101" pitchFamily="2" charset="-122"/>
                </a:rPr>
                <a:t>u</a:t>
              </a:r>
              <a:endParaRPr lang="en-US" altLang="zh-CN" sz="2400">
                <a:latin typeface="Monotype Corsiva" pitchFamily="66" charset="0"/>
                <a:ea typeface="宋体" panose="02010600030101010101" pitchFamily="2" charset="-122"/>
              </a:endParaRPr>
            </a:p>
          </p:txBody>
        </p:sp>
        <p:sp>
          <p:nvSpPr>
            <p:cNvPr id="16445" name="Line 66"/>
            <p:cNvSpPr/>
            <p:nvPr/>
          </p:nvSpPr>
          <p:spPr>
            <a:xfrm>
              <a:off x="4242" y="1042"/>
              <a:ext cx="0" cy="238"/>
            </a:xfrm>
            <a:prstGeom prst="line">
              <a:avLst/>
            </a:prstGeom>
            <a:ln w="38100" cap="flat" cmpd="sng">
              <a:solidFill>
                <a:srgbClr val="FF0000"/>
              </a:solidFill>
              <a:prstDash val="solid"/>
              <a:round/>
              <a:headEnd type="none" w="med" len="med"/>
              <a:tailEnd type="none" w="med" len="med"/>
            </a:ln>
          </p:spPr>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barn(outVertical)">
                                      <p:cBhvr>
                                        <p:cTn id="7" dur="500"/>
                                        <p:tgtEl>
                                          <p:spTgt spid="378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37893"/>
                                        </p:tgtEl>
                                        <p:attrNameLst>
                                          <p:attrName>style.visibility</p:attrName>
                                        </p:attrNameLst>
                                      </p:cBhvr>
                                      <p:to>
                                        <p:strVal val="visible"/>
                                      </p:to>
                                    </p:set>
                                    <p:animEffect transition="in" filter="wipe(left)">
                                      <p:cBhvr>
                                        <p:cTn id="12" dur="300"/>
                                        <p:tgtEl>
                                          <p:spTgt spid="378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894"/>
                                        </p:tgtEl>
                                        <p:attrNameLst>
                                          <p:attrName>style.visibility</p:attrName>
                                        </p:attrNameLst>
                                      </p:cBhvr>
                                      <p:to>
                                        <p:strVal val="visible"/>
                                      </p:to>
                                    </p:set>
                                    <p:animEffect transition="in" filter="wipe(left)">
                                      <p:cBhvr>
                                        <p:cTn id="17" dur="500"/>
                                        <p:tgtEl>
                                          <p:spTgt spid="378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37895"/>
                                        </p:tgtEl>
                                        <p:attrNameLst>
                                          <p:attrName>style.visibility</p:attrName>
                                        </p:attrNameLst>
                                      </p:cBhvr>
                                      <p:to>
                                        <p:strVal val="visible"/>
                                      </p:to>
                                    </p:set>
                                    <p:animEffect transition="in" filter="wipe(left)">
                                      <p:cBhvr>
                                        <p:cTn id="22" dur="300"/>
                                        <p:tgtEl>
                                          <p:spTgt spid="37895"/>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37956"/>
                                        </p:tgtEl>
                                        <p:attrNameLst>
                                          <p:attrName>style.visibility</p:attrName>
                                        </p:attrNameLst>
                                      </p:cBhvr>
                                      <p:to>
                                        <p:strVal val="visible"/>
                                      </p:to>
                                    </p:set>
                                    <p:anim calcmode="lin" valueType="num">
                                      <p:cBhvr additive="base">
                                        <p:cTn id="27" dur="500" fill="hold"/>
                                        <p:tgtEl>
                                          <p:spTgt spid="37956"/>
                                        </p:tgtEl>
                                        <p:attrNameLst>
                                          <p:attrName>ppt_x</p:attrName>
                                        </p:attrNameLst>
                                      </p:cBhvr>
                                      <p:tavLst>
                                        <p:tav tm="0">
                                          <p:val>
                                            <p:strVal val="1+#ppt_w/2"/>
                                          </p:val>
                                        </p:tav>
                                        <p:tav tm="100000">
                                          <p:val>
                                            <p:strVal val="#ppt_x"/>
                                          </p:val>
                                        </p:tav>
                                      </p:tavLst>
                                    </p:anim>
                                    <p:anim calcmode="lin" valueType="num">
                                      <p:cBhvr additive="base">
                                        <p:cTn id="28" dur="500" fill="hold"/>
                                        <p:tgtEl>
                                          <p:spTgt spid="3795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7952"/>
                                        </p:tgtEl>
                                        <p:attrNameLst>
                                          <p:attrName>style.visibility</p:attrName>
                                        </p:attrNameLst>
                                      </p:cBhvr>
                                      <p:to>
                                        <p:strVal val="visible"/>
                                      </p:to>
                                    </p:set>
                                    <p:animEffect transition="in" filter="wipe(left)">
                                      <p:cBhvr>
                                        <p:cTn id="33" dur="500"/>
                                        <p:tgtEl>
                                          <p:spTgt spid="3795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7953"/>
                                        </p:tgtEl>
                                        <p:attrNameLst>
                                          <p:attrName>style.visibility</p:attrName>
                                        </p:attrNameLst>
                                      </p:cBhvr>
                                      <p:to>
                                        <p:strVal val="visible"/>
                                      </p:to>
                                    </p:set>
                                    <p:animEffect transition="in" filter="wipe(left)">
                                      <p:cBhvr>
                                        <p:cTn id="38" dur="500"/>
                                        <p:tgtEl>
                                          <p:spTgt spid="3795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iterate type="wd">
                                    <p:tmPct val="100000"/>
                                  </p:iterate>
                                  <p:childTnLst>
                                    <p:set>
                                      <p:cBhvr>
                                        <p:cTn id="42" dur="1" fill="hold">
                                          <p:stCondLst>
                                            <p:cond delay="0"/>
                                          </p:stCondLst>
                                        </p:cTn>
                                        <p:tgtEl>
                                          <p:spTgt spid="37896"/>
                                        </p:tgtEl>
                                        <p:attrNameLst>
                                          <p:attrName>style.visibility</p:attrName>
                                        </p:attrNameLst>
                                      </p:cBhvr>
                                      <p:to>
                                        <p:strVal val="visible"/>
                                      </p:to>
                                    </p:set>
                                    <p:animEffect transition="in" filter="wipe(left)">
                                      <p:cBhvr>
                                        <p:cTn id="43" dur="300"/>
                                        <p:tgtEl>
                                          <p:spTgt spid="3789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7897"/>
                                        </p:tgtEl>
                                        <p:attrNameLst>
                                          <p:attrName>style.visibility</p:attrName>
                                        </p:attrNameLst>
                                      </p:cBhvr>
                                      <p:to>
                                        <p:strVal val="visible"/>
                                      </p:to>
                                    </p:set>
                                    <p:animEffect transition="in" filter="wipe(left)">
                                      <p:cBhvr>
                                        <p:cTn id="48" dur="500"/>
                                        <p:tgtEl>
                                          <p:spTgt spid="3789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iterate type="wd">
                                    <p:tmPct val="100000"/>
                                  </p:iterate>
                                  <p:childTnLst>
                                    <p:set>
                                      <p:cBhvr>
                                        <p:cTn id="52" dur="1" fill="hold">
                                          <p:stCondLst>
                                            <p:cond delay="0"/>
                                          </p:stCondLst>
                                        </p:cTn>
                                        <p:tgtEl>
                                          <p:spTgt spid="37898"/>
                                        </p:tgtEl>
                                        <p:attrNameLst>
                                          <p:attrName>style.visibility</p:attrName>
                                        </p:attrNameLst>
                                      </p:cBhvr>
                                      <p:to>
                                        <p:strVal val="visible"/>
                                      </p:to>
                                    </p:set>
                                    <p:animEffect transition="in" filter="wipe(left)">
                                      <p:cBhvr>
                                        <p:cTn id="53" dur="300"/>
                                        <p:tgtEl>
                                          <p:spTgt spid="37898"/>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nodeType="clickEffect">
                                  <p:stCondLst>
                                    <p:cond delay="0"/>
                                  </p:stCondLst>
                                  <p:childTnLst>
                                    <p:set>
                                      <p:cBhvr>
                                        <p:cTn id="57" dur="1" fill="hold">
                                          <p:stCondLst>
                                            <p:cond delay="0"/>
                                          </p:stCondLst>
                                        </p:cTn>
                                        <p:tgtEl>
                                          <p:spTgt spid="37959"/>
                                        </p:tgtEl>
                                        <p:attrNameLst>
                                          <p:attrName>style.visibility</p:attrName>
                                        </p:attrNameLst>
                                      </p:cBhvr>
                                      <p:to>
                                        <p:strVal val="visible"/>
                                      </p:to>
                                    </p:set>
                                    <p:anim calcmode="lin" valueType="num">
                                      <p:cBhvr additive="base">
                                        <p:cTn id="58" dur="500" fill="hold"/>
                                        <p:tgtEl>
                                          <p:spTgt spid="37959"/>
                                        </p:tgtEl>
                                        <p:attrNameLst>
                                          <p:attrName>ppt_x</p:attrName>
                                        </p:attrNameLst>
                                      </p:cBhvr>
                                      <p:tavLst>
                                        <p:tav tm="0">
                                          <p:val>
                                            <p:strVal val="1+#ppt_w/2"/>
                                          </p:val>
                                        </p:tav>
                                        <p:tav tm="100000">
                                          <p:val>
                                            <p:strVal val="#ppt_x"/>
                                          </p:val>
                                        </p:tav>
                                      </p:tavLst>
                                    </p:anim>
                                    <p:anim calcmode="lin" valueType="num">
                                      <p:cBhvr additive="base">
                                        <p:cTn id="59" dur="500" fill="hold"/>
                                        <p:tgtEl>
                                          <p:spTgt spid="37959"/>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iterate type="wd">
                                    <p:tmPct val="100000"/>
                                  </p:iterate>
                                  <p:childTnLst>
                                    <p:set>
                                      <p:cBhvr>
                                        <p:cTn id="63" dur="1" fill="hold">
                                          <p:stCondLst>
                                            <p:cond delay="0"/>
                                          </p:stCondLst>
                                        </p:cTn>
                                        <p:tgtEl>
                                          <p:spTgt spid="37904"/>
                                        </p:tgtEl>
                                        <p:attrNameLst>
                                          <p:attrName>style.visibility</p:attrName>
                                        </p:attrNameLst>
                                      </p:cBhvr>
                                      <p:to>
                                        <p:strVal val="visible"/>
                                      </p:to>
                                    </p:set>
                                    <p:animEffect transition="in" filter="wipe(left)">
                                      <p:cBhvr>
                                        <p:cTn id="64" dur="300"/>
                                        <p:tgtEl>
                                          <p:spTgt spid="3790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37905"/>
                                        </p:tgtEl>
                                        <p:attrNameLst>
                                          <p:attrName>style.visibility</p:attrName>
                                        </p:attrNameLst>
                                      </p:cBhvr>
                                      <p:to>
                                        <p:strVal val="visible"/>
                                      </p:to>
                                    </p:set>
                                    <p:animEffect transition="in" filter="wipe(left)">
                                      <p:cBhvr>
                                        <p:cTn id="69" dur="500"/>
                                        <p:tgtEl>
                                          <p:spTgt spid="3790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iterate type="wd">
                                    <p:tmPct val="100000"/>
                                  </p:iterate>
                                  <p:childTnLst>
                                    <p:set>
                                      <p:cBhvr>
                                        <p:cTn id="73" dur="1" fill="hold">
                                          <p:stCondLst>
                                            <p:cond delay="0"/>
                                          </p:stCondLst>
                                        </p:cTn>
                                        <p:tgtEl>
                                          <p:spTgt spid="37906"/>
                                        </p:tgtEl>
                                        <p:attrNameLst>
                                          <p:attrName>style.visibility</p:attrName>
                                        </p:attrNameLst>
                                      </p:cBhvr>
                                      <p:to>
                                        <p:strVal val="visible"/>
                                      </p:to>
                                    </p:set>
                                    <p:animEffect transition="in" filter="wipe(left)">
                                      <p:cBhvr>
                                        <p:cTn id="74" dur="300"/>
                                        <p:tgtEl>
                                          <p:spTgt spid="37906"/>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nodeType="clickEffect">
                                  <p:stCondLst>
                                    <p:cond delay="0"/>
                                  </p:stCondLst>
                                  <p:childTnLst>
                                    <p:set>
                                      <p:cBhvr>
                                        <p:cTn id="78" dur="1" fill="hold">
                                          <p:stCondLst>
                                            <p:cond delay="0"/>
                                          </p:stCondLst>
                                        </p:cTn>
                                        <p:tgtEl>
                                          <p:spTgt spid="37961"/>
                                        </p:tgtEl>
                                        <p:attrNameLst>
                                          <p:attrName>style.visibility</p:attrName>
                                        </p:attrNameLst>
                                      </p:cBhvr>
                                      <p:to>
                                        <p:strVal val="visible"/>
                                      </p:to>
                                    </p:set>
                                    <p:anim calcmode="lin" valueType="num">
                                      <p:cBhvr additive="base">
                                        <p:cTn id="79" dur="500" fill="hold"/>
                                        <p:tgtEl>
                                          <p:spTgt spid="37961"/>
                                        </p:tgtEl>
                                        <p:attrNameLst>
                                          <p:attrName>ppt_x</p:attrName>
                                        </p:attrNameLst>
                                      </p:cBhvr>
                                      <p:tavLst>
                                        <p:tav tm="0">
                                          <p:val>
                                            <p:strVal val="1+#ppt_w/2"/>
                                          </p:val>
                                        </p:tav>
                                        <p:tav tm="100000">
                                          <p:val>
                                            <p:strVal val="#ppt_x"/>
                                          </p:val>
                                        </p:tav>
                                      </p:tavLst>
                                    </p:anim>
                                    <p:anim calcmode="lin" valueType="num">
                                      <p:cBhvr additive="base">
                                        <p:cTn id="80" dur="500" fill="hold"/>
                                        <p:tgtEl>
                                          <p:spTgt spid="37961"/>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iterate type="wd">
                                    <p:tmPct val="100000"/>
                                  </p:iterate>
                                  <p:childTnLst>
                                    <p:set>
                                      <p:cBhvr>
                                        <p:cTn id="84" dur="1" fill="hold">
                                          <p:stCondLst>
                                            <p:cond delay="0"/>
                                          </p:stCondLst>
                                        </p:cTn>
                                        <p:tgtEl>
                                          <p:spTgt spid="37914"/>
                                        </p:tgtEl>
                                        <p:attrNameLst>
                                          <p:attrName>style.visibility</p:attrName>
                                        </p:attrNameLst>
                                      </p:cBhvr>
                                      <p:to>
                                        <p:strVal val="visible"/>
                                      </p:to>
                                    </p:set>
                                    <p:animEffect transition="in" filter="wipe(left)">
                                      <p:cBhvr>
                                        <p:cTn id="85" dur="300"/>
                                        <p:tgtEl>
                                          <p:spTgt spid="37914"/>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37915"/>
                                        </p:tgtEl>
                                        <p:attrNameLst>
                                          <p:attrName>style.visibility</p:attrName>
                                        </p:attrNameLst>
                                      </p:cBhvr>
                                      <p:to>
                                        <p:strVal val="visible"/>
                                      </p:to>
                                    </p:set>
                                    <p:animEffect transition="in" filter="wipe(left)">
                                      <p:cBhvr>
                                        <p:cTn id="90" dur="500"/>
                                        <p:tgtEl>
                                          <p:spTgt spid="37915"/>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iterate type="wd">
                                    <p:tmPct val="100000"/>
                                  </p:iterate>
                                  <p:childTnLst>
                                    <p:set>
                                      <p:cBhvr>
                                        <p:cTn id="94" dur="1" fill="hold">
                                          <p:stCondLst>
                                            <p:cond delay="0"/>
                                          </p:stCondLst>
                                        </p:cTn>
                                        <p:tgtEl>
                                          <p:spTgt spid="37916"/>
                                        </p:tgtEl>
                                        <p:attrNameLst>
                                          <p:attrName>style.visibility</p:attrName>
                                        </p:attrNameLst>
                                      </p:cBhvr>
                                      <p:to>
                                        <p:strVal val="visible"/>
                                      </p:to>
                                    </p:set>
                                    <p:animEffect transition="in" filter="wipe(left)">
                                      <p:cBhvr>
                                        <p:cTn id="95" dur="300"/>
                                        <p:tgtEl>
                                          <p:spTgt spid="37916"/>
                                        </p:tgtEl>
                                      </p:cBhvr>
                                    </p:animEffect>
                                  </p:childTnLst>
                                </p:cTn>
                              </p:par>
                            </p:childTnLst>
                          </p:cTn>
                        </p:par>
                      </p:childTnLst>
                    </p:cTn>
                  </p:par>
                  <p:par>
                    <p:cTn id="96" fill="hold">
                      <p:stCondLst>
                        <p:cond delay="indefinite"/>
                      </p:stCondLst>
                      <p:childTnLst>
                        <p:par>
                          <p:cTn id="97" fill="hold">
                            <p:stCondLst>
                              <p:cond delay="0"/>
                            </p:stCondLst>
                            <p:childTnLst>
                              <p:par>
                                <p:cTn id="98" presetID="2" presetClass="entr" presetSubtype="2" fill="hold" nodeType="clickEffect">
                                  <p:stCondLst>
                                    <p:cond delay="0"/>
                                  </p:stCondLst>
                                  <p:childTnLst>
                                    <p:set>
                                      <p:cBhvr>
                                        <p:cTn id="99" dur="1" fill="hold">
                                          <p:stCondLst>
                                            <p:cond delay="0"/>
                                          </p:stCondLst>
                                        </p:cTn>
                                        <p:tgtEl>
                                          <p:spTgt spid="37960"/>
                                        </p:tgtEl>
                                        <p:attrNameLst>
                                          <p:attrName>style.visibility</p:attrName>
                                        </p:attrNameLst>
                                      </p:cBhvr>
                                      <p:to>
                                        <p:strVal val="visible"/>
                                      </p:to>
                                    </p:set>
                                    <p:anim calcmode="lin" valueType="num">
                                      <p:cBhvr additive="base">
                                        <p:cTn id="100" dur="500" fill="hold"/>
                                        <p:tgtEl>
                                          <p:spTgt spid="37960"/>
                                        </p:tgtEl>
                                        <p:attrNameLst>
                                          <p:attrName>ppt_x</p:attrName>
                                        </p:attrNameLst>
                                      </p:cBhvr>
                                      <p:tavLst>
                                        <p:tav tm="0">
                                          <p:val>
                                            <p:strVal val="1+#ppt_w/2"/>
                                          </p:val>
                                        </p:tav>
                                        <p:tav tm="100000">
                                          <p:val>
                                            <p:strVal val="#ppt_x"/>
                                          </p:val>
                                        </p:tav>
                                      </p:tavLst>
                                    </p:anim>
                                    <p:anim calcmode="lin" valueType="num">
                                      <p:cBhvr additive="base">
                                        <p:cTn id="101" dur="500" fill="hold"/>
                                        <p:tgtEl>
                                          <p:spTgt spid="37960"/>
                                        </p:tgtEl>
                                        <p:attrNameLst>
                                          <p:attrName>ppt_y</p:attrName>
                                        </p:attrNameLst>
                                      </p:cBhvr>
                                      <p:tavLst>
                                        <p:tav tm="0">
                                          <p:val>
                                            <p:strVal val="#ppt_y"/>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18" presetClass="entr" presetSubtype="6" fill="hold" grpId="0" nodeType="clickEffect">
                                  <p:stCondLst>
                                    <p:cond delay="0"/>
                                  </p:stCondLst>
                                  <p:childTnLst>
                                    <p:set>
                                      <p:cBhvr>
                                        <p:cTn id="105" dur="1" fill="hold">
                                          <p:stCondLst>
                                            <p:cond delay="0"/>
                                          </p:stCondLst>
                                        </p:cTn>
                                        <p:tgtEl>
                                          <p:spTgt spid="37923"/>
                                        </p:tgtEl>
                                        <p:attrNameLst>
                                          <p:attrName>style.visibility</p:attrName>
                                        </p:attrNameLst>
                                      </p:cBhvr>
                                      <p:to>
                                        <p:strVal val="visible"/>
                                      </p:to>
                                    </p:set>
                                    <p:animEffect transition="in" filter="strips(downRight)">
                                      <p:cBhvr>
                                        <p:cTn id="106" dur="500"/>
                                        <p:tgtEl>
                                          <p:spTgt spid="37923"/>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37924"/>
                                        </p:tgtEl>
                                        <p:attrNameLst>
                                          <p:attrName>style.visibility</p:attrName>
                                        </p:attrNameLst>
                                      </p:cBhvr>
                                      <p:to>
                                        <p:strVal val="visible"/>
                                      </p:to>
                                    </p:set>
                                    <p:animEffect transition="in" filter="wipe(left)">
                                      <p:cBhvr>
                                        <p:cTn id="111" dur="500"/>
                                        <p:tgtEl>
                                          <p:spTgt spid="37924"/>
                                        </p:tgtEl>
                                      </p:cBhvr>
                                    </p:animEffect>
                                  </p:childTnLst>
                                </p:cTn>
                              </p:par>
                            </p:childTnLst>
                          </p:cTn>
                        </p:par>
                      </p:childTnLst>
                    </p:cTn>
                  </p:par>
                  <p:par>
                    <p:cTn id="112" fill="hold">
                      <p:stCondLst>
                        <p:cond delay="indefinite"/>
                      </p:stCondLst>
                      <p:childTnLst>
                        <p:par>
                          <p:cTn id="113" fill="hold">
                            <p:stCondLst>
                              <p:cond delay="0"/>
                            </p:stCondLst>
                            <p:childTnLst>
                              <p:par>
                                <p:cTn id="114" presetID="2" presetClass="entr" presetSubtype="2" fill="hold" nodeType="clickEffect">
                                  <p:stCondLst>
                                    <p:cond delay="0"/>
                                  </p:stCondLst>
                                  <p:childTnLst>
                                    <p:set>
                                      <p:cBhvr>
                                        <p:cTn id="115" dur="1" fill="hold">
                                          <p:stCondLst>
                                            <p:cond delay="0"/>
                                          </p:stCondLst>
                                        </p:cTn>
                                        <p:tgtEl>
                                          <p:spTgt spid="37955"/>
                                        </p:tgtEl>
                                        <p:attrNameLst>
                                          <p:attrName>style.visibility</p:attrName>
                                        </p:attrNameLst>
                                      </p:cBhvr>
                                      <p:to>
                                        <p:strVal val="visible"/>
                                      </p:to>
                                    </p:set>
                                    <p:anim calcmode="lin" valueType="num">
                                      <p:cBhvr additive="base">
                                        <p:cTn id="116" dur="500" fill="hold"/>
                                        <p:tgtEl>
                                          <p:spTgt spid="37955"/>
                                        </p:tgtEl>
                                        <p:attrNameLst>
                                          <p:attrName>ppt_x</p:attrName>
                                        </p:attrNameLst>
                                      </p:cBhvr>
                                      <p:tavLst>
                                        <p:tav tm="0">
                                          <p:val>
                                            <p:strVal val="1+#ppt_w/2"/>
                                          </p:val>
                                        </p:tav>
                                        <p:tav tm="100000">
                                          <p:val>
                                            <p:strVal val="#ppt_x"/>
                                          </p:val>
                                        </p:tav>
                                      </p:tavLst>
                                    </p:anim>
                                    <p:anim calcmode="lin" valueType="num">
                                      <p:cBhvr additive="base">
                                        <p:cTn id="117" dur="500" fill="hold"/>
                                        <p:tgtEl>
                                          <p:spTgt spid="37955"/>
                                        </p:tgtEl>
                                        <p:attrNameLst>
                                          <p:attrName>ppt_y</p:attrName>
                                        </p:attrNameLst>
                                      </p:cBhvr>
                                      <p:tavLst>
                                        <p:tav tm="0">
                                          <p:val>
                                            <p:strVal val="#ppt_y"/>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37936"/>
                                        </p:tgtEl>
                                        <p:attrNameLst>
                                          <p:attrName>style.visibility</p:attrName>
                                        </p:attrNameLst>
                                      </p:cBhvr>
                                      <p:to>
                                        <p:strVal val="visible"/>
                                      </p:to>
                                    </p:set>
                                    <p:animEffect transition="in" filter="wipe(left)">
                                      <p:cBhvr>
                                        <p:cTn id="122" dur="500"/>
                                        <p:tgtEl>
                                          <p:spTgt spid="37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p:bldP spid="37893" grpId="0"/>
      <p:bldP spid="37894" grpId="0" bldLvl="0" animBg="1"/>
      <p:bldP spid="37895" grpId="0"/>
      <p:bldP spid="37896" grpId="0"/>
      <p:bldP spid="37897" grpId="0" animBg="1"/>
      <p:bldP spid="37898" grpId="0"/>
      <p:bldP spid="37904" grpId="0"/>
      <p:bldP spid="37905" grpId="0" animBg="1"/>
      <p:bldP spid="37906" grpId="0"/>
      <p:bldP spid="37914" grpId="0"/>
      <p:bldP spid="37915" grpId="0" bldLvl="0" animBg="1"/>
      <p:bldP spid="37916" grpId="0"/>
      <p:bldP spid="37923" grpId="0"/>
      <p:bldP spid="37924" grpId="0"/>
      <p:bldP spid="37936" grpId="0"/>
      <p:bldP spid="37952" grpId="0"/>
      <p:bldP spid="37953"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9154" name="Rectangle 2"/>
          <p:cNvSpPr>
            <a:spLocks noGrp="1" noChangeArrowheads="1"/>
          </p:cNvSpPr>
          <p:nvPr>
            <p:ph type="title"/>
          </p:nvPr>
        </p:nvSpPr>
        <p:spPr>
          <a:xfrm>
            <a:off x="207963" y="225425"/>
            <a:ext cx="5556250" cy="571500"/>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50000"/>
              </a:spcBef>
              <a:spcAft>
                <a:spcPct val="0"/>
              </a:spcAft>
              <a:buClrTx/>
              <a:buSzTx/>
              <a:buFontTx/>
              <a:buNone/>
              <a:defRPr/>
            </a:pPr>
            <a:r>
              <a:rPr kumimoji="1" lang="en-US" altLang="zh-CN" sz="2800" b="1" i="0" u="none" strike="noStrike" kern="0" cap="none" spc="0" normalizeH="0" baseline="0" noProof="0" smtClean="0">
                <a:ln>
                  <a:noFill/>
                </a:ln>
                <a:solidFill>
                  <a:srgbClr val="FFFF3D"/>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rPr>
              <a:t>§1— 2  </a:t>
            </a:r>
            <a:r>
              <a:rPr kumimoji="1" lang="zh-CN" altLang="en-US" sz="2800" b="1" i="0" u="none" strike="noStrike" kern="0" cap="none" spc="0" normalizeH="0" baseline="0" noProof="0" smtClean="0">
                <a:ln>
                  <a:noFill/>
                </a:ln>
                <a:solidFill>
                  <a:srgbClr val="FFFF3D"/>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rPr>
              <a:t>电阻、电容、电感元件</a:t>
            </a:r>
            <a:endParaRPr kumimoji="1" lang="zh-CN" altLang="en-US" sz="2800" b="1" i="0" u="none" strike="noStrike" kern="0" cap="none" spc="0" normalizeH="0" baseline="0" noProof="0" smtClean="0">
              <a:ln>
                <a:noFill/>
              </a:ln>
              <a:solidFill>
                <a:srgbClr val="FFFF3D"/>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endParaRPr>
          </a:p>
        </p:txBody>
      </p:sp>
      <p:sp>
        <p:nvSpPr>
          <p:cNvPr id="49172" name="Text Box 20"/>
          <p:cNvSpPr txBox="1"/>
          <p:nvPr/>
        </p:nvSpPr>
        <p:spPr>
          <a:xfrm>
            <a:off x="0" y="1006475"/>
            <a:ext cx="1452563" cy="457200"/>
          </a:xfrm>
          <a:prstGeom prst="rect">
            <a:avLst/>
          </a:prstGeom>
          <a:noFill/>
          <a:ln w="9525">
            <a:noFill/>
          </a:ln>
        </p:spPr>
        <p:txBody>
          <a:bodyPr wrap="square" anchor="t">
            <a:spAutoFit/>
          </a:bodyPr>
          <a:p>
            <a:pPr>
              <a:spcBef>
                <a:spcPct val="50000"/>
              </a:spcBef>
            </a:pPr>
            <a:r>
              <a:rPr lang="zh-CN" altLang="en-US" sz="2400" dirty="0">
                <a:solidFill>
                  <a:srgbClr val="FFFF3D"/>
                </a:solidFill>
                <a:latin typeface="楷体" panose="02010609060101010101" charset="-122"/>
                <a:ea typeface="楷体" panose="02010609060101010101" charset="-122"/>
              </a:rPr>
              <a:t>线性电路</a:t>
            </a:r>
            <a:endParaRPr lang="zh-CN" altLang="en-US" sz="2400" dirty="0">
              <a:solidFill>
                <a:srgbClr val="FFFF3D"/>
              </a:solidFill>
              <a:latin typeface="楷体" panose="02010609060101010101" charset="-122"/>
              <a:ea typeface="楷体" panose="02010609060101010101" charset="-122"/>
            </a:endParaRPr>
          </a:p>
        </p:txBody>
      </p:sp>
      <p:sp>
        <p:nvSpPr>
          <p:cNvPr id="49173" name="Text Box 21"/>
          <p:cNvSpPr txBox="1"/>
          <p:nvPr/>
        </p:nvSpPr>
        <p:spPr>
          <a:xfrm>
            <a:off x="-61912" y="1463675"/>
            <a:ext cx="2066925" cy="457200"/>
          </a:xfrm>
          <a:prstGeom prst="rect">
            <a:avLst/>
          </a:prstGeom>
          <a:noFill/>
          <a:ln w="9525">
            <a:noFill/>
          </a:ln>
        </p:spPr>
        <p:txBody>
          <a:bodyPr anchor="t">
            <a:spAutoFit/>
          </a:bodyPr>
          <a:p>
            <a:pPr>
              <a:spcBef>
                <a:spcPct val="50000"/>
              </a:spcBef>
            </a:pPr>
            <a:r>
              <a:rPr lang="zh-CN" altLang="en-US" sz="2400" dirty="0">
                <a:solidFill>
                  <a:srgbClr val="FFFF3D"/>
                </a:solidFill>
                <a:latin typeface="楷体" panose="02010609060101010101" charset="-122"/>
                <a:ea typeface="楷体" panose="02010609060101010101" charset="-122"/>
              </a:rPr>
              <a:t>非线性电路</a:t>
            </a:r>
            <a:endParaRPr lang="zh-CN" altLang="en-US" sz="2400" dirty="0">
              <a:solidFill>
                <a:srgbClr val="FFFF3D"/>
              </a:solidFill>
              <a:latin typeface="楷体" panose="02010609060101010101" charset="-122"/>
              <a:ea typeface="楷体" panose="02010609060101010101" charset="-122"/>
            </a:endParaRPr>
          </a:p>
        </p:txBody>
      </p:sp>
      <p:sp>
        <p:nvSpPr>
          <p:cNvPr id="49174" name="Line 22"/>
          <p:cNvSpPr/>
          <p:nvPr/>
        </p:nvSpPr>
        <p:spPr>
          <a:xfrm flipV="1">
            <a:off x="1517650" y="1235075"/>
            <a:ext cx="581025" cy="1588"/>
          </a:xfrm>
          <a:prstGeom prst="line">
            <a:avLst/>
          </a:prstGeom>
          <a:ln w="38100" cap="flat" cmpd="sng">
            <a:solidFill>
              <a:schemeClr val="bg1"/>
            </a:solidFill>
            <a:prstDash val="solid"/>
            <a:round/>
            <a:headEnd type="none" w="med" len="med"/>
            <a:tailEnd type="none" w="med" len="med"/>
          </a:ln>
        </p:spPr>
      </p:sp>
      <p:sp>
        <p:nvSpPr>
          <p:cNvPr id="49175" name="Line 23"/>
          <p:cNvSpPr/>
          <p:nvPr/>
        </p:nvSpPr>
        <p:spPr>
          <a:xfrm>
            <a:off x="1636713" y="1692275"/>
            <a:ext cx="552450" cy="0"/>
          </a:xfrm>
          <a:prstGeom prst="line">
            <a:avLst/>
          </a:prstGeom>
          <a:ln w="38100" cap="flat" cmpd="sng">
            <a:solidFill>
              <a:schemeClr val="bg1"/>
            </a:solidFill>
            <a:prstDash val="solid"/>
            <a:round/>
            <a:headEnd type="none" w="med" len="med"/>
            <a:tailEnd type="none" w="med" len="med"/>
          </a:ln>
        </p:spPr>
      </p:sp>
      <p:sp>
        <p:nvSpPr>
          <p:cNvPr id="49176" name="Text Box 24"/>
          <p:cNvSpPr txBox="1"/>
          <p:nvPr/>
        </p:nvSpPr>
        <p:spPr>
          <a:xfrm>
            <a:off x="2251075" y="1006475"/>
            <a:ext cx="5573713" cy="457200"/>
          </a:xfrm>
          <a:prstGeom prst="rect">
            <a:avLst/>
          </a:prstGeom>
          <a:noFill/>
          <a:ln w="9525">
            <a:noFill/>
          </a:ln>
        </p:spPr>
        <p:txBody>
          <a:bodyPr wrap="square" anchor="t">
            <a:spAutoFit/>
          </a:bodyPr>
          <a:p>
            <a:pPr>
              <a:spcBef>
                <a:spcPct val="50000"/>
              </a:spcBef>
            </a:pPr>
            <a:r>
              <a:rPr lang="zh-CN" altLang="en-US" sz="2400" dirty="0">
                <a:latin typeface="楷体" panose="02010609060101010101" charset="-122"/>
                <a:ea typeface="楷体" panose="02010609060101010101" charset="-122"/>
              </a:rPr>
              <a:t>组成电路的全部无源元件都是线性元件。</a:t>
            </a:r>
            <a:endParaRPr lang="zh-CN" altLang="en-US" sz="2400" dirty="0">
              <a:latin typeface="楷体" panose="02010609060101010101" charset="-122"/>
              <a:ea typeface="楷体" panose="02010609060101010101" charset="-122"/>
            </a:endParaRPr>
          </a:p>
        </p:txBody>
      </p:sp>
      <p:sp>
        <p:nvSpPr>
          <p:cNvPr id="49177" name="Text Box 25"/>
          <p:cNvSpPr txBox="1"/>
          <p:nvPr/>
        </p:nvSpPr>
        <p:spPr>
          <a:xfrm>
            <a:off x="2301875" y="1463675"/>
            <a:ext cx="5911850" cy="457200"/>
          </a:xfrm>
          <a:prstGeom prst="rect">
            <a:avLst/>
          </a:prstGeom>
          <a:noFill/>
          <a:ln w="9525">
            <a:noFill/>
          </a:ln>
        </p:spPr>
        <p:txBody>
          <a:bodyPr wrap="square" anchor="t">
            <a:spAutoFit/>
          </a:bodyPr>
          <a:p>
            <a:pPr>
              <a:spcBef>
                <a:spcPct val="50000"/>
              </a:spcBef>
            </a:pPr>
            <a:r>
              <a:rPr lang="zh-CN" altLang="en-US" sz="2400" dirty="0">
                <a:latin typeface="楷体" panose="02010609060101010101" charset="-122"/>
                <a:ea typeface="楷体" panose="02010609060101010101" charset="-122"/>
              </a:rPr>
              <a:t>组成电路的全部无源元件中有非线性元件。</a:t>
            </a:r>
            <a:endParaRPr lang="zh-CN" altLang="en-US" sz="2400" dirty="0">
              <a:latin typeface="楷体" panose="02010609060101010101" charset="-122"/>
              <a:ea typeface="楷体" panose="02010609060101010101" charset="-122"/>
            </a:endParaRPr>
          </a:p>
        </p:txBody>
      </p:sp>
      <p:sp>
        <p:nvSpPr>
          <p:cNvPr id="49178" name="Line 26"/>
          <p:cNvSpPr/>
          <p:nvPr/>
        </p:nvSpPr>
        <p:spPr>
          <a:xfrm>
            <a:off x="1455738" y="2149475"/>
            <a:ext cx="652462" cy="0"/>
          </a:xfrm>
          <a:prstGeom prst="line">
            <a:avLst/>
          </a:prstGeom>
          <a:ln w="28575" cap="flat" cmpd="sng">
            <a:solidFill>
              <a:schemeClr val="bg1"/>
            </a:solidFill>
            <a:prstDash val="solid"/>
            <a:round/>
            <a:headEnd type="none" w="med" len="med"/>
            <a:tailEnd type="none" w="med" len="med"/>
          </a:ln>
        </p:spPr>
      </p:sp>
      <p:sp>
        <p:nvSpPr>
          <p:cNvPr id="49179" name="Text Box 27"/>
          <p:cNvSpPr txBox="1"/>
          <p:nvPr/>
        </p:nvSpPr>
        <p:spPr>
          <a:xfrm>
            <a:off x="2189163" y="1920875"/>
            <a:ext cx="6699250" cy="457200"/>
          </a:xfrm>
          <a:prstGeom prst="rect">
            <a:avLst/>
          </a:prstGeom>
          <a:noFill/>
          <a:ln w="9525">
            <a:noFill/>
          </a:ln>
        </p:spPr>
        <p:txBody>
          <a:bodyPr wrap="square" anchor="t">
            <a:spAutoFit/>
          </a:bodyPr>
          <a:p>
            <a:pPr>
              <a:spcBef>
                <a:spcPct val="50000"/>
              </a:spcBef>
            </a:pPr>
            <a:r>
              <a:rPr lang="zh-CN" altLang="en-US" sz="2400" dirty="0">
                <a:latin typeface="楷体" panose="02010609060101010101" charset="-122"/>
                <a:ea typeface="楷体" panose="02010609060101010101" charset="-122"/>
              </a:rPr>
              <a:t>元件上</a:t>
            </a:r>
            <a:r>
              <a:rPr lang="en-US" altLang="zh-CN" sz="2400" err="1">
                <a:latin typeface="楷体" panose="02010609060101010101" charset="-122"/>
                <a:ea typeface="楷体" panose="02010609060101010101" charset="-122"/>
              </a:rPr>
              <a:t>u(t</a:t>
            </a:r>
            <a:r>
              <a:rPr lang="en-US" altLang="zh-CN" sz="2400">
                <a:latin typeface="楷体" panose="02010609060101010101" charset="-122"/>
                <a:ea typeface="楷体" panose="02010609060101010101" charset="-122"/>
              </a:rPr>
              <a:t>)</a:t>
            </a:r>
            <a:r>
              <a:rPr lang="zh-CN" altLang="en-US" sz="2400" dirty="0">
                <a:latin typeface="楷体" panose="02010609060101010101" charset="-122"/>
                <a:ea typeface="楷体" panose="02010609060101010101" charset="-122"/>
              </a:rPr>
              <a:t>与</a:t>
            </a:r>
            <a:r>
              <a:rPr lang="en-US" altLang="zh-CN" sz="2400" err="1">
                <a:latin typeface="楷体" panose="02010609060101010101" charset="-122"/>
                <a:ea typeface="楷体" panose="02010609060101010101" charset="-122"/>
              </a:rPr>
              <a:t>i(t</a:t>
            </a:r>
            <a:r>
              <a:rPr lang="en-US" altLang="zh-CN" sz="2400">
                <a:latin typeface="楷体" panose="02010609060101010101" charset="-122"/>
                <a:ea typeface="楷体" panose="02010609060101010101" charset="-122"/>
              </a:rPr>
              <a:t>)</a:t>
            </a:r>
            <a:r>
              <a:rPr lang="zh-CN" altLang="en-US" sz="2400" dirty="0">
                <a:latin typeface="楷体" panose="02010609060101010101" charset="-122"/>
                <a:ea typeface="楷体" panose="02010609060101010101" charset="-122"/>
              </a:rPr>
              <a:t>的关系满足单一性和可叠加性。</a:t>
            </a:r>
            <a:endParaRPr lang="zh-CN" altLang="en-US" sz="2400" dirty="0">
              <a:latin typeface="楷体" panose="02010609060101010101" charset="-122"/>
              <a:ea typeface="楷体" panose="02010609060101010101" charset="-122"/>
            </a:endParaRPr>
          </a:p>
        </p:txBody>
      </p:sp>
      <p:sp>
        <p:nvSpPr>
          <p:cNvPr id="49180" name="Text Box 28"/>
          <p:cNvSpPr txBox="1"/>
          <p:nvPr/>
        </p:nvSpPr>
        <p:spPr>
          <a:xfrm>
            <a:off x="412750" y="2689225"/>
            <a:ext cx="8316913" cy="457200"/>
          </a:xfrm>
          <a:prstGeom prst="rect">
            <a:avLst/>
          </a:prstGeom>
          <a:noFill/>
          <a:ln w="9525">
            <a:noFill/>
          </a:ln>
        </p:spPr>
        <p:txBody>
          <a:bodyPr anchor="t">
            <a:spAutoFit/>
          </a:bodyPr>
          <a:p>
            <a:pPr>
              <a:spcBef>
                <a:spcPct val="50000"/>
              </a:spcBef>
            </a:pPr>
            <a:r>
              <a:rPr lang="zh-CN" altLang="en-US" sz="2400" dirty="0">
                <a:solidFill>
                  <a:srgbClr val="FFFF3D"/>
                </a:solidFill>
                <a:latin typeface="楷体" panose="02010609060101010101" charset="-122"/>
                <a:ea typeface="楷体" panose="02010609060101010101" charset="-122"/>
              </a:rPr>
              <a:t>单一性：</a:t>
            </a:r>
            <a:r>
              <a:rPr lang="zh-CN" altLang="en-US" sz="2400" dirty="0">
                <a:latin typeface="楷体" panose="02010609060101010101" charset="-122"/>
                <a:ea typeface="楷体" panose="02010609060101010101" charset="-122"/>
              </a:rPr>
              <a:t>若</a:t>
            </a:r>
            <a:r>
              <a:rPr lang="en-US" altLang="zh-CN" sz="2400" err="1">
                <a:latin typeface="楷体" panose="02010609060101010101" charset="-122"/>
                <a:ea typeface="楷体" panose="02010609060101010101" charset="-122"/>
              </a:rPr>
              <a:t>u(t</a:t>
            </a:r>
            <a:r>
              <a:rPr lang="en-US" altLang="zh-CN" sz="2400">
                <a:latin typeface="楷体" panose="02010609060101010101" charset="-122"/>
                <a:ea typeface="楷体" panose="02010609060101010101" charset="-122"/>
              </a:rPr>
              <a:t>) </a:t>
            </a:r>
            <a:r>
              <a:rPr lang="zh-CN" altLang="en-US" sz="2400" dirty="0">
                <a:latin typeface="楷体" panose="02010609060101010101" charset="-122"/>
                <a:ea typeface="楷体" panose="02010609060101010101" charset="-122"/>
              </a:rPr>
              <a:t>与</a:t>
            </a:r>
            <a:r>
              <a:rPr lang="en-US" altLang="zh-CN" sz="2400" err="1">
                <a:latin typeface="楷体" panose="02010609060101010101" charset="-122"/>
                <a:ea typeface="楷体" panose="02010609060101010101" charset="-122"/>
              </a:rPr>
              <a:t>i(t</a:t>
            </a:r>
            <a:r>
              <a:rPr lang="en-US" altLang="zh-CN" sz="2400">
                <a:latin typeface="楷体" panose="02010609060101010101" charset="-122"/>
                <a:ea typeface="楷体" panose="02010609060101010101" charset="-122"/>
              </a:rPr>
              <a:t>) </a:t>
            </a:r>
            <a:r>
              <a:rPr lang="zh-CN" altLang="en-US" sz="2400" dirty="0">
                <a:latin typeface="楷体" panose="02010609060101010101" charset="-122"/>
                <a:ea typeface="楷体" panose="02010609060101010101" charset="-122"/>
              </a:rPr>
              <a:t>成比例；则</a:t>
            </a:r>
            <a:r>
              <a:rPr lang="en-US" altLang="zh-CN" sz="2400" err="1">
                <a:latin typeface="楷体" panose="02010609060101010101" charset="-122"/>
                <a:ea typeface="楷体" panose="02010609060101010101" charset="-122"/>
              </a:rPr>
              <a:t>Ku(t</a:t>
            </a:r>
            <a:r>
              <a:rPr lang="en-US" altLang="zh-CN" sz="2400">
                <a:latin typeface="楷体" panose="02010609060101010101" charset="-122"/>
                <a:ea typeface="楷体" panose="02010609060101010101" charset="-122"/>
              </a:rPr>
              <a:t>) </a:t>
            </a:r>
            <a:r>
              <a:rPr lang="zh-CN" altLang="en-US" sz="2400" dirty="0">
                <a:latin typeface="楷体" panose="02010609060101010101" charset="-122"/>
                <a:ea typeface="楷体" panose="02010609060101010101" charset="-122"/>
              </a:rPr>
              <a:t>与</a:t>
            </a:r>
            <a:r>
              <a:rPr lang="en-US" altLang="zh-CN" sz="2400" err="1">
                <a:latin typeface="楷体" panose="02010609060101010101" charset="-122"/>
                <a:ea typeface="楷体" panose="02010609060101010101" charset="-122"/>
              </a:rPr>
              <a:t>Ki(t</a:t>
            </a:r>
            <a:r>
              <a:rPr lang="en-US" altLang="zh-CN" sz="2400">
                <a:latin typeface="楷体" panose="02010609060101010101" charset="-122"/>
                <a:ea typeface="楷体" panose="02010609060101010101" charset="-122"/>
              </a:rPr>
              <a:t>)</a:t>
            </a:r>
            <a:r>
              <a:rPr lang="zh-CN" altLang="en-US" sz="2400" dirty="0">
                <a:latin typeface="楷体" panose="02010609060101010101" charset="-122"/>
                <a:ea typeface="楷体" panose="02010609060101010101" charset="-122"/>
              </a:rPr>
              <a:t>成比例。 </a:t>
            </a:r>
            <a:endParaRPr lang="zh-CN" altLang="en-US" sz="2400" dirty="0">
              <a:latin typeface="楷体" panose="02010609060101010101" charset="-122"/>
              <a:ea typeface="楷体" panose="02010609060101010101" charset="-122"/>
            </a:endParaRPr>
          </a:p>
        </p:txBody>
      </p:sp>
      <p:grpSp>
        <p:nvGrpSpPr>
          <p:cNvPr id="49213" name="Group 61"/>
          <p:cNvGrpSpPr/>
          <p:nvPr/>
        </p:nvGrpSpPr>
        <p:grpSpPr>
          <a:xfrm>
            <a:off x="103188" y="4914900"/>
            <a:ext cx="2005012" cy="688975"/>
            <a:chOff x="226" y="3372"/>
            <a:chExt cx="1263" cy="434"/>
          </a:xfrm>
        </p:grpSpPr>
        <p:sp>
          <p:nvSpPr>
            <p:cNvPr id="27660" name="Text Box 30"/>
            <p:cNvSpPr txBox="1"/>
            <p:nvPr/>
          </p:nvSpPr>
          <p:spPr>
            <a:xfrm>
              <a:off x="716" y="3372"/>
              <a:ext cx="492" cy="288"/>
            </a:xfrm>
            <a:prstGeom prst="rect">
              <a:avLst/>
            </a:prstGeom>
            <a:noFill/>
            <a:ln w="9525">
              <a:noFill/>
            </a:ln>
          </p:spPr>
          <p:txBody>
            <a:bodyPr anchor="t">
              <a:spAutoFit/>
            </a:bodyPr>
            <a:p>
              <a:pPr>
                <a:spcBef>
                  <a:spcPct val="50000"/>
                </a:spcBef>
              </a:pPr>
              <a:r>
                <a:rPr lang="en-US" altLang="zh-CN" sz="2400">
                  <a:solidFill>
                    <a:srgbClr val="FFFF3D"/>
                  </a:solidFill>
                  <a:latin typeface="Times New Roman" panose="02020603050405020304" pitchFamily="18" charset="0"/>
                  <a:ea typeface="宋体" panose="02010600030101010101" pitchFamily="2" charset="-122"/>
                </a:rPr>
                <a:t>R</a:t>
              </a:r>
              <a:endParaRPr lang="en-US" altLang="zh-CN" sz="2400">
                <a:solidFill>
                  <a:srgbClr val="FFFF3D"/>
                </a:solidFill>
                <a:latin typeface="Times New Roman" panose="02020603050405020304" pitchFamily="18" charset="0"/>
                <a:ea typeface="宋体" panose="02010600030101010101" pitchFamily="2" charset="-122"/>
              </a:endParaRPr>
            </a:p>
          </p:txBody>
        </p:sp>
        <p:sp>
          <p:nvSpPr>
            <p:cNvPr id="27661" name="Rectangle 31"/>
            <p:cNvSpPr/>
            <p:nvPr/>
          </p:nvSpPr>
          <p:spPr>
            <a:xfrm rot="10800000">
              <a:off x="627" y="3638"/>
              <a:ext cx="447" cy="168"/>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7662" name="Line 32"/>
            <p:cNvSpPr/>
            <p:nvPr/>
          </p:nvSpPr>
          <p:spPr>
            <a:xfrm>
              <a:off x="1082" y="3710"/>
              <a:ext cx="315" cy="0"/>
            </a:xfrm>
            <a:prstGeom prst="line">
              <a:avLst/>
            </a:prstGeom>
            <a:ln w="38100" cap="flat" cmpd="sng">
              <a:solidFill>
                <a:schemeClr val="bg1"/>
              </a:solidFill>
              <a:prstDash val="solid"/>
              <a:round/>
              <a:headEnd type="none" w="med" len="med"/>
              <a:tailEnd type="none" w="med" len="med"/>
            </a:ln>
          </p:spPr>
        </p:sp>
        <p:sp>
          <p:nvSpPr>
            <p:cNvPr id="27663" name="Line 33"/>
            <p:cNvSpPr/>
            <p:nvPr/>
          </p:nvSpPr>
          <p:spPr>
            <a:xfrm>
              <a:off x="311" y="3710"/>
              <a:ext cx="318" cy="0"/>
            </a:xfrm>
            <a:prstGeom prst="line">
              <a:avLst/>
            </a:prstGeom>
            <a:ln w="38100" cap="flat" cmpd="sng">
              <a:solidFill>
                <a:schemeClr val="bg1"/>
              </a:solidFill>
              <a:prstDash val="solid"/>
              <a:round/>
              <a:headEnd type="none" w="med" len="med"/>
              <a:tailEnd type="none" w="med" len="med"/>
            </a:ln>
          </p:spPr>
        </p:sp>
        <p:sp>
          <p:nvSpPr>
            <p:cNvPr id="27664" name="Oval 34"/>
            <p:cNvSpPr/>
            <p:nvPr/>
          </p:nvSpPr>
          <p:spPr>
            <a:xfrm>
              <a:off x="1401" y="3663"/>
              <a:ext cx="88" cy="94"/>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7665" name="Oval 35"/>
            <p:cNvSpPr/>
            <p:nvPr/>
          </p:nvSpPr>
          <p:spPr>
            <a:xfrm>
              <a:off x="226" y="3663"/>
              <a:ext cx="88" cy="94"/>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sp>
        <p:nvSpPr>
          <p:cNvPr id="49188" name="Text Box 36"/>
          <p:cNvSpPr txBox="1"/>
          <p:nvPr/>
        </p:nvSpPr>
        <p:spPr>
          <a:xfrm>
            <a:off x="5060950" y="5854700"/>
            <a:ext cx="1349375" cy="457200"/>
          </a:xfrm>
          <a:prstGeom prst="rect">
            <a:avLst/>
          </a:prstGeom>
          <a:noFill/>
          <a:ln w="9525">
            <a:noFill/>
          </a:ln>
        </p:spPr>
        <p:txBody>
          <a:bodyPr anchor="t">
            <a:spAutoFit/>
          </a:bodyPr>
          <a:p>
            <a:pPr>
              <a:spcBef>
                <a:spcPct val="50000"/>
              </a:spcBef>
            </a:pPr>
            <a:r>
              <a:rPr lang="zh-CN" altLang="en-US" sz="2400" dirty="0">
                <a:solidFill>
                  <a:srgbClr val="FFFF3D"/>
                </a:solidFill>
                <a:latin typeface="楷体" panose="02010609060101010101" charset="-122"/>
                <a:ea typeface="楷体" panose="02010609060101010101" charset="-122"/>
              </a:rPr>
              <a:t>二极管</a:t>
            </a:r>
            <a:endParaRPr lang="zh-CN" altLang="en-US" sz="2400" dirty="0">
              <a:solidFill>
                <a:srgbClr val="FFFF3D"/>
              </a:solidFill>
              <a:latin typeface="楷体" panose="02010609060101010101" charset="-122"/>
              <a:ea typeface="楷体" panose="02010609060101010101" charset="-122"/>
            </a:endParaRPr>
          </a:p>
        </p:txBody>
      </p:sp>
      <p:grpSp>
        <p:nvGrpSpPr>
          <p:cNvPr id="49217" name="Group 65"/>
          <p:cNvGrpSpPr/>
          <p:nvPr/>
        </p:nvGrpSpPr>
        <p:grpSpPr>
          <a:xfrm>
            <a:off x="6713538" y="3260725"/>
            <a:ext cx="2613025" cy="3132138"/>
            <a:chOff x="4114" y="2018"/>
            <a:chExt cx="1646" cy="1973"/>
          </a:xfrm>
        </p:grpSpPr>
        <p:sp>
          <p:nvSpPr>
            <p:cNvPr id="27668" name="Line 38"/>
            <p:cNvSpPr/>
            <p:nvPr/>
          </p:nvSpPr>
          <p:spPr>
            <a:xfrm>
              <a:off x="4289" y="3861"/>
              <a:ext cx="1169" cy="0"/>
            </a:xfrm>
            <a:prstGeom prst="line">
              <a:avLst/>
            </a:prstGeom>
            <a:ln w="38100" cap="flat" cmpd="sng">
              <a:solidFill>
                <a:schemeClr val="bg1"/>
              </a:solidFill>
              <a:prstDash val="solid"/>
              <a:round/>
              <a:headEnd type="none" w="med" len="med"/>
              <a:tailEnd type="stealth" w="sm" len="lg"/>
            </a:ln>
          </p:spPr>
        </p:sp>
        <p:sp>
          <p:nvSpPr>
            <p:cNvPr id="27669" name="Line 39"/>
            <p:cNvSpPr/>
            <p:nvPr/>
          </p:nvSpPr>
          <p:spPr>
            <a:xfrm>
              <a:off x="4288" y="3010"/>
              <a:ext cx="1" cy="860"/>
            </a:xfrm>
            <a:prstGeom prst="line">
              <a:avLst/>
            </a:prstGeom>
            <a:ln w="38100" cap="flat" cmpd="sng">
              <a:solidFill>
                <a:schemeClr val="bg1"/>
              </a:solidFill>
              <a:prstDash val="solid"/>
              <a:round/>
              <a:headEnd type="stealth" w="sm" len="lg"/>
              <a:tailEnd type="none" w="med" len="med"/>
            </a:ln>
          </p:spPr>
        </p:sp>
        <p:sp>
          <p:nvSpPr>
            <p:cNvPr id="27670" name="Text Box 40"/>
            <p:cNvSpPr txBox="1"/>
            <p:nvPr/>
          </p:nvSpPr>
          <p:spPr>
            <a:xfrm>
              <a:off x="4114" y="2919"/>
              <a:ext cx="302" cy="288"/>
            </a:xfrm>
            <a:prstGeom prst="rect">
              <a:avLst/>
            </a:prstGeom>
            <a:noFill/>
            <a:ln w="9525">
              <a:noFill/>
            </a:ln>
          </p:spPr>
          <p:txBody>
            <a:bodyPr anchor="t">
              <a:spAutoFit/>
            </a:bodyPr>
            <a:p>
              <a:pPr>
                <a:spcBef>
                  <a:spcPct val="50000"/>
                </a:spcBef>
              </a:pPr>
              <a:r>
                <a:rPr lang="en-US" altLang="zh-CN" sz="2400">
                  <a:solidFill>
                    <a:srgbClr val="FFFF3D"/>
                  </a:solidFill>
                  <a:latin typeface="Monotype Corsiva" pitchFamily="66" charset="0"/>
                  <a:ea typeface="宋体" panose="02010600030101010101" pitchFamily="2" charset="-122"/>
                </a:rPr>
                <a:t>i</a:t>
              </a:r>
              <a:endParaRPr lang="en-US" altLang="zh-CN" sz="2400">
                <a:solidFill>
                  <a:srgbClr val="FFFF3D"/>
                </a:solidFill>
                <a:latin typeface="Monotype Corsiva" pitchFamily="66" charset="0"/>
                <a:ea typeface="宋体" panose="02010600030101010101" pitchFamily="2" charset="-122"/>
              </a:endParaRPr>
            </a:p>
          </p:txBody>
        </p:sp>
        <p:sp>
          <p:nvSpPr>
            <p:cNvPr id="27671" name="Text Box 41"/>
            <p:cNvSpPr txBox="1"/>
            <p:nvPr/>
          </p:nvSpPr>
          <p:spPr>
            <a:xfrm>
              <a:off x="5403" y="3703"/>
              <a:ext cx="357" cy="288"/>
            </a:xfrm>
            <a:prstGeom prst="rect">
              <a:avLst/>
            </a:prstGeom>
            <a:noFill/>
            <a:ln w="9525">
              <a:noFill/>
            </a:ln>
          </p:spPr>
          <p:txBody>
            <a:bodyPr anchor="t">
              <a:spAutoFit/>
            </a:bodyPr>
            <a:p>
              <a:pPr>
                <a:spcBef>
                  <a:spcPct val="50000"/>
                </a:spcBef>
              </a:pPr>
              <a:r>
                <a:rPr lang="en-US" altLang="zh-CN" sz="2400">
                  <a:solidFill>
                    <a:srgbClr val="FFFF3D"/>
                  </a:solidFill>
                  <a:latin typeface="Monotype Corsiva" pitchFamily="66" charset="0"/>
                  <a:ea typeface="宋体" panose="02010600030101010101" pitchFamily="2" charset="-122"/>
                </a:rPr>
                <a:t>u</a:t>
              </a:r>
              <a:endParaRPr lang="en-US" altLang="zh-CN" sz="2400">
                <a:solidFill>
                  <a:srgbClr val="FFFF3D"/>
                </a:solidFill>
                <a:latin typeface="Monotype Corsiva" pitchFamily="66" charset="0"/>
                <a:ea typeface="宋体" panose="02010600030101010101" pitchFamily="2" charset="-122"/>
              </a:endParaRPr>
            </a:p>
          </p:txBody>
        </p:sp>
        <p:sp>
          <p:nvSpPr>
            <p:cNvPr id="27672" name="Arc 42"/>
            <p:cNvSpPr/>
            <p:nvPr/>
          </p:nvSpPr>
          <p:spPr>
            <a:xfrm rot="9985377" flipH="1">
              <a:off x="4300" y="2018"/>
              <a:ext cx="526" cy="1805"/>
            </a:xfrm>
            <a:custGeom>
              <a:avLst/>
              <a:gdLst/>
              <a:ahLst/>
              <a:cxnLst>
                <a:cxn ang="0">
                  <a:pos x="0" y="0"/>
                </a:cxn>
                <a:cxn ang="0">
                  <a:pos x="16" y="59"/>
                </a:cxn>
                <a:cxn ang="0">
                  <a:pos x="0" y="151"/>
                </a:cxn>
              </a:cxnLst>
              <a:pathLst>
                <a:path w="17149" h="21600" fill="none">
                  <a:moveTo>
                    <a:pt x="-1" y="0"/>
                  </a:moveTo>
                  <a:cubicBezTo>
                    <a:pt x="6722" y="0"/>
                    <a:pt x="13061" y="3129"/>
                    <a:pt x="17148" y="8467"/>
                  </a:cubicBezTo>
                </a:path>
                <a:path w="17149" h="21600" stroke="0">
                  <a:moveTo>
                    <a:pt x="-1" y="0"/>
                  </a:moveTo>
                  <a:cubicBezTo>
                    <a:pt x="6722" y="0"/>
                    <a:pt x="13061" y="3129"/>
                    <a:pt x="17148" y="8467"/>
                  </a:cubicBezTo>
                  <a:lnTo>
                    <a:pt x="0" y="21600"/>
                  </a:lnTo>
                  <a:lnTo>
                    <a:pt x="-1" y="0"/>
                  </a:lnTo>
                  <a:close/>
                </a:path>
              </a:pathLst>
            </a:custGeom>
            <a:noFill/>
            <a:ln w="28575" cap="flat" cmpd="sng">
              <a:solidFill>
                <a:srgbClr val="FFFF3D"/>
              </a:solidFill>
              <a:prstDash val="solid"/>
              <a:round/>
              <a:headEnd type="none" w="med" len="med"/>
              <a:tailEnd type="none" w="med" len="med"/>
            </a:ln>
          </p:spPr>
          <p:txBody>
            <a:bodyPr/>
            <a:p>
              <a:endParaRPr lang="zh-CN" altLang="en-US"/>
            </a:p>
          </p:txBody>
        </p:sp>
        <p:sp>
          <p:nvSpPr>
            <p:cNvPr id="27673" name="Line 43"/>
            <p:cNvSpPr/>
            <p:nvPr/>
          </p:nvSpPr>
          <p:spPr>
            <a:xfrm flipH="1">
              <a:off x="4304" y="3857"/>
              <a:ext cx="270" cy="0"/>
            </a:xfrm>
            <a:prstGeom prst="line">
              <a:avLst/>
            </a:prstGeom>
            <a:ln w="28575" cap="flat" cmpd="sng">
              <a:solidFill>
                <a:srgbClr val="FFFF3D"/>
              </a:solidFill>
              <a:prstDash val="solid"/>
              <a:round/>
              <a:headEnd type="none" w="med" len="med"/>
              <a:tailEnd type="none" w="med" len="med"/>
            </a:ln>
          </p:spPr>
        </p:sp>
      </p:grpSp>
      <p:grpSp>
        <p:nvGrpSpPr>
          <p:cNvPr id="49214" name="Group 62"/>
          <p:cNvGrpSpPr/>
          <p:nvPr/>
        </p:nvGrpSpPr>
        <p:grpSpPr>
          <a:xfrm>
            <a:off x="2133600" y="4600575"/>
            <a:ext cx="2557463" cy="1809750"/>
            <a:chOff x="1637" y="3010"/>
            <a:chExt cx="1611" cy="1140"/>
          </a:xfrm>
        </p:grpSpPr>
        <p:sp>
          <p:nvSpPr>
            <p:cNvPr id="27675" name="Line 45"/>
            <p:cNvSpPr/>
            <p:nvPr/>
          </p:nvSpPr>
          <p:spPr>
            <a:xfrm>
              <a:off x="1732" y="4031"/>
              <a:ext cx="1161" cy="1"/>
            </a:xfrm>
            <a:prstGeom prst="line">
              <a:avLst/>
            </a:prstGeom>
            <a:ln w="38100" cap="flat" cmpd="sng">
              <a:solidFill>
                <a:schemeClr val="bg1"/>
              </a:solidFill>
              <a:prstDash val="solid"/>
              <a:round/>
              <a:headEnd type="none" w="med" len="med"/>
              <a:tailEnd type="stealth" w="sm" len="lg"/>
            </a:ln>
          </p:spPr>
        </p:sp>
        <p:sp>
          <p:nvSpPr>
            <p:cNvPr id="27676" name="Line 46"/>
            <p:cNvSpPr/>
            <p:nvPr/>
          </p:nvSpPr>
          <p:spPr>
            <a:xfrm>
              <a:off x="1732" y="3225"/>
              <a:ext cx="0" cy="815"/>
            </a:xfrm>
            <a:prstGeom prst="line">
              <a:avLst/>
            </a:prstGeom>
            <a:ln w="38100" cap="flat" cmpd="sng">
              <a:solidFill>
                <a:schemeClr val="bg1"/>
              </a:solidFill>
              <a:prstDash val="solid"/>
              <a:round/>
              <a:headEnd type="stealth" w="sm" len="lg"/>
              <a:tailEnd type="none" w="med" len="med"/>
            </a:ln>
          </p:spPr>
        </p:sp>
        <p:sp>
          <p:nvSpPr>
            <p:cNvPr id="27677" name="Text Box 47"/>
            <p:cNvSpPr txBox="1"/>
            <p:nvPr/>
          </p:nvSpPr>
          <p:spPr>
            <a:xfrm>
              <a:off x="1637" y="3010"/>
              <a:ext cx="302" cy="288"/>
            </a:xfrm>
            <a:prstGeom prst="rect">
              <a:avLst/>
            </a:prstGeom>
            <a:noFill/>
            <a:ln w="9525">
              <a:noFill/>
            </a:ln>
          </p:spPr>
          <p:txBody>
            <a:bodyPr anchor="t">
              <a:spAutoFit/>
            </a:bodyPr>
            <a:p>
              <a:pPr>
                <a:spcBef>
                  <a:spcPct val="50000"/>
                </a:spcBef>
              </a:pPr>
              <a:r>
                <a:rPr lang="en-US" altLang="zh-CN" sz="2400">
                  <a:solidFill>
                    <a:srgbClr val="FFFF3D"/>
                  </a:solidFill>
                  <a:latin typeface="Monotype Corsiva" pitchFamily="66" charset="0"/>
                  <a:ea typeface="宋体" panose="02010600030101010101" pitchFamily="2" charset="-122"/>
                </a:rPr>
                <a:t>i</a:t>
              </a:r>
              <a:endParaRPr lang="en-US" altLang="zh-CN" sz="2400">
                <a:solidFill>
                  <a:srgbClr val="FFFF3D"/>
                </a:solidFill>
                <a:latin typeface="Monotype Corsiva" pitchFamily="66" charset="0"/>
                <a:ea typeface="宋体" panose="02010600030101010101" pitchFamily="2" charset="-122"/>
              </a:endParaRPr>
            </a:p>
          </p:txBody>
        </p:sp>
        <p:sp>
          <p:nvSpPr>
            <p:cNvPr id="27678" name="Text Box 48"/>
            <p:cNvSpPr txBox="1"/>
            <p:nvPr/>
          </p:nvSpPr>
          <p:spPr>
            <a:xfrm>
              <a:off x="2891" y="3862"/>
              <a:ext cx="357" cy="288"/>
            </a:xfrm>
            <a:prstGeom prst="rect">
              <a:avLst/>
            </a:prstGeom>
            <a:noFill/>
            <a:ln w="9525">
              <a:noFill/>
            </a:ln>
          </p:spPr>
          <p:txBody>
            <a:bodyPr anchor="t">
              <a:spAutoFit/>
            </a:bodyPr>
            <a:p>
              <a:pPr>
                <a:spcBef>
                  <a:spcPct val="50000"/>
                </a:spcBef>
              </a:pPr>
              <a:r>
                <a:rPr lang="en-US" altLang="zh-CN" sz="2400">
                  <a:solidFill>
                    <a:srgbClr val="FFFF3D"/>
                  </a:solidFill>
                  <a:latin typeface="Monotype Corsiva" pitchFamily="66" charset="0"/>
                  <a:ea typeface="宋体" panose="02010600030101010101" pitchFamily="2" charset="-122"/>
                </a:rPr>
                <a:t>u</a:t>
              </a:r>
              <a:endParaRPr lang="en-US" altLang="zh-CN" sz="2400">
                <a:solidFill>
                  <a:srgbClr val="FFFF3D"/>
                </a:solidFill>
                <a:latin typeface="Monotype Corsiva" pitchFamily="66" charset="0"/>
                <a:ea typeface="宋体" panose="02010600030101010101" pitchFamily="2" charset="-122"/>
              </a:endParaRPr>
            </a:p>
          </p:txBody>
        </p:sp>
        <p:sp>
          <p:nvSpPr>
            <p:cNvPr id="27679" name="Line 49"/>
            <p:cNvSpPr/>
            <p:nvPr/>
          </p:nvSpPr>
          <p:spPr>
            <a:xfrm flipV="1">
              <a:off x="1742" y="3406"/>
              <a:ext cx="619" cy="612"/>
            </a:xfrm>
            <a:prstGeom prst="line">
              <a:avLst/>
            </a:prstGeom>
            <a:ln w="38100" cap="flat" cmpd="sng">
              <a:solidFill>
                <a:srgbClr val="FFFF3D"/>
              </a:solidFill>
              <a:prstDash val="solid"/>
              <a:round/>
              <a:headEnd type="none" w="med" len="med"/>
              <a:tailEnd type="none" w="med" len="med"/>
            </a:ln>
          </p:spPr>
        </p:sp>
      </p:grpSp>
      <p:grpSp>
        <p:nvGrpSpPr>
          <p:cNvPr id="49216" name="Group 64"/>
          <p:cNvGrpSpPr/>
          <p:nvPr/>
        </p:nvGrpSpPr>
        <p:grpSpPr>
          <a:xfrm>
            <a:off x="4740275" y="4914900"/>
            <a:ext cx="1739900" cy="798513"/>
            <a:chOff x="2758" y="2901"/>
            <a:chExt cx="1412" cy="708"/>
          </a:xfrm>
        </p:grpSpPr>
        <p:sp>
          <p:nvSpPr>
            <p:cNvPr id="27681" name="Text Box 51"/>
            <p:cNvSpPr txBox="1"/>
            <p:nvPr/>
          </p:nvSpPr>
          <p:spPr>
            <a:xfrm>
              <a:off x="3364" y="2901"/>
              <a:ext cx="392" cy="405"/>
            </a:xfrm>
            <a:prstGeom prst="rect">
              <a:avLst/>
            </a:prstGeom>
            <a:noFill/>
            <a:ln w="9525">
              <a:noFill/>
            </a:ln>
          </p:spPr>
          <p:txBody>
            <a:bodyPr anchor="t">
              <a:spAutoFit/>
            </a:bodyPr>
            <a:p>
              <a:pPr>
                <a:spcBef>
                  <a:spcPct val="50000"/>
                </a:spcBef>
              </a:pPr>
              <a:r>
                <a:rPr lang="en-US" altLang="zh-CN" sz="2400">
                  <a:solidFill>
                    <a:srgbClr val="FFFF3D"/>
                  </a:solidFill>
                  <a:latin typeface="Times New Roman" panose="02020603050405020304" pitchFamily="18" charset="0"/>
                  <a:ea typeface="宋体" panose="02010600030101010101" pitchFamily="2" charset="-122"/>
                </a:rPr>
                <a:t>D</a:t>
              </a:r>
              <a:endParaRPr lang="en-US" altLang="zh-CN" sz="2400">
                <a:solidFill>
                  <a:srgbClr val="FFFF3D"/>
                </a:solidFill>
                <a:latin typeface="Times New Roman" panose="02020603050405020304" pitchFamily="18" charset="0"/>
                <a:ea typeface="宋体" panose="02010600030101010101" pitchFamily="2" charset="-122"/>
              </a:endParaRPr>
            </a:p>
          </p:txBody>
        </p:sp>
        <p:grpSp>
          <p:nvGrpSpPr>
            <p:cNvPr id="27682" name="Group 63"/>
            <p:cNvGrpSpPr/>
            <p:nvPr/>
          </p:nvGrpSpPr>
          <p:grpSpPr>
            <a:xfrm>
              <a:off x="2758" y="3137"/>
              <a:ext cx="1412" cy="472"/>
              <a:chOff x="2758" y="3137"/>
              <a:chExt cx="1412" cy="472"/>
            </a:xfrm>
          </p:grpSpPr>
          <p:sp>
            <p:nvSpPr>
              <p:cNvPr id="27683" name="Line 53"/>
              <p:cNvSpPr/>
              <p:nvPr/>
            </p:nvSpPr>
            <p:spPr>
              <a:xfrm>
                <a:off x="2864" y="3367"/>
                <a:ext cx="419" cy="0"/>
              </a:xfrm>
              <a:prstGeom prst="line">
                <a:avLst/>
              </a:prstGeom>
              <a:ln w="38100" cap="flat" cmpd="sng">
                <a:solidFill>
                  <a:schemeClr val="bg1"/>
                </a:solidFill>
                <a:prstDash val="solid"/>
                <a:round/>
                <a:headEnd type="none" w="med" len="med"/>
                <a:tailEnd type="none" w="med" len="med"/>
              </a:ln>
            </p:spPr>
          </p:sp>
          <p:grpSp>
            <p:nvGrpSpPr>
              <p:cNvPr id="27684" name="Group 54"/>
              <p:cNvGrpSpPr/>
              <p:nvPr/>
            </p:nvGrpSpPr>
            <p:grpSpPr>
              <a:xfrm rot="-5400000">
                <a:off x="3214" y="3209"/>
                <a:ext cx="472" cy="323"/>
                <a:chOff x="613" y="3154"/>
                <a:chExt cx="320" cy="183"/>
              </a:xfrm>
            </p:grpSpPr>
            <p:sp>
              <p:nvSpPr>
                <p:cNvPr id="27685" name="AutoShape 55"/>
                <p:cNvSpPr/>
                <p:nvPr/>
              </p:nvSpPr>
              <p:spPr>
                <a:xfrm>
                  <a:off x="640" y="3163"/>
                  <a:ext cx="265" cy="174"/>
                </a:xfrm>
                <a:prstGeom prst="triangle">
                  <a:avLst>
                    <a:gd name="adj" fmla="val 50000"/>
                  </a:avLst>
                </a:prstGeom>
                <a:solidFill>
                  <a:srgbClr val="FF66FF"/>
                </a:solidFill>
                <a:ln w="38100" cap="flat" cmpd="sng">
                  <a:solidFill>
                    <a:srgbClr val="FF66FF"/>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7686" name="Line 56"/>
                <p:cNvSpPr/>
                <p:nvPr/>
              </p:nvSpPr>
              <p:spPr>
                <a:xfrm>
                  <a:off x="613" y="3154"/>
                  <a:ext cx="320" cy="0"/>
                </a:xfrm>
                <a:prstGeom prst="line">
                  <a:avLst/>
                </a:prstGeom>
                <a:ln w="38100" cap="flat" cmpd="sng">
                  <a:solidFill>
                    <a:srgbClr val="FF66FF"/>
                  </a:solidFill>
                  <a:prstDash val="solid"/>
                  <a:round/>
                  <a:headEnd type="none" w="med" len="med"/>
                  <a:tailEnd type="none" w="med" len="med"/>
                </a:ln>
              </p:spPr>
            </p:sp>
          </p:grpSp>
          <p:sp>
            <p:nvSpPr>
              <p:cNvPr id="27687" name="Line 57"/>
              <p:cNvSpPr/>
              <p:nvPr/>
            </p:nvSpPr>
            <p:spPr>
              <a:xfrm>
                <a:off x="3638" y="3388"/>
                <a:ext cx="419" cy="0"/>
              </a:xfrm>
              <a:prstGeom prst="line">
                <a:avLst/>
              </a:prstGeom>
              <a:ln w="38100" cap="flat" cmpd="sng">
                <a:solidFill>
                  <a:schemeClr val="bg1"/>
                </a:solidFill>
                <a:prstDash val="solid"/>
                <a:round/>
                <a:headEnd type="none" w="med" len="med"/>
                <a:tailEnd type="none" w="med" len="med"/>
              </a:ln>
            </p:spPr>
          </p:sp>
          <p:sp>
            <p:nvSpPr>
              <p:cNvPr id="27688" name="Oval 58"/>
              <p:cNvSpPr/>
              <p:nvPr/>
            </p:nvSpPr>
            <p:spPr>
              <a:xfrm>
                <a:off x="2758" y="3297"/>
                <a:ext cx="99" cy="131"/>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7689" name="Oval 59"/>
              <p:cNvSpPr/>
              <p:nvPr/>
            </p:nvSpPr>
            <p:spPr>
              <a:xfrm>
                <a:off x="4071" y="3323"/>
                <a:ext cx="99" cy="131"/>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grpSp>
      <p:sp>
        <p:nvSpPr>
          <p:cNvPr id="49212" name="Text Box 60"/>
          <p:cNvSpPr txBox="1"/>
          <p:nvPr/>
        </p:nvSpPr>
        <p:spPr>
          <a:xfrm>
            <a:off x="30163" y="1920875"/>
            <a:ext cx="1452562" cy="457200"/>
          </a:xfrm>
          <a:prstGeom prst="rect">
            <a:avLst/>
          </a:prstGeom>
          <a:noFill/>
          <a:ln w="9525">
            <a:noFill/>
          </a:ln>
        </p:spPr>
        <p:txBody>
          <a:bodyPr wrap="square" anchor="t">
            <a:spAutoFit/>
          </a:bodyPr>
          <a:p>
            <a:pPr>
              <a:spcBef>
                <a:spcPct val="50000"/>
              </a:spcBef>
            </a:pPr>
            <a:r>
              <a:rPr lang="zh-CN" altLang="en-US" sz="2400" dirty="0">
                <a:solidFill>
                  <a:srgbClr val="FFFF3D"/>
                </a:solidFill>
                <a:latin typeface="楷体" panose="02010609060101010101" charset="-122"/>
                <a:ea typeface="楷体" panose="02010609060101010101" charset="-122"/>
              </a:rPr>
              <a:t>线性元件</a:t>
            </a:r>
            <a:endParaRPr lang="zh-CN" altLang="en-US" sz="2400" dirty="0">
              <a:solidFill>
                <a:srgbClr val="FFFF3D"/>
              </a:solidFill>
              <a:latin typeface="楷体" panose="02010609060101010101" charset="-122"/>
              <a:ea typeface="楷体" panose="02010609060101010101" charset="-122"/>
            </a:endParaRPr>
          </a:p>
        </p:txBody>
      </p:sp>
      <p:sp>
        <p:nvSpPr>
          <p:cNvPr id="49218" name="Text Box 66"/>
          <p:cNvSpPr txBox="1"/>
          <p:nvPr/>
        </p:nvSpPr>
        <p:spPr>
          <a:xfrm>
            <a:off x="465138" y="5900738"/>
            <a:ext cx="990600" cy="458787"/>
          </a:xfrm>
          <a:prstGeom prst="rect">
            <a:avLst/>
          </a:prstGeom>
          <a:noFill/>
          <a:ln w="38100">
            <a:noFill/>
          </a:ln>
        </p:spPr>
        <p:txBody>
          <a:bodyPr wrap="square" lIns="90000" tIns="46800" rIns="90000" bIns="46800" anchor="t">
            <a:spAutoFit/>
          </a:bodyPr>
          <a:p>
            <a:pPr>
              <a:spcBef>
                <a:spcPct val="50000"/>
              </a:spcBef>
            </a:pPr>
            <a:r>
              <a:rPr lang="zh-CN" altLang="en-US" sz="2400" dirty="0">
                <a:solidFill>
                  <a:srgbClr val="FFFF3D"/>
                </a:solidFill>
                <a:latin typeface="楷体" panose="02010609060101010101" charset="-122"/>
                <a:ea typeface="楷体" panose="02010609060101010101" charset="-122"/>
              </a:rPr>
              <a:t>电阻</a:t>
            </a:r>
            <a:endParaRPr lang="zh-CN" altLang="en-US" sz="2400" dirty="0">
              <a:solidFill>
                <a:srgbClr val="FFFF3D"/>
              </a:solidFill>
              <a:latin typeface="楷体" panose="02010609060101010101" charset="-122"/>
              <a:ea typeface="楷体" panose="02010609060101010101" charset="-122"/>
            </a:endParaRPr>
          </a:p>
        </p:txBody>
      </p:sp>
      <p:sp>
        <p:nvSpPr>
          <p:cNvPr id="52226" name="Rectangle 2"/>
          <p:cNvSpPr>
            <a:spLocks noGrp="1"/>
          </p:cNvSpPr>
          <p:nvPr/>
        </p:nvSpPr>
        <p:spPr>
          <a:xfrm>
            <a:off x="376238" y="3090863"/>
            <a:ext cx="8391525" cy="1031875"/>
          </a:xfrm>
          <a:prstGeom prst="rect">
            <a:avLst/>
          </a:prstGeom>
          <a:noFill/>
          <a:ln w="9525">
            <a:noFill/>
          </a:ln>
        </p:spPr>
        <p:txBody>
          <a:bodyPr wrap="square" lIns="91440" tIns="45720" rIns="91440" bIns="45720" anchor="b"/>
          <a:p>
            <a:pPr>
              <a:spcBef>
                <a:spcPct val="50000"/>
              </a:spcBef>
            </a:pPr>
            <a:r>
              <a:rPr lang="zh-CN" altLang="en-US" sz="2400" dirty="0">
                <a:solidFill>
                  <a:srgbClr val="FFEC99"/>
                </a:solidFill>
                <a:latin typeface="楷体" panose="02010609060101010101" charset="-122"/>
                <a:ea typeface="楷体" panose="02010609060101010101" charset="-122"/>
              </a:rPr>
              <a:t>可叠加性：</a:t>
            </a:r>
            <a:r>
              <a:rPr lang="zh-CN" altLang="en-US" sz="2400" dirty="0">
                <a:latin typeface="楷体" panose="02010609060101010101" charset="-122"/>
                <a:ea typeface="楷体" panose="02010609060101010101" charset="-122"/>
              </a:rPr>
              <a:t>若</a:t>
            </a:r>
            <a:r>
              <a:rPr lang="en-US" altLang="zh-CN" sz="2400">
                <a:latin typeface="楷体" panose="02010609060101010101" charset="-122"/>
                <a:ea typeface="楷体" panose="02010609060101010101" charset="-122"/>
              </a:rPr>
              <a:t>u</a:t>
            </a:r>
            <a:r>
              <a:rPr lang="en-US" altLang="zh-CN" sz="2400" baseline="-25000">
                <a:latin typeface="楷体" panose="02010609060101010101" charset="-122"/>
                <a:ea typeface="楷体" panose="02010609060101010101" charset="-122"/>
              </a:rPr>
              <a:t>1</a:t>
            </a:r>
            <a:r>
              <a:rPr lang="en-US" altLang="zh-CN" sz="2400">
                <a:latin typeface="楷体" panose="02010609060101010101" charset="-122"/>
                <a:ea typeface="楷体" panose="02010609060101010101" charset="-122"/>
              </a:rPr>
              <a:t>(t) </a:t>
            </a:r>
            <a:r>
              <a:rPr lang="zh-CN" altLang="en-US" sz="2400" dirty="0">
                <a:latin typeface="楷体" panose="02010609060101010101" charset="-122"/>
                <a:ea typeface="楷体" panose="02010609060101010101" charset="-122"/>
              </a:rPr>
              <a:t>与</a:t>
            </a:r>
            <a:r>
              <a:rPr lang="en-US" altLang="zh-CN" sz="2400">
                <a:latin typeface="楷体" panose="02010609060101010101" charset="-122"/>
                <a:ea typeface="楷体" panose="02010609060101010101" charset="-122"/>
              </a:rPr>
              <a:t>i</a:t>
            </a:r>
            <a:r>
              <a:rPr lang="en-US" altLang="zh-CN" sz="2400" baseline="-25000">
                <a:latin typeface="楷体" panose="02010609060101010101" charset="-122"/>
                <a:ea typeface="楷体" panose="02010609060101010101" charset="-122"/>
              </a:rPr>
              <a:t>1</a:t>
            </a:r>
            <a:r>
              <a:rPr lang="en-US" altLang="zh-CN" sz="2400">
                <a:latin typeface="楷体" panose="02010609060101010101" charset="-122"/>
                <a:ea typeface="楷体" panose="02010609060101010101" charset="-122"/>
              </a:rPr>
              <a:t>(t) </a:t>
            </a:r>
            <a:r>
              <a:rPr lang="zh-CN" altLang="en-US" sz="2400" dirty="0">
                <a:latin typeface="楷体" panose="02010609060101010101" charset="-122"/>
                <a:ea typeface="楷体" panose="02010609060101010101" charset="-122"/>
              </a:rPr>
              <a:t>成比例，若</a:t>
            </a:r>
            <a:r>
              <a:rPr lang="en-US" altLang="zh-CN" sz="2400">
                <a:latin typeface="楷体" panose="02010609060101010101" charset="-122"/>
                <a:ea typeface="楷体" panose="02010609060101010101" charset="-122"/>
              </a:rPr>
              <a:t>u</a:t>
            </a:r>
            <a:r>
              <a:rPr lang="en-US" altLang="zh-CN" sz="2400" baseline="-25000">
                <a:latin typeface="楷体" panose="02010609060101010101" charset="-122"/>
                <a:ea typeface="楷体" panose="02010609060101010101" charset="-122"/>
              </a:rPr>
              <a:t>2</a:t>
            </a:r>
            <a:r>
              <a:rPr lang="en-US" altLang="zh-CN" sz="2400">
                <a:latin typeface="楷体" panose="02010609060101010101" charset="-122"/>
                <a:ea typeface="楷体" panose="02010609060101010101" charset="-122"/>
              </a:rPr>
              <a:t>(t) </a:t>
            </a:r>
            <a:r>
              <a:rPr lang="zh-CN" altLang="en-US" sz="2400" dirty="0">
                <a:latin typeface="楷体" panose="02010609060101010101" charset="-122"/>
                <a:ea typeface="楷体" panose="02010609060101010101" charset="-122"/>
              </a:rPr>
              <a:t>与</a:t>
            </a:r>
            <a:r>
              <a:rPr lang="en-US" altLang="zh-CN" sz="2400">
                <a:latin typeface="楷体" panose="02010609060101010101" charset="-122"/>
                <a:ea typeface="楷体" panose="02010609060101010101" charset="-122"/>
              </a:rPr>
              <a:t>i</a:t>
            </a:r>
            <a:r>
              <a:rPr lang="en-US" altLang="zh-CN" sz="2400" baseline="-25000">
                <a:latin typeface="楷体" panose="02010609060101010101" charset="-122"/>
                <a:ea typeface="楷体" panose="02010609060101010101" charset="-122"/>
              </a:rPr>
              <a:t>2</a:t>
            </a:r>
            <a:r>
              <a:rPr lang="en-US" altLang="zh-CN" sz="2400">
                <a:latin typeface="楷体" panose="02010609060101010101" charset="-122"/>
                <a:ea typeface="楷体" panose="02010609060101010101" charset="-122"/>
              </a:rPr>
              <a:t>(t) </a:t>
            </a:r>
            <a:r>
              <a:rPr lang="zh-CN" altLang="en-US" sz="2400" dirty="0">
                <a:latin typeface="楷体" panose="02010609060101010101" charset="-122"/>
                <a:ea typeface="楷体" panose="02010609060101010101" charset="-122"/>
              </a:rPr>
              <a:t>成比例；则</a:t>
            </a:r>
            <a:r>
              <a:rPr lang="en-US" altLang="zh-CN" sz="2400">
                <a:latin typeface="楷体" panose="02010609060101010101" charset="-122"/>
                <a:ea typeface="楷体" panose="02010609060101010101" charset="-122"/>
              </a:rPr>
              <a:t>u</a:t>
            </a:r>
            <a:r>
              <a:rPr lang="en-US" altLang="zh-CN" sz="2400" baseline="-25000">
                <a:latin typeface="楷体" panose="02010609060101010101" charset="-122"/>
                <a:ea typeface="楷体" panose="02010609060101010101" charset="-122"/>
              </a:rPr>
              <a:t>1</a:t>
            </a:r>
            <a:r>
              <a:rPr lang="en-US" altLang="zh-CN" sz="2400">
                <a:latin typeface="楷体" panose="02010609060101010101" charset="-122"/>
                <a:ea typeface="楷体" panose="02010609060101010101" charset="-122"/>
              </a:rPr>
              <a:t>(t)+ u</a:t>
            </a:r>
            <a:r>
              <a:rPr lang="en-US" altLang="zh-CN" sz="2400" baseline="-25000">
                <a:latin typeface="楷体" panose="02010609060101010101" charset="-122"/>
                <a:ea typeface="楷体" panose="02010609060101010101" charset="-122"/>
              </a:rPr>
              <a:t>2</a:t>
            </a:r>
            <a:r>
              <a:rPr lang="en-US" altLang="zh-CN" sz="2400">
                <a:latin typeface="楷体" panose="02010609060101010101" charset="-122"/>
                <a:ea typeface="楷体" panose="02010609060101010101" charset="-122"/>
              </a:rPr>
              <a:t>(t) </a:t>
            </a:r>
            <a:r>
              <a:rPr lang="zh-CN" altLang="en-US" sz="2400" dirty="0">
                <a:latin typeface="楷体" panose="02010609060101010101" charset="-122"/>
                <a:ea typeface="楷体" panose="02010609060101010101" charset="-122"/>
              </a:rPr>
              <a:t>与</a:t>
            </a:r>
            <a:r>
              <a:rPr lang="en-US" altLang="zh-CN" sz="2400">
                <a:latin typeface="楷体" panose="02010609060101010101" charset="-122"/>
                <a:ea typeface="楷体" panose="02010609060101010101" charset="-122"/>
              </a:rPr>
              <a:t>i</a:t>
            </a:r>
            <a:r>
              <a:rPr lang="en-US" altLang="zh-CN" sz="2400" baseline="-25000">
                <a:latin typeface="楷体" panose="02010609060101010101" charset="-122"/>
                <a:ea typeface="楷体" panose="02010609060101010101" charset="-122"/>
              </a:rPr>
              <a:t>1</a:t>
            </a:r>
            <a:r>
              <a:rPr lang="en-US" altLang="zh-CN" sz="2400">
                <a:latin typeface="楷体" panose="02010609060101010101" charset="-122"/>
                <a:ea typeface="楷体" panose="02010609060101010101" charset="-122"/>
              </a:rPr>
              <a:t>(t)+ i</a:t>
            </a:r>
            <a:r>
              <a:rPr lang="en-US" altLang="zh-CN" sz="2400" baseline="-25000">
                <a:latin typeface="楷体" panose="02010609060101010101" charset="-122"/>
                <a:ea typeface="楷体" panose="02010609060101010101" charset="-122"/>
              </a:rPr>
              <a:t>2</a:t>
            </a:r>
            <a:r>
              <a:rPr lang="en-US" altLang="zh-CN" sz="2400">
                <a:latin typeface="楷体" panose="02010609060101010101" charset="-122"/>
                <a:ea typeface="楷体" panose="02010609060101010101" charset="-122"/>
              </a:rPr>
              <a:t>(t)</a:t>
            </a:r>
            <a:r>
              <a:rPr lang="zh-CN" altLang="en-US" sz="2400" dirty="0">
                <a:latin typeface="楷体" panose="02010609060101010101" charset="-122"/>
                <a:ea typeface="楷体" panose="02010609060101010101" charset="-122"/>
              </a:rPr>
              <a:t>成比例。</a:t>
            </a:r>
            <a:endParaRPr lang="zh-CN" altLang="en-US" sz="2400" dirty="0">
              <a:latin typeface="楷体" panose="02010609060101010101" charset="-122"/>
              <a:ea typeface="楷体" panose="02010609060101010101" charset="-122"/>
            </a:endParaRPr>
          </a:p>
        </p:txBody>
      </p:sp>
      <p:sp>
        <p:nvSpPr>
          <p:cNvPr id="52229" name="Text Box 5"/>
          <p:cNvSpPr txBox="1"/>
          <p:nvPr/>
        </p:nvSpPr>
        <p:spPr>
          <a:xfrm>
            <a:off x="465138" y="4122738"/>
            <a:ext cx="6211887" cy="457200"/>
          </a:xfrm>
          <a:prstGeom prst="rect">
            <a:avLst/>
          </a:prstGeom>
          <a:noFill/>
          <a:ln w="9525">
            <a:noFill/>
          </a:ln>
        </p:spPr>
        <p:txBody>
          <a:bodyPr wrap="square" anchor="t">
            <a:spAutoFit/>
          </a:bodyPr>
          <a:p>
            <a:pPr>
              <a:spcBef>
                <a:spcPct val="50000"/>
              </a:spcBef>
            </a:pPr>
            <a:r>
              <a:rPr lang="zh-CN" altLang="en-US" sz="2400" dirty="0">
                <a:solidFill>
                  <a:srgbClr val="FFFF3D"/>
                </a:solidFill>
                <a:latin typeface="楷体" panose="02010609060101010101" charset="-122"/>
                <a:ea typeface="楷体" panose="02010609060101010101" charset="-122"/>
              </a:rPr>
              <a:t>本课程主要介绍线性电路的理论和分析方法。</a:t>
            </a:r>
            <a:endParaRPr lang="zh-CN" altLang="en-US" sz="2400" dirty="0">
              <a:solidFill>
                <a:srgbClr val="FFFF3D"/>
              </a:solidFill>
              <a:latin typeface="楷体" panose="02010609060101010101" charset="-122"/>
              <a:ea typeface="楷体" panose="02010609060101010101"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49154"/>
                                        </p:tgtEl>
                                        <p:attrNameLst>
                                          <p:attrName>style.visibility</p:attrName>
                                        </p:attrNameLst>
                                      </p:cBhvr>
                                      <p:to>
                                        <p:strVal val="visible"/>
                                      </p:to>
                                    </p:set>
                                    <p:anim calcmode="lin" valueType="num">
                                      <p:cBhvr additive="base">
                                        <p:cTn id="7" dur="500" fill="hold"/>
                                        <p:tgtEl>
                                          <p:spTgt spid="49154"/>
                                        </p:tgtEl>
                                        <p:attrNameLst>
                                          <p:attrName>ppt_x</p:attrName>
                                        </p:attrNameLst>
                                      </p:cBhvr>
                                      <p:tavLst>
                                        <p:tav tm="0">
                                          <p:val>
                                            <p:strVal val="0-#ppt_w/2"/>
                                          </p:val>
                                        </p:tav>
                                        <p:tav tm="100000">
                                          <p:val>
                                            <p:strVal val="#ppt_x"/>
                                          </p:val>
                                        </p:tav>
                                      </p:tavLst>
                                    </p:anim>
                                    <p:anim calcmode="lin" valueType="num">
                                      <p:cBhvr additive="base">
                                        <p:cTn id="8" dur="500" fill="hold"/>
                                        <p:tgtEl>
                                          <p:spTgt spid="4915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49172"/>
                                        </p:tgtEl>
                                        <p:attrNameLst>
                                          <p:attrName>style.visibility</p:attrName>
                                        </p:attrNameLst>
                                      </p:cBhvr>
                                      <p:to>
                                        <p:strVal val="visible"/>
                                      </p:to>
                                    </p:set>
                                    <p:animEffect transition="in" filter="slide(fromLeft)">
                                      <p:cBhvr>
                                        <p:cTn id="13" dur="500"/>
                                        <p:tgtEl>
                                          <p:spTgt spid="49172"/>
                                        </p:tgtEl>
                                      </p:cBhvr>
                                    </p:animEffect>
                                  </p:childTnLst>
                                </p:cTn>
                              </p:par>
                            </p:childTnLst>
                          </p:cTn>
                        </p:par>
                        <p:par>
                          <p:cTn id="14" fill="hold">
                            <p:stCondLst>
                              <p:cond delay="500"/>
                            </p:stCondLst>
                            <p:childTnLst>
                              <p:par>
                                <p:cTn id="15" presetID="12" presetClass="entr" presetSubtype="4" fill="hold" nodeType="afterEffect">
                                  <p:stCondLst>
                                    <p:cond delay="1000"/>
                                  </p:stCondLst>
                                  <p:childTnLst>
                                    <p:set>
                                      <p:cBhvr>
                                        <p:cTn id="16" dur="1" fill="hold">
                                          <p:stCondLst>
                                            <p:cond delay="0"/>
                                          </p:stCondLst>
                                        </p:cTn>
                                        <p:tgtEl>
                                          <p:spTgt spid="49174"/>
                                        </p:tgtEl>
                                        <p:attrNameLst>
                                          <p:attrName>style.visibility</p:attrName>
                                        </p:attrNameLst>
                                      </p:cBhvr>
                                      <p:to>
                                        <p:strVal val="visible"/>
                                      </p:to>
                                    </p:set>
                                    <p:animEffect transition="in" filter="slide(fromBottom)">
                                      <p:cBhvr>
                                        <p:cTn id="17" dur="500"/>
                                        <p:tgtEl>
                                          <p:spTgt spid="49174"/>
                                        </p:tgtEl>
                                      </p:cBhvr>
                                    </p:animEffect>
                                  </p:childTnLst>
                                </p:cTn>
                              </p:par>
                            </p:childTnLst>
                          </p:cTn>
                        </p:par>
                        <p:par>
                          <p:cTn id="18" fill="hold">
                            <p:stCondLst>
                              <p:cond delay="2000"/>
                            </p:stCondLst>
                            <p:childTnLst>
                              <p:par>
                                <p:cTn id="19" presetID="22" presetClass="entr" presetSubtype="8" fill="hold" grpId="0" nodeType="afterEffect">
                                  <p:stCondLst>
                                    <p:cond delay="1000"/>
                                  </p:stCondLst>
                                  <p:childTnLst>
                                    <p:set>
                                      <p:cBhvr>
                                        <p:cTn id="20" dur="1" fill="hold">
                                          <p:stCondLst>
                                            <p:cond delay="0"/>
                                          </p:stCondLst>
                                        </p:cTn>
                                        <p:tgtEl>
                                          <p:spTgt spid="49176"/>
                                        </p:tgtEl>
                                        <p:attrNameLst>
                                          <p:attrName>style.visibility</p:attrName>
                                        </p:attrNameLst>
                                      </p:cBhvr>
                                      <p:to>
                                        <p:strVal val="visible"/>
                                      </p:to>
                                    </p:set>
                                    <p:animEffect transition="in" filter="wipe(left)">
                                      <p:cBhvr>
                                        <p:cTn id="21" dur="500"/>
                                        <p:tgtEl>
                                          <p:spTgt spid="49176"/>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49173"/>
                                        </p:tgtEl>
                                        <p:attrNameLst>
                                          <p:attrName>style.visibility</p:attrName>
                                        </p:attrNameLst>
                                      </p:cBhvr>
                                      <p:to>
                                        <p:strVal val="visible"/>
                                      </p:to>
                                    </p:set>
                                    <p:animEffect transition="in" filter="checkerboard(across)">
                                      <p:cBhvr>
                                        <p:cTn id="26" dur="500"/>
                                        <p:tgtEl>
                                          <p:spTgt spid="49173"/>
                                        </p:tgtEl>
                                      </p:cBhvr>
                                    </p:animEffect>
                                  </p:childTnLst>
                                </p:cTn>
                              </p:par>
                            </p:childTnLst>
                          </p:cTn>
                        </p:par>
                        <p:par>
                          <p:cTn id="27" fill="hold">
                            <p:stCondLst>
                              <p:cond delay="500"/>
                            </p:stCondLst>
                            <p:childTnLst>
                              <p:par>
                                <p:cTn id="28" presetID="12" presetClass="entr" presetSubtype="4" fill="hold" nodeType="afterEffect">
                                  <p:stCondLst>
                                    <p:cond delay="1000"/>
                                  </p:stCondLst>
                                  <p:childTnLst>
                                    <p:set>
                                      <p:cBhvr>
                                        <p:cTn id="29" dur="1" fill="hold">
                                          <p:stCondLst>
                                            <p:cond delay="0"/>
                                          </p:stCondLst>
                                        </p:cTn>
                                        <p:tgtEl>
                                          <p:spTgt spid="49175"/>
                                        </p:tgtEl>
                                        <p:attrNameLst>
                                          <p:attrName>style.visibility</p:attrName>
                                        </p:attrNameLst>
                                      </p:cBhvr>
                                      <p:to>
                                        <p:strVal val="visible"/>
                                      </p:to>
                                    </p:set>
                                    <p:animEffect transition="in" filter="slide(fromBottom)">
                                      <p:cBhvr>
                                        <p:cTn id="30" dur="500"/>
                                        <p:tgtEl>
                                          <p:spTgt spid="49175"/>
                                        </p:tgtEl>
                                      </p:cBhvr>
                                    </p:animEffect>
                                  </p:childTnLst>
                                </p:cTn>
                              </p:par>
                            </p:childTnLst>
                          </p:cTn>
                        </p:par>
                        <p:par>
                          <p:cTn id="31" fill="hold">
                            <p:stCondLst>
                              <p:cond delay="2000"/>
                            </p:stCondLst>
                            <p:childTnLst>
                              <p:par>
                                <p:cTn id="32" presetID="22" presetClass="entr" presetSubtype="8" fill="hold" grpId="0" nodeType="afterEffect">
                                  <p:stCondLst>
                                    <p:cond delay="1000"/>
                                  </p:stCondLst>
                                  <p:childTnLst>
                                    <p:set>
                                      <p:cBhvr>
                                        <p:cTn id="33" dur="1" fill="hold">
                                          <p:stCondLst>
                                            <p:cond delay="0"/>
                                          </p:stCondLst>
                                        </p:cTn>
                                        <p:tgtEl>
                                          <p:spTgt spid="49177"/>
                                        </p:tgtEl>
                                        <p:attrNameLst>
                                          <p:attrName>style.visibility</p:attrName>
                                        </p:attrNameLst>
                                      </p:cBhvr>
                                      <p:to>
                                        <p:strVal val="visible"/>
                                      </p:to>
                                    </p:set>
                                    <p:animEffect transition="in" filter="wipe(left)">
                                      <p:cBhvr>
                                        <p:cTn id="34" dur="500"/>
                                        <p:tgtEl>
                                          <p:spTgt spid="49177"/>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49212"/>
                                        </p:tgtEl>
                                        <p:attrNameLst>
                                          <p:attrName>style.visibility</p:attrName>
                                        </p:attrNameLst>
                                      </p:cBhvr>
                                      <p:to>
                                        <p:strVal val="visible"/>
                                      </p:to>
                                    </p:set>
                                    <p:anim calcmode="lin" valueType="num">
                                      <p:cBhvr additive="base">
                                        <p:cTn id="39" dur="500" fill="hold"/>
                                        <p:tgtEl>
                                          <p:spTgt spid="49212"/>
                                        </p:tgtEl>
                                        <p:attrNameLst>
                                          <p:attrName>ppt_x</p:attrName>
                                        </p:attrNameLst>
                                      </p:cBhvr>
                                      <p:tavLst>
                                        <p:tav tm="0">
                                          <p:val>
                                            <p:strVal val="0-#ppt_w/2"/>
                                          </p:val>
                                        </p:tav>
                                        <p:tav tm="100000">
                                          <p:val>
                                            <p:strVal val="#ppt_x"/>
                                          </p:val>
                                        </p:tav>
                                      </p:tavLst>
                                    </p:anim>
                                    <p:anim calcmode="lin" valueType="num">
                                      <p:cBhvr additive="base">
                                        <p:cTn id="40" dur="500" fill="hold"/>
                                        <p:tgtEl>
                                          <p:spTgt spid="49212"/>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49178"/>
                                        </p:tgtEl>
                                        <p:attrNameLst>
                                          <p:attrName>style.visibility</p:attrName>
                                        </p:attrNameLst>
                                      </p:cBhvr>
                                      <p:to>
                                        <p:strVal val="visible"/>
                                      </p:to>
                                    </p:set>
                                    <p:anim calcmode="lin" valueType="num">
                                      <p:cBhvr additive="base">
                                        <p:cTn id="45" dur="500" fill="hold"/>
                                        <p:tgtEl>
                                          <p:spTgt spid="49178"/>
                                        </p:tgtEl>
                                        <p:attrNameLst>
                                          <p:attrName>ppt_x</p:attrName>
                                        </p:attrNameLst>
                                      </p:cBhvr>
                                      <p:tavLst>
                                        <p:tav tm="0">
                                          <p:val>
                                            <p:strVal val="0-#ppt_w/2"/>
                                          </p:val>
                                        </p:tav>
                                        <p:tav tm="100000">
                                          <p:val>
                                            <p:strVal val="#ppt_x"/>
                                          </p:val>
                                        </p:tav>
                                      </p:tavLst>
                                    </p:anim>
                                    <p:anim calcmode="lin" valueType="num">
                                      <p:cBhvr additive="base">
                                        <p:cTn id="46" dur="500" fill="hold"/>
                                        <p:tgtEl>
                                          <p:spTgt spid="49178"/>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49179"/>
                                        </p:tgtEl>
                                        <p:attrNameLst>
                                          <p:attrName>style.visibility</p:attrName>
                                        </p:attrNameLst>
                                      </p:cBhvr>
                                      <p:to>
                                        <p:strVal val="visible"/>
                                      </p:to>
                                    </p:set>
                                    <p:anim calcmode="lin" valueType="num">
                                      <p:cBhvr additive="base">
                                        <p:cTn id="51" dur="500" fill="hold"/>
                                        <p:tgtEl>
                                          <p:spTgt spid="49179"/>
                                        </p:tgtEl>
                                        <p:attrNameLst>
                                          <p:attrName>ppt_x</p:attrName>
                                        </p:attrNameLst>
                                      </p:cBhvr>
                                      <p:tavLst>
                                        <p:tav tm="0">
                                          <p:val>
                                            <p:strVal val="0-#ppt_w/2"/>
                                          </p:val>
                                        </p:tav>
                                        <p:tav tm="100000">
                                          <p:val>
                                            <p:strVal val="#ppt_x"/>
                                          </p:val>
                                        </p:tav>
                                      </p:tavLst>
                                    </p:anim>
                                    <p:anim calcmode="lin" valueType="num">
                                      <p:cBhvr additive="base">
                                        <p:cTn id="52" dur="500" fill="hold"/>
                                        <p:tgtEl>
                                          <p:spTgt spid="49179"/>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49180"/>
                                        </p:tgtEl>
                                        <p:attrNameLst>
                                          <p:attrName>style.visibility</p:attrName>
                                        </p:attrNameLst>
                                      </p:cBhvr>
                                      <p:to>
                                        <p:strVal val="visible"/>
                                      </p:to>
                                    </p:set>
                                    <p:anim calcmode="lin" valueType="num">
                                      <p:cBhvr additive="base">
                                        <p:cTn id="57" dur="500" fill="hold"/>
                                        <p:tgtEl>
                                          <p:spTgt spid="49180"/>
                                        </p:tgtEl>
                                        <p:attrNameLst>
                                          <p:attrName>ppt_x</p:attrName>
                                        </p:attrNameLst>
                                      </p:cBhvr>
                                      <p:tavLst>
                                        <p:tav tm="0">
                                          <p:val>
                                            <p:strVal val="0-#ppt_w/2"/>
                                          </p:val>
                                        </p:tav>
                                        <p:tav tm="100000">
                                          <p:val>
                                            <p:strVal val="#ppt_x"/>
                                          </p:val>
                                        </p:tav>
                                      </p:tavLst>
                                    </p:anim>
                                    <p:anim calcmode="lin" valueType="num">
                                      <p:cBhvr additive="base">
                                        <p:cTn id="58" dur="500" fill="hold"/>
                                        <p:tgtEl>
                                          <p:spTgt spid="49180"/>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nodeType="clickEffect">
                                  <p:stCondLst>
                                    <p:cond delay="0"/>
                                  </p:stCondLst>
                                  <p:childTnLst>
                                    <p:set>
                                      <p:cBhvr>
                                        <p:cTn id="62" dur="1" fill="hold">
                                          <p:stCondLst>
                                            <p:cond delay="0"/>
                                          </p:stCondLst>
                                        </p:cTn>
                                        <p:tgtEl>
                                          <p:spTgt spid="49213"/>
                                        </p:tgtEl>
                                        <p:attrNameLst>
                                          <p:attrName>style.visibility</p:attrName>
                                        </p:attrNameLst>
                                      </p:cBhvr>
                                      <p:to>
                                        <p:strVal val="visible"/>
                                      </p:to>
                                    </p:set>
                                    <p:anim calcmode="lin" valueType="num">
                                      <p:cBhvr additive="base">
                                        <p:cTn id="63" dur="500" fill="hold"/>
                                        <p:tgtEl>
                                          <p:spTgt spid="49213"/>
                                        </p:tgtEl>
                                        <p:attrNameLst>
                                          <p:attrName>ppt_x</p:attrName>
                                        </p:attrNameLst>
                                      </p:cBhvr>
                                      <p:tavLst>
                                        <p:tav tm="0">
                                          <p:val>
                                            <p:strVal val="0-#ppt_w/2"/>
                                          </p:val>
                                        </p:tav>
                                        <p:tav tm="100000">
                                          <p:val>
                                            <p:strVal val="#ppt_x"/>
                                          </p:val>
                                        </p:tav>
                                      </p:tavLst>
                                    </p:anim>
                                    <p:anim calcmode="lin" valueType="num">
                                      <p:cBhvr additive="base">
                                        <p:cTn id="64" dur="500" fill="hold"/>
                                        <p:tgtEl>
                                          <p:spTgt spid="49213"/>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49218"/>
                                        </p:tgtEl>
                                        <p:attrNameLst>
                                          <p:attrName>style.visibility</p:attrName>
                                        </p:attrNameLst>
                                      </p:cBhvr>
                                      <p:to>
                                        <p:strVal val="visible"/>
                                      </p:to>
                                    </p:set>
                                    <p:anim calcmode="lin" valueType="num">
                                      <p:cBhvr additive="base">
                                        <p:cTn id="69" dur="500" fill="hold"/>
                                        <p:tgtEl>
                                          <p:spTgt spid="49218"/>
                                        </p:tgtEl>
                                        <p:attrNameLst>
                                          <p:attrName>ppt_x</p:attrName>
                                        </p:attrNameLst>
                                      </p:cBhvr>
                                      <p:tavLst>
                                        <p:tav tm="0">
                                          <p:val>
                                            <p:strVal val="0-#ppt_w/2"/>
                                          </p:val>
                                        </p:tav>
                                        <p:tav tm="100000">
                                          <p:val>
                                            <p:strVal val="#ppt_x"/>
                                          </p:val>
                                        </p:tav>
                                      </p:tavLst>
                                    </p:anim>
                                    <p:anim calcmode="lin" valueType="num">
                                      <p:cBhvr additive="base">
                                        <p:cTn id="70" dur="500" fill="hold"/>
                                        <p:tgtEl>
                                          <p:spTgt spid="49218"/>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8" fill="hold" nodeType="clickEffect">
                                  <p:stCondLst>
                                    <p:cond delay="0"/>
                                  </p:stCondLst>
                                  <p:childTnLst>
                                    <p:set>
                                      <p:cBhvr>
                                        <p:cTn id="74" dur="1" fill="hold">
                                          <p:stCondLst>
                                            <p:cond delay="0"/>
                                          </p:stCondLst>
                                        </p:cTn>
                                        <p:tgtEl>
                                          <p:spTgt spid="49214"/>
                                        </p:tgtEl>
                                        <p:attrNameLst>
                                          <p:attrName>style.visibility</p:attrName>
                                        </p:attrNameLst>
                                      </p:cBhvr>
                                      <p:to>
                                        <p:strVal val="visible"/>
                                      </p:to>
                                    </p:set>
                                    <p:anim calcmode="lin" valueType="num">
                                      <p:cBhvr additive="base">
                                        <p:cTn id="75" dur="500" fill="hold"/>
                                        <p:tgtEl>
                                          <p:spTgt spid="49214"/>
                                        </p:tgtEl>
                                        <p:attrNameLst>
                                          <p:attrName>ppt_x</p:attrName>
                                        </p:attrNameLst>
                                      </p:cBhvr>
                                      <p:tavLst>
                                        <p:tav tm="0">
                                          <p:val>
                                            <p:strVal val="0-#ppt_w/2"/>
                                          </p:val>
                                        </p:tav>
                                        <p:tav tm="100000">
                                          <p:val>
                                            <p:strVal val="#ppt_x"/>
                                          </p:val>
                                        </p:tav>
                                      </p:tavLst>
                                    </p:anim>
                                    <p:anim calcmode="lin" valueType="num">
                                      <p:cBhvr additive="base">
                                        <p:cTn id="76" dur="500" fill="hold"/>
                                        <p:tgtEl>
                                          <p:spTgt spid="49214"/>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8" fill="hold" nodeType="clickEffect">
                                  <p:stCondLst>
                                    <p:cond delay="0"/>
                                  </p:stCondLst>
                                  <p:childTnLst>
                                    <p:set>
                                      <p:cBhvr>
                                        <p:cTn id="80" dur="1" fill="hold">
                                          <p:stCondLst>
                                            <p:cond delay="0"/>
                                          </p:stCondLst>
                                        </p:cTn>
                                        <p:tgtEl>
                                          <p:spTgt spid="49216"/>
                                        </p:tgtEl>
                                        <p:attrNameLst>
                                          <p:attrName>style.visibility</p:attrName>
                                        </p:attrNameLst>
                                      </p:cBhvr>
                                      <p:to>
                                        <p:strVal val="visible"/>
                                      </p:to>
                                    </p:set>
                                    <p:anim calcmode="lin" valueType="num">
                                      <p:cBhvr additive="base">
                                        <p:cTn id="81" dur="500" fill="hold"/>
                                        <p:tgtEl>
                                          <p:spTgt spid="49216"/>
                                        </p:tgtEl>
                                        <p:attrNameLst>
                                          <p:attrName>ppt_x</p:attrName>
                                        </p:attrNameLst>
                                      </p:cBhvr>
                                      <p:tavLst>
                                        <p:tav tm="0">
                                          <p:val>
                                            <p:strVal val="0-#ppt_w/2"/>
                                          </p:val>
                                        </p:tav>
                                        <p:tav tm="100000">
                                          <p:val>
                                            <p:strVal val="#ppt_x"/>
                                          </p:val>
                                        </p:tav>
                                      </p:tavLst>
                                    </p:anim>
                                    <p:anim calcmode="lin" valueType="num">
                                      <p:cBhvr additive="base">
                                        <p:cTn id="82" dur="500" fill="hold"/>
                                        <p:tgtEl>
                                          <p:spTgt spid="49216"/>
                                        </p:tgtEl>
                                        <p:attrNameLst>
                                          <p:attrName>ppt_y</p:attrName>
                                        </p:attrNameLst>
                                      </p:cBhvr>
                                      <p:tavLst>
                                        <p:tav tm="0">
                                          <p:val>
                                            <p:strVal val="#ppt_y"/>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49188"/>
                                        </p:tgtEl>
                                        <p:attrNameLst>
                                          <p:attrName>style.visibility</p:attrName>
                                        </p:attrNameLst>
                                      </p:cBhvr>
                                      <p:to>
                                        <p:strVal val="visible"/>
                                      </p:to>
                                    </p:set>
                                    <p:anim calcmode="lin" valueType="num">
                                      <p:cBhvr additive="base">
                                        <p:cTn id="87" dur="500" fill="hold"/>
                                        <p:tgtEl>
                                          <p:spTgt spid="49188"/>
                                        </p:tgtEl>
                                        <p:attrNameLst>
                                          <p:attrName>ppt_x</p:attrName>
                                        </p:attrNameLst>
                                      </p:cBhvr>
                                      <p:tavLst>
                                        <p:tav tm="0">
                                          <p:val>
                                            <p:strVal val="0-#ppt_w/2"/>
                                          </p:val>
                                        </p:tav>
                                        <p:tav tm="100000">
                                          <p:val>
                                            <p:strVal val="#ppt_x"/>
                                          </p:val>
                                        </p:tav>
                                      </p:tavLst>
                                    </p:anim>
                                    <p:anim calcmode="lin" valueType="num">
                                      <p:cBhvr additive="base">
                                        <p:cTn id="88" dur="500" fill="hold"/>
                                        <p:tgtEl>
                                          <p:spTgt spid="49188"/>
                                        </p:tgtEl>
                                        <p:attrNameLst>
                                          <p:attrName>ppt_y</p:attrName>
                                        </p:attrNameLst>
                                      </p:cBhvr>
                                      <p:tavLst>
                                        <p:tav tm="0">
                                          <p:val>
                                            <p:strVal val="#ppt_y"/>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8" fill="hold" nodeType="clickEffect">
                                  <p:stCondLst>
                                    <p:cond delay="0"/>
                                  </p:stCondLst>
                                  <p:childTnLst>
                                    <p:set>
                                      <p:cBhvr>
                                        <p:cTn id="92" dur="1" fill="hold">
                                          <p:stCondLst>
                                            <p:cond delay="0"/>
                                          </p:stCondLst>
                                        </p:cTn>
                                        <p:tgtEl>
                                          <p:spTgt spid="49217"/>
                                        </p:tgtEl>
                                        <p:attrNameLst>
                                          <p:attrName>style.visibility</p:attrName>
                                        </p:attrNameLst>
                                      </p:cBhvr>
                                      <p:to>
                                        <p:strVal val="visible"/>
                                      </p:to>
                                    </p:set>
                                    <p:anim calcmode="lin" valueType="num">
                                      <p:cBhvr additive="base">
                                        <p:cTn id="93" dur="500" fill="hold"/>
                                        <p:tgtEl>
                                          <p:spTgt spid="49217"/>
                                        </p:tgtEl>
                                        <p:attrNameLst>
                                          <p:attrName>ppt_x</p:attrName>
                                        </p:attrNameLst>
                                      </p:cBhvr>
                                      <p:tavLst>
                                        <p:tav tm="0">
                                          <p:val>
                                            <p:strVal val="0-#ppt_w/2"/>
                                          </p:val>
                                        </p:tav>
                                        <p:tav tm="100000">
                                          <p:val>
                                            <p:strVal val="#ppt_x"/>
                                          </p:val>
                                        </p:tav>
                                      </p:tavLst>
                                    </p:anim>
                                    <p:anim calcmode="lin" valueType="num">
                                      <p:cBhvr additive="base">
                                        <p:cTn id="94" dur="500" fill="hold"/>
                                        <p:tgtEl>
                                          <p:spTgt spid="49217"/>
                                        </p:tgtEl>
                                        <p:attrNameLst>
                                          <p:attrName>ppt_y</p:attrName>
                                        </p:attrNameLst>
                                      </p:cBhvr>
                                      <p:tavLst>
                                        <p:tav tm="0">
                                          <p:val>
                                            <p:strVal val="#ppt_y"/>
                                          </p:val>
                                        </p:tav>
                                        <p:tav tm="100000">
                                          <p:val>
                                            <p:strVal val="#ppt_y"/>
                                          </p:val>
                                        </p:tav>
                                      </p:tavLst>
                                    </p:anim>
                                  </p:childTnLst>
                                </p:cTn>
                              </p:par>
                            </p:childTnLst>
                          </p:cTn>
                        </p:par>
                        <p:par>
                          <p:cTn id="95" fill="hold">
                            <p:stCondLst>
                              <p:cond delay="500"/>
                            </p:stCondLst>
                            <p:childTnLst>
                              <p:par>
                                <p:cTn id="96" presetID="2" presetClass="entr" presetSubtype="8" fill="hold" grpId="0" nodeType="afterEffect">
                                  <p:stCondLst>
                                    <p:cond delay="2000"/>
                                  </p:stCondLst>
                                  <p:childTnLst>
                                    <p:set>
                                      <p:cBhvr>
                                        <p:cTn id="97" dur="1" fill="hold">
                                          <p:stCondLst>
                                            <p:cond delay="0"/>
                                          </p:stCondLst>
                                        </p:cTn>
                                        <p:tgtEl>
                                          <p:spTgt spid="52226"/>
                                        </p:tgtEl>
                                        <p:attrNameLst>
                                          <p:attrName>style.visibility</p:attrName>
                                        </p:attrNameLst>
                                      </p:cBhvr>
                                      <p:to>
                                        <p:strVal val="visible"/>
                                      </p:to>
                                    </p:set>
                                    <p:anim calcmode="lin" valueType="num">
                                      <p:cBhvr>
                                        <p:cTn id="98" dur="500" fill="hold"/>
                                        <p:tgtEl>
                                          <p:spTgt spid="52226"/>
                                        </p:tgtEl>
                                        <p:attrNameLst>
                                          <p:attrName>ppt_x</p:attrName>
                                        </p:attrNameLst>
                                      </p:cBhvr>
                                      <p:tavLst>
                                        <p:tav tm="0">
                                          <p:val>
                                            <p:strVal val="0-#ppt_w/2"/>
                                          </p:val>
                                        </p:tav>
                                        <p:tav tm="100000">
                                          <p:val>
                                            <p:strVal val="#ppt_x"/>
                                          </p:val>
                                        </p:tav>
                                      </p:tavLst>
                                    </p:anim>
                                    <p:anim calcmode="lin" valueType="num">
                                      <p:cBhvr>
                                        <p:cTn id="99" dur="500" fill="hold"/>
                                        <p:tgtEl>
                                          <p:spTgt spid="52226"/>
                                        </p:tgtEl>
                                        <p:attrNameLst>
                                          <p:attrName>ppt_y</p:attrName>
                                        </p:attrNameLst>
                                      </p:cBhvr>
                                      <p:tavLst>
                                        <p:tav tm="0">
                                          <p:val>
                                            <p:strVal val="#ppt_y"/>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18" presetClass="entr" presetSubtype="6" fill="hold" grpId="0" nodeType="clickEffect">
                                  <p:stCondLst>
                                    <p:cond delay="0"/>
                                  </p:stCondLst>
                                  <p:childTnLst>
                                    <p:set>
                                      <p:cBhvr>
                                        <p:cTn id="103" dur="1" fill="hold">
                                          <p:stCondLst>
                                            <p:cond delay="0"/>
                                          </p:stCondLst>
                                        </p:cTn>
                                        <p:tgtEl>
                                          <p:spTgt spid="52229"/>
                                        </p:tgtEl>
                                        <p:attrNameLst>
                                          <p:attrName>style.visibility</p:attrName>
                                        </p:attrNameLst>
                                      </p:cBhvr>
                                      <p:to>
                                        <p:strVal val="visible"/>
                                      </p:to>
                                    </p:set>
                                    <p:animEffect transition="in" filter="strips(downRight)">
                                      <p:cBhvr>
                                        <p:cTn id="104" dur="500"/>
                                        <p:tgtEl>
                                          <p:spTgt spid="52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72" grpId="0"/>
      <p:bldP spid="49173" grpId="0"/>
      <p:bldP spid="49176" grpId="0"/>
      <p:bldP spid="49177" grpId="0"/>
      <p:bldP spid="49179" grpId="0"/>
      <p:bldP spid="49180" grpId="0"/>
      <p:bldP spid="49188" grpId="0"/>
      <p:bldP spid="49212" grpId="0"/>
      <p:bldP spid="49218" grpId="0"/>
      <p:bldP spid="52226" grpId="0"/>
      <p:bldP spid="52229"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2230" name="Text Box 6"/>
          <p:cNvSpPr txBox="1"/>
          <p:nvPr/>
        </p:nvSpPr>
        <p:spPr>
          <a:xfrm>
            <a:off x="4113213" y="1000443"/>
            <a:ext cx="1625600" cy="517525"/>
          </a:xfrm>
          <a:prstGeom prst="rect">
            <a:avLst/>
          </a:prstGeom>
          <a:noFill/>
          <a:ln w="9525">
            <a:noFill/>
          </a:ln>
        </p:spPr>
        <p:txBody>
          <a:bodyPr wrap="square" anchor="t">
            <a:spAutoFit/>
          </a:bodyPr>
          <a:p>
            <a:pPr>
              <a:spcBef>
                <a:spcPct val="50000"/>
              </a:spcBef>
            </a:pPr>
            <a:r>
              <a:rPr lang="en-US" altLang="zh-CN">
                <a:solidFill>
                  <a:srgbClr val="FFFF3D"/>
                </a:solidFill>
                <a:latin typeface="Monotype Corsiva" pitchFamily="66" charset="0"/>
                <a:ea typeface="宋体" panose="02010600030101010101" pitchFamily="2" charset="-122"/>
              </a:rPr>
              <a:t>u =i</a:t>
            </a:r>
            <a:r>
              <a:rPr lang="en-US" altLang="zh-CN">
                <a:solidFill>
                  <a:srgbClr val="FFFF3D"/>
                </a:solidFill>
                <a:latin typeface="Times New Roman" panose="02020603050405020304" pitchFamily="18" charset="0"/>
                <a:ea typeface="宋体" panose="02010600030101010101" pitchFamily="2" charset="-122"/>
              </a:rPr>
              <a:t>R</a:t>
            </a:r>
            <a:r>
              <a:rPr lang="en-US" altLang="zh-CN" sz="2000">
                <a:solidFill>
                  <a:srgbClr val="FFFF3D"/>
                </a:solidFill>
                <a:latin typeface="Times New Roman" panose="02020603050405020304" pitchFamily="18" charset="0"/>
                <a:ea typeface="宋体" panose="02010600030101010101" pitchFamily="2" charset="-122"/>
              </a:rPr>
              <a:t> </a:t>
            </a:r>
            <a:endParaRPr lang="en-US" altLang="zh-CN" sz="2000">
              <a:solidFill>
                <a:srgbClr val="FFFF3D"/>
              </a:solidFill>
              <a:latin typeface="Times New Roman" panose="02020603050405020304" pitchFamily="18" charset="0"/>
              <a:ea typeface="宋体" panose="02010600030101010101" pitchFamily="2" charset="-122"/>
            </a:endParaRPr>
          </a:p>
        </p:txBody>
      </p:sp>
      <p:sp>
        <p:nvSpPr>
          <p:cNvPr id="52231" name="Text Box 7"/>
          <p:cNvSpPr txBox="1"/>
          <p:nvPr/>
        </p:nvSpPr>
        <p:spPr>
          <a:xfrm>
            <a:off x="77788" y="200025"/>
            <a:ext cx="1657350" cy="457200"/>
          </a:xfrm>
          <a:prstGeom prst="rect">
            <a:avLst/>
          </a:prstGeom>
          <a:noFill/>
          <a:ln w="9525">
            <a:noFill/>
          </a:ln>
        </p:spPr>
        <p:txBody>
          <a:bodyPr wrap="square" anchor="t">
            <a:spAutoFit/>
          </a:bodyPr>
          <a:p>
            <a:pPr>
              <a:spcBef>
                <a:spcPct val="50000"/>
              </a:spcBef>
            </a:pPr>
            <a:r>
              <a:rPr lang="zh-CN" altLang="en-US" sz="2400" dirty="0">
                <a:latin typeface="黑体" panose="02010609060101010101" pitchFamily="2" charset="-122"/>
                <a:ea typeface="黑体" panose="02010609060101010101" pitchFamily="2" charset="-122"/>
              </a:rPr>
              <a:t>一、电阻</a:t>
            </a:r>
            <a:endParaRPr lang="zh-CN" altLang="en-US" sz="2400" dirty="0">
              <a:latin typeface="黑体" panose="02010609060101010101" pitchFamily="2" charset="-122"/>
              <a:ea typeface="黑体" panose="02010609060101010101" pitchFamily="2" charset="-122"/>
            </a:endParaRPr>
          </a:p>
        </p:txBody>
      </p:sp>
      <p:sp>
        <p:nvSpPr>
          <p:cNvPr id="52232" name="Text Box 8"/>
          <p:cNvSpPr txBox="1"/>
          <p:nvPr/>
        </p:nvSpPr>
        <p:spPr>
          <a:xfrm>
            <a:off x="4037013" y="2291398"/>
            <a:ext cx="1638300" cy="519112"/>
          </a:xfrm>
          <a:prstGeom prst="rect">
            <a:avLst/>
          </a:prstGeom>
          <a:noFill/>
          <a:ln w="9525">
            <a:noFill/>
          </a:ln>
        </p:spPr>
        <p:txBody>
          <a:bodyPr wrap="square" anchor="t">
            <a:spAutoFit/>
          </a:bodyPr>
          <a:p>
            <a:pPr>
              <a:spcBef>
                <a:spcPct val="50000"/>
              </a:spcBef>
            </a:pPr>
            <a:r>
              <a:rPr lang="en-US" altLang="zh-CN">
                <a:solidFill>
                  <a:srgbClr val="FFFF3D"/>
                </a:solidFill>
                <a:latin typeface="Monotype Corsiva" pitchFamily="66" charset="0"/>
                <a:ea typeface="宋体" panose="02010600030101010101" pitchFamily="2" charset="-122"/>
              </a:rPr>
              <a:t>u =–i</a:t>
            </a:r>
            <a:r>
              <a:rPr lang="en-US" altLang="zh-CN">
                <a:solidFill>
                  <a:srgbClr val="FFFF3D"/>
                </a:solidFill>
                <a:latin typeface="Times New Roman" panose="02020603050405020304" pitchFamily="18" charset="0"/>
                <a:ea typeface="宋体" panose="02010600030101010101" pitchFamily="2" charset="-122"/>
              </a:rPr>
              <a:t>R</a:t>
            </a:r>
            <a:r>
              <a:rPr lang="en-US" altLang="zh-CN" sz="2000">
                <a:solidFill>
                  <a:srgbClr val="FFFF3D"/>
                </a:solidFill>
                <a:latin typeface="Monotype Corsiva" pitchFamily="66" charset="0"/>
                <a:ea typeface="宋体" panose="02010600030101010101" pitchFamily="2" charset="-122"/>
              </a:rPr>
              <a:t> </a:t>
            </a:r>
            <a:endParaRPr lang="en-US" altLang="zh-CN" sz="2000">
              <a:solidFill>
                <a:srgbClr val="FFFF3D"/>
              </a:solidFill>
              <a:latin typeface="Monotype Corsiva" pitchFamily="66" charset="0"/>
              <a:ea typeface="宋体" panose="02010600030101010101" pitchFamily="2" charset="-122"/>
            </a:endParaRPr>
          </a:p>
        </p:txBody>
      </p:sp>
      <p:grpSp>
        <p:nvGrpSpPr>
          <p:cNvPr id="52263" name="Group 39"/>
          <p:cNvGrpSpPr/>
          <p:nvPr/>
        </p:nvGrpSpPr>
        <p:grpSpPr>
          <a:xfrm>
            <a:off x="342583" y="3244215"/>
            <a:ext cx="3459162" cy="850900"/>
            <a:chOff x="1605" y="3557"/>
            <a:chExt cx="1327" cy="536"/>
          </a:xfrm>
        </p:grpSpPr>
        <p:sp>
          <p:nvSpPr>
            <p:cNvPr id="28677" name="Text Box 10"/>
            <p:cNvSpPr txBox="1"/>
            <p:nvPr/>
          </p:nvSpPr>
          <p:spPr>
            <a:xfrm>
              <a:off x="1605" y="3658"/>
              <a:ext cx="843" cy="326"/>
            </a:xfrm>
            <a:prstGeom prst="rect">
              <a:avLst/>
            </a:prstGeom>
            <a:noFill/>
            <a:ln w="9525">
              <a:noFill/>
            </a:ln>
          </p:spPr>
          <p:txBody>
            <a:bodyPr wrap="square" anchor="t">
              <a:spAutoFit/>
            </a:bodyPr>
            <a:p>
              <a:pPr>
                <a:spcBef>
                  <a:spcPct val="50000"/>
                </a:spcBef>
              </a:pPr>
              <a:r>
                <a:rPr lang="en-US" altLang="zh-CN">
                  <a:solidFill>
                    <a:srgbClr val="FFFF3D"/>
                  </a:solidFill>
                  <a:latin typeface="Monotype Corsiva" pitchFamily="66" charset="0"/>
                  <a:ea typeface="宋体" panose="02010600030101010101" pitchFamily="2" charset="-122"/>
                </a:rPr>
                <a:t>p=</a:t>
              </a:r>
              <a:r>
                <a:rPr lang="en-US" altLang="zh-CN" err="1">
                  <a:solidFill>
                    <a:srgbClr val="FFFF3D"/>
                  </a:solidFill>
                  <a:latin typeface="Monotype Corsiva" pitchFamily="66" charset="0"/>
                  <a:ea typeface="宋体" panose="02010600030101010101" pitchFamily="2" charset="-122"/>
                </a:rPr>
                <a:t>ui</a:t>
              </a:r>
              <a:r>
                <a:rPr lang="en-US" altLang="zh-CN">
                  <a:solidFill>
                    <a:srgbClr val="FFFF3D"/>
                  </a:solidFill>
                  <a:latin typeface="Monotype Corsiva" pitchFamily="66" charset="0"/>
                  <a:ea typeface="宋体" panose="02010600030101010101" pitchFamily="2" charset="-122"/>
                </a:rPr>
                <a:t>=i</a:t>
              </a:r>
              <a:r>
                <a:rPr lang="en-US" altLang="zh-CN" baseline="30000">
                  <a:solidFill>
                    <a:srgbClr val="FFFF3D"/>
                  </a:solidFill>
                  <a:latin typeface="Monotype Corsiva" pitchFamily="66" charset="0"/>
                  <a:ea typeface="宋体" panose="02010600030101010101" pitchFamily="2" charset="-122"/>
                </a:rPr>
                <a:t>2</a:t>
              </a:r>
              <a:r>
                <a:rPr lang="en-US" altLang="zh-CN">
                  <a:solidFill>
                    <a:srgbClr val="FFFF3D"/>
                  </a:solidFill>
                  <a:latin typeface="Times New Roman" panose="02020603050405020304" pitchFamily="18" charset="0"/>
                  <a:ea typeface="宋体" panose="02010600030101010101" pitchFamily="2" charset="-122"/>
                </a:rPr>
                <a:t>R</a:t>
              </a:r>
              <a:r>
                <a:rPr lang="en-US" altLang="zh-CN">
                  <a:solidFill>
                    <a:srgbClr val="FFFF3D"/>
                  </a:solidFill>
                  <a:latin typeface="Monotype Corsiva" pitchFamily="66" charset="0"/>
                  <a:ea typeface="宋体" panose="02010600030101010101" pitchFamily="2" charset="-122"/>
                </a:rPr>
                <a:t>=</a:t>
              </a:r>
              <a:endParaRPr lang="en-US" altLang="zh-CN">
                <a:solidFill>
                  <a:srgbClr val="FFFF3D"/>
                </a:solidFill>
                <a:latin typeface="Monotype Corsiva" pitchFamily="66" charset="0"/>
                <a:ea typeface="宋体" panose="02010600030101010101" pitchFamily="2" charset="-122"/>
              </a:endParaRPr>
            </a:p>
          </p:txBody>
        </p:sp>
        <p:sp>
          <p:nvSpPr>
            <p:cNvPr id="28678" name="Text Box 11"/>
            <p:cNvSpPr txBox="1"/>
            <p:nvPr/>
          </p:nvSpPr>
          <p:spPr>
            <a:xfrm>
              <a:off x="2438" y="3557"/>
              <a:ext cx="494" cy="326"/>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u</a:t>
              </a:r>
              <a:r>
                <a:rPr lang="en-US" altLang="zh-CN" baseline="30000">
                  <a:solidFill>
                    <a:srgbClr val="FFFF3D"/>
                  </a:solidFill>
                  <a:latin typeface="Monotype Corsiva" pitchFamily="66" charset="0"/>
                  <a:ea typeface="宋体" panose="02010600030101010101" pitchFamily="2" charset="-122"/>
                </a:rPr>
                <a:t>2</a:t>
              </a:r>
              <a:endParaRPr lang="en-US" altLang="zh-CN">
                <a:solidFill>
                  <a:srgbClr val="FFFF3D"/>
                </a:solidFill>
                <a:latin typeface="Monotype Corsiva" pitchFamily="66" charset="0"/>
                <a:ea typeface="宋体" panose="02010600030101010101" pitchFamily="2" charset="-122"/>
              </a:endParaRPr>
            </a:p>
          </p:txBody>
        </p:sp>
        <p:sp>
          <p:nvSpPr>
            <p:cNvPr id="28679" name="Text Box 12"/>
            <p:cNvSpPr txBox="1"/>
            <p:nvPr/>
          </p:nvSpPr>
          <p:spPr>
            <a:xfrm>
              <a:off x="2448" y="3767"/>
              <a:ext cx="448" cy="326"/>
            </a:xfrm>
            <a:prstGeom prst="rect">
              <a:avLst/>
            </a:prstGeom>
            <a:noFill/>
            <a:ln w="9525">
              <a:noFill/>
            </a:ln>
          </p:spPr>
          <p:txBody>
            <a:bodyPr anchor="t">
              <a:spAutoFit/>
            </a:bodyPr>
            <a:p>
              <a:pPr>
                <a:spcBef>
                  <a:spcPct val="50000"/>
                </a:spcBef>
              </a:pPr>
              <a:r>
                <a:rPr lang="en-US" altLang="zh-CN">
                  <a:solidFill>
                    <a:srgbClr val="FFFF3D"/>
                  </a:solidFill>
                  <a:latin typeface="Times New Roman" panose="02020603050405020304" pitchFamily="18" charset="0"/>
                  <a:ea typeface="宋体" panose="02010600030101010101" pitchFamily="2" charset="-122"/>
                </a:rPr>
                <a:t>R</a:t>
              </a:r>
              <a:endParaRPr lang="en-US" altLang="zh-CN">
                <a:solidFill>
                  <a:srgbClr val="FFFF3D"/>
                </a:solidFill>
                <a:latin typeface="Times New Roman" panose="02020603050405020304" pitchFamily="18" charset="0"/>
                <a:ea typeface="宋体" panose="02010600030101010101" pitchFamily="2" charset="-122"/>
              </a:endParaRPr>
            </a:p>
          </p:txBody>
        </p:sp>
        <p:sp>
          <p:nvSpPr>
            <p:cNvPr id="28680" name="Line 13"/>
            <p:cNvSpPr/>
            <p:nvPr/>
          </p:nvSpPr>
          <p:spPr>
            <a:xfrm>
              <a:off x="2438" y="3821"/>
              <a:ext cx="202" cy="0"/>
            </a:xfrm>
            <a:prstGeom prst="line">
              <a:avLst/>
            </a:prstGeom>
            <a:ln w="28575" cap="flat" cmpd="sng">
              <a:solidFill>
                <a:srgbClr val="FFFF3D"/>
              </a:solidFill>
              <a:prstDash val="solid"/>
              <a:round/>
              <a:headEnd type="none" w="med" len="med"/>
              <a:tailEnd type="none" w="med" len="med"/>
            </a:ln>
          </p:spPr>
        </p:sp>
      </p:grpSp>
      <p:sp>
        <p:nvSpPr>
          <p:cNvPr id="52239" name="Text Box 15"/>
          <p:cNvSpPr txBox="1"/>
          <p:nvPr/>
        </p:nvSpPr>
        <p:spPr>
          <a:xfrm>
            <a:off x="6251893" y="1252538"/>
            <a:ext cx="1874837" cy="1189037"/>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电阻元件约束方程（欧姆定律）</a:t>
            </a:r>
            <a:endParaRPr lang="zh-CN" altLang="en-US" sz="2400" dirty="0">
              <a:latin typeface="楷体" panose="02010609060101010101" charset="-122"/>
              <a:ea typeface="楷体" panose="02010609060101010101" charset="-122"/>
            </a:endParaRPr>
          </a:p>
        </p:txBody>
      </p:sp>
      <p:sp>
        <p:nvSpPr>
          <p:cNvPr id="52240" name="AutoShape 16"/>
          <p:cNvSpPr/>
          <p:nvPr/>
        </p:nvSpPr>
        <p:spPr>
          <a:xfrm>
            <a:off x="5675313" y="1176338"/>
            <a:ext cx="339725" cy="1449387"/>
          </a:xfrm>
          <a:prstGeom prst="rightBrace">
            <a:avLst>
              <a:gd name="adj1" fmla="val 35513"/>
              <a:gd name="adj2" fmla="val 50000"/>
            </a:avLst>
          </a:prstGeom>
          <a:noFill/>
          <a:ln w="38100" cap="flat" cmpd="sng">
            <a:solidFill>
              <a:srgbClr val="FF0000"/>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52264" name="Group 40"/>
          <p:cNvGrpSpPr/>
          <p:nvPr/>
        </p:nvGrpSpPr>
        <p:grpSpPr>
          <a:xfrm>
            <a:off x="585788" y="734695"/>
            <a:ext cx="3173412" cy="1258888"/>
            <a:chOff x="1288" y="2014"/>
            <a:chExt cx="1999" cy="793"/>
          </a:xfrm>
        </p:grpSpPr>
        <p:sp>
          <p:nvSpPr>
            <p:cNvPr id="28684" name="Rectangle 18"/>
            <p:cNvSpPr/>
            <p:nvPr/>
          </p:nvSpPr>
          <p:spPr>
            <a:xfrm rot="10800000">
              <a:off x="2001" y="2282"/>
              <a:ext cx="550" cy="167"/>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685" name="Line 19"/>
            <p:cNvSpPr/>
            <p:nvPr/>
          </p:nvSpPr>
          <p:spPr>
            <a:xfrm>
              <a:off x="2572" y="2357"/>
              <a:ext cx="604" cy="0"/>
            </a:xfrm>
            <a:prstGeom prst="line">
              <a:avLst/>
            </a:prstGeom>
            <a:ln w="38100" cap="flat" cmpd="sng">
              <a:solidFill>
                <a:schemeClr val="bg1"/>
              </a:solidFill>
              <a:prstDash val="solid"/>
              <a:round/>
              <a:headEnd type="none" w="med" len="med"/>
              <a:tailEnd type="none" w="med" len="med"/>
            </a:ln>
          </p:spPr>
        </p:sp>
        <p:sp>
          <p:nvSpPr>
            <p:cNvPr id="28686" name="Line 20"/>
            <p:cNvSpPr/>
            <p:nvPr/>
          </p:nvSpPr>
          <p:spPr>
            <a:xfrm>
              <a:off x="1401" y="2357"/>
              <a:ext cx="604" cy="0"/>
            </a:xfrm>
            <a:prstGeom prst="line">
              <a:avLst/>
            </a:prstGeom>
            <a:ln w="38100" cap="flat" cmpd="sng">
              <a:solidFill>
                <a:schemeClr val="bg1"/>
              </a:solidFill>
              <a:prstDash val="solid"/>
              <a:round/>
              <a:headEnd type="none" w="med" len="med"/>
              <a:tailEnd type="none" w="med" len="med"/>
            </a:ln>
          </p:spPr>
        </p:sp>
        <p:sp>
          <p:nvSpPr>
            <p:cNvPr id="28687" name="Text Box 21"/>
            <p:cNvSpPr txBox="1"/>
            <p:nvPr/>
          </p:nvSpPr>
          <p:spPr>
            <a:xfrm>
              <a:off x="2131" y="2022"/>
              <a:ext cx="339" cy="288"/>
            </a:xfrm>
            <a:prstGeom prst="rect">
              <a:avLst/>
            </a:prstGeom>
            <a:noFill/>
            <a:ln w="9525">
              <a:noFill/>
            </a:ln>
          </p:spPr>
          <p:txBody>
            <a:bodyPr anchor="t">
              <a:spAutoFit/>
            </a:bodyPr>
            <a:p>
              <a:pPr>
                <a:spcBef>
                  <a:spcPct val="50000"/>
                </a:spcBef>
              </a:pPr>
              <a:r>
                <a:rPr lang="en-US" altLang="zh-CN" sz="2400">
                  <a:solidFill>
                    <a:srgbClr val="FFFF3D"/>
                  </a:solidFill>
                  <a:latin typeface="Times New Roman" panose="02020603050405020304" pitchFamily="18" charset="0"/>
                  <a:ea typeface="宋体" panose="02010600030101010101" pitchFamily="2" charset="-122"/>
                </a:rPr>
                <a:t>R</a:t>
              </a:r>
              <a:endParaRPr lang="en-US" altLang="zh-CN" sz="2400">
                <a:solidFill>
                  <a:srgbClr val="FFFF3D"/>
                </a:solidFill>
                <a:latin typeface="Times New Roman" panose="02020603050405020304" pitchFamily="18" charset="0"/>
                <a:ea typeface="宋体" panose="02010600030101010101" pitchFamily="2" charset="-122"/>
              </a:endParaRPr>
            </a:p>
          </p:txBody>
        </p:sp>
        <p:sp>
          <p:nvSpPr>
            <p:cNvPr id="28688" name="Line 22"/>
            <p:cNvSpPr/>
            <p:nvPr/>
          </p:nvSpPr>
          <p:spPr>
            <a:xfrm>
              <a:off x="1454" y="2266"/>
              <a:ext cx="462" cy="0"/>
            </a:xfrm>
            <a:prstGeom prst="line">
              <a:avLst/>
            </a:prstGeom>
            <a:ln w="38100" cap="flat" cmpd="sng">
              <a:solidFill>
                <a:schemeClr val="bg1"/>
              </a:solidFill>
              <a:prstDash val="solid"/>
              <a:round/>
              <a:headEnd type="none" w="med" len="med"/>
              <a:tailEnd type="stealth" w="sm" len="med"/>
            </a:ln>
          </p:spPr>
        </p:sp>
        <p:sp>
          <p:nvSpPr>
            <p:cNvPr id="28689" name="Line 23"/>
            <p:cNvSpPr/>
            <p:nvPr/>
          </p:nvSpPr>
          <p:spPr>
            <a:xfrm>
              <a:off x="1863" y="2540"/>
              <a:ext cx="923" cy="0"/>
            </a:xfrm>
            <a:prstGeom prst="line">
              <a:avLst/>
            </a:prstGeom>
            <a:ln w="38100" cap="flat" cmpd="sng">
              <a:solidFill>
                <a:schemeClr val="bg1"/>
              </a:solidFill>
              <a:prstDash val="solid"/>
              <a:round/>
              <a:headEnd type="none" w="med" len="med"/>
              <a:tailEnd type="stealth" w="sm" len="lg"/>
            </a:ln>
          </p:spPr>
        </p:sp>
        <p:sp>
          <p:nvSpPr>
            <p:cNvPr id="28690" name="Text Box 24"/>
            <p:cNvSpPr txBox="1"/>
            <p:nvPr/>
          </p:nvSpPr>
          <p:spPr>
            <a:xfrm>
              <a:off x="1515" y="2014"/>
              <a:ext cx="587" cy="327"/>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i</a:t>
              </a:r>
              <a:endParaRPr lang="en-US" altLang="zh-CN">
                <a:solidFill>
                  <a:srgbClr val="FFFF3D"/>
                </a:solidFill>
                <a:latin typeface="Monotype Corsiva" pitchFamily="66" charset="0"/>
                <a:ea typeface="宋体" panose="02010600030101010101" pitchFamily="2" charset="-122"/>
              </a:endParaRPr>
            </a:p>
          </p:txBody>
        </p:sp>
        <p:sp>
          <p:nvSpPr>
            <p:cNvPr id="28691" name="Text Box 25"/>
            <p:cNvSpPr txBox="1"/>
            <p:nvPr/>
          </p:nvSpPr>
          <p:spPr>
            <a:xfrm>
              <a:off x="2121" y="2480"/>
              <a:ext cx="586" cy="327"/>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u</a:t>
              </a:r>
              <a:endParaRPr lang="en-US" altLang="zh-CN">
                <a:solidFill>
                  <a:srgbClr val="FFFF3D"/>
                </a:solidFill>
                <a:latin typeface="Monotype Corsiva" pitchFamily="66" charset="0"/>
                <a:ea typeface="宋体" panose="02010600030101010101" pitchFamily="2" charset="-122"/>
              </a:endParaRPr>
            </a:p>
          </p:txBody>
        </p:sp>
        <p:sp>
          <p:nvSpPr>
            <p:cNvPr id="28692" name="Oval 26"/>
            <p:cNvSpPr/>
            <p:nvPr/>
          </p:nvSpPr>
          <p:spPr>
            <a:xfrm>
              <a:off x="3163" y="2292"/>
              <a:ext cx="124" cy="124"/>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693" name="Oval 27"/>
            <p:cNvSpPr/>
            <p:nvPr/>
          </p:nvSpPr>
          <p:spPr>
            <a:xfrm>
              <a:off x="1288" y="2292"/>
              <a:ext cx="124" cy="124"/>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grpSp>
        <p:nvGrpSpPr>
          <p:cNvPr id="52265" name="Group 41"/>
          <p:cNvGrpSpPr/>
          <p:nvPr/>
        </p:nvGrpSpPr>
        <p:grpSpPr>
          <a:xfrm>
            <a:off x="568325" y="2033270"/>
            <a:ext cx="3173413" cy="1258888"/>
            <a:chOff x="1322" y="2759"/>
            <a:chExt cx="1999" cy="793"/>
          </a:xfrm>
        </p:grpSpPr>
        <p:sp>
          <p:nvSpPr>
            <p:cNvPr id="28695" name="Rectangle 29"/>
            <p:cNvSpPr/>
            <p:nvPr/>
          </p:nvSpPr>
          <p:spPr>
            <a:xfrm rot="10800000">
              <a:off x="2035" y="3027"/>
              <a:ext cx="550" cy="167"/>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696" name="Line 30"/>
            <p:cNvSpPr/>
            <p:nvPr/>
          </p:nvSpPr>
          <p:spPr>
            <a:xfrm>
              <a:off x="2606" y="3102"/>
              <a:ext cx="604" cy="0"/>
            </a:xfrm>
            <a:prstGeom prst="line">
              <a:avLst/>
            </a:prstGeom>
            <a:ln w="38100" cap="flat" cmpd="sng">
              <a:solidFill>
                <a:schemeClr val="bg1"/>
              </a:solidFill>
              <a:prstDash val="solid"/>
              <a:round/>
              <a:headEnd type="none" w="med" len="med"/>
              <a:tailEnd type="none" w="med" len="med"/>
            </a:ln>
          </p:spPr>
        </p:sp>
        <p:sp>
          <p:nvSpPr>
            <p:cNvPr id="28697" name="Line 31"/>
            <p:cNvSpPr/>
            <p:nvPr/>
          </p:nvSpPr>
          <p:spPr>
            <a:xfrm>
              <a:off x="1435" y="3102"/>
              <a:ext cx="604" cy="0"/>
            </a:xfrm>
            <a:prstGeom prst="line">
              <a:avLst/>
            </a:prstGeom>
            <a:ln w="38100" cap="flat" cmpd="sng">
              <a:solidFill>
                <a:schemeClr val="bg1"/>
              </a:solidFill>
              <a:prstDash val="solid"/>
              <a:round/>
              <a:headEnd type="none" w="med" len="med"/>
              <a:tailEnd type="none" w="med" len="med"/>
            </a:ln>
          </p:spPr>
        </p:sp>
        <p:sp>
          <p:nvSpPr>
            <p:cNvPr id="28698" name="Text Box 32"/>
            <p:cNvSpPr txBox="1"/>
            <p:nvPr/>
          </p:nvSpPr>
          <p:spPr>
            <a:xfrm>
              <a:off x="2165" y="2767"/>
              <a:ext cx="339" cy="288"/>
            </a:xfrm>
            <a:prstGeom prst="rect">
              <a:avLst/>
            </a:prstGeom>
            <a:noFill/>
            <a:ln w="9525">
              <a:noFill/>
            </a:ln>
          </p:spPr>
          <p:txBody>
            <a:bodyPr anchor="t">
              <a:spAutoFit/>
            </a:bodyPr>
            <a:p>
              <a:pPr>
                <a:spcBef>
                  <a:spcPct val="50000"/>
                </a:spcBef>
              </a:pPr>
              <a:r>
                <a:rPr lang="en-US" altLang="zh-CN" sz="2400">
                  <a:solidFill>
                    <a:srgbClr val="FFFF3D"/>
                  </a:solidFill>
                  <a:latin typeface="Times New Roman" panose="02020603050405020304" pitchFamily="18" charset="0"/>
                  <a:ea typeface="宋体" panose="02010600030101010101" pitchFamily="2" charset="-122"/>
                </a:rPr>
                <a:t>R</a:t>
              </a:r>
              <a:endParaRPr lang="en-US" altLang="zh-CN" sz="2400">
                <a:solidFill>
                  <a:srgbClr val="FFFF3D"/>
                </a:solidFill>
                <a:latin typeface="Times New Roman" panose="02020603050405020304" pitchFamily="18" charset="0"/>
                <a:ea typeface="宋体" panose="02010600030101010101" pitchFamily="2" charset="-122"/>
              </a:endParaRPr>
            </a:p>
          </p:txBody>
        </p:sp>
        <p:sp>
          <p:nvSpPr>
            <p:cNvPr id="28699" name="Line 33"/>
            <p:cNvSpPr/>
            <p:nvPr/>
          </p:nvSpPr>
          <p:spPr>
            <a:xfrm>
              <a:off x="1488" y="3011"/>
              <a:ext cx="462" cy="0"/>
            </a:xfrm>
            <a:prstGeom prst="line">
              <a:avLst/>
            </a:prstGeom>
            <a:ln w="38100" cap="flat" cmpd="sng">
              <a:solidFill>
                <a:schemeClr val="bg1"/>
              </a:solidFill>
              <a:prstDash val="solid"/>
              <a:round/>
              <a:headEnd type="none" w="med" len="med"/>
              <a:tailEnd type="stealth" w="sm" len="med"/>
            </a:ln>
          </p:spPr>
        </p:sp>
        <p:sp>
          <p:nvSpPr>
            <p:cNvPr id="28700" name="Line 34"/>
            <p:cNvSpPr/>
            <p:nvPr/>
          </p:nvSpPr>
          <p:spPr>
            <a:xfrm flipH="1">
              <a:off x="1897" y="3285"/>
              <a:ext cx="923" cy="0"/>
            </a:xfrm>
            <a:prstGeom prst="line">
              <a:avLst/>
            </a:prstGeom>
            <a:ln w="38100" cap="flat" cmpd="sng">
              <a:solidFill>
                <a:schemeClr val="bg1"/>
              </a:solidFill>
              <a:prstDash val="solid"/>
              <a:round/>
              <a:headEnd type="none" w="med" len="med"/>
              <a:tailEnd type="stealth" w="sm" len="lg"/>
            </a:ln>
          </p:spPr>
        </p:sp>
        <p:sp>
          <p:nvSpPr>
            <p:cNvPr id="28701" name="Text Box 35"/>
            <p:cNvSpPr txBox="1"/>
            <p:nvPr/>
          </p:nvSpPr>
          <p:spPr>
            <a:xfrm>
              <a:off x="1549" y="2759"/>
              <a:ext cx="587" cy="327"/>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i</a:t>
              </a:r>
              <a:endParaRPr lang="en-US" altLang="zh-CN">
                <a:solidFill>
                  <a:srgbClr val="FFFF3D"/>
                </a:solidFill>
                <a:latin typeface="Monotype Corsiva" pitchFamily="66" charset="0"/>
                <a:ea typeface="宋体" panose="02010600030101010101" pitchFamily="2" charset="-122"/>
              </a:endParaRPr>
            </a:p>
          </p:txBody>
        </p:sp>
        <p:sp>
          <p:nvSpPr>
            <p:cNvPr id="28702" name="Text Box 36"/>
            <p:cNvSpPr txBox="1"/>
            <p:nvPr/>
          </p:nvSpPr>
          <p:spPr>
            <a:xfrm>
              <a:off x="2155" y="3225"/>
              <a:ext cx="586" cy="327"/>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u</a:t>
              </a:r>
              <a:endParaRPr lang="en-US" altLang="zh-CN">
                <a:solidFill>
                  <a:srgbClr val="FFFF3D"/>
                </a:solidFill>
                <a:latin typeface="Monotype Corsiva" pitchFamily="66" charset="0"/>
                <a:ea typeface="宋体" panose="02010600030101010101" pitchFamily="2" charset="-122"/>
              </a:endParaRPr>
            </a:p>
          </p:txBody>
        </p:sp>
        <p:sp>
          <p:nvSpPr>
            <p:cNvPr id="28703" name="Oval 37"/>
            <p:cNvSpPr/>
            <p:nvPr/>
          </p:nvSpPr>
          <p:spPr>
            <a:xfrm>
              <a:off x="3197" y="3037"/>
              <a:ext cx="124" cy="124"/>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704" name="Oval 38"/>
            <p:cNvSpPr/>
            <p:nvPr/>
          </p:nvSpPr>
          <p:spPr>
            <a:xfrm>
              <a:off x="1322" y="3037"/>
              <a:ext cx="124" cy="124"/>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graphicFrame>
        <p:nvGraphicFramePr>
          <p:cNvPr id="52266" name="Object 42"/>
          <p:cNvGraphicFramePr>
            <a:graphicFrameLocks noChangeAspect="1"/>
          </p:cNvGraphicFramePr>
          <p:nvPr/>
        </p:nvGraphicFramePr>
        <p:xfrm>
          <a:off x="4548823" y="3155315"/>
          <a:ext cx="2592387" cy="1011238"/>
        </p:xfrm>
        <a:graphic>
          <a:graphicData uri="http://schemas.openxmlformats.org/presentationml/2006/ole">
            <mc:AlternateContent xmlns:mc="http://schemas.openxmlformats.org/markup-compatibility/2006">
              <mc:Choice xmlns:v="urn:schemas-microsoft-com:vml" Requires="v">
                <p:oleObj spid="_x0000_s3081" name="" r:id="rId1" imgW="1092200" imgH="457200" progId="Equation.3">
                  <p:embed/>
                </p:oleObj>
              </mc:Choice>
              <mc:Fallback>
                <p:oleObj name="" r:id="rId1" imgW="1092200" imgH="457200" progId="Equation.3">
                  <p:embed/>
                  <p:pic>
                    <p:nvPicPr>
                      <p:cNvPr id="0" name="图片 3080"/>
                      <p:cNvPicPr/>
                      <p:nvPr/>
                    </p:nvPicPr>
                    <p:blipFill>
                      <a:blip r:embed="rId2">
                        <a:clrChange>
                          <a:clrFrom>
                            <a:srgbClr val="000000"/>
                          </a:clrFrom>
                          <a:clrTo>
                            <a:srgbClr val="FFFFFF"/>
                          </a:clrTo>
                        </a:clrChange>
                      </a:blip>
                      <a:stretch>
                        <a:fillRect/>
                      </a:stretch>
                    </p:blipFill>
                    <p:spPr>
                      <a:xfrm>
                        <a:off x="4548823" y="3155315"/>
                        <a:ext cx="2592387" cy="1011238"/>
                      </a:xfrm>
                      <a:prstGeom prst="rect">
                        <a:avLst/>
                      </a:prstGeom>
                      <a:noFill/>
                      <a:ln w="38100">
                        <a:noFill/>
                        <a:miter/>
                      </a:ln>
                    </p:spPr>
                  </p:pic>
                </p:oleObj>
              </mc:Fallback>
            </mc:AlternateContent>
          </a:graphicData>
        </a:graphic>
      </p:graphicFrame>
      <p:grpSp>
        <p:nvGrpSpPr>
          <p:cNvPr id="246791" name="Group 7"/>
          <p:cNvGrpSpPr/>
          <p:nvPr/>
        </p:nvGrpSpPr>
        <p:grpSpPr>
          <a:xfrm>
            <a:off x="751523" y="5195570"/>
            <a:ext cx="5029200" cy="519113"/>
            <a:chOff x="912" y="1440"/>
            <a:chExt cx="3168" cy="327"/>
          </a:xfrm>
          <a:solidFill>
            <a:schemeClr val="tx1">
              <a:lumMod val="50000"/>
              <a:lumOff val="50000"/>
            </a:schemeClr>
          </a:solidFill>
        </p:grpSpPr>
        <p:sp>
          <p:nvSpPr>
            <p:cNvPr id="3075" name="Text Box 4"/>
            <p:cNvSpPr txBox="1"/>
            <p:nvPr/>
          </p:nvSpPr>
          <p:spPr>
            <a:xfrm>
              <a:off x="912" y="1440"/>
              <a:ext cx="3168" cy="327"/>
            </a:xfrm>
            <a:prstGeom prst="rect">
              <a:avLst/>
            </a:prstGeom>
            <a:grpFill/>
            <a:ln w="9525">
              <a:noFill/>
            </a:ln>
          </p:spPr>
          <p:txBody>
            <a:bodyPr anchor="t">
              <a:spAutoFit/>
            </a:bodyPr>
            <a:p>
              <a:pPr>
                <a:spcBef>
                  <a:spcPct val="50000"/>
                </a:spcBef>
              </a:pPr>
              <a:r>
                <a:rPr lang="en-US" altLang="zh-CN" i="1" dirty="0">
                  <a:latin typeface="Times New Roman" panose="02020603050405020304" pitchFamily="18" charset="0"/>
                  <a:ea typeface="宋体" panose="02010600030101010101" pitchFamily="2" charset="-122"/>
                </a:rPr>
                <a:t>u</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R            U=IR        U=IR</a:t>
              </a:r>
              <a:endParaRPr lang="en-US" altLang="zh-CN" dirty="0">
                <a:latin typeface="Times New Roman" panose="02020603050405020304" pitchFamily="18" charset="0"/>
                <a:ea typeface="宋体" panose="02010600030101010101" pitchFamily="2" charset="-122"/>
              </a:endParaRPr>
            </a:p>
          </p:txBody>
        </p:sp>
        <p:sp>
          <p:nvSpPr>
            <p:cNvPr id="3076" name="Oval 5"/>
            <p:cNvSpPr/>
            <p:nvPr/>
          </p:nvSpPr>
          <p:spPr>
            <a:xfrm>
              <a:off x="3153" y="1451"/>
              <a:ext cx="48" cy="48"/>
            </a:xfrm>
            <a:prstGeom prst="ellipse">
              <a:avLst/>
            </a:prstGeom>
            <a:grpFill/>
            <a:ln w="9525" cap="flat" cmpd="sng">
              <a:solidFill>
                <a:schemeClr val="tx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077" name="Oval 6"/>
            <p:cNvSpPr/>
            <p:nvPr/>
          </p:nvSpPr>
          <p:spPr>
            <a:xfrm>
              <a:off x="3403" y="1462"/>
              <a:ext cx="48" cy="48"/>
            </a:xfrm>
            <a:prstGeom prst="ellipse">
              <a:avLst/>
            </a:prstGeom>
            <a:grpFill/>
            <a:ln w="9525" cap="flat" cmpd="sng">
              <a:solidFill>
                <a:schemeClr val="tx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sp>
        <p:nvSpPr>
          <p:cNvPr id="246818" name="Text Box 34"/>
          <p:cNvSpPr txBox="1"/>
          <p:nvPr/>
        </p:nvSpPr>
        <p:spPr>
          <a:xfrm>
            <a:off x="748030" y="5865495"/>
            <a:ext cx="1674813" cy="519113"/>
          </a:xfrm>
          <a:prstGeom prst="rect">
            <a:avLst/>
          </a:prstGeom>
          <a:solidFill>
            <a:schemeClr val="tx1">
              <a:lumMod val="50000"/>
              <a:lumOff val="50000"/>
            </a:schemeClr>
          </a:solidFill>
          <a:ln w="38100">
            <a:noFill/>
          </a:ln>
        </p:spPr>
        <p:txBody>
          <a:bodyPr anchor="t">
            <a:spAutoFit/>
          </a:bodyPr>
          <a:p>
            <a:pPr>
              <a:spcBef>
                <a:spcPct val="50000"/>
              </a:spcBef>
            </a:pPr>
            <a:r>
              <a:rPr lang="zh-CN" altLang="en-US" dirty="0">
                <a:latin typeface="Times New Roman" panose="02020603050405020304" pitchFamily="18" charset="0"/>
                <a:ea typeface="宋体" panose="02010600030101010101" pitchFamily="2" charset="-122"/>
              </a:rPr>
              <a:t>有功功率</a:t>
            </a:r>
            <a:endParaRPr lang="zh-CN" altLang="en-US" dirty="0">
              <a:latin typeface="Times New Roman" panose="02020603050405020304" pitchFamily="18" charset="0"/>
              <a:ea typeface="宋体" panose="02010600030101010101" pitchFamily="2" charset="-122"/>
            </a:endParaRPr>
          </a:p>
        </p:txBody>
      </p:sp>
      <p:graphicFrame>
        <p:nvGraphicFramePr>
          <p:cNvPr id="246817" name="Object 33" descr="40%"/>
          <p:cNvGraphicFramePr>
            <a:graphicFrameLocks noChangeAspect="1"/>
          </p:cNvGraphicFramePr>
          <p:nvPr/>
        </p:nvGraphicFramePr>
        <p:xfrm>
          <a:off x="2838133" y="5882640"/>
          <a:ext cx="1689100" cy="479425"/>
        </p:xfrm>
        <a:graphic>
          <a:graphicData uri="http://schemas.openxmlformats.org/presentationml/2006/ole">
            <mc:AlternateContent xmlns:mc="http://schemas.openxmlformats.org/markup-compatibility/2006">
              <mc:Choice xmlns:v="urn:schemas-microsoft-com:vml" Requires="v">
                <p:oleObj spid="_x0000_s6" name="" r:id="rId3" imgW="825500" imgH="215900" progId="Equation.3">
                  <p:embed/>
                </p:oleObj>
              </mc:Choice>
              <mc:Fallback>
                <p:oleObj name="" r:id="rId3" imgW="825500" imgH="215900" progId="Equation.3">
                  <p:embed/>
                  <p:pic>
                    <p:nvPicPr>
                      <p:cNvPr id="0" name="图片 5"/>
                      <p:cNvPicPr/>
                      <p:nvPr/>
                    </p:nvPicPr>
                    <p:blipFill>
                      <a:blip r:embed="rId4">
                        <a:clrChange>
                          <a:clrFrom>
                            <a:srgbClr val="000000"/>
                          </a:clrFrom>
                          <a:clrTo>
                            <a:srgbClr val="FF0000"/>
                          </a:clrTo>
                        </a:clrChange>
                      </a:blip>
                      <a:stretch>
                        <a:fillRect/>
                      </a:stretch>
                    </p:blipFill>
                    <p:spPr>
                      <a:xfrm>
                        <a:off x="2838133" y="5882640"/>
                        <a:ext cx="1689100" cy="479425"/>
                      </a:xfrm>
                      <a:prstGeom prst="rect">
                        <a:avLst/>
                      </a:prstGeom>
                      <a:solidFill>
                        <a:schemeClr val="tx1">
                          <a:lumMod val="50000"/>
                          <a:lumOff val="50000"/>
                        </a:schemeClr>
                      </a:solidFill>
                      <a:ln w="38100">
                        <a:noFill/>
                        <a:miter/>
                      </a:ln>
                    </p:spPr>
                  </p:pic>
                </p:oleObj>
              </mc:Fallback>
            </mc:AlternateContent>
          </a:graphicData>
        </a:graphic>
      </p:graphicFrame>
      <p:graphicFrame>
        <p:nvGraphicFramePr>
          <p:cNvPr id="246819" name="Object 35" descr="40%"/>
          <p:cNvGraphicFramePr>
            <a:graphicFrameLocks noChangeAspect="1"/>
          </p:cNvGraphicFramePr>
          <p:nvPr/>
        </p:nvGraphicFramePr>
        <p:xfrm>
          <a:off x="4525963" y="5880418"/>
          <a:ext cx="1196975" cy="469900"/>
        </p:xfrm>
        <a:graphic>
          <a:graphicData uri="http://schemas.openxmlformats.org/presentationml/2006/ole">
            <mc:AlternateContent xmlns:mc="http://schemas.openxmlformats.org/markup-compatibility/2006">
              <mc:Choice xmlns:v="urn:schemas-microsoft-com:vml" Requires="v">
                <p:oleObj spid="_x0000_s2" name="" r:id="rId5" imgW="635000" imgH="228600" progId="Equation.3">
                  <p:embed/>
                </p:oleObj>
              </mc:Choice>
              <mc:Fallback>
                <p:oleObj name="" r:id="rId5" imgW="635000" imgH="228600" progId="Equation.3">
                  <p:embed/>
                  <p:pic>
                    <p:nvPicPr>
                      <p:cNvPr id="0" name="图片 1"/>
                      <p:cNvPicPr/>
                      <p:nvPr/>
                    </p:nvPicPr>
                    <p:blipFill>
                      <a:blip r:embed="rId6">
                        <a:clrChange>
                          <a:clrFrom>
                            <a:srgbClr val="000000"/>
                          </a:clrFrom>
                          <a:clrTo>
                            <a:srgbClr val="FF0000"/>
                          </a:clrTo>
                        </a:clrChange>
                      </a:blip>
                      <a:stretch>
                        <a:fillRect/>
                      </a:stretch>
                    </p:blipFill>
                    <p:spPr>
                      <a:xfrm>
                        <a:off x="4525963" y="5880418"/>
                        <a:ext cx="1196975" cy="469900"/>
                      </a:xfrm>
                      <a:prstGeom prst="rect">
                        <a:avLst/>
                      </a:prstGeom>
                      <a:solidFill>
                        <a:schemeClr val="tx1">
                          <a:lumMod val="50000"/>
                          <a:lumOff val="50000"/>
                        </a:schemeClr>
                      </a:solidFill>
                      <a:ln w="38100">
                        <a:noFill/>
                        <a:miter/>
                      </a:ln>
                    </p:spPr>
                  </p:pic>
                </p:oleObj>
              </mc:Fallback>
            </mc:AlternateContent>
          </a:graphicData>
        </a:graphic>
      </p:graphicFrame>
      <p:grpSp>
        <p:nvGrpSpPr>
          <p:cNvPr id="246808" name="Group 24"/>
          <p:cNvGrpSpPr/>
          <p:nvPr/>
        </p:nvGrpSpPr>
        <p:grpSpPr>
          <a:xfrm>
            <a:off x="6390005" y="5162868"/>
            <a:ext cx="2209800" cy="1104900"/>
            <a:chOff x="3744" y="2208"/>
            <a:chExt cx="1392" cy="696"/>
          </a:xfrm>
          <a:solidFill>
            <a:schemeClr val="tx1">
              <a:lumMod val="50000"/>
              <a:lumOff val="50000"/>
            </a:schemeClr>
          </a:solidFill>
        </p:grpSpPr>
        <p:sp>
          <p:nvSpPr>
            <p:cNvPr id="3093" name="Line 25"/>
            <p:cNvSpPr/>
            <p:nvPr/>
          </p:nvSpPr>
          <p:spPr>
            <a:xfrm>
              <a:off x="3744" y="2544"/>
              <a:ext cx="1200" cy="0"/>
            </a:xfrm>
            <a:prstGeom prst="line">
              <a:avLst/>
            </a:prstGeom>
            <a:grpFill/>
            <a:ln w="38100" cap="flat" cmpd="sng">
              <a:solidFill>
                <a:srgbClr val="006600"/>
              </a:solidFill>
              <a:prstDash val="solid"/>
              <a:round/>
              <a:headEnd type="none" w="med" len="med"/>
              <a:tailEnd type="triangle" w="sm" len="lg"/>
            </a:ln>
          </p:spPr>
        </p:sp>
        <p:sp>
          <p:nvSpPr>
            <p:cNvPr id="3094" name="Line 26"/>
            <p:cNvSpPr/>
            <p:nvPr/>
          </p:nvSpPr>
          <p:spPr>
            <a:xfrm>
              <a:off x="3744" y="2496"/>
              <a:ext cx="960" cy="0"/>
            </a:xfrm>
            <a:prstGeom prst="line">
              <a:avLst/>
            </a:prstGeom>
            <a:grpFill/>
            <a:ln w="38100" cap="flat" cmpd="sng">
              <a:solidFill>
                <a:srgbClr val="CC3300"/>
              </a:solidFill>
              <a:prstDash val="solid"/>
              <a:round/>
              <a:headEnd type="none" w="med" len="med"/>
              <a:tailEnd type="triangle" w="sm" len="lg"/>
            </a:ln>
          </p:spPr>
        </p:sp>
        <p:graphicFrame>
          <p:nvGraphicFramePr>
            <p:cNvPr id="3095" name="Object 27"/>
            <p:cNvGraphicFramePr>
              <a:graphicFrameLocks noChangeAspect="1"/>
            </p:cNvGraphicFramePr>
            <p:nvPr/>
          </p:nvGraphicFramePr>
          <p:xfrm>
            <a:off x="4560" y="2208"/>
            <a:ext cx="158" cy="240"/>
          </p:xfrm>
          <a:graphic>
            <a:graphicData uri="http://schemas.openxmlformats.org/presentationml/2006/ole">
              <mc:AlternateContent xmlns:mc="http://schemas.openxmlformats.org/markup-compatibility/2006">
                <mc:Choice xmlns:v="urn:schemas-microsoft-com:vml" Requires="v">
                  <p:oleObj spid="_x0000_s4" name="" r:id="rId7" imgW="139700" imgH="228600" progId="Equation.3">
                    <p:embed/>
                  </p:oleObj>
                </mc:Choice>
                <mc:Fallback>
                  <p:oleObj name="" r:id="rId7" imgW="139700" imgH="228600" progId="Equation.3">
                    <p:embed/>
                    <p:pic>
                      <p:nvPicPr>
                        <p:cNvPr id="0" name="图片 3"/>
                        <p:cNvPicPr/>
                        <p:nvPr/>
                      </p:nvPicPr>
                      <p:blipFill>
                        <a:blip r:embed="rId8">
                          <a:clrChange>
                            <a:clrFrom>
                              <a:srgbClr val="000000"/>
                            </a:clrFrom>
                            <a:clrTo>
                              <a:srgbClr val="CC3300"/>
                            </a:clrTo>
                          </a:clrChange>
                        </a:blip>
                        <a:stretch>
                          <a:fillRect/>
                        </a:stretch>
                      </p:blipFill>
                      <p:spPr>
                        <a:xfrm>
                          <a:off x="4560" y="2208"/>
                          <a:ext cx="158" cy="240"/>
                        </a:xfrm>
                        <a:prstGeom prst="rect">
                          <a:avLst/>
                        </a:prstGeom>
                        <a:noFill/>
                        <a:ln w="38100">
                          <a:noFill/>
                          <a:miter/>
                        </a:ln>
                      </p:spPr>
                    </p:pic>
                  </p:oleObj>
                </mc:Fallback>
              </mc:AlternateContent>
            </a:graphicData>
          </a:graphic>
        </p:graphicFrame>
        <p:graphicFrame>
          <p:nvGraphicFramePr>
            <p:cNvPr id="3096" name="Object 28"/>
            <p:cNvGraphicFramePr>
              <a:graphicFrameLocks noChangeAspect="1"/>
            </p:cNvGraphicFramePr>
            <p:nvPr/>
          </p:nvGraphicFramePr>
          <p:xfrm>
            <a:off x="4930" y="2496"/>
            <a:ext cx="206" cy="254"/>
          </p:xfrm>
          <a:graphic>
            <a:graphicData uri="http://schemas.openxmlformats.org/presentationml/2006/ole">
              <mc:AlternateContent xmlns:mc="http://schemas.openxmlformats.org/markup-compatibility/2006">
                <mc:Choice xmlns:v="urn:schemas-microsoft-com:vml" Requires="v">
                  <p:oleObj spid="_x0000_s5" name="" r:id="rId9" imgW="190500" imgH="241300" progId="Equation.3">
                    <p:embed/>
                  </p:oleObj>
                </mc:Choice>
                <mc:Fallback>
                  <p:oleObj name="" r:id="rId9" imgW="190500" imgH="241300" progId="Equation.3">
                    <p:embed/>
                    <p:pic>
                      <p:nvPicPr>
                        <p:cNvPr id="0" name="图片 4"/>
                        <p:cNvPicPr/>
                        <p:nvPr/>
                      </p:nvPicPr>
                      <p:blipFill>
                        <a:blip r:embed="rId10">
                          <a:clrChange>
                            <a:clrFrom>
                              <a:srgbClr val="000000"/>
                            </a:clrFrom>
                            <a:clrTo>
                              <a:srgbClr val="006600"/>
                            </a:clrTo>
                          </a:clrChange>
                        </a:blip>
                        <a:stretch>
                          <a:fillRect/>
                        </a:stretch>
                      </p:blipFill>
                      <p:spPr>
                        <a:xfrm>
                          <a:off x="4930" y="2496"/>
                          <a:ext cx="206" cy="254"/>
                        </a:xfrm>
                        <a:prstGeom prst="rect">
                          <a:avLst/>
                        </a:prstGeom>
                        <a:noFill/>
                        <a:ln w="38100">
                          <a:noFill/>
                          <a:miter/>
                        </a:ln>
                      </p:spPr>
                    </p:pic>
                  </p:oleObj>
                </mc:Fallback>
              </mc:AlternateContent>
            </a:graphicData>
          </a:graphic>
        </p:graphicFrame>
        <p:sp>
          <p:nvSpPr>
            <p:cNvPr id="3097" name="Rectangle 29"/>
            <p:cNvSpPr/>
            <p:nvPr/>
          </p:nvSpPr>
          <p:spPr>
            <a:xfrm>
              <a:off x="3814" y="2577"/>
              <a:ext cx="791" cy="327"/>
            </a:xfrm>
            <a:prstGeom prst="rect">
              <a:avLst/>
            </a:prstGeom>
            <a:grpFill/>
            <a:ln w="9525">
              <a:noFill/>
            </a:ln>
          </p:spPr>
          <p:txBody>
            <a:bodyPr wrap="none" anchor="t">
              <a:spAutoFit/>
            </a:bodyPr>
            <a:p>
              <a:pPr eaLnBrk="0" hangingPunct="0">
                <a:spcBef>
                  <a:spcPct val="50000"/>
                </a:spcBef>
              </a:pPr>
              <a:r>
                <a:rPr lang="zh-CN" altLang="en-US" dirty="0">
                  <a:solidFill>
                    <a:srgbClr val="000099"/>
                  </a:solidFill>
                  <a:latin typeface="宋体" panose="02010600030101010101" pitchFamily="2" charset="-122"/>
                  <a:ea typeface="宋体" panose="02010600030101010101" pitchFamily="2" charset="-122"/>
                </a:rPr>
                <a:t>相量图</a:t>
              </a:r>
              <a:endParaRPr lang="zh-CN" altLang="en-US" dirty="0">
                <a:solidFill>
                  <a:srgbClr val="000099"/>
                </a:solidFill>
                <a:latin typeface="宋体" panose="02010600030101010101" pitchFamily="2" charset="-122"/>
                <a:ea typeface="宋体" panose="02010600030101010101" pitchFamily="2" charset="-122"/>
              </a:endParaRPr>
            </a:p>
          </p:txBody>
        </p:sp>
      </p:grpSp>
      <p:sp>
        <p:nvSpPr>
          <p:cNvPr id="3" name="文本框 2"/>
          <p:cNvSpPr txBox="1"/>
          <p:nvPr/>
        </p:nvSpPr>
        <p:spPr>
          <a:xfrm>
            <a:off x="640715" y="4392295"/>
            <a:ext cx="2546350" cy="521970"/>
          </a:xfrm>
          <a:prstGeom prst="rect">
            <a:avLst/>
          </a:prstGeom>
          <a:solidFill>
            <a:schemeClr val="tx1">
              <a:lumMod val="50000"/>
              <a:lumOff val="50000"/>
            </a:schemeClr>
          </a:solidFill>
        </p:spPr>
        <p:txBody>
          <a:bodyPr wrap="square" rtlCol="0">
            <a:spAutoFit/>
          </a:bodyPr>
          <a:p>
            <a:r>
              <a:rPr lang="zh-CN" altLang="en-US"/>
              <a:t>正弦交流：</a:t>
            </a: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2231"/>
                                        </p:tgtEl>
                                        <p:attrNameLst>
                                          <p:attrName>style.visibility</p:attrName>
                                        </p:attrNameLst>
                                      </p:cBhvr>
                                      <p:to>
                                        <p:strVal val="visible"/>
                                      </p:to>
                                    </p:set>
                                    <p:animEffect transition="in" filter="slide(fromBottom)">
                                      <p:cBhvr>
                                        <p:cTn id="7" dur="500"/>
                                        <p:tgtEl>
                                          <p:spTgt spid="522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2264"/>
                                        </p:tgtEl>
                                        <p:attrNameLst>
                                          <p:attrName>style.visibility</p:attrName>
                                        </p:attrNameLst>
                                      </p:cBhvr>
                                      <p:to>
                                        <p:strVal val="visible"/>
                                      </p:to>
                                    </p:set>
                                    <p:animEffect transition="in" filter="wipe(left)">
                                      <p:cBhvr>
                                        <p:cTn id="12" dur="500"/>
                                        <p:tgtEl>
                                          <p:spTgt spid="5226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52230"/>
                                        </p:tgtEl>
                                        <p:attrNameLst>
                                          <p:attrName>style.visibility</p:attrName>
                                        </p:attrNameLst>
                                      </p:cBhvr>
                                      <p:to>
                                        <p:strVal val="visible"/>
                                      </p:to>
                                    </p:set>
                                    <p:anim calcmode="lin" valueType="num">
                                      <p:cBhvr additive="base">
                                        <p:cTn id="17" dur="500" fill="hold"/>
                                        <p:tgtEl>
                                          <p:spTgt spid="52230"/>
                                        </p:tgtEl>
                                        <p:attrNameLst>
                                          <p:attrName>ppt_x</p:attrName>
                                        </p:attrNameLst>
                                      </p:cBhvr>
                                      <p:tavLst>
                                        <p:tav tm="0">
                                          <p:val>
                                            <p:strVal val="1+#ppt_w/2"/>
                                          </p:val>
                                        </p:tav>
                                        <p:tav tm="100000">
                                          <p:val>
                                            <p:strVal val="#ppt_x"/>
                                          </p:val>
                                        </p:tav>
                                      </p:tavLst>
                                    </p:anim>
                                    <p:anim calcmode="lin" valueType="num">
                                      <p:cBhvr additive="base">
                                        <p:cTn id="18" dur="500" fill="hold"/>
                                        <p:tgtEl>
                                          <p:spTgt spid="5223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2265"/>
                                        </p:tgtEl>
                                        <p:attrNameLst>
                                          <p:attrName>style.visibility</p:attrName>
                                        </p:attrNameLst>
                                      </p:cBhvr>
                                      <p:to>
                                        <p:strVal val="visible"/>
                                      </p:to>
                                    </p:set>
                                    <p:animEffect transition="in" filter="wipe(left)">
                                      <p:cBhvr>
                                        <p:cTn id="23" dur="500"/>
                                        <p:tgtEl>
                                          <p:spTgt spid="5226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52232"/>
                                        </p:tgtEl>
                                        <p:attrNameLst>
                                          <p:attrName>style.visibility</p:attrName>
                                        </p:attrNameLst>
                                      </p:cBhvr>
                                      <p:to>
                                        <p:strVal val="visible"/>
                                      </p:to>
                                    </p:set>
                                    <p:animEffect transition="in" filter="box(out)">
                                      <p:cBhvr>
                                        <p:cTn id="28" dur="500"/>
                                        <p:tgtEl>
                                          <p:spTgt spid="52232"/>
                                        </p:tgtEl>
                                      </p:cBhvr>
                                    </p:animEffect>
                                  </p:childTnLst>
                                </p:cTn>
                              </p:par>
                            </p:childTnLst>
                          </p:cTn>
                        </p:par>
                        <p:par>
                          <p:cTn id="29" fill="hold">
                            <p:stCondLst>
                              <p:cond delay="500"/>
                            </p:stCondLst>
                            <p:childTnLst>
                              <p:par>
                                <p:cTn id="30" presetID="16" presetClass="entr" presetSubtype="26" fill="hold" grpId="0" nodeType="afterEffect">
                                  <p:stCondLst>
                                    <p:cond delay="1000"/>
                                  </p:stCondLst>
                                  <p:childTnLst>
                                    <p:set>
                                      <p:cBhvr>
                                        <p:cTn id="31" dur="1" fill="hold">
                                          <p:stCondLst>
                                            <p:cond delay="0"/>
                                          </p:stCondLst>
                                        </p:cTn>
                                        <p:tgtEl>
                                          <p:spTgt spid="52240"/>
                                        </p:tgtEl>
                                        <p:attrNameLst>
                                          <p:attrName>style.visibility</p:attrName>
                                        </p:attrNameLst>
                                      </p:cBhvr>
                                      <p:to>
                                        <p:strVal val="visible"/>
                                      </p:to>
                                    </p:set>
                                    <p:animEffect transition="in" filter="barn(inHorizontal)">
                                      <p:cBhvr>
                                        <p:cTn id="32" dur="500"/>
                                        <p:tgtEl>
                                          <p:spTgt spid="52240"/>
                                        </p:tgtEl>
                                      </p:cBhvr>
                                    </p:animEffect>
                                  </p:childTnLst>
                                </p:cTn>
                              </p:par>
                            </p:childTnLst>
                          </p:cTn>
                        </p:par>
                        <p:par>
                          <p:cTn id="33" fill="hold">
                            <p:stCondLst>
                              <p:cond delay="2000"/>
                            </p:stCondLst>
                            <p:childTnLst>
                              <p:par>
                                <p:cTn id="34" presetID="2" presetClass="entr" presetSubtype="2" fill="hold" grpId="0" nodeType="afterEffect">
                                  <p:stCondLst>
                                    <p:cond delay="1000"/>
                                  </p:stCondLst>
                                  <p:childTnLst>
                                    <p:set>
                                      <p:cBhvr>
                                        <p:cTn id="35" dur="1" fill="hold">
                                          <p:stCondLst>
                                            <p:cond delay="0"/>
                                          </p:stCondLst>
                                        </p:cTn>
                                        <p:tgtEl>
                                          <p:spTgt spid="52239"/>
                                        </p:tgtEl>
                                        <p:attrNameLst>
                                          <p:attrName>style.visibility</p:attrName>
                                        </p:attrNameLst>
                                      </p:cBhvr>
                                      <p:to>
                                        <p:strVal val="visible"/>
                                      </p:to>
                                    </p:set>
                                    <p:anim calcmode="lin" valueType="num">
                                      <p:cBhvr additive="base">
                                        <p:cTn id="36" dur="500" fill="hold"/>
                                        <p:tgtEl>
                                          <p:spTgt spid="52239"/>
                                        </p:tgtEl>
                                        <p:attrNameLst>
                                          <p:attrName>ppt_x</p:attrName>
                                        </p:attrNameLst>
                                      </p:cBhvr>
                                      <p:tavLst>
                                        <p:tav tm="0">
                                          <p:val>
                                            <p:strVal val="1+#ppt_w/2"/>
                                          </p:val>
                                        </p:tav>
                                        <p:tav tm="100000">
                                          <p:val>
                                            <p:strVal val="#ppt_x"/>
                                          </p:val>
                                        </p:tav>
                                      </p:tavLst>
                                    </p:anim>
                                    <p:anim calcmode="lin" valueType="num">
                                      <p:cBhvr additive="base">
                                        <p:cTn id="37" dur="500" fill="hold"/>
                                        <p:tgtEl>
                                          <p:spTgt spid="52239"/>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2263"/>
                                        </p:tgtEl>
                                        <p:attrNameLst>
                                          <p:attrName>style.visibility</p:attrName>
                                        </p:attrNameLst>
                                      </p:cBhvr>
                                      <p:to>
                                        <p:strVal val="visible"/>
                                      </p:to>
                                    </p:set>
                                    <p:animEffect transition="in" filter="wipe(left)">
                                      <p:cBhvr>
                                        <p:cTn id="42" dur="500"/>
                                        <p:tgtEl>
                                          <p:spTgt spid="5226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2266"/>
                                        </p:tgtEl>
                                        <p:attrNameLst>
                                          <p:attrName>style.visibility</p:attrName>
                                        </p:attrNameLst>
                                      </p:cBhvr>
                                      <p:to>
                                        <p:strVal val="visible"/>
                                      </p:to>
                                    </p:set>
                                    <p:animEffect transition="in" filter="blinds(horizontal)">
                                      <p:cBhvr>
                                        <p:cTn id="47" dur="500"/>
                                        <p:tgtEl>
                                          <p:spTgt spid="5226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blinds(horizontal)">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46791"/>
                                        </p:tgtEl>
                                        <p:attrNameLst>
                                          <p:attrName>style.visibility</p:attrName>
                                        </p:attrNameLst>
                                      </p:cBhvr>
                                      <p:to>
                                        <p:strVal val="visible"/>
                                      </p:to>
                                    </p:set>
                                    <p:animEffect transition="in" filter="wipe(left)">
                                      <p:cBhvr>
                                        <p:cTn id="57" dur="500"/>
                                        <p:tgtEl>
                                          <p:spTgt spid="246791"/>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4681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46817"/>
                                        </p:tgtEl>
                                        <p:attrNameLst>
                                          <p:attrName>style.visibility</p:attrName>
                                        </p:attrNameLst>
                                      </p:cBhvr>
                                      <p:to>
                                        <p:strVal val="visible"/>
                                      </p:to>
                                    </p:set>
                                    <p:animEffect transition="in" filter="wipe(left)">
                                      <p:cBhvr>
                                        <p:cTn id="66" dur="500"/>
                                        <p:tgtEl>
                                          <p:spTgt spid="24681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46819"/>
                                        </p:tgtEl>
                                        <p:attrNameLst>
                                          <p:attrName>style.visibility</p:attrName>
                                        </p:attrNameLst>
                                      </p:cBhvr>
                                      <p:to>
                                        <p:strVal val="visible"/>
                                      </p:to>
                                    </p:set>
                                    <p:animEffect transition="in" filter="wipe(left)">
                                      <p:cBhvr>
                                        <p:cTn id="71" dur="500"/>
                                        <p:tgtEl>
                                          <p:spTgt spid="24681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46808"/>
                                        </p:tgtEl>
                                        <p:attrNameLst>
                                          <p:attrName>style.visibility</p:attrName>
                                        </p:attrNameLst>
                                      </p:cBhvr>
                                      <p:to>
                                        <p:strVal val="visible"/>
                                      </p:to>
                                    </p:set>
                                    <p:animEffect transition="in" filter="wipe(left)">
                                      <p:cBhvr>
                                        <p:cTn id="76" dur="500"/>
                                        <p:tgtEl>
                                          <p:spTgt spid="246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0" grpId="0"/>
      <p:bldP spid="52231" grpId="0"/>
      <p:bldP spid="52232" grpId="0"/>
      <p:bldP spid="52239" grpId="0"/>
      <p:bldP spid="52240" grpId="0" bldLvl="0" animBg="1"/>
      <p:bldP spid="246818" grpId="0" bldLvl="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5298" name="Rectangle 2"/>
          <p:cNvSpPr>
            <a:spLocks noGrp="1"/>
          </p:cNvSpPr>
          <p:nvPr>
            <p:ph type="title"/>
          </p:nvPr>
        </p:nvSpPr>
        <p:spPr>
          <a:xfrm>
            <a:off x="5434013" y="587375"/>
            <a:ext cx="2444750" cy="935038"/>
          </a:xfrm>
        </p:spPr>
        <p:txBody>
          <a:bodyPr wrap="square" lIns="91440" tIns="45720" rIns="91440" bIns="45720" anchor="b"/>
          <a:p>
            <a:pPr>
              <a:spcBef>
                <a:spcPct val="50000"/>
              </a:spcBef>
            </a:pPr>
            <a:r>
              <a:rPr lang="zh-CN" altLang="en-US" sz="2400" b="1" dirty="0">
                <a:solidFill>
                  <a:srgbClr val="FFFF3D"/>
                </a:solidFill>
                <a:latin typeface="楷体" panose="02010609060101010101" charset="-122"/>
                <a:ea typeface="楷体" panose="02010609060101010101" charset="-122"/>
              </a:rPr>
              <a:t>几种常见的电阻元件</a:t>
            </a:r>
            <a:endParaRPr lang="zh-CN" altLang="en-US" sz="2400" b="1" dirty="0">
              <a:solidFill>
                <a:srgbClr val="FFFF3D"/>
              </a:solidFill>
              <a:latin typeface="楷体" panose="02010609060101010101" charset="-122"/>
              <a:ea typeface="楷体" panose="02010609060101010101" charset="-122"/>
            </a:endParaRPr>
          </a:p>
        </p:txBody>
      </p:sp>
      <p:grpSp>
        <p:nvGrpSpPr>
          <p:cNvPr id="55300" name="Group 4"/>
          <p:cNvGrpSpPr/>
          <p:nvPr/>
        </p:nvGrpSpPr>
        <p:grpSpPr>
          <a:xfrm>
            <a:off x="539750" y="908050"/>
            <a:ext cx="2232025" cy="2636838"/>
            <a:chOff x="431" y="663"/>
            <a:chExt cx="2268" cy="1844"/>
          </a:xfrm>
        </p:grpSpPr>
        <p:pic>
          <p:nvPicPr>
            <p:cNvPr id="29699" name="Picture 5" descr="电阻3"/>
            <p:cNvPicPr>
              <a:picLocks noChangeAspect="1"/>
            </p:cNvPicPr>
            <p:nvPr/>
          </p:nvPicPr>
          <p:blipFill>
            <a:blip r:embed="rId1"/>
            <a:stretch>
              <a:fillRect/>
            </a:stretch>
          </p:blipFill>
          <p:spPr>
            <a:xfrm>
              <a:off x="431" y="663"/>
              <a:ext cx="2268" cy="1253"/>
            </a:xfrm>
            <a:prstGeom prst="rect">
              <a:avLst/>
            </a:prstGeom>
            <a:noFill/>
            <a:ln w="9525">
              <a:noFill/>
            </a:ln>
          </p:spPr>
        </p:pic>
        <p:sp>
          <p:nvSpPr>
            <p:cNvPr id="29700" name="Text Box 6"/>
            <p:cNvSpPr txBox="1"/>
            <p:nvPr/>
          </p:nvSpPr>
          <p:spPr>
            <a:xfrm>
              <a:off x="703" y="1931"/>
              <a:ext cx="1770" cy="576"/>
            </a:xfrm>
            <a:prstGeom prst="rect">
              <a:avLst/>
            </a:prstGeom>
            <a:noFill/>
            <a:ln w="12700">
              <a:noFill/>
            </a:ln>
          </p:spPr>
          <p:txBody>
            <a:bodyPr anchor="t">
              <a:spAutoFit/>
            </a:bodyPr>
            <a:p>
              <a:pPr algn="ctr" eaLnBrk="0" hangingPunct="0"/>
              <a:r>
                <a:rPr lang="zh-CN" altLang="en-US" sz="2400" dirty="0">
                  <a:latin typeface="楷体" panose="02010609060101010101" charset="-122"/>
                  <a:ea typeface="楷体" panose="02010609060101010101" charset="-122"/>
                </a:rPr>
                <a:t>普通金属膜电阻</a:t>
              </a:r>
              <a:endParaRPr lang="zh-CN" altLang="en-US" sz="2400" dirty="0">
                <a:latin typeface="楷体" panose="02010609060101010101" charset="-122"/>
                <a:ea typeface="楷体" panose="02010609060101010101" charset="-122"/>
              </a:endParaRPr>
            </a:p>
          </p:txBody>
        </p:sp>
      </p:grpSp>
      <p:grpSp>
        <p:nvGrpSpPr>
          <p:cNvPr id="55303" name="Group 7"/>
          <p:cNvGrpSpPr/>
          <p:nvPr/>
        </p:nvGrpSpPr>
        <p:grpSpPr>
          <a:xfrm>
            <a:off x="2771775" y="1773238"/>
            <a:ext cx="2232025" cy="2249487"/>
            <a:chOff x="2653" y="663"/>
            <a:chExt cx="2087" cy="1594"/>
          </a:xfrm>
        </p:grpSpPr>
        <p:pic>
          <p:nvPicPr>
            <p:cNvPr id="29702" name="Picture 8" descr="绕线电阻1"/>
            <p:cNvPicPr>
              <a:picLocks noChangeAspect="1"/>
            </p:cNvPicPr>
            <p:nvPr/>
          </p:nvPicPr>
          <p:blipFill>
            <a:blip r:embed="rId2"/>
            <a:stretch>
              <a:fillRect/>
            </a:stretch>
          </p:blipFill>
          <p:spPr>
            <a:xfrm>
              <a:off x="2653" y="663"/>
              <a:ext cx="2087" cy="1252"/>
            </a:xfrm>
            <a:prstGeom prst="rect">
              <a:avLst/>
            </a:prstGeom>
            <a:noFill/>
            <a:ln w="9525">
              <a:noFill/>
            </a:ln>
          </p:spPr>
        </p:pic>
        <p:sp>
          <p:nvSpPr>
            <p:cNvPr id="29703" name="Text Box 9"/>
            <p:cNvSpPr txBox="1"/>
            <p:nvPr/>
          </p:nvSpPr>
          <p:spPr>
            <a:xfrm>
              <a:off x="2961" y="1933"/>
              <a:ext cx="1325" cy="324"/>
            </a:xfrm>
            <a:prstGeom prst="rect">
              <a:avLst/>
            </a:prstGeom>
            <a:noFill/>
            <a:ln w="12700">
              <a:noFill/>
            </a:ln>
          </p:spPr>
          <p:txBody>
            <a:bodyPr wrap="square" anchor="t">
              <a:spAutoFit/>
            </a:bodyPr>
            <a:p>
              <a:pPr eaLnBrk="0" hangingPunct="0"/>
              <a:r>
                <a:rPr lang="zh-CN" altLang="en-US" sz="2400" dirty="0">
                  <a:latin typeface="楷体" panose="02010609060101010101" charset="-122"/>
                  <a:ea typeface="楷体" panose="02010609060101010101" charset="-122"/>
                </a:rPr>
                <a:t>绕线电阻</a:t>
              </a:r>
              <a:endParaRPr lang="zh-CN" altLang="en-US" sz="2400" dirty="0">
                <a:latin typeface="楷体" panose="02010609060101010101" charset="-122"/>
                <a:ea typeface="楷体" panose="02010609060101010101" charset="-122"/>
              </a:endParaRPr>
            </a:p>
          </p:txBody>
        </p:sp>
      </p:grpSp>
      <p:grpSp>
        <p:nvGrpSpPr>
          <p:cNvPr id="55306" name="Group 10"/>
          <p:cNvGrpSpPr/>
          <p:nvPr/>
        </p:nvGrpSpPr>
        <p:grpSpPr>
          <a:xfrm>
            <a:off x="5003800" y="2565400"/>
            <a:ext cx="2016125" cy="2400300"/>
            <a:chOff x="3152" y="1616"/>
            <a:chExt cx="1270" cy="1512"/>
          </a:xfrm>
        </p:grpSpPr>
        <p:pic>
          <p:nvPicPr>
            <p:cNvPr id="29705" name="Picture 11" descr="电阻排"/>
            <p:cNvPicPr>
              <a:picLocks noChangeAspect="1"/>
            </p:cNvPicPr>
            <p:nvPr/>
          </p:nvPicPr>
          <p:blipFill>
            <a:blip r:embed="rId3"/>
            <a:stretch>
              <a:fillRect/>
            </a:stretch>
          </p:blipFill>
          <p:spPr>
            <a:xfrm>
              <a:off x="3152" y="1616"/>
              <a:ext cx="1270" cy="1120"/>
            </a:xfrm>
            <a:prstGeom prst="rect">
              <a:avLst/>
            </a:prstGeom>
            <a:noFill/>
            <a:ln w="9525">
              <a:noFill/>
            </a:ln>
          </p:spPr>
        </p:pic>
        <p:sp>
          <p:nvSpPr>
            <p:cNvPr id="29706" name="Text Box 12"/>
            <p:cNvSpPr txBox="1"/>
            <p:nvPr/>
          </p:nvSpPr>
          <p:spPr>
            <a:xfrm>
              <a:off x="3379" y="2840"/>
              <a:ext cx="1043" cy="288"/>
            </a:xfrm>
            <a:prstGeom prst="rect">
              <a:avLst/>
            </a:prstGeom>
            <a:noFill/>
            <a:ln w="12700">
              <a:noFill/>
            </a:ln>
          </p:spPr>
          <p:txBody>
            <a:bodyPr anchor="t">
              <a:spAutoFit/>
            </a:bodyPr>
            <a:p>
              <a:pPr eaLnBrk="0" hangingPunct="0"/>
              <a:r>
                <a:rPr lang="zh-CN" altLang="en-US" sz="2400" dirty="0">
                  <a:latin typeface="楷体" panose="02010609060101010101" charset="-122"/>
                  <a:ea typeface="楷体" panose="02010609060101010101" charset="-122"/>
                </a:rPr>
                <a:t>电阻排</a:t>
              </a:r>
              <a:endParaRPr lang="zh-CN" altLang="en-US" sz="2400" dirty="0">
                <a:latin typeface="楷体" panose="02010609060101010101" charset="-122"/>
                <a:ea typeface="楷体" panose="02010609060101010101" charset="-122"/>
              </a:endParaRPr>
            </a:p>
          </p:txBody>
        </p:sp>
      </p:grpSp>
      <p:grpSp>
        <p:nvGrpSpPr>
          <p:cNvPr id="55309" name="Group 13"/>
          <p:cNvGrpSpPr/>
          <p:nvPr/>
        </p:nvGrpSpPr>
        <p:grpSpPr>
          <a:xfrm>
            <a:off x="7019925" y="3429000"/>
            <a:ext cx="2124075" cy="2197100"/>
            <a:chOff x="4422" y="2160"/>
            <a:chExt cx="1338" cy="1384"/>
          </a:xfrm>
        </p:grpSpPr>
        <p:pic>
          <p:nvPicPr>
            <p:cNvPr id="29708" name="Picture 14" descr="热敏电阻11"/>
            <p:cNvPicPr>
              <a:picLocks noChangeAspect="1"/>
            </p:cNvPicPr>
            <p:nvPr/>
          </p:nvPicPr>
          <p:blipFill>
            <a:blip r:embed="rId4"/>
            <a:stretch>
              <a:fillRect/>
            </a:stretch>
          </p:blipFill>
          <p:spPr>
            <a:xfrm>
              <a:off x="4422" y="2160"/>
              <a:ext cx="1338" cy="1096"/>
            </a:xfrm>
            <a:prstGeom prst="rect">
              <a:avLst/>
            </a:prstGeom>
            <a:noFill/>
            <a:ln w="9525">
              <a:noFill/>
            </a:ln>
          </p:spPr>
        </p:pic>
        <p:sp>
          <p:nvSpPr>
            <p:cNvPr id="29709" name="Text Box 15"/>
            <p:cNvSpPr txBox="1"/>
            <p:nvPr/>
          </p:nvSpPr>
          <p:spPr>
            <a:xfrm>
              <a:off x="4599" y="3256"/>
              <a:ext cx="983" cy="288"/>
            </a:xfrm>
            <a:prstGeom prst="rect">
              <a:avLst/>
            </a:prstGeom>
            <a:noFill/>
            <a:ln w="12700">
              <a:noFill/>
            </a:ln>
          </p:spPr>
          <p:txBody>
            <a:bodyPr wrap="square" anchor="t">
              <a:spAutoFit/>
            </a:bodyPr>
            <a:p>
              <a:pPr eaLnBrk="0" hangingPunct="0"/>
              <a:r>
                <a:rPr lang="zh-CN" altLang="en-US" sz="2400" dirty="0">
                  <a:latin typeface="楷体" panose="02010609060101010101" charset="-122"/>
                  <a:ea typeface="楷体" panose="02010609060101010101" charset="-122"/>
                </a:rPr>
                <a:t>热敏电阻</a:t>
              </a:r>
              <a:endParaRPr lang="zh-CN" altLang="en-US" sz="2400" dirty="0">
                <a:latin typeface="楷体" panose="02010609060101010101" charset="-122"/>
                <a:ea typeface="楷体" panose="02010609060101010101" charset="-122"/>
              </a:endParaRPr>
            </a:p>
          </p:txBody>
        </p:sp>
      </p:grpSp>
      <p:pic>
        <p:nvPicPr>
          <p:cNvPr id="29710" name="Picture 16" descr="JB000801"/>
          <p:cNvPicPr>
            <a:picLocks noChangeAspect="1"/>
          </p:cNvPicPr>
          <p:nvPr/>
        </p:nvPicPr>
        <p:blipFill>
          <a:blip r:embed="rId5"/>
          <a:stretch>
            <a:fillRect/>
          </a:stretch>
        </p:blipFill>
        <p:spPr>
          <a:xfrm>
            <a:off x="971550" y="5013325"/>
            <a:ext cx="1296988" cy="1152525"/>
          </a:xfrm>
          <a:prstGeom prst="rect">
            <a:avLst/>
          </a:prstGeom>
          <a:noFill/>
          <a:ln w="9525">
            <a:noFill/>
          </a:ln>
        </p:spPr>
      </p:pic>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2000"/>
                                  </p:stCondLst>
                                  <p:childTnLst>
                                    <p:set>
                                      <p:cBhvr>
                                        <p:cTn id="6" dur="1" fill="hold">
                                          <p:stCondLst>
                                            <p:cond delay="0"/>
                                          </p:stCondLst>
                                        </p:cTn>
                                        <p:tgtEl>
                                          <p:spTgt spid="55298"/>
                                        </p:tgtEl>
                                        <p:attrNameLst>
                                          <p:attrName>style.visibility</p:attrName>
                                        </p:attrNameLst>
                                      </p:cBhvr>
                                      <p:to>
                                        <p:strVal val="visible"/>
                                      </p:to>
                                    </p:set>
                                    <p:anim calcmode="lin" valueType="num">
                                      <p:cBhvr additive="base">
                                        <p:cTn id="7" dur="500" fill="hold"/>
                                        <p:tgtEl>
                                          <p:spTgt spid="55298"/>
                                        </p:tgtEl>
                                        <p:attrNameLst>
                                          <p:attrName>ppt_x</p:attrName>
                                        </p:attrNameLst>
                                      </p:cBhvr>
                                      <p:tavLst>
                                        <p:tav tm="0">
                                          <p:val>
                                            <p:strVal val="1+#ppt_w/2"/>
                                          </p:val>
                                        </p:tav>
                                        <p:tav tm="100000">
                                          <p:val>
                                            <p:strVal val="#ppt_x"/>
                                          </p:val>
                                        </p:tav>
                                      </p:tavLst>
                                    </p:anim>
                                    <p:anim calcmode="lin" valueType="num">
                                      <p:cBhvr additive="base">
                                        <p:cTn id="8" dur="500" fill="hold"/>
                                        <p:tgtEl>
                                          <p:spTgt spid="55298"/>
                                        </p:tgtEl>
                                        <p:attrNameLst>
                                          <p:attrName>ppt_y</p:attrName>
                                        </p:attrNameLst>
                                      </p:cBhvr>
                                      <p:tavLst>
                                        <p:tav tm="0">
                                          <p:val>
                                            <p:strVal val="#ppt_y"/>
                                          </p:val>
                                        </p:tav>
                                        <p:tav tm="100000">
                                          <p:val>
                                            <p:strVal val="#ppt_y"/>
                                          </p:val>
                                        </p:tav>
                                      </p:tavLst>
                                    </p:anim>
                                  </p:childTnLst>
                                </p:cTn>
                              </p:par>
                            </p:childTnLst>
                          </p:cTn>
                        </p:par>
                        <p:par>
                          <p:cTn id="9" fill="hold">
                            <p:stCondLst>
                              <p:cond delay="2500"/>
                            </p:stCondLst>
                            <p:childTnLst>
                              <p:par>
                                <p:cTn id="10" presetID="22" presetClass="entr" presetSubtype="1" fill="hold" nodeType="afterEffect">
                                  <p:stCondLst>
                                    <p:cond delay="1000"/>
                                  </p:stCondLst>
                                  <p:childTnLst>
                                    <p:set>
                                      <p:cBhvr>
                                        <p:cTn id="11" dur="1" fill="hold">
                                          <p:stCondLst>
                                            <p:cond delay="0"/>
                                          </p:stCondLst>
                                        </p:cTn>
                                        <p:tgtEl>
                                          <p:spTgt spid="55300"/>
                                        </p:tgtEl>
                                        <p:attrNameLst>
                                          <p:attrName>style.visibility</p:attrName>
                                        </p:attrNameLst>
                                      </p:cBhvr>
                                      <p:to>
                                        <p:strVal val="visible"/>
                                      </p:to>
                                    </p:set>
                                    <p:animEffect transition="in" filter="wipe(up)">
                                      <p:cBhvr>
                                        <p:cTn id="12" dur="500"/>
                                        <p:tgtEl>
                                          <p:spTgt spid="55300"/>
                                        </p:tgtEl>
                                      </p:cBhvr>
                                    </p:animEffect>
                                  </p:childTnLst>
                                </p:cTn>
                              </p:par>
                            </p:childTnLst>
                          </p:cTn>
                        </p:par>
                        <p:par>
                          <p:cTn id="13" fill="hold">
                            <p:stCondLst>
                              <p:cond delay="4000"/>
                            </p:stCondLst>
                            <p:childTnLst>
                              <p:par>
                                <p:cTn id="14" presetID="22" presetClass="entr" presetSubtype="1" fill="hold" nodeType="afterEffect">
                                  <p:stCondLst>
                                    <p:cond delay="1000"/>
                                  </p:stCondLst>
                                  <p:childTnLst>
                                    <p:set>
                                      <p:cBhvr>
                                        <p:cTn id="15" dur="1" fill="hold">
                                          <p:stCondLst>
                                            <p:cond delay="0"/>
                                          </p:stCondLst>
                                        </p:cTn>
                                        <p:tgtEl>
                                          <p:spTgt spid="55303"/>
                                        </p:tgtEl>
                                        <p:attrNameLst>
                                          <p:attrName>style.visibility</p:attrName>
                                        </p:attrNameLst>
                                      </p:cBhvr>
                                      <p:to>
                                        <p:strVal val="visible"/>
                                      </p:to>
                                    </p:set>
                                    <p:animEffect transition="in" filter="wipe(up)">
                                      <p:cBhvr>
                                        <p:cTn id="16" dur="500"/>
                                        <p:tgtEl>
                                          <p:spTgt spid="55303"/>
                                        </p:tgtEl>
                                      </p:cBhvr>
                                    </p:animEffect>
                                  </p:childTnLst>
                                </p:cTn>
                              </p:par>
                            </p:childTnLst>
                          </p:cTn>
                        </p:par>
                        <p:par>
                          <p:cTn id="17" fill="hold">
                            <p:stCondLst>
                              <p:cond delay="5500"/>
                            </p:stCondLst>
                            <p:childTnLst>
                              <p:par>
                                <p:cTn id="18" presetID="22" presetClass="entr" presetSubtype="1" fill="hold" nodeType="afterEffect">
                                  <p:stCondLst>
                                    <p:cond delay="1000"/>
                                  </p:stCondLst>
                                  <p:childTnLst>
                                    <p:set>
                                      <p:cBhvr>
                                        <p:cTn id="19" dur="1" fill="hold">
                                          <p:stCondLst>
                                            <p:cond delay="0"/>
                                          </p:stCondLst>
                                        </p:cTn>
                                        <p:tgtEl>
                                          <p:spTgt spid="55306"/>
                                        </p:tgtEl>
                                        <p:attrNameLst>
                                          <p:attrName>style.visibility</p:attrName>
                                        </p:attrNameLst>
                                      </p:cBhvr>
                                      <p:to>
                                        <p:strVal val="visible"/>
                                      </p:to>
                                    </p:set>
                                    <p:animEffect transition="in" filter="wipe(up)">
                                      <p:cBhvr>
                                        <p:cTn id="20" dur="500"/>
                                        <p:tgtEl>
                                          <p:spTgt spid="55306"/>
                                        </p:tgtEl>
                                      </p:cBhvr>
                                    </p:animEffect>
                                  </p:childTnLst>
                                </p:cTn>
                              </p:par>
                            </p:childTnLst>
                          </p:cTn>
                        </p:par>
                        <p:par>
                          <p:cTn id="21" fill="hold">
                            <p:stCondLst>
                              <p:cond delay="7000"/>
                            </p:stCondLst>
                            <p:childTnLst>
                              <p:par>
                                <p:cTn id="22" presetID="22" presetClass="entr" presetSubtype="1" fill="hold" nodeType="afterEffect">
                                  <p:stCondLst>
                                    <p:cond delay="1000"/>
                                  </p:stCondLst>
                                  <p:childTnLst>
                                    <p:set>
                                      <p:cBhvr>
                                        <p:cTn id="23" dur="1" fill="hold">
                                          <p:stCondLst>
                                            <p:cond delay="0"/>
                                          </p:stCondLst>
                                        </p:cTn>
                                        <p:tgtEl>
                                          <p:spTgt spid="55309"/>
                                        </p:tgtEl>
                                        <p:attrNameLst>
                                          <p:attrName>style.visibility</p:attrName>
                                        </p:attrNameLst>
                                      </p:cBhvr>
                                      <p:to>
                                        <p:strVal val="visible"/>
                                      </p:to>
                                    </p:set>
                                    <p:animEffect transition="in" filter="wipe(up)">
                                      <p:cBhvr>
                                        <p:cTn id="24" dur="500"/>
                                        <p:tgtEl>
                                          <p:spTgt spid="55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3250" name="Rectangle 2"/>
          <p:cNvSpPr>
            <a:spLocks noGrp="1"/>
          </p:cNvSpPr>
          <p:nvPr>
            <p:ph type="title"/>
          </p:nvPr>
        </p:nvSpPr>
        <p:spPr>
          <a:xfrm>
            <a:off x="269875" y="220663"/>
            <a:ext cx="1671638" cy="539750"/>
          </a:xfrm>
        </p:spPr>
        <p:txBody>
          <a:bodyPr wrap="square" lIns="91440" tIns="45720" rIns="91440" bIns="45720" anchor="b"/>
          <a:p>
            <a:pPr>
              <a:spcBef>
                <a:spcPct val="50000"/>
              </a:spcBef>
            </a:pPr>
            <a:r>
              <a:rPr lang="zh-CN" altLang="en-US" sz="2400" b="1" dirty="0">
                <a:solidFill>
                  <a:schemeClr val="bg1"/>
                </a:solidFill>
                <a:latin typeface="黑体" panose="02010609060101010101" pitchFamily="2" charset="-122"/>
                <a:ea typeface="黑体" panose="02010609060101010101" pitchFamily="2" charset="-122"/>
              </a:rPr>
              <a:t>二、电容</a:t>
            </a:r>
            <a:endParaRPr lang="zh-CN" altLang="en-US" sz="2400" b="1" dirty="0">
              <a:solidFill>
                <a:schemeClr val="bg1"/>
              </a:solidFill>
              <a:latin typeface="黑体" panose="02010609060101010101" pitchFamily="2" charset="-122"/>
              <a:ea typeface="黑体" panose="02010609060101010101" pitchFamily="2" charset="-122"/>
            </a:endParaRPr>
          </a:p>
        </p:txBody>
      </p:sp>
      <p:sp>
        <p:nvSpPr>
          <p:cNvPr id="53252" name="Text Box 4"/>
          <p:cNvSpPr txBox="1"/>
          <p:nvPr/>
        </p:nvSpPr>
        <p:spPr>
          <a:xfrm>
            <a:off x="1000125" y="3055938"/>
            <a:ext cx="1670050" cy="519112"/>
          </a:xfrm>
          <a:prstGeom prst="rect">
            <a:avLst/>
          </a:prstGeom>
          <a:noFill/>
          <a:ln w="9525">
            <a:noFill/>
          </a:ln>
        </p:spPr>
        <p:txBody>
          <a:bodyPr wrap="square" anchor="t">
            <a:spAutoFit/>
          </a:bodyPr>
          <a:p>
            <a:pPr>
              <a:spcBef>
                <a:spcPct val="50000"/>
              </a:spcBef>
            </a:pPr>
            <a:r>
              <a:rPr lang="en-US" altLang="zh-CN">
                <a:solidFill>
                  <a:srgbClr val="FFFF3D"/>
                </a:solidFill>
                <a:latin typeface="Monotype Corsiva" pitchFamily="66" charset="0"/>
                <a:ea typeface="宋体" panose="02010600030101010101" pitchFamily="2" charset="-122"/>
              </a:rPr>
              <a:t>q = </a:t>
            </a:r>
            <a:r>
              <a:rPr lang="en-US" altLang="zh-CN" i="1">
                <a:solidFill>
                  <a:srgbClr val="FFFF3D"/>
                </a:solidFill>
                <a:latin typeface="Times New Roman" panose="02020603050405020304" pitchFamily="18" charset="0"/>
                <a:ea typeface="宋体" panose="02010600030101010101" pitchFamily="2" charset="-122"/>
              </a:rPr>
              <a:t>c </a:t>
            </a:r>
            <a:r>
              <a:rPr lang="en-US" altLang="zh-CN" err="1">
                <a:solidFill>
                  <a:srgbClr val="FFFF3D"/>
                </a:solidFill>
                <a:latin typeface="Monotype Corsiva" pitchFamily="66" charset="0"/>
                <a:ea typeface="宋体" panose="02010600030101010101" pitchFamily="2" charset="-122"/>
              </a:rPr>
              <a:t>u</a:t>
            </a:r>
            <a:r>
              <a:rPr lang="en-US" altLang="zh-CN" baseline="-25000" err="1">
                <a:solidFill>
                  <a:srgbClr val="FFFF3D"/>
                </a:solidFill>
                <a:latin typeface="Monotype Corsiva" pitchFamily="66" charset="0"/>
                <a:ea typeface="宋体" panose="02010600030101010101" pitchFamily="2" charset="-122"/>
              </a:rPr>
              <a:t>c</a:t>
            </a:r>
            <a:endParaRPr lang="en-US" altLang="zh-CN" baseline="-25000">
              <a:solidFill>
                <a:srgbClr val="FFFF3D"/>
              </a:solidFill>
              <a:latin typeface="Monotype Corsiva" pitchFamily="66" charset="0"/>
              <a:ea typeface="宋体" panose="02010600030101010101" pitchFamily="2" charset="-122"/>
            </a:endParaRPr>
          </a:p>
        </p:txBody>
      </p:sp>
      <p:grpSp>
        <p:nvGrpSpPr>
          <p:cNvPr id="53314" name="Group 66"/>
          <p:cNvGrpSpPr/>
          <p:nvPr/>
        </p:nvGrpSpPr>
        <p:grpSpPr>
          <a:xfrm>
            <a:off x="314325" y="1309688"/>
            <a:ext cx="3460750" cy="1535112"/>
            <a:chOff x="198" y="825"/>
            <a:chExt cx="2180" cy="967"/>
          </a:xfrm>
        </p:grpSpPr>
        <p:sp>
          <p:nvSpPr>
            <p:cNvPr id="30724" name="Line 6"/>
            <p:cNvSpPr/>
            <p:nvPr/>
          </p:nvSpPr>
          <p:spPr>
            <a:xfrm>
              <a:off x="1223" y="1117"/>
              <a:ext cx="0" cy="349"/>
            </a:xfrm>
            <a:prstGeom prst="line">
              <a:avLst/>
            </a:prstGeom>
            <a:ln w="38100" cap="flat" cmpd="sng">
              <a:solidFill>
                <a:schemeClr val="bg1"/>
              </a:solidFill>
              <a:prstDash val="solid"/>
              <a:round/>
              <a:headEnd type="none" w="med" len="med"/>
              <a:tailEnd type="none" w="med" len="med"/>
            </a:ln>
          </p:spPr>
        </p:sp>
        <p:sp>
          <p:nvSpPr>
            <p:cNvPr id="30725" name="Line 7"/>
            <p:cNvSpPr/>
            <p:nvPr/>
          </p:nvSpPr>
          <p:spPr>
            <a:xfrm>
              <a:off x="1354" y="1117"/>
              <a:ext cx="0" cy="349"/>
            </a:xfrm>
            <a:prstGeom prst="line">
              <a:avLst/>
            </a:prstGeom>
            <a:ln w="38100" cap="flat" cmpd="sng">
              <a:solidFill>
                <a:schemeClr val="bg1"/>
              </a:solidFill>
              <a:prstDash val="solid"/>
              <a:round/>
              <a:headEnd type="none" w="med" len="med"/>
              <a:tailEnd type="none" w="med" len="med"/>
            </a:ln>
          </p:spPr>
        </p:sp>
        <p:sp>
          <p:nvSpPr>
            <p:cNvPr id="30726" name="Line 8"/>
            <p:cNvSpPr/>
            <p:nvPr/>
          </p:nvSpPr>
          <p:spPr>
            <a:xfrm>
              <a:off x="1354" y="1292"/>
              <a:ext cx="917" cy="0"/>
            </a:xfrm>
            <a:prstGeom prst="line">
              <a:avLst/>
            </a:prstGeom>
            <a:ln w="38100" cap="flat" cmpd="sng">
              <a:solidFill>
                <a:schemeClr val="bg1"/>
              </a:solidFill>
              <a:prstDash val="solid"/>
              <a:round/>
              <a:headEnd type="none" w="med" len="med"/>
              <a:tailEnd type="none" w="med" len="med"/>
            </a:ln>
          </p:spPr>
        </p:sp>
        <p:sp>
          <p:nvSpPr>
            <p:cNvPr id="30727" name="Line 9"/>
            <p:cNvSpPr/>
            <p:nvPr/>
          </p:nvSpPr>
          <p:spPr>
            <a:xfrm>
              <a:off x="321" y="1292"/>
              <a:ext cx="902" cy="0"/>
            </a:xfrm>
            <a:prstGeom prst="line">
              <a:avLst/>
            </a:prstGeom>
            <a:ln w="38100" cap="flat" cmpd="sng">
              <a:solidFill>
                <a:schemeClr val="bg1"/>
              </a:solidFill>
              <a:prstDash val="solid"/>
              <a:round/>
              <a:headEnd type="none" w="med" len="med"/>
              <a:tailEnd type="none" w="med" len="med"/>
            </a:ln>
          </p:spPr>
        </p:sp>
        <p:sp>
          <p:nvSpPr>
            <p:cNvPr id="30728" name="Text Box 10"/>
            <p:cNvSpPr txBox="1"/>
            <p:nvPr/>
          </p:nvSpPr>
          <p:spPr>
            <a:xfrm>
              <a:off x="1146" y="836"/>
              <a:ext cx="361" cy="327"/>
            </a:xfrm>
            <a:prstGeom prst="rect">
              <a:avLst/>
            </a:prstGeom>
            <a:noFill/>
            <a:ln w="9525">
              <a:noFill/>
            </a:ln>
          </p:spPr>
          <p:txBody>
            <a:bodyPr anchor="t">
              <a:spAutoFit/>
            </a:bodyPr>
            <a:p>
              <a:pPr>
                <a:spcBef>
                  <a:spcPct val="50000"/>
                </a:spcBef>
              </a:pPr>
              <a:r>
                <a:rPr lang="en-US" altLang="zh-CN" i="1">
                  <a:solidFill>
                    <a:srgbClr val="FFFF3D"/>
                  </a:solidFill>
                  <a:latin typeface="Times New Roman" panose="02020603050405020304" pitchFamily="18" charset="0"/>
                  <a:ea typeface="宋体" panose="02010600030101010101" pitchFamily="2" charset="-122"/>
                </a:rPr>
                <a:t>C</a:t>
              </a:r>
              <a:endParaRPr lang="en-US" altLang="zh-CN" i="1">
                <a:solidFill>
                  <a:srgbClr val="FFFF3D"/>
                </a:solidFill>
                <a:latin typeface="Times New Roman" panose="02020603050405020304" pitchFamily="18" charset="0"/>
                <a:ea typeface="宋体" panose="02010600030101010101" pitchFamily="2" charset="-122"/>
              </a:endParaRPr>
            </a:p>
          </p:txBody>
        </p:sp>
        <p:sp>
          <p:nvSpPr>
            <p:cNvPr id="30729" name="Oval 11"/>
            <p:cNvSpPr/>
            <p:nvPr/>
          </p:nvSpPr>
          <p:spPr>
            <a:xfrm>
              <a:off x="2263" y="1246"/>
              <a:ext cx="115" cy="118"/>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0730" name="Oval 12"/>
            <p:cNvSpPr/>
            <p:nvPr/>
          </p:nvSpPr>
          <p:spPr>
            <a:xfrm>
              <a:off x="202" y="1246"/>
              <a:ext cx="115" cy="118"/>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0731" name="Text Box 13"/>
            <p:cNvSpPr txBox="1"/>
            <p:nvPr/>
          </p:nvSpPr>
          <p:spPr>
            <a:xfrm>
              <a:off x="881" y="970"/>
              <a:ext cx="506" cy="327"/>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+q</a:t>
              </a:r>
              <a:endParaRPr lang="en-US" altLang="zh-CN">
                <a:solidFill>
                  <a:srgbClr val="FFFF3D"/>
                </a:solidFill>
                <a:latin typeface="Times New Roman" panose="02020603050405020304" pitchFamily="18" charset="0"/>
                <a:ea typeface="宋体" panose="02010600030101010101" pitchFamily="2" charset="-122"/>
              </a:endParaRPr>
            </a:p>
          </p:txBody>
        </p:sp>
        <p:sp>
          <p:nvSpPr>
            <p:cNvPr id="30732" name="Text Box 14"/>
            <p:cNvSpPr txBox="1"/>
            <p:nvPr/>
          </p:nvSpPr>
          <p:spPr>
            <a:xfrm>
              <a:off x="1345" y="961"/>
              <a:ext cx="576" cy="327"/>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–q</a:t>
              </a:r>
              <a:endParaRPr lang="en-US" altLang="zh-CN">
                <a:solidFill>
                  <a:srgbClr val="FFFF3D"/>
                </a:solidFill>
                <a:latin typeface="Times New Roman" panose="02020603050405020304" pitchFamily="18" charset="0"/>
                <a:ea typeface="宋体" panose="02010600030101010101" pitchFamily="2" charset="-122"/>
              </a:endParaRPr>
            </a:p>
          </p:txBody>
        </p:sp>
        <p:sp>
          <p:nvSpPr>
            <p:cNvPr id="30733" name="Line 15"/>
            <p:cNvSpPr/>
            <p:nvPr/>
          </p:nvSpPr>
          <p:spPr>
            <a:xfrm>
              <a:off x="895" y="1545"/>
              <a:ext cx="787" cy="0"/>
            </a:xfrm>
            <a:prstGeom prst="line">
              <a:avLst/>
            </a:prstGeom>
            <a:ln w="28575" cap="flat" cmpd="sng">
              <a:solidFill>
                <a:schemeClr val="bg1"/>
              </a:solidFill>
              <a:prstDash val="solid"/>
              <a:round/>
              <a:headEnd type="none" w="med" len="med"/>
              <a:tailEnd type="stealth" w="sm" len="lg"/>
            </a:ln>
          </p:spPr>
        </p:sp>
        <p:sp>
          <p:nvSpPr>
            <p:cNvPr id="30734" name="Line 16"/>
            <p:cNvSpPr/>
            <p:nvPr/>
          </p:nvSpPr>
          <p:spPr>
            <a:xfrm>
              <a:off x="198" y="1147"/>
              <a:ext cx="574" cy="1"/>
            </a:xfrm>
            <a:prstGeom prst="line">
              <a:avLst/>
            </a:prstGeom>
            <a:ln w="28575" cap="flat" cmpd="sng">
              <a:solidFill>
                <a:schemeClr val="bg1"/>
              </a:solidFill>
              <a:prstDash val="solid"/>
              <a:round/>
              <a:headEnd type="none" w="med" len="med"/>
              <a:tailEnd type="stealth" w="sm" len="lg"/>
            </a:ln>
          </p:spPr>
        </p:sp>
        <p:sp>
          <p:nvSpPr>
            <p:cNvPr id="30735" name="Text Box 17"/>
            <p:cNvSpPr txBox="1"/>
            <p:nvPr/>
          </p:nvSpPr>
          <p:spPr>
            <a:xfrm>
              <a:off x="1093" y="1466"/>
              <a:ext cx="454" cy="326"/>
            </a:xfrm>
            <a:prstGeom prst="rect">
              <a:avLst/>
            </a:prstGeom>
            <a:noFill/>
            <a:ln w="9525">
              <a:noFill/>
            </a:ln>
          </p:spPr>
          <p:txBody>
            <a:bodyPr wrap="square" anchor="t">
              <a:spAutoFit/>
            </a:bodyPr>
            <a:p>
              <a:pPr>
                <a:spcBef>
                  <a:spcPct val="50000"/>
                </a:spcBef>
              </a:pPr>
              <a:r>
                <a:rPr lang="en-US" altLang="zh-CN">
                  <a:solidFill>
                    <a:srgbClr val="FFFF3D"/>
                  </a:solidFill>
                  <a:latin typeface="Monotype Corsiva" pitchFamily="66" charset="0"/>
                  <a:ea typeface="宋体" panose="02010600030101010101" pitchFamily="2" charset="-122"/>
                </a:rPr>
                <a:t>u</a:t>
              </a:r>
              <a:r>
                <a:rPr lang="en-US" altLang="zh-CN" baseline="-25000">
                  <a:solidFill>
                    <a:srgbClr val="FFFF3D"/>
                  </a:solidFill>
                  <a:latin typeface="Monotype Corsiva" pitchFamily="66" charset="0"/>
                  <a:ea typeface="宋体" panose="02010600030101010101" pitchFamily="2" charset="-122"/>
                </a:rPr>
                <a:t>c</a:t>
              </a:r>
              <a:endParaRPr lang="en-US" altLang="zh-CN">
                <a:solidFill>
                  <a:srgbClr val="FFFF3D"/>
                </a:solidFill>
                <a:latin typeface="Times New Roman" panose="02020603050405020304" pitchFamily="18" charset="0"/>
                <a:ea typeface="宋体" panose="02010600030101010101" pitchFamily="2" charset="-122"/>
              </a:endParaRPr>
            </a:p>
          </p:txBody>
        </p:sp>
        <p:sp>
          <p:nvSpPr>
            <p:cNvPr id="30736" name="Text Box 18"/>
            <p:cNvSpPr txBox="1"/>
            <p:nvPr/>
          </p:nvSpPr>
          <p:spPr>
            <a:xfrm>
              <a:off x="289" y="825"/>
              <a:ext cx="474" cy="326"/>
            </a:xfrm>
            <a:prstGeom prst="rect">
              <a:avLst/>
            </a:prstGeom>
            <a:noFill/>
            <a:ln w="9525">
              <a:noFill/>
            </a:ln>
          </p:spPr>
          <p:txBody>
            <a:bodyPr wrap="square" anchor="t">
              <a:spAutoFit/>
            </a:bodyPr>
            <a:p>
              <a:pPr>
                <a:spcBef>
                  <a:spcPct val="50000"/>
                </a:spcBef>
              </a:pPr>
              <a:r>
                <a:rPr lang="en-US" altLang="zh-CN">
                  <a:solidFill>
                    <a:srgbClr val="FFFF3D"/>
                  </a:solidFill>
                  <a:latin typeface="Monotype Corsiva" pitchFamily="66" charset="0"/>
                  <a:ea typeface="宋体" panose="02010600030101010101" pitchFamily="2" charset="-122"/>
                </a:rPr>
                <a:t>i</a:t>
              </a:r>
              <a:r>
                <a:rPr lang="en-US" altLang="zh-CN" baseline="-25000">
                  <a:solidFill>
                    <a:srgbClr val="FFFF3D"/>
                  </a:solidFill>
                  <a:latin typeface="Monotype Corsiva" pitchFamily="66" charset="0"/>
                  <a:ea typeface="宋体" panose="02010600030101010101" pitchFamily="2" charset="-122"/>
                </a:rPr>
                <a:t>c</a:t>
              </a:r>
              <a:endParaRPr lang="en-US" altLang="zh-CN">
                <a:solidFill>
                  <a:srgbClr val="FFFF3D"/>
                </a:solidFill>
                <a:latin typeface="Times New Roman" panose="02020603050405020304" pitchFamily="18" charset="0"/>
                <a:ea typeface="宋体" panose="02010600030101010101" pitchFamily="2" charset="-122"/>
              </a:endParaRPr>
            </a:p>
          </p:txBody>
        </p:sp>
      </p:grpSp>
      <p:grpSp>
        <p:nvGrpSpPr>
          <p:cNvPr id="53318" name="Group 70"/>
          <p:cNvGrpSpPr/>
          <p:nvPr/>
        </p:nvGrpSpPr>
        <p:grpSpPr>
          <a:xfrm>
            <a:off x="327025" y="3959225"/>
            <a:ext cx="3265488" cy="989013"/>
            <a:chOff x="208" y="2494"/>
            <a:chExt cx="1705" cy="623"/>
          </a:xfrm>
        </p:grpSpPr>
        <p:sp>
          <p:nvSpPr>
            <p:cNvPr id="30738" name="Text Box 20"/>
            <p:cNvSpPr txBox="1"/>
            <p:nvPr/>
          </p:nvSpPr>
          <p:spPr>
            <a:xfrm>
              <a:off x="208" y="2645"/>
              <a:ext cx="1445" cy="326"/>
            </a:xfrm>
            <a:prstGeom prst="rect">
              <a:avLst/>
            </a:prstGeom>
            <a:noFill/>
            <a:ln w="9525">
              <a:noFill/>
            </a:ln>
          </p:spPr>
          <p:txBody>
            <a:bodyPr wrap="square" anchor="t">
              <a:spAutoFit/>
            </a:bodyPr>
            <a:p>
              <a:pPr>
                <a:spcBef>
                  <a:spcPct val="50000"/>
                </a:spcBef>
              </a:pPr>
              <a:r>
                <a:rPr lang="en-US" altLang="zh-CN">
                  <a:solidFill>
                    <a:srgbClr val="FFFF3D"/>
                  </a:solidFill>
                  <a:latin typeface="Monotype Corsiva" pitchFamily="66" charset="0"/>
                  <a:ea typeface="宋体" panose="02010600030101010101" pitchFamily="2" charset="-122"/>
                </a:rPr>
                <a:t>i</a:t>
              </a:r>
              <a:r>
                <a:rPr lang="en-US" altLang="zh-CN" i="1" baseline="-25000">
                  <a:solidFill>
                    <a:srgbClr val="FFFF3D"/>
                  </a:solidFill>
                  <a:latin typeface="Times New Roman" panose="02020603050405020304" pitchFamily="18" charset="0"/>
                  <a:ea typeface="宋体" panose="02010600030101010101" pitchFamily="2" charset="-122"/>
                </a:rPr>
                <a:t>C</a:t>
              </a:r>
              <a:r>
                <a:rPr lang="en-US" altLang="zh-CN">
                  <a:solidFill>
                    <a:srgbClr val="FFFF3D"/>
                  </a:solidFill>
                  <a:latin typeface="Monotype Corsiva" pitchFamily="66" charset="0"/>
                  <a:ea typeface="宋体" panose="02010600030101010101" pitchFamily="2" charset="-122"/>
                </a:rPr>
                <a:t>=     =</a:t>
              </a:r>
              <a:r>
                <a:rPr lang="en-US" altLang="zh-CN" i="1">
                  <a:solidFill>
                    <a:srgbClr val="FFFF3D"/>
                  </a:solidFill>
                  <a:latin typeface="Times New Roman" panose="02020603050405020304" pitchFamily="18" charset="0"/>
                  <a:ea typeface="宋体" panose="02010600030101010101" pitchFamily="2" charset="-122"/>
                </a:rPr>
                <a:t>C</a:t>
              </a:r>
              <a:endParaRPr lang="en-US" altLang="zh-CN" i="1">
                <a:solidFill>
                  <a:srgbClr val="FFFF3D"/>
                </a:solidFill>
                <a:latin typeface="Times New Roman" panose="02020603050405020304" pitchFamily="18" charset="0"/>
                <a:ea typeface="宋体" panose="02010600030101010101" pitchFamily="2" charset="-122"/>
              </a:endParaRPr>
            </a:p>
          </p:txBody>
        </p:sp>
        <p:grpSp>
          <p:nvGrpSpPr>
            <p:cNvPr id="30739" name="Group 69"/>
            <p:cNvGrpSpPr/>
            <p:nvPr/>
          </p:nvGrpSpPr>
          <p:grpSpPr>
            <a:xfrm>
              <a:off x="693" y="2494"/>
              <a:ext cx="402" cy="611"/>
              <a:chOff x="693" y="2494"/>
              <a:chExt cx="402" cy="611"/>
            </a:xfrm>
          </p:grpSpPr>
          <p:sp>
            <p:nvSpPr>
              <p:cNvPr id="30740" name="Text Box 22"/>
              <p:cNvSpPr txBox="1"/>
              <p:nvPr/>
            </p:nvSpPr>
            <p:spPr>
              <a:xfrm>
                <a:off x="693" y="2494"/>
                <a:ext cx="402" cy="326"/>
              </a:xfrm>
              <a:prstGeom prst="rect">
                <a:avLst/>
              </a:prstGeom>
              <a:noFill/>
              <a:ln w="9525">
                <a:noFill/>
              </a:ln>
            </p:spPr>
            <p:txBody>
              <a:bodyPr anchor="t">
                <a:spAutoFit/>
              </a:bodyPr>
              <a:p>
                <a:pPr>
                  <a:spcBef>
                    <a:spcPct val="50000"/>
                  </a:spcBef>
                </a:pPr>
                <a:r>
                  <a:rPr lang="en-US" altLang="zh-CN" err="1">
                    <a:solidFill>
                      <a:srgbClr val="FFFF3D"/>
                    </a:solidFill>
                    <a:latin typeface="Times New Roman" panose="02020603050405020304" pitchFamily="18" charset="0"/>
                    <a:ea typeface="宋体" panose="02010600030101010101" pitchFamily="2" charset="-122"/>
                  </a:rPr>
                  <a:t>d</a:t>
                </a:r>
                <a:r>
                  <a:rPr lang="en-US" altLang="zh-CN" err="1">
                    <a:solidFill>
                      <a:srgbClr val="FFFF3D"/>
                    </a:solidFill>
                    <a:latin typeface="Monotype Corsiva" pitchFamily="66" charset="0"/>
                    <a:ea typeface="宋体" panose="02010600030101010101" pitchFamily="2" charset="-122"/>
                  </a:rPr>
                  <a:t>q</a:t>
                </a:r>
                <a:endParaRPr lang="en-US" altLang="zh-CN">
                  <a:solidFill>
                    <a:srgbClr val="FFFF3D"/>
                  </a:solidFill>
                  <a:latin typeface="Times New Roman" panose="02020603050405020304" pitchFamily="18" charset="0"/>
                  <a:ea typeface="宋体" panose="02010600030101010101" pitchFamily="2" charset="-122"/>
                </a:endParaRPr>
              </a:p>
            </p:txBody>
          </p:sp>
          <p:sp>
            <p:nvSpPr>
              <p:cNvPr id="30741" name="Text Box 23"/>
              <p:cNvSpPr txBox="1"/>
              <p:nvPr/>
            </p:nvSpPr>
            <p:spPr>
              <a:xfrm>
                <a:off x="693" y="2779"/>
                <a:ext cx="402" cy="326"/>
              </a:xfrm>
              <a:prstGeom prst="rect">
                <a:avLst/>
              </a:prstGeom>
              <a:noFill/>
              <a:ln w="9525">
                <a:noFill/>
              </a:ln>
            </p:spPr>
            <p:txBody>
              <a:bodyPr anchor="t">
                <a:spAutoFit/>
              </a:bodyPr>
              <a:p>
                <a:pPr>
                  <a:spcBef>
                    <a:spcPct val="50000"/>
                  </a:spcBef>
                </a:pPr>
                <a:r>
                  <a:rPr lang="en-US" altLang="zh-CN" err="1">
                    <a:solidFill>
                      <a:srgbClr val="FFFF3D"/>
                    </a:solidFill>
                    <a:latin typeface="Times New Roman" panose="02020603050405020304" pitchFamily="18" charset="0"/>
                    <a:ea typeface="宋体" panose="02010600030101010101" pitchFamily="2" charset="-122"/>
                  </a:rPr>
                  <a:t>d</a:t>
                </a:r>
                <a:r>
                  <a:rPr lang="en-US" altLang="zh-CN" err="1">
                    <a:solidFill>
                      <a:srgbClr val="FFFF3D"/>
                    </a:solidFill>
                    <a:latin typeface="Monotype Corsiva" pitchFamily="66" charset="0"/>
                    <a:ea typeface="宋体" panose="02010600030101010101" pitchFamily="2" charset="-122"/>
                  </a:rPr>
                  <a:t>t</a:t>
                </a:r>
                <a:endParaRPr lang="en-US" altLang="zh-CN">
                  <a:solidFill>
                    <a:srgbClr val="FFFF3D"/>
                  </a:solidFill>
                  <a:latin typeface="Times New Roman" panose="02020603050405020304" pitchFamily="18" charset="0"/>
                  <a:ea typeface="宋体" panose="02010600030101010101" pitchFamily="2" charset="-122"/>
                </a:endParaRPr>
              </a:p>
            </p:txBody>
          </p:sp>
          <p:sp>
            <p:nvSpPr>
              <p:cNvPr id="30742" name="Line 24"/>
              <p:cNvSpPr/>
              <p:nvPr/>
            </p:nvSpPr>
            <p:spPr>
              <a:xfrm>
                <a:off x="698" y="2814"/>
                <a:ext cx="337" cy="0"/>
              </a:xfrm>
              <a:prstGeom prst="line">
                <a:avLst/>
              </a:prstGeom>
              <a:ln w="28575" cap="flat" cmpd="sng">
                <a:solidFill>
                  <a:srgbClr val="FFFF3D"/>
                </a:solidFill>
                <a:prstDash val="solid"/>
                <a:round/>
                <a:headEnd type="none" w="med" len="med"/>
                <a:tailEnd type="none" w="med" len="med"/>
              </a:ln>
            </p:spPr>
          </p:sp>
        </p:grpSp>
        <p:sp>
          <p:nvSpPr>
            <p:cNvPr id="30743" name="Text Box 25"/>
            <p:cNvSpPr txBox="1"/>
            <p:nvPr/>
          </p:nvSpPr>
          <p:spPr>
            <a:xfrm>
              <a:off x="1387" y="2518"/>
              <a:ext cx="526" cy="326"/>
            </a:xfrm>
            <a:prstGeom prst="rect">
              <a:avLst/>
            </a:prstGeom>
            <a:noFill/>
            <a:ln w="9525">
              <a:noFill/>
            </a:ln>
          </p:spPr>
          <p:txBody>
            <a:bodyPr anchor="t">
              <a:spAutoFit/>
            </a:bodyPr>
            <a:p>
              <a:pPr>
                <a:spcBef>
                  <a:spcPct val="50000"/>
                </a:spcBef>
              </a:pPr>
              <a:r>
                <a:rPr lang="en-US" altLang="zh-CN" err="1">
                  <a:solidFill>
                    <a:srgbClr val="FFFF3D"/>
                  </a:solidFill>
                  <a:latin typeface="Times New Roman" panose="02020603050405020304" pitchFamily="18" charset="0"/>
                  <a:ea typeface="宋体" panose="02010600030101010101" pitchFamily="2" charset="-122"/>
                </a:rPr>
                <a:t>d</a:t>
              </a:r>
              <a:r>
                <a:rPr lang="en-US" altLang="zh-CN" err="1">
                  <a:solidFill>
                    <a:srgbClr val="FFFF3D"/>
                  </a:solidFill>
                  <a:latin typeface="Monotype Corsiva" pitchFamily="66" charset="0"/>
                  <a:ea typeface="宋体" panose="02010600030101010101" pitchFamily="2" charset="-122"/>
                </a:rPr>
                <a:t>u</a:t>
              </a:r>
              <a:r>
                <a:rPr lang="en-US" altLang="zh-CN" i="1" baseline="-25000" err="1">
                  <a:solidFill>
                    <a:srgbClr val="FFFF3D"/>
                  </a:solidFill>
                  <a:latin typeface="Times New Roman" panose="02020603050405020304" pitchFamily="18" charset="0"/>
                  <a:ea typeface="宋体" panose="02010600030101010101" pitchFamily="2" charset="-122"/>
                </a:rPr>
                <a:t>C</a:t>
              </a:r>
              <a:endParaRPr lang="en-US" altLang="zh-CN" i="1">
                <a:solidFill>
                  <a:srgbClr val="FFFF3D"/>
                </a:solidFill>
                <a:latin typeface="Times New Roman" panose="02020603050405020304" pitchFamily="18" charset="0"/>
                <a:ea typeface="宋体" panose="02010600030101010101" pitchFamily="2" charset="-122"/>
              </a:endParaRPr>
            </a:p>
          </p:txBody>
        </p:sp>
        <p:sp>
          <p:nvSpPr>
            <p:cNvPr id="30744" name="Text Box 26"/>
            <p:cNvSpPr txBox="1"/>
            <p:nvPr/>
          </p:nvSpPr>
          <p:spPr>
            <a:xfrm>
              <a:off x="1407" y="2791"/>
              <a:ext cx="402" cy="326"/>
            </a:xfrm>
            <a:prstGeom prst="rect">
              <a:avLst/>
            </a:prstGeom>
            <a:noFill/>
            <a:ln w="9525">
              <a:noFill/>
            </a:ln>
          </p:spPr>
          <p:txBody>
            <a:bodyPr anchor="t">
              <a:spAutoFit/>
            </a:bodyPr>
            <a:p>
              <a:pPr>
                <a:spcBef>
                  <a:spcPct val="50000"/>
                </a:spcBef>
              </a:pPr>
              <a:r>
                <a:rPr lang="en-US" altLang="zh-CN" err="1">
                  <a:solidFill>
                    <a:srgbClr val="FFFF3D"/>
                  </a:solidFill>
                  <a:latin typeface="Times New Roman" panose="02020603050405020304" pitchFamily="18" charset="0"/>
                  <a:ea typeface="宋体" panose="02010600030101010101" pitchFamily="2" charset="-122"/>
                </a:rPr>
                <a:t>d</a:t>
              </a:r>
              <a:r>
                <a:rPr lang="en-US" altLang="zh-CN" err="1">
                  <a:solidFill>
                    <a:srgbClr val="FFFF3D"/>
                  </a:solidFill>
                  <a:latin typeface="Monotype Corsiva" pitchFamily="66" charset="0"/>
                  <a:ea typeface="宋体" panose="02010600030101010101" pitchFamily="2" charset="-122"/>
                </a:rPr>
                <a:t>t</a:t>
              </a:r>
              <a:endParaRPr lang="en-US" altLang="zh-CN">
                <a:solidFill>
                  <a:srgbClr val="FFFF3D"/>
                </a:solidFill>
                <a:latin typeface="Times New Roman" panose="02020603050405020304" pitchFamily="18" charset="0"/>
                <a:ea typeface="宋体" panose="02010600030101010101" pitchFamily="2" charset="-122"/>
              </a:endParaRPr>
            </a:p>
          </p:txBody>
        </p:sp>
        <p:sp>
          <p:nvSpPr>
            <p:cNvPr id="30745" name="Line 27"/>
            <p:cNvSpPr/>
            <p:nvPr/>
          </p:nvSpPr>
          <p:spPr>
            <a:xfrm flipV="1">
              <a:off x="1414" y="2837"/>
              <a:ext cx="360" cy="1"/>
            </a:xfrm>
            <a:prstGeom prst="line">
              <a:avLst/>
            </a:prstGeom>
            <a:ln w="28575" cap="flat" cmpd="sng">
              <a:solidFill>
                <a:srgbClr val="FFFF3D"/>
              </a:solidFill>
              <a:prstDash val="solid"/>
              <a:round/>
              <a:headEnd type="none" w="med" len="med"/>
              <a:tailEnd type="none" w="med" len="med"/>
            </a:ln>
          </p:spPr>
        </p:sp>
      </p:grpSp>
      <p:sp>
        <p:nvSpPr>
          <p:cNvPr id="53276" name="Text Box 28"/>
          <p:cNvSpPr txBox="1"/>
          <p:nvPr/>
        </p:nvSpPr>
        <p:spPr>
          <a:xfrm>
            <a:off x="327025" y="5440363"/>
            <a:ext cx="3182938" cy="457200"/>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电容元件约束方程</a:t>
            </a:r>
            <a:endParaRPr lang="zh-CN" altLang="en-US" sz="2400" dirty="0">
              <a:latin typeface="楷体" panose="02010609060101010101" charset="-122"/>
              <a:ea typeface="楷体" panose="02010609060101010101" charset="-122"/>
            </a:endParaRPr>
          </a:p>
        </p:txBody>
      </p:sp>
      <p:grpSp>
        <p:nvGrpSpPr>
          <p:cNvPr id="53277" name="Group 29"/>
          <p:cNvGrpSpPr/>
          <p:nvPr/>
        </p:nvGrpSpPr>
        <p:grpSpPr>
          <a:xfrm>
            <a:off x="4779963" y="1181100"/>
            <a:ext cx="3330575" cy="5238750"/>
            <a:chOff x="3011" y="744"/>
            <a:chExt cx="2098" cy="3300"/>
          </a:xfrm>
        </p:grpSpPr>
        <p:sp>
          <p:nvSpPr>
            <p:cNvPr id="30748" name="Line 30"/>
            <p:cNvSpPr/>
            <p:nvPr/>
          </p:nvSpPr>
          <p:spPr>
            <a:xfrm flipH="1">
              <a:off x="3011" y="764"/>
              <a:ext cx="3" cy="3259"/>
            </a:xfrm>
            <a:prstGeom prst="line">
              <a:avLst/>
            </a:prstGeom>
            <a:ln w="12700" cap="flat" cmpd="sng">
              <a:solidFill>
                <a:srgbClr val="FF00FF"/>
              </a:solidFill>
              <a:prstDash val="sysDot"/>
              <a:round/>
              <a:headEnd type="none" w="med" len="med"/>
              <a:tailEnd type="none" w="med" len="med"/>
            </a:ln>
          </p:spPr>
        </p:sp>
        <p:sp>
          <p:nvSpPr>
            <p:cNvPr id="30749" name="Line 31"/>
            <p:cNvSpPr/>
            <p:nvPr/>
          </p:nvSpPr>
          <p:spPr>
            <a:xfrm>
              <a:off x="3534" y="764"/>
              <a:ext cx="2" cy="3238"/>
            </a:xfrm>
            <a:prstGeom prst="line">
              <a:avLst/>
            </a:prstGeom>
            <a:ln w="12700" cap="flat" cmpd="sng">
              <a:solidFill>
                <a:srgbClr val="FF00FF"/>
              </a:solidFill>
              <a:prstDash val="sysDot"/>
              <a:round/>
              <a:headEnd type="none" w="med" len="med"/>
              <a:tailEnd type="none" w="med" len="med"/>
            </a:ln>
          </p:spPr>
        </p:sp>
        <p:sp>
          <p:nvSpPr>
            <p:cNvPr id="30750" name="Line 32"/>
            <p:cNvSpPr/>
            <p:nvPr/>
          </p:nvSpPr>
          <p:spPr>
            <a:xfrm flipH="1">
              <a:off x="3847" y="744"/>
              <a:ext cx="1" cy="3265"/>
            </a:xfrm>
            <a:prstGeom prst="line">
              <a:avLst/>
            </a:prstGeom>
            <a:ln w="12700" cap="flat" cmpd="sng">
              <a:solidFill>
                <a:srgbClr val="FF00FF"/>
              </a:solidFill>
              <a:prstDash val="sysDot"/>
              <a:round/>
              <a:headEnd type="none" w="med" len="med"/>
              <a:tailEnd type="none" w="med" len="med"/>
            </a:ln>
          </p:spPr>
        </p:sp>
        <p:sp>
          <p:nvSpPr>
            <p:cNvPr id="30751" name="Line 33"/>
            <p:cNvSpPr/>
            <p:nvPr/>
          </p:nvSpPr>
          <p:spPr>
            <a:xfrm flipH="1">
              <a:off x="4139" y="744"/>
              <a:ext cx="2" cy="3279"/>
            </a:xfrm>
            <a:prstGeom prst="line">
              <a:avLst/>
            </a:prstGeom>
            <a:ln w="12700" cap="flat" cmpd="sng">
              <a:solidFill>
                <a:srgbClr val="FF00FF"/>
              </a:solidFill>
              <a:prstDash val="sysDot"/>
              <a:round/>
              <a:headEnd type="none" w="med" len="med"/>
              <a:tailEnd type="none" w="med" len="med"/>
            </a:ln>
          </p:spPr>
        </p:sp>
        <p:sp>
          <p:nvSpPr>
            <p:cNvPr id="30752" name="Line 34"/>
            <p:cNvSpPr/>
            <p:nvPr/>
          </p:nvSpPr>
          <p:spPr>
            <a:xfrm>
              <a:off x="4705" y="764"/>
              <a:ext cx="2" cy="3259"/>
            </a:xfrm>
            <a:prstGeom prst="line">
              <a:avLst/>
            </a:prstGeom>
            <a:ln w="12700" cap="flat" cmpd="sng">
              <a:solidFill>
                <a:srgbClr val="FF00FF"/>
              </a:solidFill>
              <a:prstDash val="sysDot"/>
              <a:round/>
              <a:headEnd type="none" w="med" len="med"/>
              <a:tailEnd type="none" w="med" len="med"/>
            </a:ln>
          </p:spPr>
        </p:sp>
        <p:sp>
          <p:nvSpPr>
            <p:cNvPr id="30753" name="Line 35"/>
            <p:cNvSpPr/>
            <p:nvPr/>
          </p:nvSpPr>
          <p:spPr>
            <a:xfrm flipH="1">
              <a:off x="5106" y="744"/>
              <a:ext cx="3" cy="3300"/>
            </a:xfrm>
            <a:prstGeom prst="line">
              <a:avLst/>
            </a:prstGeom>
            <a:ln w="12700" cap="flat" cmpd="sng">
              <a:solidFill>
                <a:srgbClr val="FF00FF"/>
              </a:solidFill>
              <a:prstDash val="sysDot"/>
              <a:round/>
              <a:headEnd type="none" w="med" len="med"/>
              <a:tailEnd type="none" w="med" len="med"/>
            </a:ln>
          </p:spPr>
        </p:sp>
      </p:grpSp>
      <p:grpSp>
        <p:nvGrpSpPr>
          <p:cNvPr id="53316" name="Group 68"/>
          <p:cNvGrpSpPr/>
          <p:nvPr/>
        </p:nvGrpSpPr>
        <p:grpSpPr>
          <a:xfrm>
            <a:off x="4037013" y="2536825"/>
            <a:ext cx="5106987" cy="1927225"/>
            <a:chOff x="2543" y="1598"/>
            <a:chExt cx="3217" cy="1214"/>
          </a:xfrm>
        </p:grpSpPr>
        <p:sp>
          <p:nvSpPr>
            <p:cNvPr id="30755" name="Line 37"/>
            <p:cNvSpPr/>
            <p:nvPr/>
          </p:nvSpPr>
          <p:spPr>
            <a:xfrm>
              <a:off x="2579" y="2330"/>
              <a:ext cx="2805" cy="0"/>
            </a:xfrm>
            <a:prstGeom prst="line">
              <a:avLst/>
            </a:prstGeom>
            <a:ln w="38100" cap="flat" cmpd="sng">
              <a:solidFill>
                <a:schemeClr val="bg1"/>
              </a:solidFill>
              <a:prstDash val="solid"/>
              <a:round/>
              <a:headEnd type="none" w="med" len="med"/>
              <a:tailEnd type="stealth" w="sm" len="lg"/>
            </a:ln>
          </p:spPr>
        </p:sp>
        <p:sp>
          <p:nvSpPr>
            <p:cNvPr id="30756" name="Line 38"/>
            <p:cNvSpPr/>
            <p:nvPr/>
          </p:nvSpPr>
          <p:spPr>
            <a:xfrm flipH="1">
              <a:off x="2562" y="1766"/>
              <a:ext cx="0" cy="1046"/>
            </a:xfrm>
            <a:prstGeom prst="line">
              <a:avLst/>
            </a:prstGeom>
            <a:ln w="38100" cap="flat" cmpd="sng">
              <a:solidFill>
                <a:schemeClr val="bg1"/>
              </a:solidFill>
              <a:prstDash val="solid"/>
              <a:round/>
              <a:headEnd type="stealth" w="sm" len="lg"/>
              <a:tailEnd type="none" w="med" len="med"/>
            </a:ln>
          </p:spPr>
        </p:sp>
        <p:sp>
          <p:nvSpPr>
            <p:cNvPr id="30757" name="Text Box 39"/>
            <p:cNvSpPr txBox="1"/>
            <p:nvPr/>
          </p:nvSpPr>
          <p:spPr>
            <a:xfrm>
              <a:off x="2543" y="1598"/>
              <a:ext cx="449" cy="326"/>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i</a:t>
              </a:r>
              <a:r>
                <a:rPr lang="en-US" altLang="zh-CN" baseline="-25000">
                  <a:solidFill>
                    <a:srgbClr val="FFFF3D"/>
                  </a:solidFill>
                  <a:latin typeface="Monotype Corsiva" pitchFamily="66" charset="0"/>
                  <a:ea typeface="宋体" panose="02010600030101010101" pitchFamily="2" charset="-122"/>
                </a:rPr>
                <a:t>c</a:t>
              </a:r>
              <a:endParaRPr lang="en-US" altLang="zh-CN">
                <a:solidFill>
                  <a:srgbClr val="FFFF3D"/>
                </a:solidFill>
                <a:latin typeface="Times New Roman" panose="02020603050405020304" pitchFamily="18" charset="0"/>
                <a:ea typeface="宋体" panose="02010600030101010101" pitchFamily="2" charset="-122"/>
              </a:endParaRPr>
            </a:p>
          </p:txBody>
        </p:sp>
        <p:sp>
          <p:nvSpPr>
            <p:cNvPr id="30758" name="Text Box 40"/>
            <p:cNvSpPr txBox="1"/>
            <p:nvPr/>
          </p:nvSpPr>
          <p:spPr>
            <a:xfrm>
              <a:off x="5365" y="2066"/>
              <a:ext cx="395" cy="327"/>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t</a:t>
              </a:r>
              <a:endParaRPr lang="en-US" altLang="zh-CN">
                <a:solidFill>
                  <a:srgbClr val="FFFF3D"/>
                </a:solidFill>
                <a:latin typeface="Times New Roman" panose="02020603050405020304" pitchFamily="18" charset="0"/>
                <a:ea typeface="宋体" panose="02010600030101010101" pitchFamily="2" charset="-122"/>
              </a:endParaRPr>
            </a:p>
          </p:txBody>
        </p:sp>
        <p:sp>
          <p:nvSpPr>
            <p:cNvPr id="30759" name="Freeform 41"/>
            <p:cNvSpPr/>
            <p:nvPr/>
          </p:nvSpPr>
          <p:spPr>
            <a:xfrm>
              <a:off x="2571" y="2000"/>
              <a:ext cx="2538" cy="611"/>
            </a:xfrm>
            <a:custGeom>
              <a:avLst/>
              <a:gdLst/>
              <a:ahLst/>
              <a:cxnLst>
                <a:cxn ang="0">
                  <a:pos x="0" y="26"/>
                </a:cxn>
                <a:cxn ang="0">
                  <a:pos x="592" y="26"/>
                </a:cxn>
                <a:cxn ang="0">
                  <a:pos x="592" y="563"/>
                </a:cxn>
                <a:cxn ang="0">
                  <a:pos x="1280" y="563"/>
                </a:cxn>
                <a:cxn ang="0">
                  <a:pos x="1280" y="1046"/>
                </a:cxn>
                <a:cxn ang="0">
                  <a:pos x="2078" y="1046"/>
                </a:cxn>
                <a:cxn ang="0">
                  <a:pos x="2078" y="563"/>
                </a:cxn>
                <a:cxn ang="0">
                  <a:pos x="2829" y="563"/>
                </a:cxn>
                <a:cxn ang="0">
                  <a:pos x="2829" y="0"/>
                </a:cxn>
                <a:cxn ang="0">
                  <a:pos x="3355" y="0"/>
                </a:cxn>
                <a:cxn ang="0">
                  <a:pos x="3355" y="536"/>
                </a:cxn>
              </a:cxnLst>
              <a:pathLst>
                <a:path w="1920" h="357">
                  <a:moveTo>
                    <a:pt x="0" y="9"/>
                  </a:moveTo>
                  <a:lnTo>
                    <a:pt x="339" y="9"/>
                  </a:lnTo>
                  <a:lnTo>
                    <a:pt x="339" y="192"/>
                  </a:lnTo>
                  <a:lnTo>
                    <a:pt x="732" y="192"/>
                  </a:lnTo>
                  <a:lnTo>
                    <a:pt x="732" y="357"/>
                  </a:lnTo>
                  <a:lnTo>
                    <a:pt x="1189" y="357"/>
                  </a:lnTo>
                  <a:lnTo>
                    <a:pt x="1189" y="192"/>
                  </a:lnTo>
                  <a:lnTo>
                    <a:pt x="1619" y="192"/>
                  </a:lnTo>
                  <a:lnTo>
                    <a:pt x="1619" y="0"/>
                  </a:lnTo>
                  <a:lnTo>
                    <a:pt x="1920" y="0"/>
                  </a:lnTo>
                  <a:lnTo>
                    <a:pt x="1920" y="183"/>
                  </a:lnTo>
                </a:path>
              </a:pathLst>
            </a:custGeom>
            <a:noFill/>
            <a:ln w="28575" cap="flat" cmpd="sng">
              <a:solidFill>
                <a:srgbClr val="FFFF3D"/>
              </a:solidFill>
              <a:prstDash val="solid"/>
              <a:round/>
              <a:headEnd type="none" w="med" len="med"/>
              <a:tailEnd type="none" w="med" len="med"/>
            </a:ln>
          </p:spPr>
          <p:txBody>
            <a:bodyPr/>
            <a:p>
              <a:endParaRPr lang="zh-CN" altLang="en-US"/>
            </a:p>
          </p:txBody>
        </p:sp>
      </p:grpSp>
      <p:grpSp>
        <p:nvGrpSpPr>
          <p:cNvPr id="53290" name="Group 42"/>
          <p:cNvGrpSpPr/>
          <p:nvPr/>
        </p:nvGrpSpPr>
        <p:grpSpPr>
          <a:xfrm>
            <a:off x="3979863" y="4149725"/>
            <a:ext cx="968375" cy="2252663"/>
            <a:chOff x="2507" y="2273"/>
            <a:chExt cx="610" cy="1419"/>
          </a:xfrm>
        </p:grpSpPr>
        <p:sp>
          <p:nvSpPr>
            <p:cNvPr id="30761" name="Text Box 43"/>
            <p:cNvSpPr txBox="1"/>
            <p:nvPr/>
          </p:nvSpPr>
          <p:spPr>
            <a:xfrm>
              <a:off x="2507" y="2273"/>
              <a:ext cx="610" cy="288"/>
            </a:xfrm>
            <a:prstGeom prst="rect">
              <a:avLst/>
            </a:prstGeom>
            <a:noFill/>
            <a:ln w="9525">
              <a:noFill/>
            </a:ln>
          </p:spPr>
          <p:txBody>
            <a:bodyPr anchor="t">
              <a:spAutoFit/>
            </a:bodyPr>
            <a:p>
              <a:pPr>
                <a:spcBef>
                  <a:spcPct val="50000"/>
                </a:spcBef>
              </a:pPr>
              <a:r>
                <a:rPr lang="en-US" altLang="zh-CN" sz="2400">
                  <a:solidFill>
                    <a:srgbClr val="FFFF3D"/>
                  </a:solidFill>
                  <a:latin typeface="Monotype Corsiva" pitchFamily="66" charset="0"/>
                  <a:ea typeface="宋体" panose="02010600030101010101" pitchFamily="2" charset="-122"/>
                </a:rPr>
                <a:t>u</a:t>
              </a:r>
              <a:r>
                <a:rPr lang="en-US" altLang="zh-CN" sz="2400" baseline="-25000">
                  <a:solidFill>
                    <a:srgbClr val="FFFF3D"/>
                  </a:solidFill>
                  <a:latin typeface="Times New Roman" panose="02020603050405020304" pitchFamily="18" charset="0"/>
                  <a:ea typeface="宋体" panose="02010600030101010101" pitchFamily="2" charset="-122"/>
                </a:rPr>
                <a:t>C</a:t>
              </a:r>
              <a:r>
                <a:rPr lang="en-US" altLang="zh-CN" sz="2400">
                  <a:solidFill>
                    <a:srgbClr val="FFFF3D"/>
                  </a:solidFill>
                  <a:latin typeface="Monotype Corsiva" pitchFamily="66" charset="0"/>
                  <a:ea typeface="宋体" panose="02010600030101010101" pitchFamily="2" charset="-122"/>
                </a:rPr>
                <a:t>&gt;0</a:t>
              </a:r>
              <a:endParaRPr lang="en-US" altLang="zh-CN" sz="2400">
                <a:solidFill>
                  <a:srgbClr val="FFFF3D"/>
                </a:solidFill>
                <a:latin typeface="Times New Roman" panose="02020603050405020304" pitchFamily="18" charset="0"/>
                <a:ea typeface="宋体" panose="02010600030101010101" pitchFamily="2" charset="-122"/>
              </a:endParaRPr>
            </a:p>
          </p:txBody>
        </p:sp>
        <p:sp>
          <p:nvSpPr>
            <p:cNvPr id="30762" name="Text Box 44"/>
            <p:cNvSpPr txBox="1"/>
            <p:nvPr/>
          </p:nvSpPr>
          <p:spPr>
            <a:xfrm>
              <a:off x="2530" y="2608"/>
              <a:ext cx="587" cy="288"/>
            </a:xfrm>
            <a:prstGeom prst="rect">
              <a:avLst/>
            </a:prstGeom>
            <a:noFill/>
            <a:ln w="9525">
              <a:noFill/>
            </a:ln>
          </p:spPr>
          <p:txBody>
            <a:bodyPr wrap="square" anchor="t">
              <a:spAutoFit/>
            </a:bodyPr>
            <a:p>
              <a:pPr>
                <a:spcBef>
                  <a:spcPct val="50000"/>
                </a:spcBef>
              </a:pPr>
              <a:r>
                <a:rPr lang="en-US" altLang="zh-CN" sz="2400">
                  <a:solidFill>
                    <a:srgbClr val="FFFF3D"/>
                  </a:solidFill>
                  <a:latin typeface="Monotype Corsiva" pitchFamily="66" charset="0"/>
                  <a:ea typeface="宋体" panose="02010600030101010101" pitchFamily="2" charset="-122"/>
                </a:rPr>
                <a:t>i</a:t>
              </a:r>
              <a:r>
                <a:rPr lang="en-US" altLang="zh-CN" sz="2400" baseline="-25000">
                  <a:solidFill>
                    <a:srgbClr val="FFFF3D"/>
                  </a:solidFill>
                  <a:latin typeface="Times New Roman" panose="02020603050405020304" pitchFamily="18" charset="0"/>
                  <a:ea typeface="宋体" panose="02010600030101010101" pitchFamily="2" charset="-122"/>
                </a:rPr>
                <a:t>C</a:t>
              </a:r>
              <a:r>
                <a:rPr lang="en-US" altLang="zh-CN" sz="2400">
                  <a:solidFill>
                    <a:srgbClr val="FFFF3D"/>
                  </a:solidFill>
                  <a:latin typeface="Monotype Corsiva" pitchFamily="66" charset="0"/>
                  <a:ea typeface="宋体" panose="02010600030101010101" pitchFamily="2" charset="-122"/>
                </a:rPr>
                <a:t>&gt;0</a:t>
              </a:r>
              <a:endParaRPr lang="en-US" altLang="zh-CN" sz="2400">
                <a:solidFill>
                  <a:srgbClr val="FFFF3D"/>
                </a:solidFill>
                <a:latin typeface="Times New Roman" panose="02020603050405020304" pitchFamily="18" charset="0"/>
                <a:ea typeface="宋体" panose="02010600030101010101" pitchFamily="2" charset="-122"/>
              </a:endParaRPr>
            </a:p>
          </p:txBody>
        </p:sp>
        <p:sp>
          <p:nvSpPr>
            <p:cNvPr id="30763" name="Text Box 45"/>
            <p:cNvSpPr txBox="1"/>
            <p:nvPr/>
          </p:nvSpPr>
          <p:spPr>
            <a:xfrm>
              <a:off x="2561" y="2931"/>
              <a:ext cx="520" cy="288"/>
            </a:xfrm>
            <a:prstGeom prst="rect">
              <a:avLst/>
            </a:prstGeom>
            <a:noFill/>
            <a:ln w="9525">
              <a:noFill/>
            </a:ln>
          </p:spPr>
          <p:txBody>
            <a:bodyPr wrap="square" anchor="t">
              <a:spAutoFit/>
            </a:bodyPr>
            <a:p>
              <a:pPr>
                <a:spcBef>
                  <a:spcPct val="50000"/>
                </a:spcBef>
              </a:pPr>
              <a:r>
                <a:rPr lang="en-US" altLang="zh-CN" sz="2400">
                  <a:solidFill>
                    <a:srgbClr val="FFFF3D"/>
                  </a:solidFill>
                  <a:latin typeface="Monotype Corsiva" pitchFamily="66" charset="0"/>
                  <a:ea typeface="宋体" panose="02010600030101010101" pitchFamily="2" charset="-122"/>
                </a:rPr>
                <a:t>p&gt;0</a:t>
              </a:r>
              <a:endParaRPr lang="en-US" altLang="zh-CN" sz="2400">
                <a:solidFill>
                  <a:srgbClr val="FFFF3D"/>
                </a:solidFill>
                <a:latin typeface="Times New Roman" panose="02020603050405020304" pitchFamily="18" charset="0"/>
                <a:ea typeface="宋体" panose="02010600030101010101" pitchFamily="2" charset="-122"/>
              </a:endParaRPr>
            </a:p>
          </p:txBody>
        </p:sp>
        <p:sp>
          <p:nvSpPr>
            <p:cNvPr id="30764" name="Text Box 46"/>
            <p:cNvSpPr txBox="1"/>
            <p:nvPr/>
          </p:nvSpPr>
          <p:spPr>
            <a:xfrm>
              <a:off x="2531" y="3174"/>
              <a:ext cx="549" cy="51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正向充电</a:t>
              </a:r>
              <a:endParaRPr lang="zh-CN" altLang="en-US" sz="2400" dirty="0">
                <a:latin typeface="楷体" panose="02010609060101010101" charset="-122"/>
                <a:ea typeface="楷体" panose="02010609060101010101" charset="-122"/>
              </a:endParaRPr>
            </a:p>
          </p:txBody>
        </p:sp>
      </p:grpSp>
      <p:grpSp>
        <p:nvGrpSpPr>
          <p:cNvPr id="53295" name="Group 47"/>
          <p:cNvGrpSpPr/>
          <p:nvPr/>
        </p:nvGrpSpPr>
        <p:grpSpPr>
          <a:xfrm>
            <a:off x="4721225" y="4144963"/>
            <a:ext cx="1144588" cy="2298700"/>
            <a:chOff x="2977" y="2598"/>
            <a:chExt cx="721" cy="1448"/>
          </a:xfrm>
        </p:grpSpPr>
        <p:sp>
          <p:nvSpPr>
            <p:cNvPr id="30766" name="Text Box 48"/>
            <p:cNvSpPr txBox="1"/>
            <p:nvPr/>
          </p:nvSpPr>
          <p:spPr>
            <a:xfrm>
              <a:off x="2977" y="2598"/>
              <a:ext cx="721" cy="288"/>
            </a:xfrm>
            <a:prstGeom prst="rect">
              <a:avLst/>
            </a:prstGeom>
            <a:noFill/>
            <a:ln w="9525">
              <a:noFill/>
            </a:ln>
          </p:spPr>
          <p:txBody>
            <a:bodyPr anchor="t">
              <a:spAutoFit/>
            </a:bodyPr>
            <a:p>
              <a:pPr>
                <a:spcBef>
                  <a:spcPct val="50000"/>
                </a:spcBef>
              </a:pPr>
              <a:r>
                <a:rPr lang="en-US" altLang="zh-CN" sz="2400">
                  <a:solidFill>
                    <a:srgbClr val="FFFF3D"/>
                  </a:solidFill>
                  <a:latin typeface="Monotype Corsiva" pitchFamily="66" charset="0"/>
                  <a:ea typeface="宋体" panose="02010600030101010101" pitchFamily="2" charset="-122"/>
                </a:rPr>
                <a:t>u</a:t>
              </a:r>
              <a:r>
                <a:rPr lang="en-US" altLang="zh-CN" sz="2400" baseline="-25000">
                  <a:solidFill>
                    <a:srgbClr val="FFFF3D"/>
                  </a:solidFill>
                  <a:latin typeface="Times New Roman" panose="02020603050405020304" pitchFamily="18" charset="0"/>
                  <a:ea typeface="宋体" panose="02010600030101010101" pitchFamily="2" charset="-122"/>
                </a:rPr>
                <a:t>C</a:t>
              </a:r>
              <a:r>
                <a:rPr lang="en-US" altLang="zh-CN" sz="2400">
                  <a:solidFill>
                    <a:srgbClr val="FFFF3D"/>
                  </a:solidFill>
                  <a:latin typeface="Monotype Corsiva" pitchFamily="66" charset="0"/>
                  <a:ea typeface="宋体" panose="02010600030101010101" pitchFamily="2" charset="-122"/>
                </a:rPr>
                <a:t>≠0</a:t>
              </a:r>
              <a:endParaRPr lang="en-US" altLang="zh-CN" sz="2400">
                <a:solidFill>
                  <a:srgbClr val="FFFF3D"/>
                </a:solidFill>
                <a:latin typeface="Monotype Corsiva" pitchFamily="66" charset="0"/>
                <a:ea typeface="宋体" panose="02010600030101010101" pitchFamily="2" charset="-122"/>
              </a:endParaRPr>
            </a:p>
          </p:txBody>
        </p:sp>
        <p:sp>
          <p:nvSpPr>
            <p:cNvPr id="30767" name="Text Box 49"/>
            <p:cNvSpPr txBox="1"/>
            <p:nvPr/>
          </p:nvSpPr>
          <p:spPr>
            <a:xfrm>
              <a:off x="3017" y="2939"/>
              <a:ext cx="587" cy="288"/>
            </a:xfrm>
            <a:prstGeom prst="rect">
              <a:avLst/>
            </a:prstGeom>
            <a:noFill/>
            <a:ln w="9525">
              <a:noFill/>
            </a:ln>
          </p:spPr>
          <p:txBody>
            <a:bodyPr anchor="t">
              <a:spAutoFit/>
            </a:bodyPr>
            <a:p>
              <a:pPr>
                <a:spcBef>
                  <a:spcPct val="50000"/>
                </a:spcBef>
              </a:pPr>
              <a:r>
                <a:rPr lang="en-US" altLang="zh-CN" sz="2400" err="1">
                  <a:solidFill>
                    <a:srgbClr val="FFFF3D"/>
                  </a:solidFill>
                  <a:latin typeface="Monotype Corsiva" pitchFamily="66" charset="0"/>
                  <a:ea typeface="宋体" panose="02010600030101010101" pitchFamily="2" charset="-122"/>
                </a:rPr>
                <a:t>i</a:t>
              </a:r>
              <a:r>
                <a:rPr lang="en-US" altLang="zh-CN" sz="2400" baseline="-25000" err="1">
                  <a:solidFill>
                    <a:srgbClr val="FFFF3D"/>
                  </a:solidFill>
                  <a:latin typeface="Times New Roman" panose="02020603050405020304" pitchFamily="18" charset="0"/>
                  <a:ea typeface="宋体" panose="02010600030101010101" pitchFamily="2" charset="-122"/>
                </a:rPr>
                <a:t>C</a:t>
              </a:r>
              <a:r>
                <a:rPr lang="en-US" altLang="zh-CN" sz="2400">
                  <a:solidFill>
                    <a:srgbClr val="FFFF3D"/>
                  </a:solidFill>
                  <a:latin typeface="Monotype Corsiva" pitchFamily="66" charset="0"/>
                  <a:ea typeface="宋体" panose="02010600030101010101" pitchFamily="2" charset="-122"/>
                </a:rPr>
                <a:t>=0</a:t>
              </a:r>
              <a:endParaRPr lang="en-US" altLang="zh-CN" sz="2400">
                <a:solidFill>
                  <a:srgbClr val="FFFF3D"/>
                </a:solidFill>
                <a:latin typeface="Times New Roman" panose="02020603050405020304" pitchFamily="18" charset="0"/>
                <a:ea typeface="宋体" panose="02010600030101010101" pitchFamily="2" charset="-122"/>
              </a:endParaRPr>
            </a:p>
          </p:txBody>
        </p:sp>
        <p:sp>
          <p:nvSpPr>
            <p:cNvPr id="30768" name="Text Box 50"/>
            <p:cNvSpPr txBox="1"/>
            <p:nvPr/>
          </p:nvSpPr>
          <p:spPr>
            <a:xfrm>
              <a:off x="3009" y="3528"/>
              <a:ext cx="596" cy="51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隔直作用</a:t>
              </a:r>
              <a:endParaRPr lang="zh-CN" altLang="en-US" sz="2400" dirty="0">
                <a:latin typeface="楷体" panose="02010609060101010101" charset="-122"/>
                <a:ea typeface="楷体" panose="02010609060101010101" charset="-122"/>
              </a:endParaRPr>
            </a:p>
          </p:txBody>
        </p:sp>
      </p:grpSp>
      <p:grpSp>
        <p:nvGrpSpPr>
          <p:cNvPr id="53299" name="Group 51"/>
          <p:cNvGrpSpPr/>
          <p:nvPr/>
        </p:nvGrpSpPr>
        <p:grpSpPr>
          <a:xfrm>
            <a:off x="5448300" y="5172075"/>
            <a:ext cx="917575" cy="1249363"/>
            <a:chOff x="3443" y="3258"/>
            <a:chExt cx="578" cy="787"/>
          </a:xfrm>
        </p:grpSpPr>
        <p:sp>
          <p:nvSpPr>
            <p:cNvPr id="30770" name="Text Box 52"/>
            <p:cNvSpPr txBox="1"/>
            <p:nvPr/>
          </p:nvSpPr>
          <p:spPr>
            <a:xfrm>
              <a:off x="3443" y="3258"/>
              <a:ext cx="578" cy="288"/>
            </a:xfrm>
            <a:prstGeom prst="rect">
              <a:avLst/>
            </a:prstGeom>
            <a:noFill/>
            <a:ln w="9525">
              <a:noFill/>
            </a:ln>
          </p:spPr>
          <p:txBody>
            <a:bodyPr wrap="square" anchor="t">
              <a:spAutoFit/>
            </a:bodyPr>
            <a:p>
              <a:pPr>
                <a:spcBef>
                  <a:spcPct val="50000"/>
                </a:spcBef>
              </a:pPr>
              <a:r>
                <a:rPr lang="en-US" altLang="zh-CN" sz="2400">
                  <a:solidFill>
                    <a:srgbClr val="FFFF3D"/>
                  </a:solidFill>
                  <a:latin typeface="Monotype Corsiva" pitchFamily="66" charset="0"/>
                  <a:ea typeface="宋体" panose="02010600030101010101" pitchFamily="2" charset="-122"/>
                </a:rPr>
                <a:t>p&lt;0</a:t>
              </a:r>
              <a:r>
                <a:rPr lang="en-US" altLang="zh-CN" sz="1800">
                  <a:solidFill>
                    <a:srgbClr val="FFFF3D"/>
                  </a:solidFill>
                  <a:latin typeface="Monotype Corsiva" pitchFamily="66" charset="0"/>
                  <a:ea typeface="宋体" panose="02010600030101010101" pitchFamily="2" charset="-122"/>
                </a:rPr>
                <a:t>     </a:t>
              </a:r>
              <a:endParaRPr lang="en-US" altLang="zh-CN" sz="1800">
                <a:solidFill>
                  <a:srgbClr val="FFFF3D"/>
                </a:solidFill>
                <a:latin typeface="Times New Roman" panose="02020603050405020304" pitchFamily="18" charset="0"/>
                <a:ea typeface="宋体" panose="02010600030101010101" pitchFamily="2" charset="-122"/>
              </a:endParaRPr>
            </a:p>
          </p:txBody>
        </p:sp>
        <p:sp>
          <p:nvSpPr>
            <p:cNvPr id="30771" name="Text Box 53"/>
            <p:cNvSpPr txBox="1"/>
            <p:nvPr/>
          </p:nvSpPr>
          <p:spPr>
            <a:xfrm>
              <a:off x="3443" y="3527"/>
              <a:ext cx="549" cy="51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正向放电</a:t>
              </a:r>
              <a:endParaRPr lang="zh-CN" altLang="en-US" sz="2400" dirty="0">
                <a:latin typeface="楷体" panose="02010609060101010101" charset="-122"/>
                <a:ea typeface="楷体" panose="02010609060101010101" charset="-122"/>
              </a:endParaRPr>
            </a:p>
          </p:txBody>
        </p:sp>
      </p:grpSp>
      <p:grpSp>
        <p:nvGrpSpPr>
          <p:cNvPr id="53302" name="Group 54"/>
          <p:cNvGrpSpPr/>
          <p:nvPr/>
        </p:nvGrpSpPr>
        <p:grpSpPr>
          <a:xfrm>
            <a:off x="6016625" y="5114925"/>
            <a:ext cx="873125" cy="1289050"/>
            <a:chOff x="3812" y="3222"/>
            <a:chExt cx="550" cy="812"/>
          </a:xfrm>
        </p:grpSpPr>
        <p:sp>
          <p:nvSpPr>
            <p:cNvPr id="30773" name="Text Box 55"/>
            <p:cNvSpPr txBox="1"/>
            <p:nvPr/>
          </p:nvSpPr>
          <p:spPr>
            <a:xfrm>
              <a:off x="3812" y="3222"/>
              <a:ext cx="518" cy="288"/>
            </a:xfrm>
            <a:prstGeom prst="rect">
              <a:avLst/>
            </a:prstGeom>
            <a:noFill/>
            <a:ln w="9525">
              <a:noFill/>
            </a:ln>
          </p:spPr>
          <p:txBody>
            <a:bodyPr anchor="t">
              <a:spAutoFit/>
            </a:bodyPr>
            <a:p>
              <a:pPr>
                <a:spcBef>
                  <a:spcPct val="50000"/>
                </a:spcBef>
              </a:pPr>
              <a:r>
                <a:rPr lang="en-US" altLang="zh-CN" sz="2400">
                  <a:solidFill>
                    <a:srgbClr val="FFFF3D"/>
                  </a:solidFill>
                  <a:latin typeface="Monotype Corsiva" pitchFamily="66" charset="0"/>
                  <a:ea typeface="宋体" panose="02010600030101010101" pitchFamily="2" charset="-122"/>
                </a:rPr>
                <a:t>p&gt;0</a:t>
              </a:r>
              <a:endParaRPr lang="en-US" altLang="zh-CN" sz="2400">
                <a:solidFill>
                  <a:srgbClr val="FFFF3D"/>
                </a:solidFill>
                <a:latin typeface="Times New Roman" panose="02020603050405020304" pitchFamily="18" charset="0"/>
                <a:ea typeface="宋体" panose="02010600030101010101" pitchFamily="2" charset="-122"/>
              </a:endParaRPr>
            </a:p>
          </p:txBody>
        </p:sp>
        <p:sp>
          <p:nvSpPr>
            <p:cNvPr id="30774" name="Text Box 56"/>
            <p:cNvSpPr txBox="1"/>
            <p:nvPr/>
          </p:nvSpPr>
          <p:spPr>
            <a:xfrm>
              <a:off x="3813" y="3516"/>
              <a:ext cx="549" cy="51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反向充电</a:t>
              </a:r>
              <a:endParaRPr lang="zh-CN" altLang="en-US" sz="2400" dirty="0">
                <a:latin typeface="楷体" panose="02010609060101010101" charset="-122"/>
                <a:ea typeface="楷体" panose="02010609060101010101" charset="-122"/>
              </a:endParaRPr>
            </a:p>
          </p:txBody>
        </p:sp>
      </p:grpSp>
      <p:grpSp>
        <p:nvGrpSpPr>
          <p:cNvPr id="53305" name="Group 57"/>
          <p:cNvGrpSpPr/>
          <p:nvPr/>
        </p:nvGrpSpPr>
        <p:grpSpPr>
          <a:xfrm>
            <a:off x="7386638" y="5172075"/>
            <a:ext cx="871537" cy="1263650"/>
            <a:chOff x="4719" y="2873"/>
            <a:chExt cx="549" cy="796"/>
          </a:xfrm>
        </p:grpSpPr>
        <p:sp>
          <p:nvSpPr>
            <p:cNvPr id="30776" name="Text Box 58"/>
            <p:cNvSpPr txBox="1"/>
            <p:nvPr/>
          </p:nvSpPr>
          <p:spPr>
            <a:xfrm>
              <a:off x="4737" y="2873"/>
              <a:ext cx="531" cy="288"/>
            </a:xfrm>
            <a:prstGeom prst="rect">
              <a:avLst/>
            </a:prstGeom>
            <a:noFill/>
            <a:ln w="9525">
              <a:noFill/>
            </a:ln>
          </p:spPr>
          <p:txBody>
            <a:bodyPr wrap="square" anchor="t">
              <a:spAutoFit/>
            </a:bodyPr>
            <a:p>
              <a:pPr>
                <a:spcBef>
                  <a:spcPct val="50000"/>
                </a:spcBef>
              </a:pPr>
              <a:r>
                <a:rPr lang="en-US" altLang="zh-CN" sz="2400">
                  <a:solidFill>
                    <a:srgbClr val="FFFF3D"/>
                  </a:solidFill>
                  <a:latin typeface="Monotype Corsiva" pitchFamily="66" charset="0"/>
                  <a:ea typeface="宋体" panose="02010600030101010101" pitchFamily="2" charset="-122"/>
                </a:rPr>
                <a:t>p&lt;0</a:t>
              </a:r>
              <a:r>
                <a:rPr lang="en-US" altLang="zh-CN" sz="1800">
                  <a:solidFill>
                    <a:srgbClr val="FFFF3D"/>
                  </a:solidFill>
                  <a:latin typeface="Monotype Corsiva" pitchFamily="66" charset="0"/>
                  <a:ea typeface="宋体" panose="02010600030101010101" pitchFamily="2" charset="-122"/>
                </a:rPr>
                <a:t>     </a:t>
              </a:r>
              <a:endParaRPr lang="en-US" altLang="zh-CN" sz="1800">
                <a:solidFill>
                  <a:srgbClr val="FFFF3D"/>
                </a:solidFill>
                <a:latin typeface="Times New Roman" panose="02020603050405020304" pitchFamily="18" charset="0"/>
                <a:ea typeface="宋体" panose="02010600030101010101" pitchFamily="2" charset="-122"/>
              </a:endParaRPr>
            </a:p>
          </p:txBody>
        </p:sp>
        <p:sp>
          <p:nvSpPr>
            <p:cNvPr id="30777" name="Text Box 59"/>
            <p:cNvSpPr txBox="1"/>
            <p:nvPr/>
          </p:nvSpPr>
          <p:spPr>
            <a:xfrm>
              <a:off x="4719" y="3151"/>
              <a:ext cx="549" cy="51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反向放电</a:t>
              </a:r>
              <a:endParaRPr lang="zh-CN" altLang="en-US" sz="2400" dirty="0">
                <a:latin typeface="楷体" panose="02010609060101010101" charset="-122"/>
                <a:ea typeface="楷体" panose="02010609060101010101" charset="-122"/>
              </a:endParaRPr>
            </a:p>
          </p:txBody>
        </p:sp>
      </p:grpSp>
      <p:grpSp>
        <p:nvGrpSpPr>
          <p:cNvPr id="53315" name="Group 67"/>
          <p:cNvGrpSpPr/>
          <p:nvPr/>
        </p:nvGrpSpPr>
        <p:grpSpPr>
          <a:xfrm>
            <a:off x="4032250" y="458788"/>
            <a:ext cx="5111750" cy="2190750"/>
            <a:chOff x="2540" y="289"/>
            <a:chExt cx="3220" cy="1380"/>
          </a:xfrm>
        </p:grpSpPr>
        <p:sp>
          <p:nvSpPr>
            <p:cNvPr id="30779" name="Line 61"/>
            <p:cNvSpPr/>
            <p:nvPr/>
          </p:nvSpPr>
          <p:spPr>
            <a:xfrm>
              <a:off x="2577" y="1143"/>
              <a:ext cx="2884" cy="3"/>
            </a:xfrm>
            <a:prstGeom prst="line">
              <a:avLst/>
            </a:prstGeom>
            <a:ln w="38100" cap="flat" cmpd="sng">
              <a:solidFill>
                <a:schemeClr val="bg1"/>
              </a:solidFill>
              <a:prstDash val="solid"/>
              <a:round/>
              <a:headEnd type="none" w="med" len="med"/>
              <a:tailEnd type="stealth" w="sm" len="lg"/>
            </a:ln>
          </p:spPr>
        </p:sp>
        <p:sp>
          <p:nvSpPr>
            <p:cNvPr id="30780" name="Line 62"/>
            <p:cNvSpPr/>
            <p:nvPr/>
          </p:nvSpPr>
          <p:spPr>
            <a:xfrm flipH="1">
              <a:off x="2561" y="522"/>
              <a:ext cx="2" cy="1147"/>
            </a:xfrm>
            <a:prstGeom prst="line">
              <a:avLst/>
            </a:prstGeom>
            <a:ln w="38100" cap="flat" cmpd="sng">
              <a:solidFill>
                <a:schemeClr val="bg1"/>
              </a:solidFill>
              <a:prstDash val="solid"/>
              <a:round/>
              <a:headEnd type="stealth" w="sm" len="lg"/>
              <a:tailEnd type="none" w="med" len="med"/>
            </a:ln>
          </p:spPr>
        </p:sp>
        <p:sp>
          <p:nvSpPr>
            <p:cNvPr id="30781" name="Freeform 63"/>
            <p:cNvSpPr/>
            <p:nvPr/>
          </p:nvSpPr>
          <p:spPr>
            <a:xfrm>
              <a:off x="2561" y="769"/>
              <a:ext cx="2560" cy="793"/>
            </a:xfrm>
            <a:custGeom>
              <a:avLst/>
              <a:gdLst/>
              <a:ahLst/>
              <a:cxnLst>
                <a:cxn ang="0">
                  <a:pos x="0" y="686"/>
                </a:cxn>
                <a:cxn ang="0">
                  <a:pos x="931" y="0"/>
                </a:cxn>
                <a:cxn ang="0">
                  <a:pos x="1980" y="0"/>
                </a:cxn>
                <a:cxn ang="0">
                  <a:pos x="3148" y="1487"/>
                </a:cxn>
                <a:cxn ang="0">
                  <a:pos x="4328" y="1487"/>
                </a:cxn>
                <a:cxn ang="0">
                  <a:pos x="5104" y="686"/>
                </a:cxn>
              </a:cxnLst>
              <a:pathLst>
                <a:path w="1284" h="423">
                  <a:moveTo>
                    <a:pt x="0" y="195"/>
                  </a:moveTo>
                  <a:lnTo>
                    <a:pt x="234" y="0"/>
                  </a:lnTo>
                  <a:lnTo>
                    <a:pt x="498" y="0"/>
                  </a:lnTo>
                  <a:lnTo>
                    <a:pt x="792" y="423"/>
                  </a:lnTo>
                  <a:lnTo>
                    <a:pt x="1089" y="423"/>
                  </a:lnTo>
                  <a:lnTo>
                    <a:pt x="1284" y="195"/>
                  </a:lnTo>
                </a:path>
              </a:pathLst>
            </a:custGeom>
            <a:noFill/>
            <a:ln w="28575" cap="flat" cmpd="sng">
              <a:solidFill>
                <a:schemeClr val="accent1"/>
              </a:solidFill>
              <a:prstDash val="solid"/>
              <a:round/>
              <a:headEnd type="none" w="med" len="med"/>
              <a:tailEnd type="none" w="med" len="med"/>
            </a:ln>
          </p:spPr>
          <p:txBody>
            <a:bodyPr/>
            <a:p>
              <a:endParaRPr lang="zh-CN" altLang="en-US"/>
            </a:p>
          </p:txBody>
        </p:sp>
        <p:sp>
          <p:nvSpPr>
            <p:cNvPr id="30782" name="Text Box 64"/>
            <p:cNvSpPr txBox="1"/>
            <p:nvPr/>
          </p:nvSpPr>
          <p:spPr>
            <a:xfrm>
              <a:off x="2540" y="289"/>
              <a:ext cx="434" cy="326"/>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u</a:t>
              </a:r>
              <a:r>
                <a:rPr lang="en-US" altLang="zh-CN" baseline="-25000">
                  <a:solidFill>
                    <a:srgbClr val="FFFF3D"/>
                  </a:solidFill>
                  <a:latin typeface="Monotype Corsiva" pitchFamily="66" charset="0"/>
                  <a:ea typeface="宋体" panose="02010600030101010101" pitchFamily="2" charset="-122"/>
                </a:rPr>
                <a:t>c</a:t>
              </a:r>
              <a:endParaRPr lang="en-US" altLang="zh-CN">
                <a:solidFill>
                  <a:srgbClr val="FFFF3D"/>
                </a:solidFill>
                <a:latin typeface="Times New Roman" panose="02020603050405020304" pitchFamily="18" charset="0"/>
                <a:ea typeface="宋体" panose="02010600030101010101" pitchFamily="2" charset="-122"/>
              </a:endParaRPr>
            </a:p>
          </p:txBody>
        </p:sp>
        <p:sp>
          <p:nvSpPr>
            <p:cNvPr id="30783" name="Text Box 65"/>
            <p:cNvSpPr txBox="1"/>
            <p:nvPr/>
          </p:nvSpPr>
          <p:spPr>
            <a:xfrm>
              <a:off x="5388" y="993"/>
              <a:ext cx="372" cy="327"/>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t</a:t>
              </a:r>
              <a:endParaRPr lang="en-US" altLang="zh-CN">
                <a:solidFill>
                  <a:srgbClr val="FFFF3D"/>
                </a:solidFill>
                <a:latin typeface="Times New Roman" panose="02020603050405020304" pitchFamily="18" charset="0"/>
                <a:ea typeface="宋体" panose="02010600030101010101" pitchFamily="2" charset="-122"/>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53250"/>
                                        </p:tgtEl>
                                        <p:attrNameLst>
                                          <p:attrName>style.visibility</p:attrName>
                                        </p:attrNameLst>
                                      </p:cBhvr>
                                      <p:to>
                                        <p:strVal val="visible"/>
                                      </p:to>
                                    </p:set>
                                    <p:anim calcmode="lin" valueType="num">
                                      <p:cBhvr additive="base">
                                        <p:cTn id="7" dur="500" fill="hold"/>
                                        <p:tgtEl>
                                          <p:spTgt spid="53250"/>
                                        </p:tgtEl>
                                        <p:attrNameLst>
                                          <p:attrName>ppt_x</p:attrName>
                                        </p:attrNameLst>
                                      </p:cBhvr>
                                      <p:tavLst>
                                        <p:tav tm="0">
                                          <p:val>
                                            <p:strVal val="0-#ppt_w/2"/>
                                          </p:val>
                                        </p:tav>
                                        <p:tav tm="100000">
                                          <p:val>
                                            <p:strVal val="#ppt_x"/>
                                          </p:val>
                                        </p:tav>
                                      </p:tavLst>
                                    </p:anim>
                                    <p:anim calcmode="lin" valueType="num">
                                      <p:cBhvr additive="base">
                                        <p:cTn id="8" dur="500" fill="hold"/>
                                        <p:tgtEl>
                                          <p:spTgt spid="53250"/>
                                        </p:tgtEl>
                                        <p:attrNameLst>
                                          <p:attrName>ppt_y</p:attrName>
                                        </p:attrNameLst>
                                      </p:cBhvr>
                                      <p:tavLst>
                                        <p:tav tm="0">
                                          <p:val>
                                            <p:strVal val="#ppt_y"/>
                                          </p:val>
                                        </p:tav>
                                        <p:tav tm="100000">
                                          <p:val>
                                            <p:strVal val="#ppt_y"/>
                                          </p:val>
                                        </p:tav>
                                      </p:tavLst>
                                    </p:anim>
                                  </p:childTnLst>
                                </p:cTn>
                              </p:par>
                            </p:childTnLst>
                          </p:cTn>
                        </p:par>
                        <p:par>
                          <p:cTn id="9" fill="hold">
                            <p:stCondLst>
                              <p:cond delay="2500"/>
                            </p:stCondLst>
                            <p:childTnLst>
                              <p:par>
                                <p:cTn id="10" presetID="22" presetClass="entr" presetSubtype="8" fill="hold" nodeType="afterEffect">
                                  <p:stCondLst>
                                    <p:cond delay="1000"/>
                                  </p:stCondLst>
                                  <p:childTnLst>
                                    <p:set>
                                      <p:cBhvr>
                                        <p:cTn id="11" dur="1" fill="hold">
                                          <p:stCondLst>
                                            <p:cond delay="0"/>
                                          </p:stCondLst>
                                        </p:cTn>
                                        <p:tgtEl>
                                          <p:spTgt spid="53314"/>
                                        </p:tgtEl>
                                        <p:attrNameLst>
                                          <p:attrName>style.visibility</p:attrName>
                                        </p:attrNameLst>
                                      </p:cBhvr>
                                      <p:to>
                                        <p:strVal val="visible"/>
                                      </p:to>
                                    </p:set>
                                    <p:animEffect transition="in" filter="wipe(left)">
                                      <p:cBhvr>
                                        <p:cTn id="12" dur="500"/>
                                        <p:tgtEl>
                                          <p:spTgt spid="533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53252"/>
                                        </p:tgtEl>
                                        <p:attrNameLst>
                                          <p:attrName>style.visibility</p:attrName>
                                        </p:attrNameLst>
                                      </p:cBhvr>
                                      <p:to>
                                        <p:strVal val="visible"/>
                                      </p:to>
                                    </p:set>
                                    <p:animEffect transition="in" filter="wipe(left)">
                                      <p:cBhvr>
                                        <p:cTn id="17" dur="300"/>
                                        <p:tgtEl>
                                          <p:spTgt spid="532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3318"/>
                                        </p:tgtEl>
                                        <p:attrNameLst>
                                          <p:attrName>style.visibility</p:attrName>
                                        </p:attrNameLst>
                                      </p:cBhvr>
                                      <p:to>
                                        <p:strVal val="visible"/>
                                      </p:to>
                                    </p:set>
                                    <p:animEffect transition="in" filter="wipe(left)">
                                      <p:cBhvr>
                                        <p:cTn id="22" dur="500"/>
                                        <p:tgtEl>
                                          <p:spTgt spid="533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276"/>
                                        </p:tgtEl>
                                        <p:attrNameLst>
                                          <p:attrName>style.visibility</p:attrName>
                                        </p:attrNameLst>
                                      </p:cBhvr>
                                      <p:to>
                                        <p:strVal val="visible"/>
                                      </p:to>
                                    </p:set>
                                    <p:animEffect transition="in" filter="wipe(left)">
                                      <p:cBhvr>
                                        <p:cTn id="27" dur="500"/>
                                        <p:tgtEl>
                                          <p:spTgt spid="5327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3315"/>
                                        </p:tgtEl>
                                        <p:attrNameLst>
                                          <p:attrName>style.visibility</p:attrName>
                                        </p:attrNameLst>
                                      </p:cBhvr>
                                      <p:to>
                                        <p:strVal val="visible"/>
                                      </p:to>
                                    </p:set>
                                    <p:animEffect transition="in" filter="wipe(left)">
                                      <p:cBhvr>
                                        <p:cTn id="32" dur="500"/>
                                        <p:tgtEl>
                                          <p:spTgt spid="53315"/>
                                        </p:tgtEl>
                                      </p:cBhvr>
                                    </p:animEffect>
                                  </p:childTnLst>
                                </p:cTn>
                              </p:par>
                            </p:childTnLst>
                          </p:cTn>
                        </p:par>
                        <p:par>
                          <p:cTn id="33" fill="hold">
                            <p:stCondLst>
                              <p:cond delay="500"/>
                            </p:stCondLst>
                            <p:childTnLst>
                              <p:par>
                                <p:cTn id="34" presetID="22" presetClass="entr" presetSubtype="1" fill="hold" nodeType="afterEffect">
                                  <p:stCondLst>
                                    <p:cond delay="1000"/>
                                  </p:stCondLst>
                                  <p:childTnLst>
                                    <p:set>
                                      <p:cBhvr>
                                        <p:cTn id="35" dur="1" fill="hold">
                                          <p:stCondLst>
                                            <p:cond delay="0"/>
                                          </p:stCondLst>
                                        </p:cTn>
                                        <p:tgtEl>
                                          <p:spTgt spid="53277"/>
                                        </p:tgtEl>
                                        <p:attrNameLst>
                                          <p:attrName>style.visibility</p:attrName>
                                        </p:attrNameLst>
                                      </p:cBhvr>
                                      <p:to>
                                        <p:strVal val="visible"/>
                                      </p:to>
                                    </p:set>
                                    <p:animEffect transition="in" filter="wipe(up)">
                                      <p:cBhvr>
                                        <p:cTn id="36" dur="500"/>
                                        <p:tgtEl>
                                          <p:spTgt spid="5327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3316"/>
                                        </p:tgtEl>
                                        <p:attrNameLst>
                                          <p:attrName>style.visibility</p:attrName>
                                        </p:attrNameLst>
                                      </p:cBhvr>
                                      <p:to>
                                        <p:strVal val="visible"/>
                                      </p:to>
                                    </p:set>
                                    <p:animEffect transition="in" filter="wipe(left)">
                                      <p:cBhvr>
                                        <p:cTn id="41" dur="500"/>
                                        <p:tgtEl>
                                          <p:spTgt spid="53316"/>
                                        </p:tgtEl>
                                      </p:cBhvr>
                                    </p:animEffect>
                                  </p:childTnLst>
                                </p:cTn>
                              </p:par>
                            </p:childTnLst>
                          </p:cTn>
                        </p:par>
                      </p:childTnLst>
                    </p:cTn>
                  </p:par>
                  <p:par>
                    <p:cTn id="42" fill="hold">
                      <p:stCondLst>
                        <p:cond delay="indefinite"/>
                      </p:stCondLst>
                      <p:childTnLst>
                        <p:par>
                          <p:cTn id="43" fill="hold">
                            <p:stCondLst>
                              <p:cond delay="0"/>
                            </p:stCondLst>
                            <p:childTnLst>
                              <p:par>
                                <p:cTn id="44" presetID="7" presetClass="entr" presetSubtype="4" fill="hold" nodeType="clickEffect">
                                  <p:stCondLst>
                                    <p:cond delay="0"/>
                                  </p:stCondLst>
                                  <p:childTnLst>
                                    <p:set>
                                      <p:cBhvr>
                                        <p:cTn id="45" dur="1" fill="hold">
                                          <p:stCondLst>
                                            <p:cond delay="0"/>
                                          </p:stCondLst>
                                        </p:cTn>
                                        <p:tgtEl>
                                          <p:spTgt spid="53290"/>
                                        </p:tgtEl>
                                        <p:attrNameLst>
                                          <p:attrName>style.visibility</p:attrName>
                                        </p:attrNameLst>
                                      </p:cBhvr>
                                      <p:to>
                                        <p:strVal val="visible"/>
                                      </p:to>
                                    </p:set>
                                    <p:anim calcmode="lin" valueType="num">
                                      <p:cBhvr additive="base">
                                        <p:cTn id="46" dur="5000" fill="hold"/>
                                        <p:tgtEl>
                                          <p:spTgt spid="53290"/>
                                        </p:tgtEl>
                                        <p:attrNameLst>
                                          <p:attrName>ppt_x</p:attrName>
                                        </p:attrNameLst>
                                      </p:cBhvr>
                                      <p:tavLst>
                                        <p:tav tm="0">
                                          <p:val>
                                            <p:strVal val="#ppt_x"/>
                                          </p:val>
                                        </p:tav>
                                        <p:tav tm="100000">
                                          <p:val>
                                            <p:strVal val="#ppt_x"/>
                                          </p:val>
                                        </p:tav>
                                      </p:tavLst>
                                    </p:anim>
                                    <p:anim calcmode="lin" valueType="num">
                                      <p:cBhvr additive="base">
                                        <p:cTn id="47" dur="5000" fill="hold"/>
                                        <p:tgtEl>
                                          <p:spTgt spid="53290"/>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7" presetClass="entr" presetSubtype="4" fill="hold" nodeType="clickEffect">
                                  <p:stCondLst>
                                    <p:cond delay="0"/>
                                  </p:stCondLst>
                                  <p:childTnLst>
                                    <p:set>
                                      <p:cBhvr>
                                        <p:cTn id="51" dur="1" fill="hold">
                                          <p:stCondLst>
                                            <p:cond delay="0"/>
                                          </p:stCondLst>
                                        </p:cTn>
                                        <p:tgtEl>
                                          <p:spTgt spid="53295"/>
                                        </p:tgtEl>
                                        <p:attrNameLst>
                                          <p:attrName>style.visibility</p:attrName>
                                        </p:attrNameLst>
                                      </p:cBhvr>
                                      <p:to>
                                        <p:strVal val="visible"/>
                                      </p:to>
                                    </p:set>
                                    <p:anim calcmode="lin" valueType="num">
                                      <p:cBhvr additive="base">
                                        <p:cTn id="52" dur="5000" fill="hold"/>
                                        <p:tgtEl>
                                          <p:spTgt spid="53295"/>
                                        </p:tgtEl>
                                        <p:attrNameLst>
                                          <p:attrName>ppt_x</p:attrName>
                                        </p:attrNameLst>
                                      </p:cBhvr>
                                      <p:tavLst>
                                        <p:tav tm="0">
                                          <p:val>
                                            <p:strVal val="#ppt_x"/>
                                          </p:val>
                                        </p:tav>
                                        <p:tav tm="100000">
                                          <p:val>
                                            <p:strVal val="#ppt_x"/>
                                          </p:val>
                                        </p:tav>
                                      </p:tavLst>
                                    </p:anim>
                                    <p:anim calcmode="lin" valueType="num">
                                      <p:cBhvr additive="base">
                                        <p:cTn id="53" dur="5000" fill="hold"/>
                                        <p:tgtEl>
                                          <p:spTgt spid="53295"/>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nodeType="clickEffect">
                                  <p:stCondLst>
                                    <p:cond delay="0"/>
                                  </p:stCondLst>
                                  <p:childTnLst>
                                    <p:set>
                                      <p:cBhvr>
                                        <p:cTn id="57" dur="1" fill="hold">
                                          <p:stCondLst>
                                            <p:cond delay="0"/>
                                          </p:stCondLst>
                                        </p:cTn>
                                        <p:tgtEl>
                                          <p:spTgt spid="53299"/>
                                        </p:tgtEl>
                                        <p:attrNameLst>
                                          <p:attrName>style.visibility</p:attrName>
                                        </p:attrNameLst>
                                      </p:cBhvr>
                                      <p:to>
                                        <p:strVal val="visible"/>
                                      </p:to>
                                    </p:set>
                                    <p:animEffect transition="in" filter="slide(fromBottom)">
                                      <p:cBhvr>
                                        <p:cTn id="58" dur="500"/>
                                        <p:tgtEl>
                                          <p:spTgt spid="53299"/>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4" fill="hold" nodeType="clickEffect">
                                  <p:stCondLst>
                                    <p:cond delay="0"/>
                                  </p:stCondLst>
                                  <p:childTnLst>
                                    <p:set>
                                      <p:cBhvr>
                                        <p:cTn id="62" dur="1" fill="hold">
                                          <p:stCondLst>
                                            <p:cond delay="0"/>
                                          </p:stCondLst>
                                        </p:cTn>
                                        <p:tgtEl>
                                          <p:spTgt spid="53302"/>
                                        </p:tgtEl>
                                        <p:attrNameLst>
                                          <p:attrName>style.visibility</p:attrName>
                                        </p:attrNameLst>
                                      </p:cBhvr>
                                      <p:to>
                                        <p:strVal val="visible"/>
                                      </p:to>
                                    </p:set>
                                    <p:animEffect transition="in" filter="slide(fromBottom)">
                                      <p:cBhvr>
                                        <p:cTn id="63" dur="500"/>
                                        <p:tgtEl>
                                          <p:spTgt spid="53302"/>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4" fill="hold" nodeType="clickEffect">
                                  <p:stCondLst>
                                    <p:cond delay="0"/>
                                  </p:stCondLst>
                                  <p:childTnLst>
                                    <p:set>
                                      <p:cBhvr>
                                        <p:cTn id="67" dur="1" fill="hold">
                                          <p:stCondLst>
                                            <p:cond delay="0"/>
                                          </p:stCondLst>
                                        </p:cTn>
                                        <p:tgtEl>
                                          <p:spTgt spid="53305"/>
                                        </p:tgtEl>
                                        <p:attrNameLst>
                                          <p:attrName>style.visibility</p:attrName>
                                        </p:attrNameLst>
                                      </p:cBhvr>
                                      <p:to>
                                        <p:strVal val="visible"/>
                                      </p:to>
                                    </p:set>
                                    <p:animEffect transition="in" filter="slide(fromBottom)">
                                      <p:cBhvr>
                                        <p:cTn id="68" dur="500"/>
                                        <p:tgtEl>
                                          <p:spTgt spid="53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P spid="53252" grpId="0"/>
      <p:bldP spid="53276"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lumOff val="50000"/>
          </a:schemeClr>
        </a:solidFill>
        <a:effectLst/>
      </p:bgPr>
    </p:bg>
    <p:spTree>
      <p:nvGrpSpPr>
        <p:cNvPr id="1" name=""/>
        <p:cNvGrpSpPr/>
        <p:nvPr/>
      </p:nvGrpSpPr>
      <p:grpSpPr/>
      <p:sp>
        <p:nvSpPr>
          <p:cNvPr id="54319" name="Text Box 47"/>
          <p:cNvSpPr txBox="1"/>
          <p:nvPr/>
        </p:nvSpPr>
        <p:spPr>
          <a:xfrm>
            <a:off x="250508" y="203518"/>
            <a:ext cx="2379662" cy="457200"/>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电容储存能量：</a:t>
            </a:r>
            <a:endParaRPr lang="zh-CN" altLang="en-US" sz="2400" dirty="0">
              <a:latin typeface="楷体" panose="02010609060101010101" charset="-122"/>
              <a:ea typeface="楷体" panose="02010609060101010101" charset="-122"/>
            </a:endParaRPr>
          </a:p>
        </p:txBody>
      </p:sp>
      <p:grpSp>
        <p:nvGrpSpPr>
          <p:cNvPr id="54389" name="Group 117"/>
          <p:cNvGrpSpPr/>
          <p:nvPr/>
        </p:nvGrpSpPr>
        <p:grpSpPr>
          <a:xfrm>
            <a:off x="150495" y="1465580"/>
            <a:ext cx="2425700" cy="860425"/>
            <a:chOff x="158" y="3384"/>
            <a:chExt cx="1528" cy="542"/>
          </a:xfrm>
        </p:grpSpPr>
        <p:sp>
          <p:nvSpPr>
            <p:cNvPr id="31778" name="Rectangle 49"/>
            <p:cNvSpPr/>
            <p:nvPr/>
          </p:nvSpPr>
          <p:spPr>
            <a:xfrm>
              <a:off x="158" y="3421"/>
              <a:ext cx="1528" cy="505"/>
            </a:xfrm>
            <a:prstGeom prst="rect">
              <a:avLst/>
            </a:prstGeom>
            <a:gradFill rotWithShape="0">
              <a:gsLst>
                <a:gs pos="0">
                  <a:srgbClr val="37FFCB"/>
                </a:gs>
                <a:gs pos="50000">
                  <a:srgbClr val="9393FF"/>
                </a:gs>
                <a:gs pos="100000">
                  <a:srgbClr val="37FFCB"/>
                </a:gs>
              </a:gsLst>
              <a:lin ang="5400000" scaled="1"/>
              <a:tileRect/>
            </a:gradFill>
            <a:ln w="28575" cap="flat" cmpd="sng">
              <a:solidFill>
                <a:srgbClr val="FF00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1779" name="Text Box 50"/>
            <p:cNvSpPr txBox="1"/>
            <p:nvPr/>
          </p:nvSpPr>
          <p:spPr>
            <a:xfrm>
              <a:off x="326" y="3496"/>
              <a:ext cx="1322" cy="326"/>
            </a:xfrm>
            <a:prstGeom prst="rect">
              <a:avLst/>
            </a:prstGeom>
            <a:noFill/>
            <a:ln w="9525">
              <a:noFill/>
            </a:ln>
          </p:spPr>
          <p:txBody>
            <a:bodyPr wrap="square" anchor="t">
              <a:spAutoFit/>
            </a:bodyPr>
            <a:p>
              <a:pPr>
                <a:spcBef>
                  <a:spcPct val="50000"/>
                </a:spcBef>
              </a:pPr>
              <a:r>
                <a:rPr lang="en-US" altLang="zh-CN">
                  <a:solidFill>
                    <a:srgbClr val="FF0000"/>
                  </a:solidFill>
                  <a:latin typeface="Times New Roman" panose="02020603050405020304" pitchFamily="18" charset="0"/>
                  <a:ea typeface="宋体" panose="02010600030101010101" pitchFamily="2" charset="-122"/>
                </a:rPr>
                <a:t>W</a:t>
              </a:r>
              <a:r>
                <a:rPr lang="en-US" altLang="zh-CN" i="1" baseline="-25000">
                  <a:solidFill>
                    <a:srgbClr val="FF0000"/>
                  </a:solidFill>
                  <a:latin typeface="Times New Roman" panose="02020603050405020304" pitchFamily="18" charset="0"/>
                  <a:ea typeface="宋体" panose="02010600030101010101" pitchFamily="2" charset="-122"/>
                </a:rPr>
                <a:t>C</a:t>
              </a:r>
              <a:r>
                <a:rPr lang="en-US" altLang="zh-CN">
                  <a:solidFill>
                    <a:srgbClr val="FF0000"/>
                  </a:solidFill>
                  <a:latin typeface="Times New Roman" panose="02020603050405020304" pitchFamily="18" charset="0"/>
                  <a:ea typeface="宋体" panose="02010600030101010101" pitchFamily="2" charset="-122"/>
                </a:rPr>
                <a:t>=     </a:t>
              </a:r>
              <a:r>
                <a:rPr lang="en-US" altLang="zh-CN" sz="2400">
                  <a:solidFill>
                    <a:srgbClr val="FF0000"/>
                  </a:solidFill>
                  <a:latin typeface="Times New Roman" panose="02020603050405020304" pitchFamily="18" charset="0"/>
                  <a:ea typeface="宋体" panose="02010600030101010101" pitchFamily="2" charset="-122"/>
                </a:rPr>
                <a:t>C</a:t>
              </a:r>
              <a:r>
                <a:rPr lang="en-US" altLang="zh-CN">
                  <a:solidFill>
                    <a:srgbClr val="FF0000"/>
                  </a:solidFill>
                  <a:latin typeface="Monotype Corsiva" pitchFamily="66" charset="0"/>
                  <a:ea typeface="宋体" panose="02010600030101010101" pitchFamily="2" charset="-122"/>
                </a:rPr>
                <a:t>u</a:t>
              </a:r>
              <a:r>
                <a:rPr lang="en-US" altLang="zh-CN" baseline="30000">
                  <a:solidFill>
                    <a:srgbClr val="FF0000"/>
                  </a:solidFill>
                  <a:latin typeface="Times New Roman" panose="02020603050405020304" pitchFamily="18" charset="0"/>
                  <a:ea typeface="宋体" panose="02010600030101010101" pitchFamily="2" charset="-122"/>
                </a:rPr>
                <a:t>2</a:t>
              </a:r>
              <a:endParaRPr lang="en-US" altLang="zh-CN">
                <a:solidFill>
                  <a:srgbClr val="FF0000"/>
                </a:solidFill>
                <a:latin typeface="Times New Roman" panose="02020603050405020304" pitchFamily="18" charset="0"/>
                <a:ea typeface="宋体" panose="02010600030101010101" pitchFamily="2" charset="-122"/>
              </a:endParaRPr>
            </a:p>
          </p:txBody>
        </p:sp>
        <p:sp>
          <p:nvSpPr>
            <p:cNvPr id="31780" name="Text Box 52"/>
            <p:cNvSpPr txBox="1"/>
            <p:nvPr/>
          </p:nvSpPr>
          <p:spPr>
            <a:xfrm>
              <a:off x="849" y="3384"/>
              <a:ext cx="258" cy="327"/>
            </a:xfrm>
            <a:prstGeom prst="rect">
              <a:avLst/>
            </a:prstGeom>
            <a:noFill/>
            <a:ln w="9525">
              <a:noFill/>
            </a:ln>
          </p:spPr>
          <p:txBody>
            <a:bodyPr anchor="t">
              <a:spAutoFit/>
            </a:bodyPr>
            <a:p>
              <a:pPr>
                <a:spcBef>
                  <a:spcPct val="50000"/>
                </a:spcBef>
              </a:pPr>
              <a:r>
                <a:rPr lang="en-US" altLang="zh-CN">
                  <a:solidFill>
                    <a:srgbClr val="FF0000"/>
                  </a:solidFill>
                  <a:latin typeface="Times New Roman" panose="02020603050405020304" pitchFamily="18" charset="0"/>
                  <a:ea typeface="宋体" panose="02010600030101010101" pitchFamily="2" charset="-122"/>
                </a:rPr>
                <a:t>1</a:t>
              </a:r>
              <a:endParaRPr lang="en-US" altLang="zh-CN">
                <a:solidFill>
                  <a:srgbClr val="FF0000"/>
                </a:solidFill>
                <a:latin typeface="Times New Roman" panose="02020603050405020304" pitchFamily="18" charset="0"/>
                <a:ea typeface="宋体" panose="02010600030101010101" pitchFamily="2" charset="-122"/>
              </a:endParaRPr>
            </a:p>
          </p:txBody>
        </p:sp>
        <p:sp>
          <p:nvSpPr>
            <p:cNvPr id="31781" name="Text Box 53"/>
            <p:cNvSpPr txBox="1"/>
            <p:nvPr/>
          </p:nvSpPr>
          <p:spPr>
            <a:xfrm>
              <a:off x="849" y="3593"/>
              <a:ext cx="258" cy="327"/>
            </a:xfrm>
            <a:prstGeom prst="rect">
              <a:avLst/>
            </a:prstGeom>
            <a:noFill/>
            <a:ln w="9525">
              <a:noFill/>
            </a:ln>
          </p:spPr>
          <p:txBody>
            <a:bodyPr anchor="t">
              <a:spAutoFit/>
            </a:bodyPr>
            <a:p>
              <a:pPr>
                <a:spcBef>
                  <a:spcPct val="50000"/>
                </a:spcBef>
              </a:pPr>
              <a:r>
                <a:rPr lang="en-US" altLang="zh-CN">
                  <a:solidFill>
                    <a:srgbClr val="FF0000"/>
                  </a:solidFill>
                  <a:latin typeface="Times New Roman" panose="02020603050405020304" pitchFamily="18" charset="0"/>
                  <a:ea typeface="宋体" panose="02010600030101010101" pitchFamily="2" charset="-122"/>
                </a:rPr>
                <a:t>2</a:t>
              </a:r>
              <a:endParaRPr lang="en-US" altLang="zh-CN">
                <a:solidFill>
                  <a:srgbClr val="FF0000"/>
                </a:solidFill>
                <a:latin typeface="Times New Roman" panose="02020603050405020304" pitchFamily="18" charset="0"/>
                <a:ea typeface="宋体" panose="02010600030101010101" pitchFamily="2" charset="-122"/>
              </a:endParaRPr>
            </a:p>
          </p:txBody>
        </p:sp>
        <p:sp>
          <p:nvSpPr>
            <p:cNvPr id="31782" name="Line 54"/>
            <p:cNvSpPr/>
            <p:nvPr/>
          </p:nvSpPr>
          <p:spPr>
            <a:xfrm>
              <a:off x="869" y="3664"/>
              <a:ext cx="221" cy="0"/>
            </a:xfrm>
            <a:prstGeom prst="line">
              <a:avLst/>
            </a:prstGeom>
            <a:ln w="38100" cap="flat" cmpd="sng">
              <a:solidFill>
                <a:srgbClr val="FF0000"/>
              </a:solidFill>
              <a:prstDash val="solid"/>
              <a:round/>
              <a:headEnd type="none" w="med" len="med"/>
              <a:tailEnd type="none" w="med" len="med"/>
            </a:ln>
          </p:spPr>
        </p:sp>
      </p:grpSp>
      <p:grpSp>
        <p:nvGrpSpPr>
          <p:cNvPr id="54388" name="Group 116"/>
          <p:cNvGrpSpPr/>
          <p:nvPr/>
        </p:nvGrpSpPr>
        <p:grpSpPr>
          <a:xfrm>
            <a:off x="464503" y="661035"/>
            <a:ext cx="7754937" cy="890588"/>
            <a:chOff x="431" y="2626"/>
            <a:chExt cx="4885" cy="561"/>
          </a:xfrm>
        </p:grpSpPr>
        <p:sp>
          <p:nvSpPr>
            <p:cNvPr id="31784" name="Text Box 56"/>
            <p:cNvSpPr txBox="1"/>
            <p:nvPr/>
          </p:nvSpPr>
          <p:spPr>
            <a:xfrm>
              <a:off x="431" y="2747"/>
              <a:ext cx="4885" cy="326"/>
            </a:xfrm>
            <a:prstGeom prst="rect">
              <a:avLst/>
            </a:prstGeom>
            <a:noFill/>
            <a:ln w="38100">
              <a:noFill/>
            </a:ln>
          </p:spPr>
          <p:txBody>
            <a:bodyPr anchor="t">
              <a:spAutoFit/>
            </a:bodyPr>
            <a:p>
              <a:pPr>
                <a:spcBef>
                  <a:spcPct val="50000"/>
                </a:spcBef>
              </a:pPr>
              <a:r>
                <a:rPr lang="en-US" altLang="zh-CN" err="1">
                  <a:latin typeface="Times New Roman" panose="02020603050405020304" pitchFamily="18" charset="0"/>
                  <a:ea typeface="宋体" panose="02010600030101010101" pitchFamily="2" charset="-122"/>
                </a:rPr>
                <a:t>w</a:t>
              </a:r>
              <a:r>
                <a:rPr lang="en-US" altLang="zh-CN" i="1" baseline="-25000" err="1">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    </a:t>
              </a:r>
              <a:r>
                <a:rPr lang="en-US" altLang="zh-CN" i="1" err="1">
                  <a:latin typeface="Times New Roman" panose="02020603050405020304" pitchFamily="18" charset="0"/>
                  <a:ea typeface="宋体" panose="02010600030101010101" pitchFamily="2" charset="-122"/>
                </a:rPr>
                <a:t>u</a:t>
              </a:r>
              <a:r>
                <a:rPr lang="en-US" altLang="zh-CN" i="1" baseline="-25000" err="1">
                  <a:latin typeface="Times New Roman" panose="02020603050405020304" pitchFamily="18" charset="0"/>
                  <a:ea typeface="宋体" panose="02010600030101010101" pitchFamily="2" charset="-122"/>
                </a:rPr>
                <a:t>C</a:t>
              </a:r>
              <a:r>
                <a:rPr lang="en-US" altLang="zh-CN" i="1" baseline="-2500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(t) </a:t>
              </a:r>
              <a:r>
                <a:rPr lang="en-US" altLang="zh-CN" sz="24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      </a:t>
              </a:r>
              <a:r>
                <a:rPr lang="en-US" altLang="zh-CN" err="1">
                  <a:latin typeface="Times New Roman" panose="02020603050405020304" pitchFamily="18" charset="0"/>
                  <a:ea typeface="宋体" panose="02010600030101010101" pitchFamily="2" charset="-122"/>
                </a:rPr>
                <a:t>dt</a:t>
              </a:r>
              <a:r>
                <a:rPr lang="en-US" altLang="zh-CN">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C</a:t>
              </a:r>
              <a:r>
                <a:rPr lang="en-US" altLang="zh-CN" i="1">
                  <a:latin typeface="Times New Roman" panose="02020603050405020304" pitchFamily="18" charset="0"/>
                  <a:ea typeface="宋体" panose="02010600030101010101" pitchFamily="2" charset="-122"/>
                </a:rPr>
                <a:t>   </a:t>
              </a:r>
              <a:r>
                <a:rPr lang="en-US" altLang="zh-CN" i="1" err="1">
                  <a:latin typeface="Times New Roman" panose="02020603050405020304" pitchFamily="18" charset="0"/>
                  <a:ea typeface="宋体" panose="02010600030101010101" pitchFamily="2" charset="-122"/>
                </a:rPr>
                <a:t>u</a:t>
              </a:r>
              <a:r>
                <a:rPr lang="en-US" altLang="zh-CN" i="1" baseline="-25000" err="1">
                  <a:latin typeface="Times New Roman" panose="02020603050405020304" pitchFamily="18" charset="0"/>
                  <a:ea typeface="宋体" panose="02010600030101010101" pitchFamily="2" charset="-122"/>
                </a:rPr>
                <a:t>C</a:t>
              </a:r>
              <a:r>
                <a:rPr lang="en-US" altLang="zh-CN" i="1" baseline="-25000">
                  <a:latin typeface="Times New Roman" panose="02020603050405020304" pitchFamily="18" charset="0"/>
                  <a:ea typeface="宋体" panose="02010600030101010101" pitchFamily="2" charset="-122"/>
                </a:rPr>
                <a:t> </a:t>
              </a:r>
              <a:r>
                <a:rPr lang="en-US" altLang="zh-CN" i="1" err="1">
                  <a:latin typeface="Times New Roman" panose="02020603050405020304" pitchFamily="18" charset="0"/>
                  <a:ea typeface="宋体" panose="02010600030101010101" pitchFamily="2" charset="-122"/>
                </a:rPr>
                <a:t>du</a:t>
              </a:r>
              <a:r>
                <a:rPr lang="en-US" altLang="zh-CN" i="1" baseline="-25000" err="1">
                  <a:latin typeface="Times New Roman" panose="02020603050405020304" pitchFamily="18" charset="0"/>
                  <a:ea typeface="宋体" panose="02010600030101010101" pitchFamily="2" charset="-122"/>
                </a:rPr>
                <a:t>C</a:t>
              </a:r>
              <a:r>
                <a:rPr lang="en-US" altLang="zh-CN" i="1">
                  <a:latin typeface="Times New Roman" panose="02020603050405020304" pitchFamily="18" charset="0"/>
                  <a:ea typeface="宋体" panose="02010600030101010101" pitchFamily="2" charset="-122"/>
                </a:rPr>
                <a:t>=     </a:t>
              </a:r>
              <a:r>
                <a:rPr lang="en-US" altLang="zh-CN" sz="2400" i="1">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grpSp>
          <p:nvGrpSpPr>
            <p:cNvPr id="31785" name="Group 114"/>
            <p:cNvGrpSpPr/>
            <p:nvPr/>
          </p:nvGrpSpPr>
          <p:grpSpPr>
            <a:xfrm>
              <a:off x="1764" y="2633"/>
              <a:ext cx="441" cy="537"/>
              <a:chOff x="1764" y="2633"/>
              <a:chExt cx="441" cy="537"/>
            </a:xfrm>
          </p:grpSpPr>
          <p:sp>
            <p:nvSpPr>
              <p:cNvPr id="31786" name="Text Box 58"/>
              <p:cNvSpPr txBox="1"/>
              <p:nvPr/>
            </p:nvSpPr>
            <p:spPr>
              <a:xfrm>
                <a:off x="1764" y="2633"/>
                <a:ext cx="441" cy="288"/>
              </a:xfrm>
              <a:prstGeom prst="rect">
                <a:avLst/>
              </a:prstGeom>
              <a:noFill/>
              <a:ln w="9525">
                <a:noFill/>
              </a:ln>
            </p:spPr>
            <p:txBody>
              <a:bodyPr wrap="square" anchor="t">
                <a:spAutoFit/>
              </a:bodyPr>
              <a:p>
                <a:pPr>
                  <a:spcBef>
                    <a:spcPct val="50000"/>
                  </a:spcBef>
                </a:pPr>
                <a:r>
                  <a:rPr lang="en-US" altLang="zh-CN" sz="2400" err="1">
                    <a:latin typeface="Times New Roman" panose="02020603050405020304" pitchFamily="18" charset="0"/>
                    <a:ea typeface="宋体" panose="02010600030101010101" pitchFamily="2" charset="-122"/>
                  </a:rPr>
                  <a:t>d</a:t>
                </a:r>
                <a:r>
                  <a:rPr lang="en-US" altLang="zh-CN" sz="2400" err="1">
                    <a:latin typeface="Monotype Corsiva" pitchFamily="66" charset="0"/>
                    <a:ea typeface="宋体" panose="02010600030101010101" pitchFamily="2" charset="-122"/>
                  </a:rPr>
                  <a:t>u</a:t>
                </a:r>
                <a:r>
                  <a:rPr lang="en-US" altLang="zh-CN" sz="2400" baseline="-25000" err="1">
                    <a:latin typeface="Monotype Corsiva" pitchFamily="66"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31787" name="Text Box 59"/>
              <p:cNvSpPr txBox="1"/>
              <p:nvPr/>
            </p:nvSpPr>
            <p:spPr>
              <a:xfrm>
                <a:off x="1803" y="2882"/>
                <a:ext cx="402" cy="288"/>
              </a:xfrm>
              <a:prstGeom prst="rect">
                <a:avLst/>
              </a:prstGeom>
              <a:noFill/>
              <a:ln w="9525">
                <a:noFill/>
              </a:ln>
            </p:spPr>
            <p:txBody>
              <a:bodyPr anchor="t">
                <a:spAutoFit/>
              </a:bodyPr>
              <a:p>
                <a:pPr>
                  <a:spcBef>
                    <a:spcPct val="50000"/>
                  </a:spcBef>
                </a:pPr>
                <a:r>
                  <a:rPr lang="en-US" altLang="zh-CN" sz="2400" err="1">
                    <a:latin typeface="Times New Roman" panose="02020603050405020304" pitchFamily="18" charset="0"/>
                    <a:ea typeface="宋体" panose="02010600030101010101" pitchFamily="2" charset="-122"/>
                  </a:rPr>
                  <a:t>d</a:t>
                </a:r>
                <a:r>
                  <a:rPr lang="en-US" altLang="zh-CN" sz="2400" err="1">
                    <a:latin typeface="Monotype Corsiva" pitchFamily="66"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31788" name="Line 60"/>
              <p:cNvSpPr/>
              <p:nvPr/>
            </p:nvSpPr>
            <p:spPr>
              <a:xfrm flipV="1">
                <a:off x="1801" y="2928"/>
                <a:ext cx="331" cy="1"/>
              </a:xfrm>
              <a:prstGeom prst="line">
                <a:avLst/>
              </a:prstGeom>
              <a:ln w="28575" cap="flat" cmpd="sng">
                <a:solidFill>
                  <a:schemeClr val="bg1"/>
                </a:solidFill>
                <a:prstDash val="solid"/>
                <a:round/>
                <a:headEnd type="none" w="med" len="med"/>
                <a:tailEnd type="none" w="med" len="med"/>
              </a:ln>
            </p:spPr>
          </p:sp>
        </p:grpSp>
        <p:grpSp>
          <p:nvGrpSpPr>
            <p:cNvPr id="31789" name="Group 61"/>
            <p:cNvGrpSpPr/>
            <p:nvPr/>
          </p:nvGrpSpPr>
          <p:grpSpPr>
            <a:xfrm>
              <a:off x="835" y="2626"/>
              <a:ext cx="363" cy="525"/>
              <a:chOff x="1242" y="2559"/>
              <a:chExt cx="363" cy="525"/>
            </a:xfrm>
          </p:grpSpPr>
          <p:sp>
            <p:nvSpPr>
              <p:cNvPr id="31790" name="Text Box 62"/>
              <p:cNvSpPr txBox="1"/>
              <p:nvPr/>
            </p:nvSpPr>
            <p:spPr>
              <a:xfrm>
                <a:off x="1242" y="2629"/>
                <a:ext cx="355" cy="404"/>
              </a:xfrm>
              <a:prstGeom prst="rect">
                <a:avLst/>
              </a:prstGeom>
              <a:noFill/>
              <a:ln w="38100">
                <a:noFill/>
              </a:ln>
            </p:spPr>
            <p:txBody>
              <a:bodyPr anchor="t">
                <a:spAutoFit/>
              </a:bodyPr>
              <a:p>
                <a:pPr>
                  <a:spcBef>
                    <a:spcPct val="50000"/>
                  </a:spcBef>
                </a:pPr>
                <a:r>
                  <a:rPr lang="en-US" altLang="zh-CN" sz="3600">
                    <a:latin typeface="Times New Roman" panose="02020603050405020304" pitchFamily="18" charset="0"/>
                    <a:ea typeface="宋体" panose="02010600030101010101" pitchFamily="2" charset="-122"/>
                    <a:sym typeface="Symbol" panose="05050102010706020507" pitchFamily="18" charset="2"/>
                  </a:rPr>
                  <a:t></a:t>
                </a:r>
                <a:endParaRPr lang="en-US" altLang="zh-CN" sz="3600">
                  <a:latin typeface="Times New Roman" panose="02020603050405020304" pitchFamily="18" charset="0"/>
                  <a:ea typeface="宋体" panose="02010600030101010101" pitchFamily="2" charset="-122"/>
                  <a:sym typeface="Symbol" panose="05050102010706020507" pitchFamily="18" charset="2"/>
                </a:endParaRPr>
              </a:p>
            </p:txBody>
          </p:sp>
          <p:sp>
            <p:nvSpPr>
              <p:cNvPr id="31791" name="Text Box 63"/>
              <p:cNvSpPr txBox="1"/>
              <p:nvPr/>
            </p:nvSpPr>
            <p:spPr>
              <a:xfrm>
                <a:off x="1312" y="2853"/>
                <a:ext cx="226" cy="231"/>
              </a:xfrm>
              <a:prstGeom prst="rect">
                <a:avLst/>
              </a:prstGeom>
              <a:noFill/>
              <a:ln w="38100">
                <a:noFill/>
              </a:ln>
            </p:spPr>
            <p:txBody>
              <a:bodyPr anchor="t">
                <a:spAutoFit/>
              </a:bodyPr>
              <a:p>
                <a:pPr>
                  <a:spcBef>
                    <a:spcPct val="50000"/>
                  </a:spcBef>
                </a:pPr>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1</a:t>
                </a:r>
                <a:endParaRPr lang="en-US" altLang="zh-CN" sz="1800">
                  <a:latin typeface="Times New Roman" panose="02020603050405020304" pitchFamily="18" charset="0"/>
                  <a:ea typeface="宋体" panose="02010600030101010101" pitchFamily="2" charset="-122"/>
                </a:endParaRPr>
              </a:p>
            </p:txBody>
          </p:sp>
          <p:sp>
            <p:nvSpPr>
              <p:cNvPr id="31792" name="Text Box 64"/>
              <p:cNvSpPr txBox="1"/>
              <p:nvPr/>
            </p:nvSpPr>
            <p:spPr>
              <a:xfrm>
                <a:off x="1348" y="2559"/>
                <a:ext cx="257" cy="231"/>
              </a:xfrm>
              <a:prstGeom prst="rect">
                <a:avLst/>
              </a:prstGeom>
              <a:noFill/>
              <a:ln w="38100">
                <a:noFill/>
              </a:ln>
            </p:spPr>
            <p:txBody>
              <a:bodyPr anchor="t">
                <a:spAutoFit/>
              </a:bodyPr>
              <a:p>
                <a:pPr>
                  <a:spcBef>
                    <a:spcPct val="50000"/>
                  </a:spcBef>
                </a:pPr>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2</a:t>
                </a:r>
                <a:endParaRPr lang="en-US" altLang="zh-CN" sz="1800" baseline="-25000">
                  <a:latin typeface="Times New Roman" panose="02020603050405020304" pitchFamily="18" charset="0"/>
                  <a:ea typeface="宋体" panose="02010600030101010101" pitchFamily="2" charset="-122"/>
                </a:endParaRPr>
              </a:p>
            </p:txBody>
          </p:sp>
        </p:grpSp>
        <p:grpSp>
          <p:nvGrpSpPr>
            <p:cNvPr id="31793" name="Group 65"/>
            <p:cNvGrpSpPr/>
            <p:nvPr/>
          </p:nvGrpSpPr>
          <p:grpSpPr>
            <a:xfrm>
              <a:off x="2619" y="2638"/>
              <a:ext cx="363" cy="549"/>
              <a:chOff x="1242" y="2559"/>
              <a:chExt cx="363" cy="508"/>
            </a:xfrm>
          </p:grpSpPr>
          <p:sp>
            <p:nvSpPr>
              <p:cNvPr id="31794" name="Text Box 66"/>
              <p:cNvSpPr txBox="1"/>
              <p:nvPr/>
            </p:nvSpPr>
            <p:spPr>
              <a:xfrm>
                <a:off x="1242" y="2629"/>
                <a:ext cx="355" cy="374"/>
              </a:xfrm>
              <a:prstGeom prst="rect">
                <a:avLst/>
              </a:prstGeom>
              <a:noFill/>
              <a:ln w="38100">
                <a:noFill/>
              </a:ln>
            </p:spPr>
            <p:txBody>
              <a:bodyPr anchor="t">
                <a:spAutoFit/>
              </a:bodyPr>
              <a:p>
                <a:pPr>
                  <a:spcBef>
                    <a:spcPct val="50000"/>
                  </a:spcBef>
                </a:pPr>
                <a:r>
                  <a:rPr lang="en-US" altLang="zh-CN" sz="3600">
                    <a:latin typeface="Times New Roman" panose="02020603050405020304" pitchFamily="18" charset="0"/>
                    <a:ea typeface="宋体" panose="02010600030101010101" pitchFamily="2" charset="-122"/>
                    <a:sym typeface="Symbol" panose="05050102010706020507" pitchFamily="18" charset="2"/>
                  </a:rPr>
                  <a:t></a:t>
                </a:r>
                <a:endParaRPr lang="en-US" altLang="zh-CN" sz="3600">
                  <a:latin typeface="Times New Roman" panose="02020603050405020304" pitchFamily="18" charset="0"/>
                  <a:ea typeface="宋体" panose="02010600030101010101" pitchFamily="2" charset="-122"/>
                  <a:sym typeface="Symbol" panose="05050102010706020507" pitchFamily="18" charset="2"/>
                </a:endParaRPr>
              </a:p>
            </p:txBody>
          </p:sp>
          <p:sp>
            <p:nvSpPr>
              <p:cNvPr id="31795" name="Text Box 67"/>
              <p:cNvSpPr txBox="1"/>
              <p:nvPr/>
            </p:nvSpPr>
            <p:spPr>
              <a:xfrm>
                <a:off x="1312" y="2853"/>
                <a:ext cx="226" cy="214"/>
              </a:xfrm>
              <a:prstGeom prst="rect">
                <a:avLst/>
              </a:prstGeom>
              <a:noFill/>
              <a:ln w="38100">
                <a:noFill/>
              </a:ln>
            </p:spPr>
            <p:txBody>
              <a:bodyPr anchor="t">
                <a:spAutoFit/>
              </a:bodyPr>
              <a:p>
                <a:pPr>
                  <a:spcBef>
                    <a:spcPct val="50000"/>
                  </a:spcBef>
                </a:pPr>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1</a:t>
                </a:r>
                <a:endParaRPr lang="en-US" altLang="zh-CN" sz="1800">
                  <a:latin typeface="Times New Roman" panose="02020603050405020304" pitchFamily="18" charset="0"/>
                  <a:ea typeface="宋体" panose="02010600030101010101" pitchFamily="2" charset="-122"/>
                </a:endParaRPr>
              </a:p>
            </p:txBody>
          </p:sp>
          <p:sp>
            <p:nvSpPr>
              <p:cNvPr id="31796" name="Text Box 68"/>
              <p:cNvSpPr txBox="1"/>
              <p:nvPr/>
            </p:nvSpPr>
            <p:spPr>
              <a:xfrm>
                <a:off x="1348" y="2559"/>
                <a:ext cx="257" cy="214"/>
              </a:xfrm>
              <a:prstGeom prst="rect">
                <a:avLst/>
              </a:prstGeom>
              <a:noFill/>
              <a:ln w="38100">
                <a:noFill/>
              </a:ln>
            </p:spPr>
            <p:txBody>
              <a:bodyPr anchor="t">
                <a:spAutoFit/>
              </a:bodyPr>
              <a:p>
                <a:pPr>
                  <a:spcBef>
                    <a:spcPct val="50000"/>
                  </a:spcBef>
                </a:pPr>
                <a:r>
                  <a:rPr lang="en-US" altLang="zh-CN" sz="1800">
                    <a:latin typeface="Times New Roman" panose="02020603050405020304" pitchFamily="18" charset="0"/>
                    <a:ea typeface="宋体" panose="02010600030101010101" pitchFamily="2" charset="-122"/>
                  </a:rPr>
                  <a:t>t</a:t>
                </a:r>
                <a:r>
                  <a:rPr lang="en-US" altLang="zh-CN" sz="1800" baseline="-25000">
                    <a:latin typeface="Times New Roman" panose="02020603050405020304" pitchFamily="18" charset="0"/>
                    <a:ea typeface="宋体" panose="02010600030101010101" pitchFamily="2" charset="-122"/>
                  </a:rPr>
                  <a:t>2</a:t>
                </a:r>
                <a:endParaRPr lang="en-US" altLang="zh-CN" sz="1800" baseline="-25000">
                  <a:latin typeface="Times New Roman" panose="02020603050405020304" pitchFamily="18" charset="0"/>
                  <a:ea typeface="宋体" panose="02010600030101010101" pitchFamily="2" charset="-122"/>
                </a:endParaRPr>
              </a:p>
            </p:txBody>
          </p:sp>
        </p:grpSp>
        <p:grpSp>
          <p:nvGrpSpPr>
            <p:cNvPr id="31797" name="Group 115"/>
            <p:cNvGrpSpPr/>
            <p:nvPr/>
          </p:nvGrpSpPr>
          <p:grpSpPr>
            <a:xfrm>
              <a:off x="3592" y="2676"/>
              <a:ext cx="238" cy="480"/>
              <a:chOff x="3592" y="2676"/>
              <a:chExt cx="238" cy="480"/>
            </a:xfrm>
          </p:grpSpPr>
          <p:sp>
            <p:nvSpPr>
              <p:cNvPr id="31798" name="Text Box 70"/>
              <p:cNvSpPr txBox="1"/>
              <p:nvPr/>
            </p:nvSpPr>
            <p:spPr>
              <a:xfrm>
                <a:off x="3592" y="2676"/>
                <a:ext cx="238" cy="288"/>
              </a:xfrm>
              <a:prstGeom prst="rect">
                <a:avLst/>
              </a:prstGeom>
              <a:noFill/>
              <a:ln w="9525">
                <a:noFill/>
              </a:ln>
            </p:spPr>
            <p:txBody>
              <a:bodyPr anchor="t">
                <a:spAutoFit/>
              </a:bodyPr>
              <a:p>
                <a:pPr>
                  <a:spcBef>
                    <a:spcPct val="50000"/>
                  </a:spcBef>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31799" name="Text Box 71"/>
              <p:cNvSpPr txBox="1"/>
              <p:nvPr/>
            </p:nvSpPr>
            <p:spPr>
              <a:xfrm>
                <a:off x="3592" y="2868"/>
                <a:ext cx="238" cy="288"/>
              </a:xfrm>
              <a:prstGeom prst="rect">
                <a:avLst/>
              </a:prstGeom>
              <a:noFill/>
              <a:ln w="9525">
                <a:noFill/>
              </a:ln>
            </p:spPr>
            <p:txBody>
              <a:bodyPr anchor="t">
                <a:spAutoFit/>
              </a:bodyPr>
              <a:p>
                <a:pPr>
                  <a:spcBef>
                    <a:spcPct val="50000"/>
                  </a:spcBef>
                </a:pPr>
                <a:r>
                  <a:rPr lang="en-US" altLang="zh-CN" sz="2400">
                    <a:latin typeface="Times New Roman" panose="02020603050405020304" pitchFamily="18" charset="0"/>
                    <a:ea typeface="宋体" panose="02010600030101010101" pitchFamily="2" charset="-122"/>
                  </a:rPr>
                  <a:t>2</a:t>
                </a:r>
                <a:endParaRPr lang="en-US" altLang="zh-CN" sz="2400">
                  <a:latin typeface="Times New Roman" panose="02020603050405020304" pitchFamily="18" charset="0"/>
                  <a:ea typeface="宋体" panose="02010600030101010101" pitchFamily="2" charset="-122"/>
                </a:endParaRPr>
              </a:p>
            </p:txBody>
          </p:sp>
          <p:sp>
            <p:nvSpPr>
              <p:cNvPr id="31800" name="Line 72"/>
              <p:cNvSpPr/>
              <p:nvPr/>
            </p:nvSpPr>
            <p:spPr>
              <a:xfrm>
                <a:off x="3610" y="2914"/>
                <a:ext cx="183" cy="0"/>
              </a:xfrm>
              <a:prstGeom prst="line">
                <a:avLst/>
              </a:prstGeom>
              <a:ln w="38100" cap="flat" cmpd="sng">
                <a:solidFill>
                  <a:schemeClr val="bg1"/>
                </a:solidFill>
                <a:prstDash val="solid"/>
                <a:round/>
                <a:headEnd type="none" w="med" len="med"/>
                <a:tailEnd type="none" w="med" len="med"/>
              </a:ln>
            </p:spPr>
          </p:sp>
        </p:grpSp>
      </p:grpSp>
      <p:grpSp>
        <p:nvGrpSpPr>
          <p:cNvPr id="54345" name="Group 73"/>
          <p:cNvGrpSpPr/>
          <p:nvPr/>
        </p:nvGrpSpPr>
        <p:grpSpPr>
          <a:xfrm>
            <a:off x="2751455" y="1550988"/>
            <a:ext cx="3117850" cy="457200"/>
            <a:chOff x="70" y="3805"/>
            <a:chExt cx="1964" cy="288"/>
          </a:xfrm>
        </p:grpSpPr>
        <p:sp>
          <p:nvSpPr>
            <p:cNvPr id="31802" name="Text Box 74"/>
            <p:cNvSpPr txBox="1"/>
            <p:nvPr/>
          </p:nvSpPr>
          <p:spPr>
            <a:xfrm>
              <a:off x="97" y="3805"/>
              <a:ext cx="1937" cy="28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电容具有动态性质</a:t>
              </a:r>
              <a:endParaRPr lang="zh-CN" altLang="en-US" sz="2400" dirty="0">
                <a:latin typeface="楷体" panose="02010609060101010101" charset="-122"/>
                <a:ea typeface="楷体" panose="02010609060101010101" charset="-122"/>
              </a:endParaRPr>
            </a:p>
          </p:txBody>
        </p:sp>
        <p:sp>
          <p:nvSpPr>
            <p:cNvPr id="31803" name="Rectangle 75"/>
            <p:cNvSpPr/>
            <p:nvPr/>
          </p:nvSpPr>
          <p:spPr>
            <a:xfrm flipH="1">
              <a:off x="70" y="3925"/>
              <a:ext cx="81" cy="103"/>
            </a:xfrm>
            <a:prstGeom prst="rect">
              <a:avLst/>
            </a:prstGeom>
            <a:solidFill>
              <a:schemeClr val="accent2"/>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grpSp>
        <p:nvGrpSpPr>
          <p:cNvPr id="54348" name="Group 76"/>
          <p:cNvGrpSpPr/>
          <p:nvPr/>
        </p:nvGrpSpPr>
        <p:grpSpPr>
          <a:xfrm>
            <a:off x="2768918" y="2092008"/>
            <a:ext cx="2867025" cy="457200"/>
            <a:chOff x="3889" y="1461"/>
            <a:chExt cx="1806" cy="288"/>
          </a:xfrm>
        </p:grpSpPr>
        <p:sp>
          <p:nvSpPr>
            <p:cNvPr id="31805" name="Text Box 77"/>
            <p:cNvSpPr txBox="1"/>
            <p:nvPr/>
          </p:nvSpPr>
          <p:spPr>
            <a:xfrm>
              <a:off x="3921" y="1461"/>
              <a:ext cx="1774" cy="28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电容是储能元件</a:t>
              </a:r>
              <a:endParaRPr lang="zh-CN" altLang="en-US" sz="2400" dirty="0">
                <a:latin typeface="楷体" panose="02010609060101010101" charset="-122"/>
                <a:ea typeface="楷体" panose="02010609060101010101" charset="-122"/>
              </a:endParaRPr>
            </a:p>
          </p:txBody>
        </p:sp>
        <p:sp>
          <p:nvSpPr>
            <p:cNvPr id="31806" name="Rectangle 78"/>
            <p:cNvSpPr/>
            <p:nvPr/>
          </p:nvSpPr>
          <p:spPr>
            <a:xfrm>
              <a:off x="3889" y="1542"/>
              <a:ext cx="83" cy="93"/>
            </a:xfrm>
            <a:prstGeom prst="rect">
              <a:avLst/>
            </a:prstGeom>
            <a:solidFill>
              <a:schemeClr val="accent2"/>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grpSp>
        <p:nvGrpSpPr>
          <p:cNvPr id="54351" name="Group 79"/>
          <p:cNvGrpSpPr/>
          <p:nvPr/>
        </p:nvGrpSpPr>
        <p:grpSpPr>
          <a:xfrm>
            <a:off x="5586095" y="1502093"/>
            <a:ext cx="3190875" cy="457200"/>
            <a:chOff x="2059" y="3805"/>
            <a:chExt cx="2010" cy="288"/>
          </a:xfrm>
        </p:grpSpPr>
        <p:sp>
          <p:nvSpPr>
            <p:cNvPr id="31808" name="Text Box 80"/>
            <p:cNvSpPr txBox="1"/>
            <p:nvPr/>
          </p:nvSpPr>
          <p:spPr>
            <a:xfrm>
              <a:off x="2101" y="3805"/>
              <a:ext cx="1968" cy="28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电容具有记忆功能</a:t>
              </a:r>
              <a:endParaRPr lang="zh-CN" altLang="en-US" sz="2400" dirty="0">
                <a:latin typeface="楷体" panose="02010609060101010101" charset="-122"/>
                <a:ea typeface="楷体" panose="02010609060101010101" charset="-122"/>
              </a:endParaRPr>
            </a:p>
          </p:txBody>
        </p:sp>
        <p:sp>
          <p:nvSpPr>
            <p:cNvPr id="31809" name="Rectangle 81"/>
            <p:cNvSpPr/>
            <p:nvPr/>
          </p:nvSpPr>
          <p:spPr>
            <a:xfrm>
              <a:off x="2059" y="3938"/>
              <a:ext cx="73" cy="103"/>
            </a:xfrm>
            <a:prstGeom prst="rect">
              <a:avLst/>
            </a:prstGeom>
            <a:solidFill>
              <a:schemeClr val="accent2"/>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sp>
        <p:nvSpPr>
          <p:cNvPr id="3" name="文本框 2"/>
          <p:cNvSpPr txBox="1"/>
          <p:nvPr/>
        </p:nvSpPr>
        <p:spPr>
          <a:xfrm>
            <a:off x="417195" y="2604135"/>
            <a:ext cx="2649220" cy="521970"/>
          </a:xfrm>
          <a:prstGeom prst="rect">
            <a:avLst/>
          </a:prstGeom>
          <a:solidFill>
            <a:schemeClr val="tx1">
              <a:lumMod val="50000"/>
              <a:lumOff val="50000"/>
            </a:schemeClr>
          </a:solidFill>
        </p:spPr>
        <p:txBody>
          <a:bodyPr wrap="square" rtlCol="0">
            <a:spAutoFit/>
          </a:bodyPr>
          <a:p>
            <a:r>
              <a:rPr lang="zh-CN" altLang="en-US"/>
              <a:t>正弦交流：</a:t>
            </a:r>
            <a:endParaRPr lang="zh-CN" altLang="en-US"/>
          </a:p>
        </p:txBody>
      </p:sp>
      <p:graphicFrame>
        <p:nvGraphicFramePr>
          <p:cNvPr id="4097" name="Object 69">
            <a:hlinkClick r:id="" action="ppaction://ole?verb="/>
          </p:cNvPr>
          <p:cNvGraphicFramePr/>
          <p:nvPr/>
        </p:nvGraphicFramePr>
        <p:xfrm>
          <a:off x="682625" y="3121343"/>
          <a:ext cx="1516063" cy="990600"/>
        </p:xfrm>
        <a:graphic>
          <a:graphicData uri="http://schemas.openxmlformats.org/presentationml/2006/ole">
            <mc:AlternateContent xmlns:mc="http://schemas.openxmlformats.org/markup-compatibility/2006">
              <mc:Choice xmlns:v="urn:schemas-microsoft-com:vml" Requires="v">
                <p:oleObj spid="_x0000_s3085" name="" r:id="rId1" imgW="736600" imgH="495300" progId="Equation.3">
                  <p:embed/>
                </p:oleObj>
              </mc:Choice>
              <mc:Fallback>
                <p:oleObj name="" r:id="rId1" imgW="736600" imgH="495300" progId="Equation.3">
                  <p:embed/>
                  <p:pic>
                    <p:nvPicPr>
                      <p:cNvPr id="0" name="图片 3084"/>
                      <p:cNvPicPr/>
                      <p:nvPr/>
                    </p:nvPicPr>
                    <p:blipFill>
                      <a:blip r:embed="rId2">
                        <a:clrChange>
                          <a:clrFrom>
                            <a:srgbClr val="000000"/>
                          </a:clrFrom>
                          <a:clrTo>
                            <a:srgbClr val="FF0000"/>
                          </a:clrTo>
                        </a:clrChange>
                      </a:blip>
                      <a:stretch>
                        <a:fillRect/>
                      </a:stretch>
                    </p:blipFill>
                    <p:spPr>
                      <a:xfrm>
                        <a:off x="682625" y="3121343"/>
                        <a:ext cx="1516063" cy="990600"/>
                      </a:xfrm>
                      <a:prstGeom prst="rect">
                        <a:avLst/>
                      </a:prstGeom>
                      <a:noFill/>
                      <a:ln w="38100">
                        <a:noFill/>
                        <a:miter/>
                      </a:ln>
                    </p:spPr>
                  </p:pic>
                </p:oleObj>
              </mc:Fallback>
            </mc:AlternateContent>
          </a:graphicData>
        </a:graphic>
      </p:graphicFrame>
      <p:graphicFrame>
        <p:nvGraphicFramePr>
          <p:cNvPr id="120845" name="Object 13" descr="40%">
            <a:hlinkClick r:id="" action="ppaction://ole?verb="/>
          </p:cNvPr>
          <p:cNvGraphicFramePr/>
          <p:nvPr/>
        </p:nvGraphicFramePr>
        <p:xfrm>
          <a:off x="2539365" y="3328035"/>
          <a:ext cx="1532255" cy="647065"/>
        </p:xfrm>
        <a:graphic>
          <a:graphicData uri="http://schemas.openxmlformats.org/presentationml/2006/ole">
            <mc:AlternateContent xmlns:mc="http://schemas.openxmlformats.org/markup-compatibility/2006">
              <mc:Choice xmlns:v="urn:schemas-microsoft-com:vml" Requires="v">
                <p:oleObj spid="_x0000_s3210" name="" r:id="rId3" imgW="17373600" imgH="5791200" progId="Equation.3">
                  <p:embed/>
                </p:oleObj>
              </mc:Choice>
              <mc:Fallback>
                <p:oleObj name="" r:id="rId3" imgW="17373600" imgH="5791200" progId="Equation.3">
                  <p:embed/>
                  <p:pic>
                    <p:nvPicPr>
                      <p:cNvPr id="0" name="图片 3209"/>
                      <p:cNvPicPr/>
                      <p:nvPr/>
                    </p:nvPicPr>
                    <p:blipFill>
                      <a:blip r:embed="rId4"/>
                      <a:stretch>
                        <a:fillRect/>
                      </a:stretch>
                    </p:blipFill>
                    <p:spPr>
                      <a:xfrm>
                        <a:off x="2539365" y="3328035"/>
                        <a:ext cx="1532255" cy="647065"/>
                      </a:xfrm>
                      <a:prstGeom prst="rect">
                        <a:avLst/>
                      </a:prstGeom>
                      <a:solidFill>
                        <a:schemeClr val="bg1"/>
                      </a:solidFill>
                      <a:ln w="38100" cap="flat" cmpd="sng">
                        <a:solidFill>
                          <a:srgbClr val="FF3300"/>
                        </a:solidFill>
                        <a:prstDash val="solid"/>
                        <a:miter/>
                        <a:headEnd type="none" w="med" len="med"/>
                        <a:tailEnd type="none" w="med" len="med"/>
                      </a:ln>
                    </p:spPr>
                  </p:pic>
                </p:oleObj>
              </mc:Fallback>
            </mc:AlternateContent>
          </a:graphicData>
        </a:graphic>
      </p:graphicFrame>
      <p:graphicFrame>
        <p:nvGraphicFramePr>
          <p:cNvPr id="61" name="Object 6">
            <a:hlinkClick r:id="" action="ppaction://ole?verb="/>
          </p:cNvPr>
          <p:cNvGraphicFramePr/>
          <p:nvPr/>
        </p:nvGraphicFramePr>
        <p:xfrm>
          <a:off x="4781868" y="3167380"/>
          <a:ext cx="3675062" cy="1209675"/>
        </p:xfrm>
        <a:graphic>
          <a:graphicData uri="http://schemas.openxmlformats.org/presentationml/2006/ole">
            <mc:AlternateContent xmlns:mc="http://schemas.openxmlformats.org/markup-compatibility/2006">
              <mc:Choice xmlns:v="urn:schemas-microsoft-com:vml" Requires="v">
                <p:oleObj spid="_x0000_s3080" name="" r:id="rId5" imgW="1485900" imgH="431800" progId="Equation.3">
                  <p:embed/>
                </p:oleObj>
              </mc:Choice>
              <mc:Fallback>
                <p:oleObj name="" r:id="rId5" imgW="1485900" imgH="431800" progId="Equation.3">
                  <p:embed/>
                  <p:pic>
                    <p:nvPicPr>
                      <p:cNvPr id="0" name="图片 3079"/>
                      <p:cNvPicPr/>
                      <p:nvPr/>
                    </p:nvPicPr>
                    <p:blipFill>
                      <a:blip r:embed="rId6"/>
                      <a:stretch>
                        <a:fillRect/>
                      </a:stretch>
                    </p:blipFill>
                    <p:spPr>
                      <a:xfrm>
                        <a:off x="4781868" y="3167380"/>
                        <a:ext cx="3675062" cy="1209675"/>
                      </a:xfrm>
                      <a:prstGeom prst="rect">
                        <a:avLst/>
                      </a:prstGeom>
                      <a:solidFill>
                        <a:srgbClr val="FFFFCC"/>
                      </a:solidFill>
                      <a:ln w="38100" cap="flat" cmpd="sng">
                        <a:solidFill>
                          <a:srgbClr val="FF0000"/>
                        </a:solidFill>
                        <a:prstDash val="solid"/>
                        <a:miter/>
                        <a:headEnd type="none" w="med" len="med"/>
                        <a:tailEnd type="none" w="med" len="med"/>
                      </a:ln>
                    </p:spPr>
                  </p:pic>
                </p:oleObj>
              </mc:Fallback>
            </mc:AlternateContent>
          </a:graphicData>
        </a:graphic>
      </p:graphicFrame>
      <p:grpSp>
        <p:nvGrpSpPr>
          <p:cNvPr id="62" name="Group 10"/>
          <p:cNvGrpSpPr/>
          <p:nvPr/>
        </p:nvGrpSpPr>
        <p:grpSpPr>
          <a:xfrm>
            <a:off x="5634038" y="4530090"/>
            <a:ext cx="2143125" cy="2324100"/>
            <a:chOff x="3792" y="2544"/>
            <a:chExt cx="1349" cy="1464"/>
          </a:xfrm>
          <a:solidFill>
            <a:schemeClr val="tx1">
              <a:lumMod val="50000"/>
              <a:lumOff val="50000"/>
            </a:schemeClr>
          </a:solidFill>
        </p:grpSpPr>
        <p:sp>
          <p:nvSpPr>
            <p:cNvPr id="4120" name="Line 11"/>
            <p:cNvSpPr/>
            <p:nvPr/>
          </p:nvSpPr>
          <p:spPr>
            <a:xfrm>
              <a:off x="3989" y="3648"/>
              <a:ext cx="840" cy="0"/>
            </a:xfrm>
            <a:prstGeom prst="line">
              <a:avLst/>
            </a:prstGeom>
            <a:grpFill/>
            <a:ln w="38100" cap="flat" cmpd="sng">
              <a:solidFill>
                <a:srgbClr val="0000FF"/>
              </a:solidFill>
              <a:prstDash val="solid"/>
              <a:round/>
              <a:headEnd type="none" w="med" len="med"/>
              <a:tailEnd type="triangle" w="sm" len="lg"/>
            </a:ln>
          </p:spPr>
        </p:sp>
        <p:sp>
          <p:nvSpPr>
            <p:cNvPr id="4121" name="Line 12"/>
            <p:cNvSpPr/>
            <p:nvPr/>
          </p:nvSpPr>
          <p:spPr>
            <a:xfrm flipV="1">
              <a:off x="3984" y="2640"/>
              <a:ext cx="0" cy="1005"/>
            </a:xfrm>
            <a:prstGeom prst="line">
              <a:avLst/>
            </a:prstGeom>
            <a:grpFill/>
            <a:ln w="38100" cap="flat" cmpd="sng">
              <a:solidFill>
                <a:srgbClr val="FF3300"/>
              </a:solidFill>
              <a:prstDash val="solid"/>
              <a:round/>
              <a:headEnd type="none" w="med" len="med"/>
              <a:tailEnd type="triangle" w="sm" len="lg"/>
            </a:ln>
          </p:spPr>
        </p:sp>
        <p:sp>
          <p:nvSpPr>
            <p:cNvPr id="4122" name="Line 13"/>
            <p:cNvSpPr/>
            <p:nvPr/>
          </p:nvSpPr>
          <p:spPr>
            <a:xfrm>
              <a:off x="3989" y="3530"/>
              <a:ext cx="103" cy="0"/>
            </a:xfrm>
            <a:prstGeom prst="line">
              <a:avLst/>
            </a:prstGeom>
            <a:grpFill/>
            <a:ln w="38100" cap="flat" cmpd="sng">
              <a:solidFill>
                <a:schemeClr val="tx1"/>
              </a:solidFill>
              <a:prstDash val="solid"/>
              <a:round/>
              <a:headEnd type="none" w="med" len="med"/>
              <a:tailEnd type="none" w="med" len="med"/>
            </a:ln>
          </p:spPr>
        </p:sp>
        <p:sp>
          <p:nvSpPr>
            <p:cNvPr id="4123" name="Line 14"/>
            <p:cNvSpPr/>
            <p:nvPr/>
          </p:nvSpPr>
          <p:spPr>
            <a:xfrm>
              <a:off x="4110" y="3537"/>
              <a:ext cx="0" cy="107"/>
            </a:xfrm>
            <a:prstGeom prst="line">
              <a:avLst/>
            </a:prstGeom>
            <a:grpFill/>
            <a:ln w="38100" cap="flat" cmpd="sng">
              <a:solidFill>
                <a:schemeClr val="tx1"/>
              </a:solidFill>
              <a:prstDash val="solid"/>
              <a:round/>
              <a:headEnd type="none" w="med" len="med"/>
              <a:tailEnd type="none" w="med" len="med"/>
            </a:ln>
          </p:spPr>
        </p:sp>
        <p:graphicFrame>
          <p:nvGraphicFramePr>
            <p:cNvPr id="4124" name="Object 15">
              <a:hlinkClick r:id="" action="ppaction://ole?verb="/>
            </p:cNvPr>
            <p:cNvGraphicFramePr/>
            <p:nvPr/>
          </p:nvGraphicFramePr>
          <p:xfrm>
            <a:off x="4848" y="3504"/>
            <a:ext cx="293" cy="283"/>
          </p:xfrm>
          <a:graphic>
            <a:graphicData uri="http://schemas.openxmlformats.org/presentationml/2006/ole">
              <mc:AlternateContent xmlns:mc="http://schemas.openxmlformats.org/markup-compatibility/2006">
                <mc:Choice xmlns:v="urn:schemas-microsoft-com:vml" Requires="v">
                  <p:oleObj spid="_x0000_s3088" name="" r:id="rId7" imgW="190500" imgH="241300" progId="Equation.3">
                    <p:embed/>
                  </p:oleObj>
                </mc:Choice>
                <mc:Fallback>
                  <p:oleObj name="" r:id="rId7" imgW="190500" imgH="241300" progId="Equation.3">
                    <p:embed/>
                    <p:pic>
                      <p:nvPicPr>
                        <p:cNvPr id="0" name="图片 3087"/>
                        <p:cNvPicPr/>
                        <p:nvPr/>
                      </p:nvPicPr>
                      <p:blipFill>
                        <a:blip r:embed="rId8">
                          <a:clrChange>
                            <a:clrFrom>
                              <a:srgbClr val="000000"/>
                            </a:clrFrom>
                            <a:clrTo>
                              <a:srgbClr val="3333CC"/>
                            </a:clrTo>
                          </a:clrChange>
                        </a:blip>
                        <a:stretch>
                          <a:fillRect/>
                        </a:stretch>
                      </p:blipFill>
                      <p:spPr>
                        <a:xfrm>
                          <a:off x="4848" y="3504"/>
                          <a:ext cx="293" cy="283"/>
                        </a:xfrm>
                        <a:prstGeom prst="rect">
                          <a:avLst/>
                        </a:prstGeom>
                        <a:noFill/>
                        <a:ln w="38100">
                          <a:noFill/>
                          <a:miter/>
                        </a:ln>
                      </p:spPr>
                    </p:pic>
                  </p:oleObj>
                </mc:Fallback>
              </mc:AlternateContent>
            </a:graphicData>
          </a:graphic>
        </p:graphicFrame>
        <p:graphicFrame>
          <p:nvGraphicFramePr>
            <p:cNvPr id="4125" name="Object 16">
              <a:hlinkClick r:id="" action="ppaction://ole?verb="/>
            </p:cNvPr>
            <p:cNvGraphicFramePr/>
            <p:nvPr/>
          </p:nvGraphicFramePr>
          <p:xfrm>
            <a:off x="3792" y="2544"/>
            <a:ext cx="155" cy="213"/>
          </p:xfrm>
          <a:graphic>
            <a:graphicData uri="http://schemas.openxmlformats.org/presentationml/2006/ole">
              <mc:AlternateContent xmlns:mc="http://schemas.openxmlformats.org/markup-compatibility/2006">
                <mc:Choice xmlns:v="urn:schemas-microsoft-com:vml" Requires="v">
                  <p:oleObj spid="_x0000_s3089" name="" r:id="rId9" imgW="139700" imgH="228600" progId="Equation.3">
                    <p:embed/>
                  </p:oleObj>
                </mc:Choice>
                <mc:Fallback>
                  <p:oleObj name="" r:id="rId9" imgW="139700" imgH="228600" progId="Equation.3">
                    <p:embed/>
                    <p:pic>
                      <p:nvPicPr>
                        <p:cNvPr id="0" name="图片 3088"/>
                        <p:cNvPicPr/>
                        <p:nvPr/>
                      </p:nvPicPr>
                      <p:blipFill>
                        <a:blip r:embed="rId10">
                          <a:clrChange>
                            <a:clrFrom>
                              <a:srgbClr val="000000"/>
                            </a:clrFrom>
                            <a:clrTo>
                              <a:srgbClr val="FF0000"/>
                            </a:clrTo>
                          </a:clrChange>
                        </a:blip>
                        <a:stretch>
                          <a:fillRect/>
                        </a:stretch>
                      </p:blipFill>
                      <p:spPr>
                        <a:xfrm>
                          <a:off x="3792" y="2544"/>
                          <a:ext cx="155" cy="213"/>
                        </a:xfrm>
                        <a:prstGeom prst="rect">
                          <a:avLst/>
                        </a:prstGeom>
                        <a:noFill/>
                        <a:ln w="38100">
                          <a:noFill/>
                          <a:miter/>
                        </a:ln>
                      </p:spPr>
                    </p:pic>
                  </p:oleObj>
                </mc:Fallback>
              </mc:AlternateContent>
            </a:graphicData>
          </a:graphic>
        </p:graphicFrame>
        <p:sp>
          <p:nvSpPr>
            <p:cNvPr id="4126" name="Rectangle 17"/>
            <p:cNvSpPr/>
            <p:nvPr/>
          </p:nvSpPr>
          <p:spPr>
            <a:xfrm>
              <a:off x="4032" y="3681"/>
              <a:ext cx="791" cy="327"/>
            </a:xfrm>
            <a:prstGeom prst="rect">
              <a:avLst/>
            </a:prstGeom>
            <a:grpFill/>
            <a:ln w="9525">
              <a:noFill/>
            </a:ln>
          </p:spPr>
          <p:txBody>
            <a:bodyPr wrap="none" anchor="t">
              <a:spAutoFit/>
            </a:bodyPr>
            <a:p>
              <a:pPr eaLnBrk="0" hangingPunct="0">
                <a:spcBef>
                  <a:spcPct val="50000"/>
                </a:spcBef>
              </a:pPr>
              <a:r>
                <a:rPr lang="zh-CN" altLang="en-US" dirty="0">
                  <a:latin typeface="宋体" panose="02010600030101010101" pitchFamily="2" charset="-122"/>
                  <a:ea typeface="宋体" panose="02010600030101010101" pitchFamily="2" charset="-122"/>
                </a:rPr>
                <a:t>相量图</a:t>
              </a:r>
              <a:endParaRPr lang="zh-CN" altLang="en-US" dirty="0">
                <a:latin typeface="宋体" panose="02010600030101010101" pitchFamily="2" charset="-122"/>
                <a:ea typeface="宋体" panose="02010600030101010101" pitchFamily="2" charset="-122"/>
              </a:endParaRPr>
            </a:p>
          </p:txBody>
        </p:sp>
      </p:grpSp>
      <p:sp>
        <p:nvSpPr>
          <p:cNvPr id="246822" name="Text Box 38"/>
          <p:cNvSpPr txBox="1"/>
          <p:nvPr/>
        </p:nvSpPr>
        <p:spPr>
          <a:xfrm>
            <a:off x="416878" y="4156710"/>
            <a:ext cx="1657350" cy="519113"/>
          </a:xfrm>
          <a:prstGeom prst="rect">
            <a:avLst/>
          </a:prstGeom>
          <a:noFill/>
          <a:ln w="38100">
            <a:noFill/>
          </a:ln>
        </p:spPr>
        <p:txBody>
          <a:bodyPr anchor="t">
            <a:spAutoFit/>
          </a:bodyPr>
          <a:p>
            <a:pPr>
              <a:spcBef>
                <a:spcPct val="50000"/>
              </a:spcBef>
            </a:pPr>
            <a:r>
              <a:rPr lang="zh-CN" altLang="en-US" dirty="0">
                <a:latin typeface="Times New Roman" panose="02020603050405020304" pitchFamily="18" charset="0"/>
                <a:ea typeface="宋体" panose="02010600030101010101" pitchFamily="2" charset="-122"/>
              </a:rPr>
              <a:t>无功功率</a:t>
            </a:r>
            <a:endParaRPr lang="zh-CN" altLang="en-US" dirty="0">
              <a:latin typeface="Times New Roman" panose="02020603050405020304" pitchFamily="18" charset="0"/>
              <a:ea typeface="宋体" panose="02010600030101010101" pitchFamily="2" charset="-122"/>
            </a:endParaRPr>
          </a:p>
        </p:txBody>
      </p:sp>
      <p:graphicFrame>
        <p:nvGraphicFramePr>
          <p:cNvPr id="5" name="对象 4"/>
          <p:cNvGraphicFramePr>
            <a:graphicFrameLocks noChangeAspect="1"/>
          </p:cNvGraphicFramePr>
          <p:nvPr/>
        </p:nvGraphicFramePr>
        <p:xfrm>
          <a:off x="376555" y="4766310"/>
          <a:ext cx="4692015" cy="1143000"/>
        </p:xfrm>
        <a:graphic>
          <a:graphicData uri="http://schemas.openxmlformats.org/presentationml/2006/ole">
            <mc:AlternateContent xmlns:mc="http://schemas.openxmlformats.org/markup-compatibility/2006">
              <mc:Choice xmlns:v="urn:schemas-microsoft-com:vml" Requires="v">
                <p:oleObj spid="_x0000_s3090" name="" r:id="rId11" imgW="1663700" imgH="457200" progId="Equation.3">
                  <p:embed/>
                </p:oleObj>
              </mc:Choice>
              <mc:Fallback>
                <p:oleObj name="" r:id="rId11" imgW="1663700" imgH="457200" progId="Equation.3">
                  <p:embed/>
                  <p:pic>
                    <p:nvPicPr>
                      <p:cNvPr id="0" name="图片 3089"/>
                      <p:cNvPicPr/>
                      <p:nvPr/>
                    </p:nvPicPr>
                    <p:blipFill>
                      <a:blip r:embed="rId12"/>
                      <a:stretch>
                        <a:fillRect/>
                      </a:stretch>
                    </p:blipFill>
                    <p:spPr>
                      <a:xfrm>
                        <a:off x="376555" y="4766310"/>
                        <a:ext cx="4692015" cy="1143000"/>
                      </a:xfrm>
                      <a:prstGeom prst="rect">
                        <a:avLst/>
                      </a:prstGeom>
                      <a:solidFill>
                        <a:srgbClr val="FFFFCC"/>
                      </a:solidFill>
                      <a:ln w="38100" cap="flat" cmpd="sng">
                        <a:solidFill>
                          <a:srgbClr val="FF0000"/>
                        </a:solidFill>
                        <a:prstDash val="solid"/>
                        <a:miter/>
                        <a:headEnd type="none" w="med" len="med"/>
                        <a:tailEnd type="none" w="med" len="med"/>
                      </a:ln>
                    </p:spPr>
                  </p:pic>
                </p:oleObj>
              </mc:Fallback>
            </mc:AlternateContent>
          </a:graphicData>
        </a:graphic>
      </p:graphicFrame>
      <p:sp>
        <p:nvSpPr>
          <p:cNvPr id="44" name="Rectangle 6"/>
          <p:cNvSpPr/>
          <p:nvPr/>
        </p:nvSpPr>
        <p:spPr>
          <a:xfrm>
            <a:off x="2630170" y="6105208"/>
            <a:ext cx="1806575" cy="557212"/>
          </a:xfrm>
          <a:prstGeom prst="rect">
            <a:avLst/>
          </a:prstGeom>
          <a:solidFill>
            <a:srgbClr val="99CCFF"/>
          </a:solidFill>
          <a:ln w="38100" cap="flat" cmpd="sng">
            <a:solidFill>
              <a:srgbClr val="339933"/>
            </a:solidFill>
            <a:prstDash val="solid"/>
            <a:miter/>
            <a:headEnd type="none" w="med" len="med"/>
            <a:tailEnd type="none" w="med" len="med"/>
          </a:ln>
        </p:spPr>
        <p:txBody>
          <a:bodyPr wrap="none" anchor="ctr">
            <a:spAutoFit/>
          </a:bodyPr>
          <a:p>
            <a:pPr algn="ctr" eaLnBrk="0" hangingPunct="0">
              <a:spcBef>
                <a:spcPct val="50000"/>
              </a:spcBef>
            </a:pPr>
            <a:r>
              <a:rPr lang="zh-CN" altLang="en-US" dirty="0">
                <a:latin typeface="Times New Roman" panose="02020603050405020304" pitchFamily="18" charset="0"/>
                <a:ea typeface="宋体" panose="02010600030101010101" pitchFamily="2" charset="-122"/>
              </a:rPr>
              <a:t>单位：</a:t>
            </a:r>
            <a:r>
              <a:rPr lang="en-US" altLang="zh-CN" dirty="0">
                <a:latin typeface="Times New Roman" panose="02020603050405020304" pitchFamily="18" charset="0"/>
                <a:ea typeface="宋体" panose="02010600030101010101" pitchFamily="2" charset="-122"/>
              </a:rPr>
              <a:t>var</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54319"/>
                                        </p:tgtEl>
                                        <p:attrNameLst>
                                          <p:attrName>style.visibility</p:attrName>
                                        </p:attrNameLst>
                                      </p:cBhvr>
                                      <p:to>
                                        <p:strVal val="visible"/>
                                      </p:to>
                                    </p:set>
                                    <p:animEffect transition="in" filter="wipe(left)">
                                      <p:cBhvr>
                                        <p:cTn id="7" dur="300"/>
                                        <p:tgtEl>
                                          <p:spTgt spid="543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4388"/>
                                        </p:tgtEl>
                                        <p:attrNameLst>
                                          <p:attrName>style.visibility</p:attrName>
                                        </p:attrNameLst>
                                      </p:cBhvr>
                                      <p:to>
                                        <p:strVal val="visible"/>
                                      </p:to>
                                    </p:set>
                                    <p:animEffect transition="in" filter="wipe(left)">
                                      <p:cBhvr>
                                        <p:cTn id="12" dur="500"/>
                                        <p:tgtEl>
                                          <p:spTgt spid="54388"/>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54389"/>
                                        </p:tgtEl>
                                        <p:attrNameLst>
                                          <p:attrName>style.visibility</p:attrName>
                                        </p:attrNameLst>
                                      </p:cBhvr>
                                      <p:to>
                                        <p:strVal val="visible"/>
                                      </p:to>
                                    </p:set>
                                    <p:anim calcmode="lin" valueType="num">
                                      <p:cBhvr>
                                        <p:cTn id="17" dur="500" fill="hold"/>
                                        <p:tgtEl>
                                          <p:spTgt spid="54389"/>
                                        </p:tgtEl>
                                        <p:attrNameLst>
                                          <p:attrName>ppt_w</p:attrName>
                                        </p:attrNameLst>
                                      </p:cBhvr>
                                      <p:tavLst>
                                        <p:tav tm="0">
                                          <p:val>
                                            <p:fltVal val="0.000000"/>
                                          </p:val>
                                        </p:tav>
                                        <p:tav tm="100000">
                                          <p:val>
                                            <p:strVal val="#ppt_w"/>
                                          </p:val>
                                        </p:tav>
                                      </p:tavLst>
                                    </p:anim>
                                    <p:anim calcmode="lin" valueType="num">
                                      <p:cBhvr>
                                        <p:cTn id="18" dur="500" fill="hold"/>
                                        <p:tgtEl>
                                          <p:spTgt spid="54389"/>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4345"/>
                                        </p:tgtEl>
                                        <p:attrNameLst>
                                          <p:attrName>style.visibility</p:attrName>
                                        </p:attrNameLst>
                                      </p:cBhvr>
                                      <p:to>
                                        <p:strVal val="visible"/>
                                      </p:to>
                                    </p:set>
                                    <p:animEffect transition="in" filter="wipe(left)">
                                      <p:cBhvr>
                                        <p:cTn id="23" dur="500"/>
                                        <p:tgtEl>
                                          <p:spTgt spid="5434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4351"/>
                                        </p:tgtEl>
                                        <p:attrNameLst>
                                          <p:attrName>style.visibility</p:attrName>
                                        </p:attrNameLst>
                                      </p:cBhvr>
                                      <p:to>
                                        <p:strVal val="visible"/>
                                      </p:to>
                                    </p:set>
                                    <p:animEffect transition="in" filter="wipe(left)">
                                      <p:cBhvr>
                                        <p:cTn id="28" dur="500"/>
                                        <p:tgtEl>
                                          <p:spTgt spid="54351"/>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blinds(horizontal)">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4097"/>
                                        </p:tgtEl>
                                        <p:attrNameLst>
                                          <p:attrName>style.visibility</p:attrName>
                                        </p:attrNameLst>
                                      </p:cBhvr>
                                      <p:to>
                                        <p:strVal val="visible"/>
                                      </p:to>
                                    </p:set>
                                    <p:animEffect transition="in" filter="blinds(horizontal)">
                                      <p:cBhvr>
                                        <p:cTn id="38" dur="500"/>
                                        <p:tgtEl>
                                          <p:spTgt spid="409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54348"/>
                                        </p:tgtEl>
                                        <p:attrNameLst>
                                          <p:attrName>style.visibility</p:attrName>
                                        </p:attrNameLst>
                                      </p:cBhvr>
                                      <p:to>
                                        <p:strVal val="visible"/>
                                      </p:to>
                                    </p:set>
                                    <p:animEffect transition="in" filter="wipe(left)">
                                      <p:cBhvr>
                                        <p:cTn id="43" dur="500"/>
                                        <p:tgtEl>
                                          <p:spTgt spid="54348"/>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120845"/>
                                        </p:tgtEl>
                                        <p:attrNameLst>
                                          <p:attrName>style.visibility</p:attrName>
                                        </p:attrNameLst>
                                      </p:cBhvr>
                                      <p:to>
                                        <p:strVal val="visible"/>
                                      </p:to>
                                    </p:set>
                                    <p:animEffect transition="in" filter="wipe(left)">
                                      <p:cBhvr>
                                        <p:cTn id="47" dur="500"/>
                                        <p:tgtEl>
                                          <p:spTgt spid="120845"/>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61"/>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wipe(left)">
                                      <p:cBhvr>
                                        <p:cTn id="56" dur="500"/>
                                        <p:tgtEl>
                                          <p:spTgt spid="62"/>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4682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blinds(horizontal)">
                                      <p:cBhvr>
                                        <p:cTn id="65" dur="500"/>
                                        <p:tgtEl>
                                          <p:spTgt spid="5"/>
                                        </p:tgtEl>
                                      </p:cBhvr>
                                    </p:animEffect>
                                  </p:childTnLst>
                                </p:cTn>
                              </p:par>
                            </p:childTnLst>
                          </p:cTn>
                        </p:par>
                      </p:childTnLst>
                    </p:cTn>
                  </p:par>
                  <p:par>
                    <p:cTn id="66" fill="hold">
                      <p:stCondLst>
                        <p:cond delay="indefinite"/>
                      </p:stCondLst>
                      <p:childTnLst>
                        <p:par>
                          <p:cTn id="67" fill="hold">
                            <p:stCondLst>
                              <p:cond delay="0"/>
                            </p:stCondLst>
                            <p:childTnLst>
                              <p:par>
                                <p:cTn id="68" presetID="23" presetClass="entr" presetSubtype="272" fill="hold" grpId="0" nodeType="clickEffect">
                                  <p:stCondLst>
                                    <p:cond delay="0"/>
                                  </p:stCondLst>
                                  <p:childTnLst>
                                    <p:set>
                                      <p:cBhvr>
                                        <p:cTn id="69" dur="1" fill="hold">
                                          <p:stCondLst>
                                            <p:cond delay="0"/>
                                          </p:stCondLst>
                                        </p:cTn>
                                        <p:tgtEl>
                                          <p:spTgt spid="44"/>
                                        </p:tgtEl>
                                        <p:attrNameLst>
                                          <p:attrName>style.visibility</p:attrName>
                                        </p:attrNameLst>
                                      </p:cBhvr>
                                      <p:to>
                                        <p:strVal val="visible"/>
                                      </p:to>
                                    </p:set>
                                    <p:anim calcmode="lin" valueType="num">
                                      <p:cBhvr>
                                        <p:cTn id="70" dur="500" fill="hold"/>
                                        <p:tgtEl>
                                          <p:spTgt spid="44"/>
                                        </p:tgtEl>
                                        <p:attrNameLst>
                                          <p:attrName>ppt_w</p:attrName>
                                        </p:attrNameLst>
                                      </p:cBhvr>
                                      <p:tavLst>
                                        <p:tav tm="0">
                                          <p:val>
                                            <p:strVal val="2/3*#ppt_w"/>
                                          </p:val>
                                        </p:tav>
                                        <p:tav tm="100000">
                                          <p:val>
                                            <p:strVal val="#ppt_w"/>
                                          </p:val>
                                        </p:tav>
                                      </p:tavLst>
                                    </p:anim>
                                    <p:anim calcmode="lin" valueType="num">
                                      <p:cBhvr>
                                        <p:cTn id="71" dur="500" fill="hold"/>
                                        <p:tgtEl>
                                          <p:spTgt spid="44"/>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19" grpId="0"/>
      <p:bldP spid="246822" grpId="0"/>
      <p:bldP spid="44" grpId="0" bldLvl="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6322" name="Rectangle 2"/>
          <p:cNvSpPr>
            <a:spLocks noGrp="1"/>
          </p:cNvSpPr>
          <p:nvPr>
            <p:ph type="title"/>
          </p:nvPr>
        </p:nvSpPr>
        <p:spPr>
          <a:xfrm>
            <a:off x="6154738" y="622300"/>
            <a:ext cx="1874837" cy="879475"/>
          </a:xfrm>
        </p:spPr>
        <p:txBody>
          <a:bodyPr wrap="square" lIns="91440" tIns="45720" rIns="91440" bIns="45720" anchor="b"/>
          <a:p>
            <a:pPr>
              <a:spcBef>
                <a:spcPct val="50000"/>
              </a:spcBef>
            </a:pPr>
            <a:r>
              <a:rPr lang="zh-CN" altLang="en-US" sz="2400" b="1" dirty="0">
                <a:solidFill>
                  <a:srgbClr val="FFFF99"/>
                </a:solidFill>
                <a:latin typeface="楷体" panose="02010609060101010101" charset="-122"/>
                <a:ea typeface="楷体" panose="02010609060101010101" charset="-122"/>
              </a:rPr>
              <a:t>几种常见的电容器</a:t>
            </a:r>
            <a:endParaRPr lang="zh-CN" altLang="en-US" sz="2400" b="1" dirty="0">
              <a:solidFill>
                <a:srgbClr val="FFFF99"/>
              </a:solidFill>
              <a:latin typeface="楷体" panose="02010609060101010101" charset="-122"/>
              <a:ea typeface="楷体" panose="02010609060101010101" charset="-122"/>
            </a:endParaRPr>
          </a:p>
        </p:txBody>
      </p:sp>
      <p:grpSp>
        <p:nvGrpSpPr>
          <p:cNvPr id="56324" name="Group 4"/>
          <p:cNvGrpSpPr/>
          <p:nvPr/>
        </p:nvGrpSpPr>
        <p:grpSpPr>
          <a:xfrm>
            <a:off x="2700338" y="2619375"/>
            <a:ext cx="3241675" cy="2492375"/>
            <a:chOff x="1610" y="1740"/>
            <a:chExt cx="2042" cy="1570"/>
          </a:xfrm>
        </p:grpSpPr>
        <p:pic>
          <p:nvPicPr>
            <p:cNvPr id="32771" name="Picture 5" descr="电容1"/>
            <p:cNvPicPr>
              <a:picLocks noChangeAspect="1"/>
            </p:cNvPicPr>
            <p:nvPr/>
          </p:nvPicPr>
          <p:blipFill>
            <a:blip r:embed="rId1"/>
            <a:stretch>
              <a:fillRect/>
            </a:stretch>
          </p:blipFill>
          <p:spPr>
            <a:xfrm>
              <a:off x="1610" y="1740"/>
              <a:ext cx="2042" cy="1327"/>
            </a:xfrm>
            <a:prstGeom prst="rect">
              <a:avLst/>
            </a:prstGeom>
            <a:noFill/>
            <a:ln w="9525">
              <a:noFill/>
            </a:ln>
          </p:spPr>
        </p:pic>
        <p:sp>
          <p:nvSpPr>
            <p:cNvPr id="32772" name="Text Box 6"/>
            <p:cNvSpPr txBox="1"/>
            <p:nvPr/>
          </p:nvSpPr>
          <p:spPr>
            <a:xfrm>
              <a:off x="1746" y="2976"/>
              <a:ext cx="1497" cy="334"/>
            </a:xfrm>
            <a:prstGeom prst="rect">
              <a:avLst/>
            </a:prstGeom>
            <a:noFill/>
            <a:ln w="28575">
              <a:noFill/>
            </a:ln>
          </p:spPr>
          <p:txBody>
            <a:bodyPr anchor="t">
              <a:spAutoFit/>
            </a:bodyPr>
            <a:p>
              <a:pPr eaLnBrk="0" hangingPunct="0">
                <a:lnSpc>
                  <a:spcPct val="120000"/>
                </a:lnSpc>
              </a:pPr>
              <a:r>
                <a:rPr lang="zh-CN" altLang="en-US" sz="2400" dirty="0">
                  <a:latin typeface="楷体" panose="02010609060101010101" charset="-122"/>
                  <a:ea typeface="楷体" panose="02010609060101010101" charset="-122"/>
                </a:rPr>
                <a:t>普通电容器</a:t>
              </a:r>
              <a:endParaRPr lang="zh-CN" altLang="en-US" sz="2400" dirty="0">
                <a:latin typeface="楷体" panose="02010609060101010101" charset="-122"/>
                <a:ea typeface="楷体" panose="02010609060101010101" charset="-122"/>
              </a:endParaRPr>
            </a:p>
          </p:txBody>
        </p:sp>
      </p:grpSp>
      <p:grpSp>
        <p:nvGrpSpPr>
          <p:cNvPr id="56327" name="Group 7"/>
          <p:cNvGrpSpPr/>
          <p:nvPr/>
        </p:nvGrpSpPr>
        <p:grpSpPr>
          <a:xfrm>
            <a:off x="5940425" y="3573463"/>
            <a:ext cx="3024188" cy="2547937"/>
            <a:chOff x="3651" y="2341"/>
            <a:chExt cx="1905" cy="1605"/>
          </a:xfrm>
        </p:grpSpPr>
        <p:graphicFrame>
          <p:nvGraphicFramePr>
            <p:cNvPr id="32774" name="Object 8"/>
            <p:cNvGraphicFramePr>
              <a:graphicFrameLocks noChangeAspect="1"/>
            </p:cNvGraphicFramePr>
            <p:nvPr/>
          </p:nvGraphicFramePr>
          <p:xfrm>
            <a:off x="3651" y="2341"/>
            <a:ext cx="1769" cy="1346"/>
          </p:xfrm>
          <a:graphic>
            <a:graphicData uri="http://schemas.openxmlformats.org/presentationml/2006/ole">
              <mc:AlternateContent xmlns:mc="http://schemas.openxmlformats.org/markup-compatibility/2006">
                <mc:Choice xmlns:v="urn:schemas-microsoft-com:vml" Requires="v">
                  <p:oleObj spid="_x0000_s3082" name="" r:id="rId2" imgW="2614930" imgH="2137410" progId="Photoshop.Image.7">
                    <p:embed/>
                  </p:oleObj>
                </mc:Choice>
                <mc:Fallback>
                  <p:oleObj name="" r:id="rId2" imgW="2614930" imgH="2137410" progId="Photoshop.Image.7">
                    <p:embed/>
                    <p:pic>
                      <p:nvPicPr>
                        <p:cNvPr id="0" name="图片 3081"/>
                        <p:cNvPicPr/>
                        <p:nvPr/>
                      </p:nvPicPr>
                      <p:blipFill>
                        <a:blip r:embed="rId3"/>
                        <a:stretch>
                          <a:fillRect/>
                        </a:stretch>
                      </p:blipFill>
                      <p:spPr>
                        <a:xfrm>
                          <a:off x="3651" y="2341"/>
                          <a:ext cx="1769" cy="1346"/>
                        </a:xfrm>
                        <a:prstGeom prst="rect">
                          <a:avLst/>
                        </a:prstGeom>
                        <a:noFill/>
                        <a:ln w="38100">
                          <a:noFill/>
                          <a:miter/>
                        </a:ln>
                      </p:spPr>
                    </p:pic>
                  </p:oleObj>
                </mc:Fallback>
              </mc:AlternateContent>
            </a:graphicData>
          </a:graphic>
        </p:graphicFrame>
        <p:sp>
          <p:nvSpPr>
            <p:cNvPr id="32775" name="Text Box 9"/>
            <p:cNvSpPr txBox="1"/>
            <p:nvPr/>
          </p:nvSpPr>
          <p:spPr>
            <a:xfrm>
              <a:off x="4059" y="3612"/>
              <a:ext cx="1497" cy="334"/>
            </a:xfrm>
            <a:prstGeom prst="rect">
              <a:avLst/>
            </a:prstGeom>
            <a:noFill/>
            <a:ln w="28575">
              <a:noFill/>
            </a:ln>
          </p:spPr>
          <p:txBody>
            <a:bodyPr anchor="t">
              <a:spAutoFit/>
            </a:bodyPr>
            <a:p>
              <a:pPr eaLnBrk="0" hangingPunct="0">
                <a:lnSpc>
                  <a:spcPct val="120000"/>
                </a:lnSpc>
              </a:pPr>
              <a:r>
                <a:rPr lang="zh-CN" altLang="en-US" sz="2400" dirty="0">
                  <a:latin typeface="楷体" panose="02010609060101010101" charset="-122"/>
                  <a:ea typeface="楷体" panose="02010609060101010101" charset="-122"/>
                </a:rPr>
                <a:t>电力电容器</a:t>
              </a:r>
              <a:endParaRPr lang="zh-CN" altLang="en-US" sz="2400" dirty="0">
                <a:latin typeface="楷体" panose="02010609060101010101" charset="-122"/>
                <a:ea typeface="楷体" panose="02010609060101010101" charset="-122"/>
              </a:endParaRPr>
            </a:p>
          </p:txBody>
        </p:sp>
      </p:grpSp>
      <p:grpSp>
        <p:nvGrpSpPr>
          <p:cNvPr id="56330" name="Group 10"/>
          <p:cNvGrpSpPr/>
          <p:nvPr/>
        </p:nvGrpSpPr>
        <p:grpSpPr>
          <a:xfrm>
            <a:off x="612775" y="622300"/>
            <a:ext cx="2951163" cy="2506663"/>
            <a:chOff x="340" y="391"/>
            <a:chExt cx="2041" cy="1668"/>
          </a:xfrm>
        </p:grpSpPr>
        <p:pic>
          <p:nvPicPr>
            <p:cNvPr id="32777" name="Picture 11" descr="电容5"/>
            <p:cNvPicPr>
              <a:picLocks noChangeAspect="1"/>
            </p:cNvPicPr>
            <p:nvPr/>
          </p:nvPicPr>
          <p:blipFill>
            <a:blip r:embed="rId4"/>
            <a:stretch>
              <a:fillRect/>
            </a:stretch>
          </p:blipFill>
          <p:spPr>
            <a:xfrm>
              <a:off x="340" y="391"/>
              <a:ext cx="2041" cy="1339"/>
            </a:xfrm>
            <a:prstGeom prst="rect">
              <a:avLst/>
            </a:prstGeom>
            <a:noFill/>
            <a:ln w="9525">
              <a:noFill/>
            </a:ln>
          </p:spPr>
        </p:pic>
        <p:sp>
          <p:nvSpPr>
            <p:cNvPr id="32778" name="Rectangle 12"/>
            <p:cNvSpPr/>
            <p:nvPr/>
          </p:nvSpPr>
          <p:spPr>
            <a:xfrm>
              <a:off x="431" y="1706"/>
              <a:ext cx="1185" cy="353"/>
            </a:xfrm>
            <a:prstGeom prst="rect">
              <a:avLst/>
            </a:prstGeom>
            <a:noFill/>
            <a:ln w="34925">
              <a:noFill/>
            </a:ln>
          </p:spPr>
          <p:txBody>
            <a:bodyPr wrap="none" anchor="t">
              <a:spAutoFit/>
            </a:bodyPr>
            <a:p>
              <a:pPr eaLnBrk="0" hangingPunct="0">
                <a:lnSpc>
                  <a:spcPct val="120000"/>
                </a:lnSpc>
              </a:pPr>
              <a:r>
                <a:rPr lang="zh-CN" altLang="en-US" sz="2400" dirty="0">
                  <a:latin typeface="楷体" panose="02010609060101010101" charset="-122"/>
                  <a:ea typeface="楷体" panose="02010609060101010101" charset="-122"/>
                </a:rPr>
                <a:t>电解电容器</a:t>
              </a:r>
              <a:endParaRPr lang="zh-CN" altLang="en-US" sz="2400" dirty="0">
                <a:latin typeface="楷体" panose="02010609060101010101" charset="-122"/>
                <a:ea typeface="楷体" panose="02010609060101010101" charset="-122"/>
              </a:endParaRPr>
            </a:p>
          </p:txBody>
        </p:sp>
      </p:grpSp>
      <p:pic>
        <p:nvPicPr>
          <p:cNvPr id="32779" name="Picture 13" descr="JB000801"/>
          <p:cNvPicPr>
            <a:picLocks noChangeAspect="1"/>
          </p:cNvPicPr>
          <p:nvPr/>
        </p:nvPicPr>
        <p:blipFill>
          <a:blip r:embed="rId5"/>
          <a:stretch>
            <a:fillRect/>
          </a:stretch>
        </p:blipFill>
        <p:spPr>
          <a:xfrm>
            <a:off x="468313" y="5229225"/>
            <a:ext cx="790575" cy="863600"/>
          </a:xfrm>
          <a:prstGeom prst="rect">
            <a:avLst/>
          </a:prstGeom>
          <a:noFill/>
          <a:ln w="9525">
            <a:noFill/>
          </a:ln>
        </p:spPr>
      </p:pic>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2000"/>
                                  </p:stCondLst>
                                  <p:childTnLst>
                                    <p:set>
                                      <p:cBhvr>
                                        <p:cTn id="6" dur="1" fill="hold">
                                          <p:stCondLst>
                                            <p:cond delay="0"/>
                                          </p:stCondLst>
                                        </p:cTn>
                                        <p:tgtEl>
                                          <p:spTgt spid="56322"/>
                                        </p:tgtEl>
                                        <p:attrNameLst>
                                          <p:attrName>style.visibility</p:attrName>
                                        </p:attrNameLst>
                                      </p:cBhvr>
                                      <p:to>
                                        <p:strVal val="visible"/>
                                      </p:to>
                                    </p:set>
                                    <p:anim calcmode="lin" valueType="num">
                                      <p:cBhvr additive="base">
                                        <p:cTn id="7" dur="500" fill="hold"/>
                                        <p:tgtEl>
                                          <p:spTgt spid="56322"/>
                                        </p:tgtEl>
                                        <p:attrNameLst>
                                          <p:attrName>ppt_x</p:attrName>
                                        </p:attrNameLst>
                                      </p:cBhvr>
                                      <p:tavLst>
                                        <p:tav tm="0">
                                          <p:val>
                                            <p:strVal val="1+#ppt_w/2"/>
                                          </p:val>
                                        </p:tav>
                                        <p:tav tm="100000">
                                          <p:val>
                                            <p:strVal val="#ppt_x"/>
                                          </p:val>
                                        </p:tav>
                                      </p:tavLst>
                                    </p:anim>
                                    <p:anim calcmode="lin" valueType="num">
                                      <p:cBhvr additive="base">
                                        <p:cTn id="8" dur="500" fill="hold"/>
                                        <p:tgtEl>
                                          <p:spTgt spid="56322"/>
                                        </p:tgtEl>
                                        <p:attrNameLst>
                                          <p:attrName>ppt_y</p:attrName>
                                        </p:attrNameLst>
                                      </p:cBhvr>
                                      <p:tavLst>
                                        <p:tav tm="0">
                                          <p:val>
                                            <p:strVal val="#ppt_y"/>
                                          </p:val>
                                        </p:tav>
                                        <p:tav tm="100000">
                                          <p:val>
                                            <p:strVal val="#ppt_y"/>
                                          </p:val>
                                        </p:tav>
                                      </p:tavLst>
                                    </p:anim>
                                  </p:childTnLst>
                                </p:cTn>
                              </p:par>
                            </p:childTnLst>
                          </p:cTn>
                        </p:par>
                        <p:par>
                          <p:cTn id="9" fill="hold">
                            <p:stCondLst>
                              <p:cond delay="2500"/>
                            </p:stCondLst>
                            <p:childTnLst>
                              <p:par>
                                <p:cTn id="10" presetID="12" presetClass="entr" presetSubtype="8" fill="hold" nodeType="afterEffect">
                                  <p:stCondLst>
                                    <p:cond delay="1000"/>
                                  </p:stCondLst>
                                  <p:childTnLst>
                                    <p:set>
                                      <p:cBhvr>
                                        <p:cTn id="11" dur="1" fill="hold">
                                          <p:stCondLst>
                                            <p:cond delay="0"/>
                                          </p:stCondLst>
                                        </p:cTn>
                                        <p:tgtEl>
                                          <p:spTgt spid="56330"/>
                                        </p:tgtEl>
                                        <p:attrNameLst>
                                          <p:attrName>style.visibility</p:attrName>
                                        </p:attrNameLst>
                                      </p:cBhvr>
                                      <p:to>
                                        <p:strVal val="visible"/>
                                      </p:to>
                                    </p:set>
                                    <p:animEffect transition="in" filter="slide(fromLeft)">
                                      <p:cBhvr>
                                        <p:cTn id="12" dur="500"/>
                                        <p:tgtEl>
                                          <p:spTgt spid="56330"/>
                                        </p:tgtEl>
                                      </p:cBhvr>
                                    </p:animEffect>
                                  </p:childTnLst>
                                </p:cTn>
                              </p:par>
                            </p:childTnLst>
                          </p:cTn>
                        </p:par>
                        <p:par>
                          <p:cTn id="13" fill="hold">
                            <p:stCondLst>
                              <p:cond delay="4000"/>
                            </p:stCondLst>
                            <p:childTnLst>
                              <p:par>
                                <p:cTn id="14" presetID="12" presetClass="entr" presetSubtype="4" fill="hold" nodeType="afterEffect">
                                  <p:stCondLst>
                                    <p:cond delay="1000"/>
                                  </p:stCondLst>
                                  <p:childTnLst>
                                    <p:set>
                                      <p:cBhvr>
                                        <p:cTn id="15" dur="1" fill="hold">
                                          <p:stCondLst>
                                            <p:cond delay="0"/>
                                          </p:stCondLst>
                                        </p:cTn>
                                        <p:tgtEl>
                                          <p:spTgt spid="56324"/>
                                        </p:tgtEl>
                                        <p:attrNameLst>
                                          <p:attrName>style.visibility</p:attrName>
                                        </p:attrNameLst>
                                      </p:cBhvr>
                                      <p:to>
                                        <p:strVal val="visible"/>
                                      </p:to>
                                    </p:set>
                                    <p:animEffect transition="in" filter="slide(fromBottom)">
                                      <p:cBhvr>
                                        <p:cTn id="16" dur="500"/>
                                        <p:tgtEl>
                                          <p:spTgt spid="56324"/>
                                        </p:tgtEl>
                                      </p:cBhvr>
                                    </p:animEffect>
                                  </p:childTnLst>
                                </p:cTn>
                              </p:par>
                            </p:childTnLst>
                          </p:cTn>
                        </p:par>
                        <p:par>
                          <p:cTn id="17" fill="hold">
                            <p:stCondLst>
                              <p:cond delay="5500"/>
                            </p:stCondLst>
                            <p:childTnLst>
                              <p:par>
                                <p:cTn id="18" presetID="12" presetClass="entr" presetSubtype="4" fill="hold" nodeType="afterEffect">
                                  <p:stCondLst>
                                    <p:cond delay="1000"/>
                                  </p:stCondLst>
                                  <p:childTnLst>
                                    <p:set>
                                      <p:cBhvr>
                                        <p:cTn id="19" dur="1" fill="hold">
                                          <p:stCondLst>
                                            <p:cond delay="0"/>
                                          </p:stCondLst>
                                        </p:cTn>
                                        <p:tgtEl>
                                          <p:spTgt spid="56327"/>
                                        </p:tgtEl>
                                        <p:attrNameLst>
                                          <p:attrName>style.visibility</p:attrName>
                                        </p:attrNameLst>
                                      </p:cBhvr>
                                      <p:to>
                                        <p:strVal val="visible"/>
                                      </p:to>
                                    </p:set>
                                    <p:animEffect transition="in" filter="slide(fromBottom)">
                                      <p:cBhvr>
                                        <p:cTn id="20" dur="500"/>
                                        <p:tgtEl>
                                          <p:spTgt spid="56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7346" name="Rectangle 2"/>
          <p:cNvSpPr>
            <a:spLocks noGrp="1"/>
          </p:cNvSpPr>
          <p:nvPr>
            <p:ph type="title"/>
          </p:nvPr>
        </p:nvSpPr>
        <p:spPr>
          <a:xfrm>
            <a:off x="254000" y="134938"/>
            <a:ext cx="1728788" cy="504825"/>
          </a:xfrm>
        </p:spPr>
        <p:txBody>
          <a:bodyPr wrap="square" lIns="91440" tIns="45720" rIns="91440" bIns="45720" anchor="b"/>
          <a:p>
            <a:pPr>
              <a:spcBef>
                <a:spcPct val="50000"/>
              </a:spcBef>
            </a:pPr>
            <a:r>
              <a:rPr lang="zh-CN" altLang="en-US" sz="2400" b="1" dirty="0">
                <a:solidFill>
                  <a:schemeClr val="bg1"/>
                </a:solidFill>
                <a:latin typeface="黑体" panose="02010609060101010101" pitchFamily="2" charset="-122"/>
                <a:ea typeface="黑体" panose="02010609060101010101" pitchFamily="2" charset="-122"/>
              </a:rPr>
              <a:t>三、电感</a:t>
            </a:r>
            <a:endParaRPr lang="zh-CN" altLang="en-US" sz="2400" b="1" dirty="0">
              <a:solidFill>
                <a:schemeClr val="bg1"/>
              </a:solidFill>
              <a:latin typeface="黑体" panose="02010609060101010101" pitchFamily="2" charset="-122"/>
              <a:ea typeface="黑体" panose="02010609060101010101" pitchFamily="2" charset="-122"/>
            </a:endParaRPr>
          </a:p>
        </p:txBody>
      </p:sp>
      <p:sp>
        <p:nvSpPr>
          <p:cNvPr id="57348" name="Line 4"/>
          <p:cNvSpPr/>
          <p:nvPr/>
        </p:nvSpPr>
        <p:spPr>
          <a:xfrm>
            <a:off x="1704975" y="900113"/>
            <a:ext cx="595313" cy="0"/>
          </a:xfrm>
          <a:prstGeom prst="line">
            <a:avLst/>
          </a:prstGeom>
          <a:ln w="38100" cap="flat" cmpd="sng">
            <a:solidFill>
              <a:schemeClr val="bg1"/>
            </a:solidFill>
            <a:prstDash val="solid"/>
            <a:round/>
            <a:headEnd type="none" w="med" len="med"/>
            <a:tailEnd type="none" w="med" len="med"/>
          </a:ln>
        </p:spPr>
      </p:sp>
      <p:sp>
        <p:nvSpPr>
          <p:cNvPr id="57349" name="Text Box 5"/>
          <p:cNvSpPr txBox="1"/>
          <p:nvPr/>
        </p:nvSpPr>
        <p:spPr>
          <a:xfrm>
            <a:off x="2301875" y="639763"/>
            <a:ext cx="5119688" cy="457200"/>
          </a:xfrm>
          <a:prstGeom prst="rect">
            <a:avLst/>
          </a:prstGeom>
          <a:noFill/>
          <a:ln w="9525">
            <a:noFill/>
          </a:ln>
        </p:spPr>
        <p:txBody>
          <a:bodyPr wrap="square" anchor="t">
            <a:spAutoFit/>
          </a:bodyPr>
          <a:p>
            <a:pPr>
              <a:spcBef>
                <a:spcPct val="50000"/>
              </a:spcBef>
            </a:pPr>
            <a:r>
              <a:rPr lang="zh-CN" altLang="en-US" sz="2400" dirty="0">
                <a:latin typeface="楷体" panose="02010609060101010101" charset="-122"/>
                <a:ea typeface="楷体" panose="02010609060101010101" charset="-122"/>
              </a:rPr>
              <a:t>自感（由线圈本身电流的变化产生）</a:t>
            </a:r>
            <a:endParaRPr lang="zh-CN" altLang="en-US" sz="2400" dirty="0">
              <a:latin typeface="楷体" panose="02010609060101010101" charset="-122"/>
              <a:ea typeface="楷体" panose="02010609060101010101" charset="-122"/>
            </a:endParaRPr>
          </a:p>
        </p:txBody>
      </p:sp>
      <p:sp>
        <p:nvSpPr>
          <p:cNvPr id="57350" name="Text Box 6"/>
          <p:cNvSpPr txBox="1"/>
          <p:nvPr/>
        </p:nvSpPr>
        <p:spPr>
          <a:xfrm>
            <a:off x="5183188" y="1684338"/>
            <a:ext cx="1930400" cy="519112"/>
          </a:xfrm>
          <a:prstGeom prst="rect">
            <a:avLst/>
          </a:prstGeom>
          <a:noFill/>
          <a:ln w="9525">
            <a:noFill/>
          </a:ln>
        </p:spPr>
        <p:txBody>
          <a:bodyPr wrap="square" anchor="t">
            <a:spAutoFit/>
          </a:bodyPr>
          <a:p>
            <a:pPr>
              <a:spcBef>
                <a:spcPct val="50000"/>
              </a:spcBef>
            </a:pPr>
            <a:r>
              <a:rPr lang="en-US" altLang="zh-CN" i="1">
                <a:solidFill>
                  <a:srgbClr val="FFFF3D"/>
                </a:solidFill>
                <a:latin typeface="Times New Roman" panose="02020603050405020304" pitchFamily="18" charset="0"/>
                <a:ea typeface="PMingLiU" panose="02020500000000000000" pitchFamily="18" charset="-120"/>
              </a:rPr>
              <a:t>Ψ</a:t>
            </a:r>
            <a:r>
              <a:rPr lang="en-US" altLang="zh-CN">
                <a:solidFill>
                  <a:srgbClr val="FFFF3D"/>
                </a:solidFill>
                <a:latin typeface="Times New Roman" panose="02020603050405020304" pitchFamily="18" charset="0"/>
                <a:ea typeface="宋体" panose="02010600030101010101" pitchFamily="2" charset="-122"/>
              </a:rPr>
              <a:t>=</a:t>
            </a:r>
            <a:r>
              <a:rPr lang="en-US" altLang="zh-CN" i="1">
                <a:solidFill>
                  <a:srgbClr val="FFFF3D"/>
                </a:solidFill>
                <a:latin typeface="Times New Roman" panose="02020603050405020304" pitchFamily="18" charset="0"/>
                <a:ea typeface="宋体" panose="02010600030101010101" pitchFamily="2" charset="-122"/>
              </a:rPr>
              <a:t>NΦ</a:t>
            </a:r>
            <a:r>
              <a:rPr lang="en-US" altLang="zh-CN">
                <a:solidFill>
                  <a:srgbClr val="FFFF3D"/>
                </a:solidFill>
                <a:latin typeface="Times New Roman" panose="02020603050405020304" pitchFamily="18" charset="0"/>
                <a:ea typeface="宋体" panose="02010600030101010101" pitchFamily="2" charset="-122"/>
              </a:rPr>
              <a:t>=</a:t>
            </a:r>
            <a:r>
              <a:rPr lang="en-US" altLang="zh-CN" i="1">
                <a:solidFill>
                  <a:srgbClr val="FFFF3D"/>
                </a:solidFill>
                <a:latin typeface="Times New Roman" panose="02020603050405020304" pitchFamily="18" charset="0"/>
                <a:ea typeface="宋体" panose="02010600030101010101" pitchFamily="2" charset="-122"/>
              </a:rPr>
              <a:t>L</a:t>
            </a:r>
            <a:r>
              <a:rPr lang="en-US" altLang="zh-CN">
                <a:solidFill>
                  <a:srgbClr val="FFFF3D"/>
                </a:solidFill>
                <a:latin typeface="Monotype Corsiva" pitchFamily="66" charset="0"/>
                <a:ea typeface="PMingLiU" panose="02020500000000000000" pitchFamily="18" charset="-120"/>
              </a:rPr>
              <a:t>i</a:t>
            </a:r>
            <a:endParaRPr lang="en-US" altLang="zh-CN">
              <a:solidFill>
                <a:srgbClr val="FFFF3D"/>
              </a:solidFill>
              <a:latin typeface="Monotype Corsiva" pitchFamily="66" charset="0"/>
              <a:ea typeface="PMingLiU" panose="02020500000000000000" pitchFamily="18" charset="-120"/>
            </a:endParaRPr>
          </a:p>
        </p:txBody>
      </p:sp>
      <p:grpSp>
        <p:nvGrpSpPr>
          <p:cNvPr id="57412" name="Group 68"/>
          <p:cNvGrpSpPr/>
          <p:nvPr/>
        </p:nvGrpSpPr>
        <p:grpSpPr>
          <a:xfrm>
            <a:off x="1398588" y="2439988"/>
            <a:ext cx="3227387" cy="957262"/>
            <a:chOff x="883" y="1537"/>
            <a:chExt cx="1459" cy="603"/>
          </a:xfrm>
        </p:grpSpPr>
        <p:sp>
          <p:nvSpPr>
            <p:cNvPr id="33798" name="Text Box 8"/>
            <p:cNvSpPr txBox="1"/>
            <p:nvPr/>
          </p:nvSpPr>
          <p:spPr>
            <a:xfrm>
              <a:off x="883" y="1700"/>
              <a:ext cx="1459" cy="327"/>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u=</a:t>
              </a:r>
              <a:r>
                <a:rPr lang="en-US" altLang="zh-CN" i="1">
                  <a:solidFill>
                    <a:srgbClr val="FFFF3D"/>
                  </a:solidFill>
                  <a:latin typeface="Times New Roman" panose="02020603050405020304" pitchFamily="18" charset="0"/>
                  <a:ea typeface="宋体" panose="02010600030101010101" pitchFamily="2" charset="-122"/>
                </a:rPr>
                <a:t>N</a:t>
              </a:r>
              <a:r>
                <a:rPr lang="en-US" altLang="zh-CN">
                  <a:solidFill>
                    <a:srgbClr val="FFFF3D"/>
                  </a:solidFill>
                  <a:latin typeface="Monotype Corsiva" pitchFamily="66" charset="0"/>
                  <a:ea typeface="宋体" panose="02010600030101010101" pitchFamily="2" charset="-122"/>
                </a:rPr>
                <a:t>    =</a:t>
              </a:r>
              <a:r>
                <a:rPr lang="en-US" altLang="zh-CN" i="1">
                  <a:solidFill>
                    <a:srgbClr val="FFFF3D"/>
                  </a:solidFill>
                  <a:latin typeface="Times New Roman" panose="02020603050405020304" pitchFamily="18" charset="0"/>
                  <a:ea typeface="宋体" panose="02010600030101010101" pitchFamily="2" charset="-122"/>
                </a:rPr>
                <a:t>L</a:t>
              </a:r>
              <a:endParaRPr lang="en-US" altLang="zh-CN" i="1">
                <a:solidFill>
                  <a:srgbClr val="FFFF3D"/>
                </a:solidFill>
                <a:latin typeface="Monotype Corsiva" pitchFamily="66" charset="0"/>
                <a:ea typeface="宋体" panose="02010600030101010101" pitchFamily="2" charset="-122"/>
              </a:endParaRPr>
            </a:p>
          </p:txBody>
        </p:sp>
        <p:grpSp>
          <p:nvGrpSpPr>
            <p:cNvPr id="33799" name="Group 66"/>
            <p:cNvGrpSpPr/>
            <p:nvPr/>
          </p:nvGrpSpPr>
          <p:grpSpPr>
            <a:xfrm>
              <a:off x="1299" y="1592"/>
              <a:ext cx="520" cy="548"/>
              <a:chOff x="1299" y="1592"/>
              <a:chExt cx="520" cy="548"/>
            </a:xfrm>
          </p:grpSpPr>
          <p:sp>
            <p:nvSpPr>
              <p:cNvPr id="33800" name="Text Box 10"/>
              <p:cNvSpPr txBox="1"/>
              <p:nvPr/>
            </p:nvSpPr>
            <p:spPr>
              <a:xfrm>
                <a:off x="1302" y="1592"/>
                <a:ext cx="517" cy="327"/>
              </a:xfrm>
              <a:prstGeom prst="rect">
                <a:avLst/>
              </a:prstGeom>
              <a:noFill/>
              <a:ln w="9525">
                <a:noFill/>
              </a:ln>
            </p:spPr>
            <p:txBody>
              <a:bodyPr anchor="t">
                <a:spAutoFit/>
              </a:bodyPr>
              <a:p>
                <a:pPr>
                  <a:spcBef>
                    <a:spcPct val="50000"/>
                  </a:spcBef>
                </a:pPr>
                <a:r>
                  <a:rPr lang="en-US" altLang="zh-CN" err="1">
                    <a:solidFill>
                      <a:srgbClr val="FFFF3D"/>
                    </a:solidFill>
                    <a:latin typeface="Times New Roman" panose="02020603050405020304" pitchFamily="18" charset="0"/>
                    <a:ea typeface="宋体" panose="02010600030101010101" pitchFamily="2" charset="-122"/>
                  </a:rPr>
                  <a:t>d</a:t>
                </a:r>
                <a:r>
                  <a:rPr lang="en-US" altLang="zh-CN" i="1" err="1">
                    <a:solidFill>
                      <a:srgbClr val="FFFF3D"/>
                    </a:solidFill>
                    <a:latin typeface="Times New Roman" panose="02020603050405020304" pitchFamily="18" charset="0"/>
                    <a:ea typeface="宋体" panose="02010600030101010101" pitchFamily="2" charset="-122"/>
                  </a:rPr>
                  <a:t>Φ</a:t>
                </a:r>
                <a:endParaRPr lang="en-US" altLang="zh-CN" i="1">
                  <a:solidFill>
                    <a:srgbClr val="FFFF3D"/>
                  </a:solidFill>
                  <a:latin typeface="Times New Roman" panose="02020603050405020304" pitchFamily="18" charset="0"/>
                  <a:ea typeface="宋体" panose="02010600030101010101" pitchFamily="2" charset="-122"/>
                </a:endParaRPr>
              </a:p>
            </p:txBody>
          </p:sp>
          <p:sp>
            <p:nvSpPr>
              <p:cNvPr id="33801" name="Text Box 11"/>
              <p:cNvSpPr txBox="1"/>
              <p:nvPr/>
            </p:nvSpPr>
            <p:spPr>
              <a:xfrm>
                <a:off x="1299" y="1813"/>
                <a:ext cx="402" cy="327"/>
              </a:xfrm>
              <a:prstGeom prst="rect">
                <a:avLst/>
              </a:prstGeom>
              <a:noFill/>
              <a:ln w="9525">
                <a:noFill/>
              </a:ln>
            </p:spPr>
            <p:txBody>
              <a:bodyPr anchor="t">
                <a:spAutoFit/>
              </a:bodyPr>
              <a:p>
                <a:pPr>
                  <a:spcBef>
                    <a:spcPct val="50000"/>
                  </a:spcBef>
                </a:pPr>
                <a:r>
                  <a:rPr lang="en-US" altLang="zh-CN" err="1">
                    <a:solidFill>
                      <a:srgbClr val="FFFF3D"/>
                    </a:solidFill>
                    <a:latin typeface="Times New Roman" panose="02020603050405020304" pitchFamily="18" charset="0"/>
                    <a:ea typeface="宋体" panose="02010600030101010101" pitchFamily="2" charset="-122"/>
                  </a:rPr>
                  <a:t>d</a:t>
                </a:r>
                <a:r>
                  <a:rPr lang="en-US" altLang="zh-CN" err="1">
                    <a:solidFill>
                      <a:srgbClr val="FFFF3D"/>
                    </a:solidFill>
                    <a:latin typeface="Monotype Corsiva" pitchFamily="66" charset="0"/>
                    <a:ea typeface="宋体" panose="02010600030101010101" pitchFamily="2" charset="-122"/>
                  </a:rPr>
                  <a:t>t</a:t>
                </a:r>
                <a:endParaRPr lang="en-US" altLang="zh-CN">
                  <a:solidFill>
                    <a:srgbClr val="FFFF3D"/>
                  </a:solidFill>
                  <a:latin typeface="Times New Roman" panose="02020603050405020304" pitchFamily="18" charset="0"/>
                  <a:ea typeface="宋体" panose="02010600030101010101" pitchFamily="2" charset="-122"/>
                </a:endParaRPr>
              </a:p>
            </p:txBody>
          </p:sp>
          <p:sp>
            <p:nvSpPr>
              <p:cNvPr id="33802" name="Line 12"/>
              <p:cNvSpPr/>
              <p:nvPr/>
            </p:nvSpPr>
            <p:spPr>
              <a:xfrm>
                <a:off x="1299" y="1864"/>
                <a:ext cx="310" cy="0"/>
              </a:xfrm>
              <a:prstGeom prst="line">
                <a:avLst/>
              </a:prstGeom>
              <a:ln w="28575" cap="flat" cmpd="sng">
                <a:solidFill>
                  <a:srgbClr val="FFFF3D"/>
                </a:solidFill>
                <a:prstDash val="solid"/>
                <a:round/>
                <a:headEnd type="none" w="med" len="med"/>
                <a:tailEnd type="none" w="med" len="med"/>
              </a:ln>
            </p:spPr>
          </p:sp>
        </p:grpSp>
        <p:grpSp>
          <p:nvGrpSpPr>
            <p:cNvPr id="33803" name="Group 67"/>
            <p:cNvGrpSpPr/>
            <p:nvPr/>
          </p:nvGrpSpPr>
          <p:grpSpPr>
            <a:xfrm>
              <a:off x="1813" y="1537"/>
              <a:ext cx="408" cy="603"/>
              <a:chOff x="1813" y="1537"/>
              <a:chExt cx="408" cy="603"/>
            </a:xfrm>
          </p:grpSpPr>
          <p:sp>
            <p:nvSpPr>
              <p:cNvPr id="33804" name="Text Box 14"/>
              <p:cNvSpPr txBox="1"/>
              <p:nvPr/>
            </p:nvSpPr>
            <p:spPr>
              <a:xfrm>
                <a:off x="1813" y="1537"/>
                <a:ext cx="402" cy="327"/>
              </a:xfrm>
              <a:prstGeom prst="rect">
                <a:avLst/>
              </a:prstGeom>
              <a:noFill/>
              <a:ln w="9525">
                <a:noFill/>
              </a:ln>
            </p:spPr>
            <p:txBody>
              <a:bodyPr anchor="t">
                <a:spAutoFit/>
              </a:bodyPr>
              <a:p>
                <a:pPr>
                  <a:spcBef>
                    <a:spcPct val="50000"/>
                  </a:spcBef>
                </a:pPr>
                <a:r>
                  <a:rPr lang="en-US" altLang="zh-CN" err="1">
                    <a:solidFill>
                      <a:srgbClr val="FFFF3D"/>
                    </a:solidFill>
                    <a:latin typeface="Times New Roman" panose="02020603050405020304" pitchFamily="18" charset="0"/>
                    <a:ea typeface="宋体" panose="02010600030101010101" pitchFamily="2" charset="-122"/>
                  </a:rPr>
                  <a:t>d</a:t>
                </a:r>
                <a:r>
                  <a:rPr lang="en-US" altLang="zh-CN" err="1">
                    <a:solidFill>
                      <a:srgbClr val="FFFF3D"/>
                    </a:solidFill>
                    <a:latin typeface="Monotype Corsiva" pitchFamily="66" charset="0"/>
                    <a:ea typeface="宋体" panose="02010600030101010101" pitchFamily="2" charset="-122"/>
                  </a:rPr>
                  <a:t>i</a:t>
                </a:r>
                <a:endParaRPr lang="en-US" altLang="zh-CN">
                  <a:solidFill>
                    <a:srgbClr val="FFFF3D"/>
                  </a:solidFill>
                  <a:latin typeface="Times New Roman" panose="02020603050405020304" pitchFamily="18" charset="0"/>
                  <a:ea typeface="宋体" panose="02010600030101010101" pitchFamily="2" charset="-122"/>
                </a:endParaRPr>
              </a:p>
            </p:txBody>
          </p:sp>
          <p:sp>
            <p:nvSpPr>
              <p:cNvPr id="33805" name="Text Box 15"/>
              <p:cNvSpPr txBox="1"/>
              <p:nvPr/>
            </p:nvSpPr>
            <p:spPr>
              <a:xfrm>
                <a:off x="1819" y="1813"/>
                <a:ext cx="402" cy="327"/>
              </a:xfrm>
              <a:prstGeom prst="rect">
                <a:avLst/>
              </a:prstGeom>
              <a:noFill/>
              <a:ln w="9525">
                <a:noFill/>
              </a:ln>
            </p:spPr>
            <p:txBody>
              <a:bodyPr anchor="t">
                <a:spAutoFit/>
              </a:bodyPr>
              <a:p>
                <a:pPr>
                  <a:spcBef>
                    <a:spcPct val="50000"/>
                  </a:spcBef>
                </a:pPr>
                <a:r>
                  <a:rPr lang="en-US" altLang="zh-CN" err="1">
                    <a:solidFill>
                      <a:srgbClr val="FFFF3D"/>
                    </a:solidFill>
                    <a:latin typeface="Times New Roman" panose="02020603050405020304" pitchFamily="18" charset="0"/>
                    <a:ea typeface="宋体" panose="02010600030101010101" pitchFamily="2" charset="-122"/>
                  </a:rPr>
                  <a:t>d</a:t>
                </a:r>
                <a:r>
                  <a:rPr lang="en-US" altLang="zh-CN" err="1">
                    <a:solidFill>
                      <a:srgbClr val="FFFF3D"/>
                    </a:solidFill>
                    <a:latin typeface="Monotype Corsiva" pitchFamily="66" charset="0"/>
                    <a:ea typeface="宋体" panose="02010600030101010101" pitchFamily="2" charset="-122"/>
                  </a:rPr>
                  <a:t>t</a:t>
                </a:r>
                <a:endParaRPr lang="en-US" altLang="zh-CN">
                  <a:solidFill>
                    <a:srgbClr val="FFFF3D"/>
                  </a:solidFill>
                  <a:latin typeface="Times New Roman" panose="02020603050405020304" pitchFamily="18" charset="0"/>
                  <a:ea typeface="宋体" panose="02010600030101010101" pitchFamily="2" charset="-122"/>
                </a:endParaRPr>
              </a:p>
            </p:txBody>
          </p:sp>
          <p:sp>
            <p:nvSpPr>
              <p:cNvPr id="33806" name="Line 16"/>
              <p:cNvSpPr/>
              <p:nvPr/>
            </p:nvSpPr>
            <p:spPr>
              <a:xfrm>
                <a:off x="1819" y="1863"/>
                <a:ext cx="268" cy="0"/>
              </a:xfrm>
              <a:prstGeom prst="line">
                <a:avLst/>
              </a:prstGeom>
              <a:ln w="28575" cap="flat" cmpd="sng">
                <a:solidFill>
                  <a:srgbClr val="FFFF3D"/>
                </a:solidFill>
                <a:prstDash val="solid"/>
                <a:round/>
                <a:headEnd type="none" w="med" len="med"/>
                <a:tailEnd type="none" w="med" len="med"/>
              </a:ln>
            </p:spPr>
          </p:sp>
        </p:grpSp>
      </p:grpSp>
      <p:sp>
        <p:nvSpPr>
          <p:cNvPr id="57361" name="Text Box 17"/>
          <p:cNvSpPr txBox="1"/>
          <p:nvPr/>
        </p:nvSpPr>
        <p:spPr>
          <a:xfrm>
            <a:off x="5116513" y="2671763"/>
            <a:ext cx="2813050" cy="457200"/>
          </a:xfrm>
          <a:prstGeom prst="rect">
            <a:avLst/>
          </a:prstGeom>
          <a:noFill/>
          <a:ln w="9525">
            <a:noFill/>
          </a:ln>
        </p:spPr>
        <p:txBody>
          <a:bodyPr wrap="square" anchor="t">
            <a:spAutoFit/>
          </a:bodyPr>
          <a:p>
            <a:pPr>
              <a:spcBef>
                <a:spcPct val="50000"/>
              </a:spcBef>
            </a:pPr>
            <a:r>
              <a:rPr lang="zh-CN" altLang="en-US" sz="2400" dirty="0">
                <a:latin typeface="楷体" panose="02010609060101010101" charset="-122"/>
                <a:ea typeface="楷体" panose="02010609060101010101" charset="-122"/>
              </a:rPr>
              <a:t>电感元件约束方程</a:t>
            </a:r>
            <a:endParaRPr lang="zh-CN" altLang="en-US" sz="2400" dirty="0">
              <a:latin typeface="楷体" panose="02010609060101010101" charset="-122"/>
              <a:ea typeface="楷体" panose="02010609060101010101" charset="-122"/>
            </a:endParaRPr>
          </a:p>
        </p:txBody>
      </p:sp>
      <p:sp>
        <p:nvSpPr>
          <p:cNvPr id="57362" name="Text Box 18"/>
          <p:cNvSpPr txBox="1"/>
          <p:nvPr/>
        </p:nvSpPr>
        <p:spPr>
          <a:xfrm>
            <a:off x="650875" y="4537075"/>
            <a:ext cx="7812088" cy="517525"/>
          </a:xfrm>
          <a:prstGeom prst="rect">
            <a:avLst/>
          </a:prstGeom>
          <a:noFill/>
          <a:ln w="9525">
            <a:noFill/>
          </a:ln>
        </p:spPr>
        <p:txBody>
          <a:bodyPr wrap="square" anchor="t">
            <a:spAutoFit/>
          </a:bodyPr>
          <a:p>
            <a:pPr>
              <a:spcBef>
                <a:spcPct val="50000"/>
              </a:spcBef>
            </a:pPr>
            <a:r>
              <a:rPr lang="en-US" altLang="zh-CN">
                <a:solidFill>
                  <a:srgbClr val="FFFF3D"/>
                </a:solidFill>
                <a:latin typeface="Monotype Corsiva" pitchFamily="66" charset="0"/>
                <a:ea typeface="宋体" panose="02010600030101010101" pitchFamily="2" charset="-122"/>
              </a:rPr>
              <a:t>i&gt;0,u&gt;0,</a:t>
            </a:r>
            <a:r>
              <a:rPr lang="zh-CN" altLang="en-US" sz="2400" dirty="0">
                <a:latin typeface="楷体" panose="02010609060101010101" charset="-122"/>
                <a:ea typeface="楷体" panose="02010609060101010101" charset="-122"/>
              </a:rPr>
              <a:t>或</a:t>
            </a:r>
            <a:r>
              <a:rPr lang="en-US" altLang="zh-CN">
                <a:solidFill>
                  <a:srgbClr val="FFFF3D"/>
                </a:solidFill>
                <a:latin typeface="Monotype Corsiva" pitchFamily="66" charset="0"/>
                <a:ea typeface="宋体" panose="02010600030101010101" pitchFamily="2" charset="-122"/>
              </a:rPr>
              <a:t>i&lt;0,u&lt;0,</a:t>
            </a:r>
            <a:r>
              <a:rPr lang="zh-CN" altLang="en-US" sz="2400" dirty="0">
                <a:latin typeface="楷体" panose="02010609060101010101" charset="-122"/>
                <a:ea typeface="楷体" panose="02010609060101010101" charset="-122"/>
              </a:rPr>
              <a:t>即</a:t>
            </a:r>
            <a:r>
              <a:rPr lang="en-US" altLang="zh-CN">
                <a:solidFill>
                  <a:srgbClr val="FFFF3D"/>
                </a:solidFill>
                <a:latin typeface="Monotype Corsiva" pitchFamily="66" charset="0"/>
                <a:ea typeface="宋体" panose="02010600030101010101" pitchFamily="2" charset="-122"/>
              </a:rPr>
              <a:t>p&gt;0</a:t>
            </a:r>
            <a:r>
              <a:rPr lang="en-US" altLang="zh-CN">
                <a:latin typeface="宋体" panose="02010600030101010101" pitchFamily="2" charset="-122"/>
                <a:ea typeface="宋体" panose="02010600030101010101" pitchFamily="2" charset="-122"/>
              </a:rPr>
              <a:t>;</a:t>
            </a:r>
            <a:r>
              <a:rPr lang="zh-CN" altLang="en-US" sz="2400" dirty="0">
                <a:latin typeface="楷体" panose="02010609060101010101" charset="-122"/>
                <a:ea typeface="楷体" panose="02010609060101010101" charset="-122"/>
              </a:rPr>
              <a:t>电感吸收能量</a:t>
            </a:r>
            <a:endParaRPr lang="zh-CN" altLang="en-US" sz="2400" dirty="0">
              <a:latin typeface="楷体" panose="02010609060101010101" charset="-122"/>
              <a:ea typeface="楷体" panose="02010609060101010101" charset="-122"/>
            </a:endParaRPr>
          </a:p>
        </p:txBody>
      </p:sp>
      <p:sp>
        <p:nvSpPr>
          <p:cNvPr id="57363" name="Text Box 19"/>
          <p:cNvSpPr txBox="1"/>
          <p:nvPr/>
        </p:nvSpPr>
        <p:spPr>
          <a:xfrm>
            <a:off x="650875" y="5229225"/>
            <a:ext cx="7086600" cy="519113"/>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i&lt;0,u&gt;0,</a:t>
            </a:r>
            <a:r>
              <a:rPr lang="zh-CN" altLang="en-US" sz="2400" dirty="0">
                <a:latin typeface="楷体" panose="02010609060101010101" charset="-122"/>
                <a:ea typeface="楷体" panose="02010609060101010101" charset="-122"/>
              </a:rPr>
              <a:t>或</a:t>
            </a:r>
            <a:r>
              <a:rPr lang="en-US" altLang="zh-CN">
                <a:solidFill>
                  <a:srgbClr val="FFFF3D"/>
                </a:solidFill>
                <a:latin typeface="Monotype Corsiva" pitchFamily="66" charset="0"/>
                <a:ea typeface="宋体" panose="02010600030101010101" pitchFamily="2" charset="-122"/>
              </a:rPr>
              <a:t>i&gt;0,u&lt;0,</a:t>
            </a:r>
            <a:r>
              <a:rPr lang="zh-CN" altLang="en-US" sz="2400" dirty="0">
                <a:latin typeface="楷体" panose="02010609060101010101" charset="-122"/>
                <a:ea typeface="楷体" panose="02010609060101010101" charset="-122"/>
              </a:rPr>
              <a:t>即</a:t>
            </a:r>
            <a:r>
              <a:rPr lang="en-US" altLang="zh-CN">
                <a:solidFill>
                  <a:srgbClr val="FFFF3D"/>
                </a:solidFill>
                <a:latin typeface="Monotype Corsiva" pitchFamily="66" charset="0"/>
                <a:ea typeface="宋体" panose="02010600030101010101" pitchFamily="2" charset="-122"/>
              </a:rPr>
              <a:t>p&lt;0</a:t>
            </a:r>
            <a:r>
              <a:rPr lang="en-US" altLang="zh-CN">
                <a:solidFill>
                  <a:srgbClr val="FFFF3D"/>
                </a:solidFill>
                <a:latin typeface="宋体" panose="02010600030101010101" pitchFamily="2" charset="-122"/>
                <a:ea typeface="宋体" panose="02010600030101010101" pitchFamily="2" charset="-122"/>
              </a:rPr>
              <a:t>;</a:t>
            </a:r>
            <a:r>
              <a:rPr lang="zh-CN" altLang="en-US" sz="2400" dirty="0">
                <a:latin typeface="楷体" panose="02010609060101010101" charset="-122"/>
                <a:ea typeface="楷体" panose="02010609060101010101" charset="-122"/>
              </a:rPr>
              <a:t>电感释放能量</a:t>
            </a:r>
            <a:endParaRPr lang="zh-CN" altLang="en-US" sz="2400" dirty="0">
              <a:latin typeface="楷体" panose="02010609060101010101" charset="-122"/>
              <a:ea typeface="楷体" panose="02010609060101010101" charset="-122"/>
            </a:endParaRPr>
          </a:p>
        </p:txBody>
      </p:sp>
      <p:sp>
        <p:nvSpPr>
          <p:cNvPr id="57364" name="Text Box 20"/>
          <p:cNvSpPr txBox="1"/>
          <p:nvPr/>
        </p:nvSpPr>
        <p:spPr>
          <a:xfrm>
            <a:off x="769938" y="5997575"/>
            <a:ext cx="5259387" cy="517525"/>
          </a:xfrm>
          <a:prstGeom prst="rect">
            <a:avLst/>
          </a:prstGeom>
          <a:noFill/>
          <a:ln w="9525">
            <a:noFill/>
          </a:ln>
        </p:spPr>
        <p:txBody>
          <a:bodyPr wrap="square" anchor="t">
            <a:spAutoFit/>
          </a:bodyPr>
          <a:p>
            <a:pPr>
              <a:spcBef>
                <a:spcPct val="50000"/>
              </a:spcBef>
            </a:pPr>
            <a:r>
              <a:rPr lang="en-US" altLang="zh-CN">
                <a:solidFill>
                  <a:srgbClr val="FFFF3D"/>
                </a:solidFill>
                <a:latin typeface="Monotype Corsiva" pitchFamily="66" charset="0"/>
                <a:ea typeface="宋体" panose="02010600030101010101" pitchFamily="2" charset="-122"/>
              </a:rPr>
              <a:t>i=</a:t>
            </a:r>
            <a:r>
              <a:rPr lang="zh-CN" altLang="en-US" sz="2400" dirty="0">
                <a:solidFill>
                  <a:srgbClr val="FFFF3D"/>
                </a:solidFill>
                <a:latin typeface="楷体" panose="02010609060101010101" charset="-122"/>
                <a:ea typeface="楷体" panose="02010609060101010101" charset="-122"/>
              </a:rPr>
              <a:t>常数</a:t>
            </a:r>
            <a:r>
              <a:rPr lang="zh-CN" altLang="en-US" dirty="0">
                <a:solidFill>
                  <a:srgbClr val="FFFF3D"/>
                </a:solidFill>
                <a:latin typeface="Monotype Corsiva" pitchFamily="66" charset="0"/>
                <a:ea typeface="宋体" panose="02010600030101010101" pitchFamily="2" charset="-122"/>
              </a:rPr>
              <a:t>，</a:t>
            </a:r>
            <a:r>
              <a:rPr lang="en-US" altLang="zh-CN">
                <a:solidFill>
                  <a:srgbClr val="FFFF3D"/>
                </a:solidFill>
                <a:latin typeface="Monotype Corsiva" pitchFamily="66" charset="0"/>
                <a:ea typeface="宋体" panose="02010600030101010101" pitchFamily="2" charset="-122"/>
              </a:rPr>
              <a:t>u=0 </a:t>
            </a:r>
            <a:r>
              <a:rPr lang="en-US" altLang="zh-CN">
                <a:solidFill>
                  <a:srgbClr val="FFFF3D"/>
                </a:solidFill>
                <a:latin typeface="宋体" panose="02010600030101010101" pitchFamily="2" charset="-122"/>
                <a:ea typeface="宋体" panose="02010600030101010101" pitchFamily="2" charset="-122"/>
              </a:rPr>
              <a:t>;</a:t>
            </a:r>
            <a:r>
              <a:rPr lang="zh-CN" altLang="en-US" sz="2400" dirty="0">
                <a:latin typeface="楷体" panose="02010609060101010101" charset="-122"/>
                <a:ea typeface="楷体" panose="02010609060101010101" charset="-122"/>
              </a:rPr>
              <a:t>电感相当于短路</a:t>
            </a:r>
            <a:endParaRPr lang="zh-CN" altLang="en-US" sz="2400" dirty="0">
              <a:latin typeface="楷体" panose="02010609060101010101" charset="-122"/>
              <a:ea typeface="楷体" panose="02010609060101010101" charset="-122"/>
            </a:endParaRPr>
          </a:p>
        </p:txBody>
      </p:sp>
      <p:grpSp>
        <p:nvGrpSpPr>
          <p:cNvPr id="57378" name="Group 34"/>
          <p:cNvGrpSpPr/>
          <p:nvPr/>
        </p:nvGrpSpPr>
        <p:grpSpPr>
          <a:xfrm>
            <a:off x="1022350" y="3338513"/>
            <a:ext cx="3143250" cy="1271587"/>
            <a:chOff x="272" y="2089"/>
            <a:chExt cx="1980" cy="801"/>
          </a:xfrm>
        </p:grpSpPr>
        <p:sp>
          <p:nvSpPr>
            <p:cNvPr id="33812" name="Arc 22"/>
            <p:cNvSpPr/>
            <p:nvPr/>
          </p:nvSpPr>
          <p:spPr>
            <a:xfrm rot="-549555">
              <a:off x="875" y="2388"/>
              <a:ext cx="204" cy="148"/>
            </a:xfrm>
            <a:custGeom>
              <a:avLst/>
              <a:gdLst/>
              <a:ahLst/>
              <a:cxnLst>
                <a:cxn ang="0">
                  <a:pos x="0" y="1"/>
                </a:cxn>
                <a:cxn ang="0">
                  <a:pos x="1" y="1"/>
                </a:cxn>
                <a:cxn ang="0">
                  <a:pos x="0" y="1"/>
                </a:cxn>
              </a:cxnLst>
              <a:pathLst>
                <a:path w="42715" h="21600" fill="none">
                  <a:moveTo>
                    <a:pt x="-1" y="17049"/>
                  </a:moveTo>
                  <a:cubicBezTo>
                    <a:pt x="2143" y="7102"/>
                    <a:pt x="10939" y="-1"/>
                    <a:pt x="21115" y="0"/>
                  </a:cubicBezTo>
                  <a:cubicBezTo>
                    <a:pt x="33044" y="0"/>
                    <a:pt x="42715" y="9670"/>
                    <a:pt x="42715" y="21600"/>
                  </a:cubicBezTo>
                </a:path>
                <a:path w="42715" h="21600" stroke="0">
                  <a:moveTo>
                    <a:pt x="-1" y="17049"/>
                  </a:moveTo>
                  <a:cubicBezTo>
                    <a:pt x="2143" y="7102"/>
                    <a:pt x="10939" y="-1"/>
                    <a:pt x="21115" y="0"/>
                  </a:cubicBezTo>
                  <a:cubicBezTo>
                    <a:pt x="33044" y="0"/>
                    <a:pt x="42715" y="9670"/>
                    <a:pt x="42715" y="21600"/>
                  </a:cubicBezTo>
                  <a:lnTo>
                    <a:pt x="21115" y="21600"/>
                  </a:lnTo>
                  <a:lnTo>
                    <a:pt x="-1" y="17049"/>
                  </a:lnTo>
                  <a:close/>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33813" name="Arc 23"/>
            <p:cNvSpPr/>
            <p:nvPr/>
          </p:nvSpPr>
          <p:spPr>
            <a:xfrm rot="-549555">
              <a:off x="1095" y="2388"/>
              <a:ext cx="204" cy="148"/>
            </a:xfrm>
            <a:custGeom>
              <a:avLst/>
              <a:gdLst/>
              <a:ahLst/>
              <a:cxnLst>
                <a:cxn ang="0">
                  <a:pos x="0" y="1"/>
                </a:cxn>
                <a:cxn ang="0">
                  <a:pos x="1" y="1"/>
                </a:cxn>
                <a:cxn ang="0">
                  <a:pos x="0" y="1"/>
                </a:cxn>
              </a:cxnLst>
              <a:pathLst>
                <a:path w="42715" h="21600" fill="none">
                  <a:moveTo>
                    <a:pt x="-1" y="17049"/>
                  </a:moveTo>
                  <a:cubicBezTo>
                    <a:pt x="2143" y="7102"/>
                    <a:pt x="10939" y="-1"/>
                    <a:pt x="21115" y="0"/>
                  </a:cubicBezTo>
                  <a:cubicBezTo>
                    <a:pt x="33044" y="0"/>
                    <a:pt x="42715" y="9670"/>
                    <a:pt x="42715" y="21600"/>
                  </a:cubicBezTo>
                </a:path>
                <a:path w="42715" h="21600" stroke="0">
                  <a:moveTo>
                    <a:pt x="-1" y="17049"/>
                  </a:moveTo>
                  <a:cubicBezTo>
                    <a:pt x="2143" y="7102"/>
                    <a:pt x="10939" y="-1"/>
                    <a:pt x="21115" y="0"/>
                  </a:cubicBezTo>
                  <a:cubicBezTo>
                    <a:pt x="33044" y="0"/>
                    <a:pt x="42715" y="9670"/>
                    <a:pt x="42715" y="21600"/>
                  </a:cubicBezTo>
                  <a:lnTo>
                    <a:pt x="21115" y="21600"/>
                  </a:lnTo>
                  <a:lnTo>
                    <a:pt x="-1" y="17049"/>
                  </a:lnTo>
                  <a:close/>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33814" name="Arc 24"/>
            <p:cNvSpPr/>
            <p:nvPr/>
          </p:nvSpPr>
          <p:spPr>
            <a:xfrm rot="-549555">
              <a:off x="1315" y="2388"/>
              <a:ext cx="206" cy="148"/>
            </a:xfrm>
            <a:custGeom>
              <a:avLst/>
              <a:gdLst/>
              <a:ahLst/>
              <a:cxnLst>
                <a:cxn ang="0">
                  <a:pos x="0" y="1"/>
                </a:cxn>
                <a:cxn ang="0">
                  <a:pos x="1" y="1"/>
                </a:cxn>
                <a:cxn ang="0">
                  <a:pos x="0" y="1"/>
                </a:cxn>
              </a:cxnLst>
              <a:pathLst>
                <a:path w="42715" h="21600" fill="none">
                  <a:moveTo>
                    <a:pt x="-1" y="17049"/>
                  </a:moveTo>
                  <a:cubicBezTo>
                    <a:pt x="2143" y="7102"/>
                    <a:pt x="10939" y="-1"/>
                    <a:pt x="21115" y="0"/>
                  </a:cubicBezTo>
                  <a:cubicBezTo>
                    <a:pt x="33044" y="0"/>
                    <a:pt x="42715" y="9670"/>
                    <a:pt x="42715" y="21600"/>
                  </a:cubicBezTo>
                </a:path>
                <a:path w="42715" h="21600" stroke="0">
                  <a:moveTo>
                    <a:pt x="-1" y="17049"/>
                  </a:moveTo>
                  <a:cubicBezTo>
                    <a:pt x="2143" y="7102"/>
                    <a:pt x="10939" y="-1"/>
                    <a:pt x="21115" y="0"/>
                  </a:cubicBezTo>
                  <a:cubicBezTo>
                    <a:pt x="33044" y="0"/>
                    <a:pt x="42715" y="9670"/>
                    <a:pt x="42715" y="21600"/>
                  </a:cubicBezTo>
                  <a:lnTo>
                    <a:pt x="21115" y="21600"/>
                  </a:lnTo>
                  <a:lnTo>
                    <a:pt x="-1" y="17049"/>
                  </a:lnTo>
                  <a:close/>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33815" name="Line 25"/>
            <p:cNvSpPr/>
            <p:nvPr/>
          </p:nvSpPr>
          <p:spPr>
            <a:xfrm>
              <a:off x="1535" y="2522"/>
              <a:ext cx="595" cy="0"/>
            </a:xfrm>
            <a:prstGeom prst="line">
              <a:avLst/>
            </a:prstGeom>
            <a:ln w="38100" cap="flat" cmpd="sng">
              <a:solidFill>
                <a:schemeClr val="bg1"/>
              </a:solidFill>
              <a:prstDash val="solid"/>
              <a:round/>
              <a:headEnd type="none" w="med" len="med"/>
              <a:tailEnd type="none" w="med" len="med"/>
            </a:ln>
          </p:spPr>
        </p:sp>
        <p:sp>
          <p:nvSpPr>
            <p:cNvPr id="33816" name="Line 26"/>
            <p:cNvSpPr/>
            <p:nvPr/>
          </p:nvSpPr>
          <p:spPr>
            <a:xfrm>
              <a:off x="398" y="2507"/>
              <a:ext cx="483" cy="0"/>
            </a:xfrm>
            <a:prstGeom prst="line">
              <a:avLst/>
            </a:prstGeom>
            <a:ln w="38100" cap="flat" cmpd="sng">
              <a:solidFill>
                <a:schemeClr val="bg1"/>
              </a:solidFill>
              <a:prstDash val="solid"/>
              <a:round/>
              <a:headEnd type="none" w="med" len="med"/>
              <a:tailEnd type="none" w="med" len="med"/>
            </a:ln>
          </p:spPr>
        </p:sp>
        <p:sp>
          <p:nvSpPr>
            <p:cNvPr id="33817" name="Text Box 27"/>
            <p:cNvSpPr txBox="1"/>
            <p:nvPr/>
          </p:nvSpPr>
          <p:spPr>
            <a:xfrm>
              <a:off x="1071" y="2089"/>
              <a:ext cx="390" cy="327"/>
            </a:xfrm>
            <a:prstGeom prst="rect">
              <a:avLst/>
            </a:prstGeom>
            <a:noFill/>
            <a:ln w="9525">
              <a:noFill/>
            </a:ln>
          </p:spPr>
          <p:txBody>
            <a:bodyPr anchor="t">
              <a:spAutoFit/>
            </a:bodyPr>
            <a:p>
              <a:pPr>
                <a:spcBef>
                  <a:spcPct val="50000"/>
                </a:spcBef>
              </a:pPr>
              <a:r>
                <a:rPr lang="en-US" altLang="zh-CN" i="1">
                  <a:solidFill>
                    <a:srgbClr val="FFFF3D"/>
                  </a:solidFill>
                  <a:latin typeface="Times New Roman" panose="02020603050405020304" pitchFamily="18" charset="0"/>
                  <a:ea typeface="宋体" panose="02010600030101010101" pitchFamily="2" charset="-122"/>
                </a:rPr>
                <a:t>L</a:t>
              </a:r>
              <a:endParaRPr lang="en-US" altLang="zh-CN" i="1">
                <a:solidFill>
                  <a:srgbClr val="FFFF3D"/>
                </a:solidFill>
                <a:latin typeface="Times New Roman" panose="02020603050405020304" pitchFamily="18" charset="0"/>
                <a:ea typeface="宋体" panose="02010600030101010101" pitchFamily="2" charset="-122"/>
              </a:endParaRPr>
            </a:p>
          </p:txBody>
        </p:sp>
        <p:sp>
          <p:nvSpPr>
            <p:cNvPr id="33818" name="Line 28"/>
            <p:cNvSpPr/>
            <p:nvPr/>
          </p:nvSpPr>
          <p:spPr>
            <a:xfrm>
              <a:off x="832" y="2620"/>
              <a:ext cx="732" cy="0"/>
            </a:xfrm>
            <a:prstGeom prst="line">
              <a:avLst/>
            </a:prstGeom>
            <a:ln w="38100" cap="flat" cmpd="sng">
              <a:solidFill>
                <a:schemeClr val="bg1"/>
              </a:solidFill>
              <a:prstDash val="solid"/>
              <a:round/>
              <a:headEnd type="none" w="med" len="med"/>
              <a:tailEnd type="stealth" w="sm" len="lg"/>
            </a:ln>
          </p:spPr>
        </p:sp>
        <p:sp>
          <p:nvSpPr>
            <p:cNvPr id="33819" name="Line 29"/>
            <p:cNvSpPr/>
            <p:nvPr/>
          </p:nvSpPr>
          <p:spPr>
            <a:xfrm>
              <a:off x="419" y="2419"/>
              <a:ext cx="443" cy="0"/>
            </a:xfrm>
            <a:prstGeom prst="line">
              <a:avLst/>
            </a:prstGeom>
            <a:ln w="38100" cap="flat" cmpd="sng">
              <a:solidFill>
                <a:schemeClr val="bg1"/>
              </a:solidFill>
              <a:prstDash val="solid"/>
              <a:round/>
              <a:headEnd type="none" w="med" len="med"/>
              <a:tailEnd type="stealth" w="sm" len="lg"/>
            </a:ln>
          </p:spPr>
        </p:sp>
        <p:sp>
          <p:nvSpPr>
            <p:cNvPr id="33820" name="Text Box 30"/>
            <p:cNvSpPr txBox="1"/>
            <p:nvPr/>
          </p:nvSpPr>
          <p:spPr>
            <a:xfrm>
              <a:off x="484" y="2157"/>
              <a:ext cx="437" cy="327"/>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i </a:t>
              </a:r>
              <a:endParaRPr lang="en-US" altLang="zh-CN">
                <a:solidFill>
                  <a:srgbClr val="FFFF3D"/>
                </a:solidFill>
                <a:latin typeface="Monotype Corsiva" pitchFamily="66" charset="0"/>
                <a:ea typeface="宋体" panose="02010600030101010101" pitchFamily="2" charset="-122"/>
              </a:endParaRPr>
            </a:p>
          </p:txBody>
        </p:sp>
        <p:sp>
          <p:nvSpPr>
            <p:cNvPr id="33821" name="Text Box 31"/>
            <p:cNvSpPr txBox="1"/>
            <p:nvPr/>
          </p:nvSpPr>
          <p:spPr>
            <a:xfrm>
              <a:off x="1027" y="2563"/>
              <a:ext cx="438" cy="327"/>
            </a:xfrm>
            <a:prstGeom prst="rect">
              <a:avLst/>
            </a:prstGeom>
            <a:noFill/>
            <a:ln w="9525">
              <a:noFill/>
            </a:ln>
          </p:spPr>
          <p:txBody>
            <a:bodyPr anchor="t">
              <a:spAutoFit/>
            </a:bodyPr>
            <a:p>
              <a:pPr>
                <a:spcBef>
                  <a:spcPct val="50000"/>
                </a:spcBef>
              </a:pPr>
              <a:r>
                <a:rPr lang="en-US" altLang="zh-CN">
                  <a:solidFill>
                    <a:srgbClr val="FFFF3D"/>
                  </a:solidFill>
                  <a:latin typeface="Monotype Corsiva" pitchFamily="66" charset="0"/>
                  <a:ea typeface="宋体" panose="02010600030101010101" pitchFamily="2" charset="-122"/>
                </a:rPr>
                <a:t>u</a:t>
              </a:r>
              <a:endParaRPr lang="en-US" altLang="zh-CN">
                <a:solidFill>
                  <a:srgbClr val="FFFF3D"/>
                </a:solidFill>
                <a:latin typeface="Monotype Corsiva" pitchFamily="66" charset="0"/>
                <a:ea typeface="宋体" panose="02010600030101010101" pitchFamily="2" charset="-122"/>
              </a:endParaRPr>
            </a:p>
          </p:txBody>
        </p:sp>
        <p:sp>
          <p:nvSpPr>
            <p:cNvPr id="33822" name="Oval 32"/>
            <p:cNvSpPr/>
            <p:nvPr/>
          </p:nvSpPr>
          <p:spPr>
            <a:xfrm>
              <a:off x="2127" y="2451"/>
              <a:ext cx="125" cy="126"/>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3823" name="Oval 33"/>
            <p:cNvSpPr/>
            <p:nvPr/>
          </p:nvSpPr>
          <p:spPr>
            <a:xfrm>
              <a:off x="272" y="2420"/>
              <a:ext cx="125" cy="126"/>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grpSp>
        <p:nvGrpSpPr>
          <p:cNvPr id="57409" name="Group 65"/>
          <p:cNvGrpSpPr/>
          <p:nvPr/>
        </p:nvGrpSpPr>
        <p:grpSpPr>
          <a:xfrm>
            <a:off x="684213" y="-1363662"/>
            <a:ext cx="4024312" cy="5951537"/>
            <a:chOff x="431" y="-859"/>
            <a:chExt cx="2535" cy="3749"/>
          </a:xfrm>
        </p:grpSpPr>
        <p:sp>
          <p:nvSpPr>
            <p:cNvPr id="33825" name="Arc 36"/>
            <p:cNvSpPr/>
            <p:nvPr/>
          </p:nvSpPr>
          <p:spPr>
            <a:xfrm rot="9283153">
              <a:off x="545" y="-859"/>
              <a:ext cx="2354" cy="2046"/>
            </a:xfrm>
            <a:custGeom>
              <a:avLst/>
              <a:gdLst/>
              <a:ahLst/>
              <a:cxnLst>
                <a:cxn ang="0">
                  <a:pos x="85" y="0"/>
                </a:cxn>
                <a:cxn ang="0">
                  <a:pos x="314" y="82"/>
                </a:cxn>
                <a:cxn ang="0">
                  <a:pos x="0" y="199"/>
                </a:cxn>
              </a:cxnLst>
              <a:pathLst>
                <a:path w="17673" h="21066" fill="none">
                  <a:moveTo>
                    <a:pt x="4772" y="-1"/>
                  </a:moveTo>
                  <a:cubicBezTo>
                    <a:pt x="9995" y="1183"/>
                    <a:pt x="14593" y="4264"/>
                    <a:pt x="17672" y="8647"/>
                  </a:cubicBezTo>
                </a:path>
                <a:path w="17673" h="21066" stroke="0">
                  <a:moveTo>
                    <a:pt x="4772" y="-1"/>
                  </a:moveTo>
                  <a:cubicBezTo>
                    <a:pt x="9995" y="1183"/>
                    <a:pt x="14593" y="4264"/>
                    <a:pt x="17672" y="8647"/>
                  </a:cubicBezTo>
                  <a:lnTo>
                    <a:pt x="0" y="21066"/>
                  </a:lnTo>
                  <a:lnTo>
                    <a:pt x="4772" y="-1"/>
                  </a:lnTo>
                  <a:close/>
                </a:path>
              </a:pathLst>
            </a:custGeom>
            <a:noFill/>
            <a:ln w="28575" cap="flat" cmpd="sng">
              <a:solidFill>
                <a:srgbClr val="FF66FF"/>
              </a:solidFill>
              <a:prstDash val="solid"/>
              <a:round/>
              <a:headEnd type="none" w="med" len="med"/>
              <a:tailEnd type="stealth" w="sm" len="lg"/>
            </a:ln>
          </p:spPr>
          <p:txBody>
            <a:bodyPr/>
            <a:p>
              <a:endParaRPr lang="zh-CN" altLang="en-US"/>
            </a:p>
          </p:txBody>
        </p:sp>
        <p:grpSp>
          <p:nvGrpSpPr>
            <p:cNvPr id="33826" name="Group 64"/>
            <p:cNvGrpSpPr/>
            <p:nvPr/>
          </p:nvGrpSpPr>
          <p:grpSpPr>
            <a:xfrm>
              <a:off x="431" y="825"/>
              <a:ext cx="2535" cy="2065"/>
              <a:chOff x="431" y="825"/>
              <a:chExt cx="2535" cy="2065"/>
            </a:xfrm>
          </p:grpSpPr>
          <p:grpSp>
            <p:nvGrpSpPr>
              <p:cNvPr id="33827" name="Group 63"/>
              <p:cNvGrpSpPr/>
              <p:nvPr/>
            </p:nvGrpSpPr>
            <p:grpSpPr>
              <a:xfrm>
                <a:off x="431" y="844"/>
                <a:ext cx="2535" cy="2046"/>
                <a:chOff x="431" y="844"/>
                <a:chExt cx="2535" cy="2046"/>
              </a:xfrm>
            </p:grpSpPr>
            <p:grpSp>
              <p:nvGrpSpPr>
                <p:cNvPr id="33828" name="Group 62"/>
                <p:cNvGrpSpPr/>
                <p:nvPr/>
              </p:nvGrpSpPr>
              <p:grpSpPr>
                <a:xfrm>
                  <a:off x="431" y="850"/>
                  <a:ext cx="2535" cy="449"/>
                  <a:chOff x="431" y="850"/>
                  <a:chExt cx="2535" cy="449"/>
                </a:xfrm>
              </p:grpSpPr>
              <p:sp>
                <p:nvSpPr>
                  <p:cNvPr id="33829" name="Rectangle 40"/>
                  <p:cNvSpPr/>
                  <p:nvPr/>
                </p:nvSpPr>
                <p:spPr>
                  <a:xfrm>
                    <a:off x="800" y="925"/>
                    <a:ext cx="1835" cy="199"/>
                  </a:xfrm>
                  <a:prstGeom prst="rect">
                    <a:avLst/>
                  </a:prstGeom>
                  <a:noFill/>
                  <a:ln w="28575"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3830" name="Freeform 41"/>
                  <p:cNvSpPr/>
                  <p:nvPr/>
                </p:nvSpPr>
                <p:spPr>
                  <a:xfrm>
                    <a:off x="431" y="888"/>
                    <a:ext cx="665" cy="411"/>
                  </a:xfrm>
                  <a:custGeom>
                    <a:avLst/>
                    <a:gdLst/>
                    <a:ahLst/>
                    <a:cxnLst>
                      <a:cxn ang="0">
                        <a:pos x="0" y="561"/>
                      </a:cxn>
                      <a:cxn ang="0">
                        <a:pos x="1271" y="561"/>
                      </a:cxn>
                      <a:cxn ang="0">
                        <a:pos x="1271" y="0"/>
                      </a:cxn>
                    </a:cxnLst>
                    <a:pathLst>
                      <a:path w="348" h="301">
                        <a:moveTo>
                          <a:pt x="0" y="301"/>
                        </a:moveTo>
                        <a:lnTo>
                          <a:pt x="348" y="301"/>
                        </a:lnTo>
                        <a:lnTo>
                          <a:pt x="348" y="0"/>
                        </a:lnTo>
                      </a:path>
                    </a:pathLst>
                  </a:custGeom>
                  <a:noFill/>
                  <a:ln w="28575" cap="flat" cmpd="sng">
                    <a:solidFill>
                      <a:schemeClr val="accent1"/>
                    </a:solidFill>
                    <a:prstDash val="solid"/>
                    <a:round/>
                    <a:headEnd type="none" w="med" len="med"/>
                    <a:tailEnd type="none" w="med" len="med"/>
                  </a:ln>
                </p:spPr>
                <p:txBody>
                  <a:bodyPr/>
                  <a:p>
                    <a:endParaRPr lang="zh-CN" altLang="en-US"/>
                  </a:p>
                </p:txBody>
              </p:sp>
              <p:sp>
                <p:nvSpPr>
                  <p:cNvPr id="33831" name="Arc 42"/>
                  <p:cNvSpPr/>
                  <p:nvPr/>
                </p:nvSpPr>
                <p:spPr>
                  <a:xfrm rot="-5400000">
                    <a:off x="1148" y="810"/>
                    <a:ext cx="61" cy="139"/>
                  </a:xfrm>
                  <a:custGeom>
                    <a:avLst/>
                    <a:gdLst/>
                    <a:ahLst/>
                    <a:cxnLst>
                      <a:cxn ang="0">
                        <a:pos x="0" y="0"/>
                      </a:cxn>
                      <a:cxn ang="0">
                        <a:pos x="0" y="0"/>
                      </a:cxn>
                      <a:cxn ang="0">
                        <a:pos x="0" y="0"/>
                      </a:cxn>
                    </a:cxnLst>
                    <a:pathLst>
                      <a:path w="23783" h="43200" fill="none">
                        <a:moveTo>
                          <a:pt x="2182" y="0"/>
                        </a:moveTo>
                        <a:cubicBezTo>
                          <a:pt x="14112" y="0"/>
                          <a:pt x="23783" y="9670"/>
                          <a:pt x="23783" y="21600"/>
                        </a:cubicBezTo>
                        <a:cubicBezTo>
                          <a:pt x="23783" y="33529"/>
                          <a:pt x="14112" y="43200"/>
                          <a:pt x="2183" y="43200"/>
                        </a:cubicBezTo>
                        <a:cubicBezTo>
                          <a:pt x="1453" y="43200"/>
                          <a:pt x="725" y="43163"/>
                          <a:pt x="-1" y="43089"/>
                        </a:cubicBezTo>
                      </a:path>
                      <a:path w="23783" h="43200" stroke="0">
                        <a:moveTo>
                          <a:pt x="2182" y="0"/>
                        </a:moveTo>
                        <a:cubicBezTo>
                          <a:pt x="14112" y="0"/>
                          <a:pt x="23783" y="9670"/>
                          <a:pt x="23783" y="21600"/>
                        </a:cubicBezTo>
                        <a:cubicBezTo>
                          <a:pt x="23783" y="33529"/>
                          <a:pt x="14112" y="43200"/>
                          <a:pt x="2183" y="43200"/>
                        </a:cubicBezTo>
                        <a:cubicBezTo>
                          <a:pt x="1453" y="43200"/>
                          <a:pt x="725" y="43163"/>
                          <a:pt x="-1" y="43089"/>
                        </a:cubicBezTo>
                        <a:lnTo>
                          <a:pt x="2183" y="21600"/>
                        </a:lnTo>
                        <a:lnTo>
                          <a:pt x="2182" y="0"/>
                        </a:lnTo>
                        <a:close/>
                      </a:path>
                    </a:pathLst>
                  </a:custGeom>
                  <a:noFill/>
                  <a:ln w="28575" cap="flat" cmpd="sng">
                    <a:solidFill>
                      <a:schemeClr val="accent1"/>
                    </a:solidFill>
                    <a:prstDash val="solid"/>
                    <a:round/>
                    <a:headEnd type="none" w="med" len="med"/>
                    <a:tailEnd type="none" w="med" len="med"/>
                  </a:ln>
                </p:spPr>
                <p:txBody>
                  <a:bodyPr/>
                  <a:p>
                    <a:endParaRPr lang="zh-CN" altLang="en-US"/>
                  </a:p>
                </p:txBody>
              </p:sp>
              <p:grpSp>
                <p:nvGrpSpPr>
                  <p:cNvPr id="33832" name="Group 43"/>
                  <p:cNvGrpSpPr/>
                  <p:nvPr/>
                </p:nvGrpSpPr>
                <p:grpSpPr>
                  <a:xfrm>
                    <a:off x="1339" y="862"/>
                    <a:ext cx="277" cy="324"/>
                    <a:chOff x="822" y="978"/>
                    <a:chExt cx="145" cy="237"/>
                  </a:xfrm>
                </p:grpSpPr>
                <p:sp>
                  <p:nvSpPr>
                    <p:cNvPr id="33833" name="Arc 44"/>
                    <p:cNvSpPr/>
                    <p:nvPr/>
                  </p:nvSpPr>
                  <p:spPr>
                    <a:xfrm rot="5400000" flipV="1">
                      <a:off x="835" y="1155"/>
                      <a:ext cx="45" cy="73"/>
                    </a:xfrm>
                    <a:custGeom>
                      <a:avLst/>
                      <a:gdLst/>
                      <a:ahLst/>
                      <a:cxnLst>
                        <a:cxn ang="0">
                          <a:pos x="0" y="0"/>
                        </a:cxn>
                        <a:cxn ang="0">
                          <a:pos x="0" y="0"/>
                        </a:cxn>
                        <a:cxn ang="0">
                          <a:pos x="0" y="0"/>
                        </a:cxn>
                      </a:cxnLst>
                      <a:pathLst>
                        <a:path w="23783" h="43200" fill="none">
                          <a:moveTo>
                            <a:pt x="2182" y="0"/>
                          </a:moveTo>
                          <a:cubicBezTo>
                            <a:pt x="14112" y="0"/>
                            <a:pt x="23783" y="9670"/>
                            <a:pt x="23783" y="21600"/>
                          </a:cubicBezTo>
                          <a:cubicBezTo>
                            <a:pt x="23783" y="33529"/>
                            <a:pt x="14112" y="43200"/>
                            <a:pt x="2183" y="43200"/>
                          </a:cubicBezTo>
                          <a:cubicBezTo>
                            <a:pt x="1453" y="43200"/>
                            <a:pt x="725" y="43163"/>
                            <a:pt x="-1" y="43089"/>
                          </a:cubicBezTo>
                        </a:path>
                        <a:path w="23783" h="43200" stroke="0">
                          <a:moveTo>
                            <a:pt x="2182" y="0"/>
                          </a:moveTo>
                          <a:cubicBezTo>
                            <a:pt x="14112" y="0"/>
                            <a:pt x="23783" y="9670"/>
                            <a:pt x="23783" y="21600"/>
                          </a:cubicBezTo>
                          <a:cubicBezTo>
                            <a:pt x="23783" y="33529"/>
                            <a:pt x="14112" y="43200"/>
                            <a:pt x="2183" y="43200"/>
                          </a:cubicBezTo>
                          <a:cubicBezTo>
                            <a:pt x="1453" y="43200"/>
                            <a:pt x="725" y="43163"/>
                            <a:pt x="-1" y="43089"/>
                          </a:cubicBezTo>
                          <a:lnTo>
                            <a:pt x="2183" y="21600"/>
                          </a:lnTo>
                          <a:lnTo>
                            <a:pt x="2182" y="0"/>
                          </a:lnTo>
                          <a:close/>
                        </a:path>
                      </a:pathLst>
                    </a:custGeom>
                    <a:noFill/>
                    <a:ln w="28575" cap="flat" cmpd="sng">
                      <a:solidFill>
                        <a:schemeClr val="accent1"/>
                      </a:solidFill>
                      <a:prstDash val="solid"/>
                      <a:round/>
                      <a:headEnd type="none" w="med" len="med"/>
                      <a:tailEnd type="none" w="med" len="med"/>
                    </a:ln>
                  </p:spPr>
                  <p:txBody>
                    <a:bodyPr/>
                    <a:p>
                      <a:endParaRPr lang="zh-CN" altLang="en-US"/>
                    </a:p>
                  </p:txBody>
                </p:sp>
                <p:sp>
                  <p:nvSpPr>
                    <p:cNvPr id="33834" name="Line 45"/>
                    <p:cNvSpPr/>
                    <p:nvPr/>
                  </p:nvSpPr>
                  <p:spPr>
                    <a:xfrm flipV="1">
                      <a:off x="896" y="1015"/>
                      <a:ext cx="0" cy="164"/>
                    </a:xfrm>
                    <a:prstGeom prst="line">
                      <a:avLst/>
                    </a:prstGeom>
                    <a:ln w="28575" cap="flat" cmpd="sng">
                      <a:solidFill>
                        <a:schemeClr val="accent1"/>
                      </a:solidFill>
                      <a:prstDash val="solid"/>
                      <a:round/>
                      <a:headEnd type="none" w="med" len="med"/>
                      <a:tailEnd type="none" w="med" len="med"/>
                    </a:ln>
                  </p:spPr>
                </p:sp>
                <p:sp>
                  <p:nvSpPr>
                    <p:cNvPr id="33835" name="Arc 46"/>
                    <p:cNvSpPr/>
                    <p:nvPr/>
                  </p:nvSpPr>
                  <p:spPr>
                    <a:xfrm rot="-5400000">
                      <a:off x="907" y="963"/>
                      <a:ext cx="45" cy="73"/>
                    </a:xfrm>
                    <a:custGeom>
                      <a:avLst/>
                      <a:gdLst/>
                      <a:ahLst/>
                      <a:cxnLst>
                        <a:cxn ang="0">
                          <a:pos x="0" y="0"/>
                        </a:cxn>
                        <a:cxn ang="0">
                          <a:pos x="0" y="0"/>
                        </a:cxn>
                        <a:cxn ang="0">
                          <a:pos x="0" y="0"/>
                        </a:cxn>
                      </a:cxnLst>
                      <a:pathLst>
                        <a:path w="23783" h="43200" fill="none">
                          <a:moveTo>
                            <a:pt x="2182" y="0"/>
                          </a:moveTo>
                          <a:cubicBezTo>
                            <a:pt x="14112" y="0"/>
                            <a:pt x="23783" y="9670"/>
                            <a:pt x="23783" y="21600"/>
                          </a:cubicBezTo>
                          <a:cubicBezTo>
                            <a:pt x="23783" y="33529"/>
                            <a:pt x="14112" y="43200"/>
                            <a:pt x="2183" y="43200"/>
                          </a:cubicBezTo>
                          <a:cubicBezTo>
                            <a:pt x="1453" y="43200"/>
                            <a:pt x="725" y="43163"/>
                            <a:pt x="-1" y="43089"/>
                          </a:cubicBezTo>
                        </a:path>
                        <a:path w="23783" h="43200" stroke="0">
                          <a:moveTo>
                            <a:pt x="2182" y="0"/>
                          </a:moveTo>
                          <a:cubicBezTo>
                            <a:pt x="14112" y="0"/>
                            <a:pt x="23783" y="9670"/>
                            <a:pt x="23783" y="21600"/>
                          </a:cubicBezTo>
                          <a:cubicBezTo>
                            <a:pt x="23783" y="33529"/>
                            <a:pt x="14112" y="43200"/>
                            <a:pt x="2183" y="43200"/>
                          </a:cubicBezTo>
                          <a:cubicBezTo>
                            <a:pt x="1453" y="43200"/>
                            <a:pt x="725" y="43163"/>
                            <a:pt x="-1" y="43089"/>
                          </a:cubicBezTo>
                          <a:lnTo>
                            <a:pt x="2183" y="21600"/>
                          </a:lnTo>
                          <a:lnTo>
                            <a:pt x="2182" y="0"/>
                          </a:lnTo>
                          <a:close/>
                        </a:path>
                      </a:pathLst>
                    </a:custGeom>
                    <a:noFill/>
                    <a:ln w="28575" cap="flat" cmpd="sng">
                      <a:solidFill>
                        <a:schemeClr val="accent1"/>
                      </a:solidFill>
                      <a:prstDash val="solid"/>
                      <a:round/>
                      <a:headEnd type="none" w="med" len="med"/>
                      <a:tailEnd type="none" w="med" len="med"/>
                    </a:ln>
                  </p:spPr>
                  <p:txBody>
                    <a:bodyPr/>
                    <a:p>
                      <a:endParaRPr lang="zh-CN" altLang="en-US"/>
                    </a:p>
                  </p:txBody>
                </p:sp>
              </p:grpSp>
              <p:sp>
                <p:nvSpPr>
                  <p:cNvPr id="33836" name="Arc 47"/>
                  <p:cNvSpPr/>
                  <p:nvPr/>
                </p:nvSpPr>
                <p:spPr>
                  <a:xfrm rot="5400000" flipV="1">
                    <a:off x="1762" y="1085"/>
                    <a:ext cx="62" cy="140"/>
                  </a:xfrm>
                  <a:custGeom>
                    <a:avLst/>
                    <a:gdLst/>
                    <a:ahLst/>
                    <a:cxnLst>
                      <a:cxn ang="0">
                        <a:pos x="0" y="0"/>
                      </a:cxn>
                      <a:cxn ang="0">
                        <a:pos x="0" y="0"/>
                      </a:cxn>
                      <a:cxn ang="0">
                        <a:pos x="0" y="0"/>
                      </a:cxn>
                    </a:cxnLst>
                    <a:pathLst>
                      <a:path w="23783" h="43200" fill="none">
                        <a:moveTo>
                          <a:pt x="2182" y="0"/>
                        </a:moveTo>
                        <a:cubicBezTo>
                          <a:pt x="14112" y="0"/>
                          <a:pt x="23783" y="9670"/>
                          <a:pt x="23783" y="21600"/>
                        </a:cubicBezTo>
                        <a:cubicBezTo>
                          <a:pt x="23783" y="33529"/>
                          <a:pt x="14112" y="43200"/>
                          <a:pt x="2183" y="43200"/>
                        </a:cubicBezTo>
                        <a:cubicBezTo>
                          <a:pt x="1453" y="43200"/>
                          <a:pt x="725" y="43163"/>
                          <a:pt x="-1" y="43089"/>
                        </a:cubicBezTo>
                      </a:path>
                      <a:path w="23783" h="43200" stroke="0">
                        <a:moveTo>
                          <a:pt x="2182" y="0"/>
                        </a:moveTo>
                        <a:cubicBezTo>
                          <a:pt x="14112" y="0"/>
                          <a:pt x="23783" y="9670"/>
                          <a:pt x="23783" y="21600"/>
                        </a:cubicBezTo>
                        <a:cubicBezTo>
                          <a:pt x="23783" y="33529"/>
                          <a:pt x="14112" y="43200"/>
                          <a:pt x="2183" y="43200"/>
                        </a:cubicBezTo>
                        <a:cubicBezTo>
                          <a:pt x="1453" y="43200"/>
                          <a:pt x="725" y="43163"/>
                          <a:pt x="-1" y="43089"/>
                        </a:cubicBezTo>
                        <a:lnTo>
                          <a:pt x="2183" y="21600"/>
                        </a:lnTo>
                        <a:lnTo>
                          <a:pt x="2182" y="0"/>
                        </a:lnTo>
                        <a:close/>
                      </a:path>
                    </a:pathLst>
                  </a:custGeom>
                  <a:noFill/>
                  <a:ln w="28575" cap="flat" cmpd="sng">
                    <a:solidFill>
                      <a:schemeClr val="accent1"/>
                    </a:solidFill>
                    <a:prstDash val="solid"/>
                    <a:round/>
                    <a:headEnd type="none" w="med" len="med"/>
                    <a:tailEnd type="none" w="med" len="med"/>
                  </a:ln>
                </p:spPr>
                <p:txBody>
                  <a:bodyPr/>
                  <a:p>
                    <a:endParaRPr lang="zh-CN" altLang="en-US"/>
                  </a:p>
                </p:txBody>
              </p:sp>
              <p:sp>
                <p:nvSpPr>
                  <p:cNvPr id="33837" name="Line 48"/>
                  <p:cNvSpPr/>
                  <p:nvPr/>
                </p:nvSpPr>
                <p:spPr>
                  <a:xfrm flipV="1">
                    <a:off x="1865" y="900"/>
                    <a:ext cx="0" cy="212"/>
                  </a:xfrm>
                  <a:prstGeom prst="line">
                    <a:avLst/>
                  </a:prstGeom>
                  <a:ln w="28575" cap="flat" cmpd="sng">
                    <a:solidFill>
                      <a:schemeClr val="accent1"/>
                    </a:solidFill>
                    <a:prstDash val="solid"/>
                    <a:round/>
                    <a:headEnd type="none" w="med" len="med"/>
                    <a:tailEnd type="none" w="med" len="med"/>
                  </a:ln>
                </p:spPr>
              </p:sp>
              <p:sp>
                <p:nvSpPr>
                  <p:cNvPr id="33838" name="Arc 49"/>
                  <p:cNvSpPr/>
                  <p:nvPr/>
                </p:nvSpPr>
                <p:spPr>
                  <a:xfrm rot="-5400000">
                    <a:off x="1899" y="821"/>
                    <a:ext cx="62" cy="139"/>
                  </a:xfrm>
                  <a:custGeom>
                    <a:avLst/>
                    <a:gdLst/>
                    <a:ahLst/>
                    <a:cxnLst>
                      <a:cxn ang="0">
                        <a:pos x="0" y="0"/>
                      </a:cxn>
                      <a:cxn ang="0">
                        <a:pos x="0" y="0"/>
                      </a:cxn>
                      <a:cxn ang="0">
                        <a:pos x="0" y="0"/>
                      </a:cxn>
                    </a:cxnLst>
                    <a:pathLst>
                      <a:path w="23783" h="43200" fill="none">
                        <a:moveTo>
                          <a:pt x="2182" y="0"/>
                        </a:moveTo>
                        <a:cubicBezTo>
                          <a:pt x="14112" y="0"/>
                          <a:pt x="23783" y="9670"/>
                          <a:pt x="23783" y="21600"/>
                        </a:cubicBezTo>
                        <a:cubicBezTo>
                          <a:pt x="23783" y="33529"/>
                          <a:pt x="14112" y="43200"/>
                          <a:pt x="2183" y="43200"/>
                        </a:cubicBezTo>
                        <a:cubicBezTo>
                          <a:pt x="1453" y="43200"/>
                          <a:pt x="725" y="43163"/>
                          <a:pt x="-1" y="43089"/>
                        </a:cubicBezTo>
                      </a:path>
                      <a:path w="23783" h="43200" stroke="0">
                        <a:moveTo>
                          <a:pt x="2182" y="0"/>
                        </a:moveTo>
                        <a:cubicBezTo>
                          <a:pt x="14112" y="0"/>
                          <a:pt x="23783" y="9670"/>
                          <a:pt x="23783" y="21600"/>
                        </a:cubicBezTo>
                        <a:cubicBezTo>
                          <a:pt x="23783" y="33529"/>
                          <a:pt x="14112" y="43200"/>
                          <a:pt x="2183" y="43200"/>
                        </a:cubicBezTo>
                        <a:cubicBezTo>
                          <a:pt x="1453" y="43200"/>
                          <a:pt x="725" y="43163"/>
                          <a:pt x="-1" y="43089"/>
                        </a:cubicBezTo>
                        <a:lnTo>
                          <a:pt x="2183" y="21600"/>
                        </a:lnTo>
                        <a:lnTo>
                          <a:pt x="2182" y="0"/>
                        </a:lnTo>
                        <a:close/>
                      </a:path>
                    </a:pathLst>
                  </a:custGeom>
                  <a:noFill/>
                  <a:ln w="28575" cap="flat" cmpd="sng">
                    <a:solidFill>
                      <a:schemeClr val="accent1"/>
                    </a:solidFill>
                    <a:prstDash val="solid"/>
                    <a:round/>
                    <a:headEnd type="none" w="med" len="med"/>
                    <a:tailEnd type="none" w="med" len="med"/>
                  </a:ln>
                </p:spPr>
                <p:txBody>
                  <a:bodyPr/>
                  <a:p>
                    <a:endParaRPr lang="zh-CN" altLang="en-US"/>
                  </a:p>
                </p:txBody>
              </p:sp>
              <p:grpSp>
                <p:nvGrpSpPr>
                  <p:cNvPr id="33839" name="Group 50"/>
                  <p:cNvGrpSpPr/>
                  <p:nvPr/>
                </p:nvGrpSpPr>
                <p:grpSpPr>
                  <a:xfrm>
                    <a:off x="2039" y="875"/>
                    <a:ext cx="277" cy="323"/>
                    <a:chOff x="822" y="978"/>
                    <a:chExt cx="145" cy="237"/>
                  </a:xfrm>
                </p:grpSpPr>
                <p:sp>
                  <p:nvSpPr>
                    <p:cNvPr id="33840" name="Arc 51"/>
                    <p:cNvSpPr/>
                    <p:nvPr/>
                  </p:nvSpPr>
                  <p:spPr>
                    <a:xfrm rot="5400000" flipV="1">
                      <a:off x="835" y="1155"/>
                      <a:ext cx="45" cy="73"/>
                    </a:xfrm>
                    <a:custGeom>
                      <a:avLst/>
                      <a:gdLst/>
                      <a:ahLst/>
                      <a:cxnLst>
                        <a:cxn ang="0">
                          <a:pos x="0" y="0"/>
                        </a:cxn>
                        <a:cxn ang="0">
                          <a:pos x="0" y="0"/>
                        </a:cxn>
                        <a:cxn ang="0">
                          <a:pos x="0" y="0"/>
                        </a:cxn>
                      </a:cxnLst>
                      <a:pathLst>
                        <a:path w="23783" h="43200" fill="none">
                          <a:moveTo>
                            <a:pt x="2182" y="0"/>
                          </a:moveTo>
                          <a:cubicBezTo>
                            <a:pt x="14112" y="0"/>
                            <a:pt x="23783" y="9670"/>
                            <a:pt x="23783" y="21600"/>
                          </a:cubicBezTo>
                          <a:cubicBezTo>
                            <a:pt x="23783" y="33529"/>
                            <a:pt x="14112" y="43200"/>
                            <a:pt x="2183" y="43200"/>
                          </a:cubicBezTo>
                          <a:cubicBezTo>
                            <a:pt x="1453" y="43200"/>
                            <a:pt x="725" y="43163"/>
                            <a:pt x="-1" y="43089"/>
                          </a:cubicBezTo>
                        </a:path>
                        <a:path w="23783" h="43200" stroke="0">
                          <a:moveTo>
                            <a:pt x="2182" y="0"/>
                          </a:moveTo>
                          <a:cubicBezTo>
                            <a:pt x="14112" y="0"/>
                            <a:pt x="23783" y="9670"/>
                            <a:pt x="23783" y="21600"/>
                          </a:cubicBezTo>
                          <a:cubicBezTo>
                            <a:pt x="23783" y="33529"/>
                            <a:pt x="14112" y="43200"/>
                            <a:pt x="2183" y="43200"/>
                          </a:cubicBezTo>
                          <a:cubicBezTo>
                            <a:pt x="1453" y="43200"/>
                            <a:pt x="725" y="43163"/>
                            <a:pt x="-1" y="43089"/>
                          </a:cubicBezTo>
                          <a:lnTo>
                            <a:pt x="2183" y="21600"/>
                          </a:lnTo>
                          <a:lnTo>
                            <a:pt x="2182" y="0"/>
                          </a:lnTo>
                          <a:close/>
                        </a:path>
                      </a:pathLst>
                    </a:custGeom>
                    <a:noFill/>
                    <a:ln w="28575" cap="flat" cmpd="sng">
                      <a:solidFill>
                        <a:schemeClr val="accent1"/>
                      </a:solidFill>
                      <a:prstDash val="solid"/>
                      <a:round/>
                      <a:headEnd type="none" w="med" len="med"/>
                      <a:tailEnd type="none" w="med" len="med"/>
                    </a:ln>
                  </p:spPr>
                  <p:txBody>
                    <a:bodyPr/>
                    <a:p>
                      <a:endParaRPr lang="zh-CN" altLang="en-US"/>
                    </a:p>
                  </p:txBody>
                </p:sp>
                <p:sp>
                  <p:nvSpPr>
                    <p:cNvPr id="33841" name="Line 52"/>
                    <p:cNvSpPr/>
                    <p:nvPr/>
                  </p:nvSpPr>
                  <p:spPr>
                    <a:xfrm flipV="1">
                      <a:off x="896" y="1015"/>
                      <a:ext cx="0" cy="164"/>
                    </a:xfrm>
                    <a:prstGeom prst="line">
                      <a:avLst/>
                    </a:prstGeom>
                    <a:ln w="28575" cap="flat" cmpd="sng">
                      <a:solidFill>
                        <a:schemeClr val="accent1"/>
                      </a:solidFill>
                      <a:prstDash val="solid"/>
                      <a:round/>
                      <a:headEnd type="none" w="med" len="med"/>
                      <a:tailEnd type="none" w="med" len="med"/>
                    </a:ln>
                  </p:spPr>
                </p:sp>
                <p:sp>
                  <p:nvSpPr>
                    <p:cNvPr id="33842" name="Arc 53"/>
                    <p:cNvSpPr/>
                    <p:nvPr/>
                  </p:nvSpPr>
                  <p:spPr>
                    <a:xfrm rot="-5400000">
                      <a:off x="907" y="963"/>
                      <a:ext cx="45" cy="73"/>
                    </a:xfrm>
                    <a:custGeom>
                      <a:avLst/>
                      <a:gdLst/>
                      <a:ahLst/>
                      <a:cxnLst>
                        <a:cxn ang="0">
                          <a:pos x="0" y="0"/>
                        </a:cxn>
                        <a:cxn ang="0">
                          <a:pos x="0" y="0"/>
                        </a:cxn>
                        <a:cxn ang="0">
                          <a:pos x="0" y="0"/>
                        </a:cxn>
                      </a:cxnLst>
                      <a:pathLst>
                        <a:path w="23783" h="43200" fill="none">
                          <a:moveTo>
                            <a:pt x="2182" y="0"/>
                          </a:moveTo>
                          <a:cubicBezTo>
                            <a:pt x="14112" y="0"/>
                            <a:pt x="23783" y="9670"/>
                            <a:pt x="23783" y="21600"/>
                          </a:cubicBezTo>
                          <a:cubicBezTo>
                            <a:pt x="23783" y="33529"/>
                            <a:pt x="14112" y="43200"/>
                            <a:pt x="2183" y="43200"/>
                          </a:cubicBezTo>
                          <a:cubicBezTo>
                            <a:pt x="1453" y="43200"/>
                            <a:pt x="725" y="43163"/>
                            <a:pt x="-1" y="43089"/>
                          </a:cubicBezTo>
                        </a:path>
                        <a:path w="23783" h="43200" stroke="0">
                          <a:moveTo>
                            <a:pt x="2182" y="0"/>
                          </a:moveTo>
                          <a:cubicBezTo>
                            <a:pt x="14112" y="0"/>
                            <a:pt x="23783" y="9670"/>
                            <a:pt x="23783" y="21600"/>
                          </a:cubicBezTo>
                          <a:cubicBezTo>
                            <a:pt x="23783" y="33529"/>
                            <a:pt x="14112" y="43200"/>
                            <a:pt x="2183" y="43200"/>
                          </a:cubicBezTo>
                          <a:cubicBezTo>
                            <a:pt x="1453" y="43200"/>
                            <a:pt x="725" y="43163"/>
                            <a:pt x="-1" y="43089"/>
                          </a:cubicBezTo>
                          <a:lnTo>
                            <a:pt x="2183" y="21600"/>
                          </a:lnTo>
                          <a:lnTo>
                            <a:pt x="2182" y="0"/>
                          </a:lnTo>
                          <a:close/>
                        </a:path>
                      </a:pathLst>
                    </a:custGeom>
                    <a:noFill/>
                    <a:ln w="28575" cap="flat" cmpd="sng">
                      <a:solidFill>
                        <a:schemeClr val="accent1"/>
                      </a:solidFill>
                      <a:prstDash val="solid"/>
                      <a:round/>
                      <a:headEnd type="none" w="med" len="med"/>
                      <a:tailEnd type="none" w="med" len="med"/>
                    </a:ln>
                  </p:spPr>
                  <p:txBody>
                    <a:bodyPr/>
                    <a:p>
                      <a:endParaRPr lang="zh-CN" altLang="en-US"/>
                    </a:p>
                  </p:txBody>
                </p:sp>
              </p:grpSp>
              <p:sp>
                <p:nvSpPr>
                  <p:cNvPr id="33843" name="Freeform 54"/>
                  <p:cNvSpPr/>
                  <p:nvPr/>
                </p:nvSpPr>
                <p:spPr>
                  <a:xfrm>
                    <a:off x="2389" y="1137"/>
                    <a:ext cx="577" cy="162"/>
                  </a:xfrm>
                  <a:custGeom>
                    <a:avLst/>
                    <a:gdLst/>
                    <a:ahLst/>
                    <a:cxnLst>
                      <a:cxn ang="0">
                        <a:pos x="0" y="0"/>
                      </a:cxn>
                      <a:cxn ang="0">
                        <a:pos x="0" y="221"/>
                      </a:cxn>
                      <a:cxn ang="0">
                        <a:pos x="1102" y="221"/>
                      </a:cxn>
                    </a:cxnLst>
                    <a:pathLst>
                      <a:path w="302" h="119">
                        <a:moveTo>
                          <a:pt x="0" y="0"/>
                        </a:moveTo>
                        <a:lnTo>
                          <a:pt x="0" y="119"/>
                        </a:lnTo>
                        <a:lnTo>
                          <a:pt x="302" y="119"/>
                        </a:lnTo>
                      </a:path>
                    </a:pathLst>
                  </a:custGeom>
                  <a:noFill/>
                  <a:ln w="28575" cap="flat" cmpd="sng">
                    <a:solidFill>
                      <a:schemeClr val="accent1"/>
                    </a:solidFill>
                    <a:prstDash val="solid"/>
                    <a:round/>
                    <a:headEnd type="none" w="med" len="med"/>
                    <a:tailEnd type="none" w="med" len="med"/>
                  </a:ln>
                </p:spPr>
                <p:txBody>
                  <a:bodyPr/>
                  <a:p>
                    <a:endParaRPr lang="zh-CN" altLang="en-US"/>
                  </a:p>
                </p:txBody>
              </p:sp>
            </p:grpSp>
            <p:sp>
              <p:nvSpPr>
                <p:cNvPr id="33844" name="Line 55"/>
                <p:cNvSpPr/>
                <p:nvPr/>
              </p:nvSpPr>
              <p:spPr>
                <a:xfrm>
                  <a:off x="485" y="1424"/>
                  <a:ext cx="577" cy="0"/>
                </a:xfrm>
                <a:prstGeom prst="line">
                  <a:avLst/>
                </a:prstGeom>
                <a:ln w="28575" cap="flat" cmpd="sng">
                  <a:solidFill>
                    <a:schemeClr val="bg1"/>
                  </a:solidFill>
                  <a:prstDash val="solid"/>
                  <a:round/>
                  <a:headEnd type="none" w="med" len="med"/>
                  <a:tailEnd type="stealth" w="sm" len="lg"/>
                </a:ln>
              </p:spPr>
            </p:sp>
            <p:sp>
              <p:nvSpPr>
                <p:cNvPr id="33845" name="Line 56"/>
                <p:cNvSpPr/>
                <p:nvPr/>
              </p:nvSpPr>
              <p:spPr>
                <a:xfrm>
                  <a:off x="1208" y="1320"/>
                  <a:ext cx="1066" cy="0"/>
                </a:xfrm>
                <a:prstGeom prst="line">
                  <a:avLst/>
                </a:prstGeom>
                <a:ln w="28575" cap="flat" cmpd="sng">
                  <a:solidFill>
                    <a:schemeClr val="bg1"/>
                  </a:solidFill>
                  <a:prstDash val="solid"/>
                  <a:round/>
                  <a:headEnd type="none" w="med" len="med"/>
                  <a:tailEnd type="stealth" w="sm" len="lg"/>
                </a:ln>
              </p:spPr>
            </p:sp>
            <p:sp>
              <p:nvSpPr>
                <p:cNvPr id="33846" name="Text Box 57"/>
                <p:cNvSpPr txBox="1"/>
                <p:nvPr/>
              </p:nvSpPr>
              <p:spPr>
                <a:xfrm>
                  <a:off x="644" y="1356"/>
                  <a:ext cx="418" cy="327"/>
                </a:xfrm>
                <a:prstGeom prst="rect">
                  <a:avLst/>
                </a:prstGeom>
                <a:noFill/>
                <a:ln w="9525">
                  <a:noFill/>
                </a:ln>
              </p:spPr>
              <p:txBody>
                <a:bodyPr anchor="t">
                  <a:spAutoFit/>
                </a:bodyPr>
                <a:p>
                  <a:pPr algn="just" eaLnBrk="0" hangingPunct="0"/>
                  <a:r>
                    <a:rPr lang="en-US" altLang="zh-CN">
                      <a:solidFill>
                        <a:srgbClr val="FFFF3D"/>
                      </a:solidFill>
                      <a:latin typeface="Monotype Corsiva" pitchFamily="66" charset="0"/>
                      <a:ea typeface="宋体" panose="02010600030101010101" pitchFamily="2" charset="-122"/>
                    </a:rPr>
                    <a:t>i </a:t>
                  </a:r>
                  <a:endParaRPr lang="en-US" altLang="zh-CN">
                    <a:solidFill>
                      <a:srgbClr val="FFFF3D"/>
                    </a:solidFill>
                    <a:latin typeface="Monotype Corsiva" pitchFamily="66" charset="0"/>
                    <a:ea typeface="宋体" panose="02010600030101010101" pitchFamily="2" charset="-122"/>
                  </a:endParaRPr>
                </a:p>
              </p:txBody>
            </p:sp>
            <p:sp>
              <p:nvSpPr>
                <p:cNvPr id="33847" name="Text Box 58"/>
                <p:cNvSpPr txBox="1"/>
                <p:nvPr/>
              </p:nvSpPr>
              <p:spPr>
                <a:xfrm>
                  <a:off x="1592" y="1273"/>
                  <a:ext cx="418" cy="327"/>
                </a:xfrm>
                <a:prstGeom prst="rect">
                  <a:avLst/>
                </a:prstGeom>
                <a:noFill/>
                <a:ln w="9525">
                  <a:noFill/>
                </a:ln>
              </p:spPr>
              <p:txBody>
                <a:bodyPr anchor="t">
                  <a:spAutoFit/>
                </a:bodyPr>
                <a:p>
                  <a:pPr algn="just" eaLnBrk="0" hangingPunct="0"/>
                  <a:r>
                    <a:rPr lang="en-US" altLang="zh-CN">
                      <a:solidFill>
                        <a:srgbClr val="FFFF3D"/>
                      </a:solidFill>
                      <a:latin typeface="Monotype Corsiva" pitchFamily="66" charset="0"/>
                      <a:ea typeface="宋体" panose="02010600030101010101" pitchFamily="2" charset="-122"/>
                    </a:rPr>
                    <a:t>u</a:t>
                  </a:r>
                  <a:endParaRPr lang="en-US" altLang="zh-CN">
                    <a:solidFill>
                      <a:srgbClr val="FFFF3D"/>
                    </a:solidFill>
                    <a:latin typeface="Monotype Corsiva" pitchFamily="66" charset="0"/>
                    <a:ea typeface="宋体" panose="02010600030101010101" pitchFamily="2" charset="-122"/>
                  </a:endParaRPr>
                </a:p>
              </p:txBody>
            </p:sp>
            <p:sp>
              <p:nvSpPr>
                <p:cNvPr id="33848" name="Arc 59"/>
                <p:cNvSpPr/>
                <p:nvPr/>
              </p:nvSpPr>
              <p:spPr>
                <a:xfrm rot="-9283153" flipV="1">
                  <a:off x="570" y="844"/>
                  <a:ext cx="2353" cy="2046"/>
                </a:xfrm>
                <a:custGeom>
                  <a:avLst/>
                  <a:gdLst/>
                  <a:ahLst/>
                  <a:cxnLst>
                    <a:cxn ang="0">
                      <a:pos x="85" y="0"/>
                    </a:cxn>
                    <a:cxn ang="0">
                      <a:pos x="313" y="82"/>
                    </a:cxn>
                    <a:cxn ang="0">
                      <a:pos x="0" y="199"/>
                    </a:cxn>
                  </a:cxnLst>
                  <a:pathLst>
                    <a:path w="17673" h="21066" fill="none">
                      <a:moveTo>
                        <a:pt x="4772" y="-1"/>
                      </a:moveTo>
                      <a:cubicBezTo>
                        <a:pt x="9995" y="1183"/>
                        <a:pt x="14593" y="4264"/>
                        <a:pt x="17672" y="8647"/>
                      </a:cubicBezTo>
                    </a:path>
                    <a:path w="17673" h="21066" stroke="0">
                      <a:moveTo>
                        <a:pt x="4772" y="-1"/>
                      </a:moveTo>
                      <a:cubicBezTo>
                        <a:pt x="9995" y="1183"/>
                        <a:pt x="14593" y="4264"/>
                        <a:pt x="17672" y="8647"/>
                      </a:cubicBezTo>
                      <a:lnTo>
                        <a:pt x="0" y="21066"/>
                      </a:lnTo>
                      <a:lnTo>
                        <a:pt x="4772" y="-1"/>
                      </a:lnTo>
                      <a:close/>
                    </a:path>
                  </a:pathLst>
                </a:custGeom>
                <a:noFill/>
                <a:ln w="28575" cap="flat" cmpd="sng">
                  <a:solidFill>
                    <a:srgbClr val="FF66FF"/>
                  </a:solidFill>
                  <a:prstDash val="solid"/>
                  <a:round/>
                  <a:headEnd type="none" w="med" len="med"/>
                  <a:tailEnd type="stealth" w="sm" len="lg"/>
                </a:ln>
              </p:spPr>
              <p:txBody>
                <a:bodyPr/>
                <a:p>
                  <a:endParaRPr lang="zh-CN" altLang="en-US"/>
                </a:p>
              </p:txBody>
            </p:sp>
          </p:grpSp>
          <p:sp>
            <p:nvSpPr>
              <p:cNvPr id="33849" name="Text Box 60"/>
              <p:cNvSpPr txBox="1"/>
              <p:nvPr/>
            </p:nvSpPr>
            <p:spPr>
              <a:xfrm>
                <a:off x="485" y="825"/>
                <a:ext cx="355" cy="327"/>
              </a:xfrm>
              <a:prstGeom prst="rect">
                <a:avLst/>
              </a:prstGeom>
              <a:noFill/>
              <a:ln w="9525">
                <a:noFill/>
              </a:ln>
            </p:spPr>
            <p:txBody>
              <a:bodyPr anchor="t">
                <a:spAutoFit/>
              </a:bodyPr>
              <a:p>
                <a:pPr algn="just" eaLnBrk="0" hangingPunct="0"/>
                <a:r>
                  <a:rPr lang="en-US" altLang="zh-CN">
                    <a:solidFill>
                      <a:srgbClr val="FFFF3D"/>
                    </a:solidFill>
                    <a:latin typeface="Monotype Corsiva" pitchFamily="66" charset="0"/>
                    <a:ea typeface="宋体" panose="02010600030101010101" pitchFamily="2" charset="-122"/>
                  </a:rPr>
                  <a:t>Φ</a:t>
                </a:r>
                <a:endParaRPr lang="en-US" altLang="zh-CN">
                  <a:solidFill>
                    <a:srgbClr val="FFFF3D"/>
                  </a:solidFill>
                  <a:latin typeface="Monotype Corsiva" pitchFamily="66" charset="0"/>
                  <a:ea typeface="宋体" panose="02010600030101010101" pitchFamily="2" charset="-122"/>
                </a:endParaRPr>
              </a:p>
            </p:txBody>
          </p:sp>
        </p:gr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57346"/>
                                        </p:tgtEl>
                                        <p:attrNameLst>
                                          <p:attrName>style.visibility</p:attrName>
                                        </p:attrNameLst>
                                      </p:cBhvr>
                                      <p:to>
                                        <p:strVal val="visible"/>
                                      </p:to>
                                    </p:set>
                                    <p:anim calcmode="lin" valueType="num">
                                      <p:cBhvr additive="base">
                                        <p:cTn id="7" dur="500" fill="hold"/>
                                        <p:tgtEl>
                                          <p:spTgt spid="57346"/>
                                        </p:tgtEl>
                                        <p:attrNameLst>
                                          <p:attrName>ppt_x</p:attrName>
                                        </p:attrNameLst>
                                      </p:cBhvr>
                                      <p:tavLst>
                                        <p:tav tm="0">
                                          <p:val>
                                            <p:strVal val="0-#ppt_w/2"/>
                                          </p:val>
                                        </p:tav>
                                        <p:tav tm="100000">
                                          <p:val>
                                            <p:strVal val="#ppt_x"/>
                                          </p:val>
                                        </p:tav>
                                      </p:tavLst>
                                    </p:anim>
                                    <p:anim calcmode="lin" valueType="num">
                                      <p:cBhvr additive="base">
                                        <p:cTn id="8" dur="500" fill="hold"/>
                                        <p:tgtEl>
                                          <p:spTgt spid="57346"/>
                                        </p:tgtEl>
                                        <p:attrNameLst>
                                          <p:attrName>ppt_y</p:attrName>
                                        </p:attrNameLst>
                                      </p:cBhvr>
                                      <p:tavLst>
                                        <p:tav tm="0">
                                          <p:val>
                                            <p:strVal val="#ppt_y"/>
                                          </p:val>
                                        </p:tav>
                                        <p:tav tm="100000">
                                          <p:val>
                                            <p:strVal val="#ppt_y"/>
                                          </p:val>
                                        </p:tav>
                                      </p:tavLst>
                                    </p:anim>
                                  </p:childTnLst>
                                </p:cTn>
                              </p:par>
                            </p:childTnLst>
                          </p:cTn>
                        </p:par>
                        <p:par>
                          <p:cTn id="9" fill="hold">
                            <p:stCondLst>
                              <p:cond delay="2500"/>
                            </p:stCondLst>
                            <p:childTnLst>
                              <p:par>
                                <p:cTn id="10" presetID="4" presetClass="entr" presetSubtype="32" fill="hold" nodeType="afterEffect">
                                  <p:stCondLst>
                                    <p:cond delay="1000"/>
                                  </p:stCondLst>
                                  <p:childTnLst>
                                    <p:set>
                                      <p:cBhvr>
                                        <p:cTn id="11" dur="1" fill="hold">
                                          <p:stCondLst>
                                            <p:cond delay="0"/>
                                          </p:stCondLst>
                                        </p:cTn>
                                        <p:tgtEl>
                                          <p:spTgt spid="57348"/>
                                        </p:tgtEl>
                                        <p:attrNameLst>
                                          <p:attrName>style.visibility</p:attrName>
                                        </p:attrNameLst>
                                      </p:cBhvr>
                                      <p:to>
                                        <p:strVal val="visible"/>
                                      </p:to>
                                    </p:set>
                                    <p:animEffect transition="in" filter="box(out)">
                                      <p:cBhvr>
                                        <p:cTn id="12" dur="500"/>
                                        <p:tgtEl>
                                          <p:spTgt spid="57348"/>
                                        </p:tgtEl>
                                      </p:cBhvr>
                                    </p:animEffect>
                                  </p:childTnLst>
                                </p:cTn>
                              </p:par>
                            </p:childTnLst>
                          </p:cTn>
                        </p:par>
                        <p:par>
                          <p:cTn id="13" fill="hold">
                            <p:stCondLst>
                              <p:cond delay="4000"/>
                            </p:stCondLst>
                            <p:childTnLst>
                              <p:par>
                                <p:cTn id="14" presetID="22" presetClass="entr" presetSubtype="8" fill="hold" grpId="0" nodeType="afterEffect">
                                  <p:stCondLst>
                                    <p:cond delay="1000"/>
                                  </p:stCondLst>
                                  <p:childTnLst>
                                    <p:set>
                                      <p:cBhvr>
                                        <p:cTn id="15" dur="1" fill="hold">
                                          <p:stCondLst>
                                            <p:cond delay="0"/>
                                          </p:stCondLst>
                                        </p:cTn>
                                        <p:tgtEl>
                                          <p:spTgt spid="57349"/>
                                        </p:tgtEl>
                                        <p:attrNameLst>
                                          <p:attrName>style.visibility</p:attrName>
                                        </p:attrNameLst>
                                      </p:cBhvr>
                                      <p:to>
                                        <p:strVal val="visible"/>
                                      </p:to>
                                    </p:set>
                                    <p:animEffect transition="in" filter="wipe(left)">
                                      <p:cBhvr>
                                        <p:cTn id="16" dur="500"/>
                                        <p:tgtEl>
                                          <p:spTgt spid="5734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57409"/>
                                        </p:tgtEl>
                                        <p:attrNameLst>
                                          <p:attrName>style.visibility</p:attrName>
                                        </p:attrNameLst>
                                      </p:cBhvr>
                                      <p:to>
                                        <p:strVal val="visible"/>
                                      </p:to>
                                    </p:set>
                                    <p:animEffect transition="in" filter="dissolve">
                                      <p:cBhvr>
                                        <p:cTn id="21" dur="500"/>
                                        <p:tgtEl>
                                          <p:spTgt spid="5740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wd">
                                    <p:tmPct val="100000"/>
                                  </p:iterate>
                                  <p:childTnLst>
                                    <p:set>
                                      <p:cBhvr>
                                        <p:cTn id="25" dur="1" fill="hold">
                                          <p:stCondLst>
                                            <p:cond delay="0"/>
                                          </p:stCondLst>
                                        </p:cTn>
                                        <p:tgtEl>
                                          <p:spTgt spid="57350"/>
                                        </p:tgtEl>
                                        <p:attrNameLst>
                                          <p:attrName>style.visibility</p:attrName>
                                        </p:attrNameLst>
                                      </p:cBhvr>
                                      <p:to>
                                        <p:strVal val="visible"/>
                                      </p:to>
                                    </p:set>
                                    <p:animEffect transition="in" filter="wipe(left)">
                                      <p:cBhvr>
                                        <p:cTn id="26" dur="300"/>
                                        <p:tgtEl>
                                          <p:spTgt spid="5735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57412"/>
                                        </p:tgtEl>
                                        <p:attrNameLst>
                                          <p:attrName>style.visibility</p:attrName>
                                        </p:attrNameLst>
                                      </p:cBhvr>
                                      <p:to>
                                        <p:strVal val="visible"/>
                                      </p:to>
                                    </p:set>
                                    <p:animEffect transition="in" filter="wipe(left)">
                                      <p:cBhvr>
                                        <p:cTn id="31" dur="500"/>
                                        <p:tgtEl>
                                          <p:spTgt spid="574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7361"/>
                                        </p:tgtEl>
                                        <p:attrNameLst>
                                          <p:attrName>style.visibility</p:attrName>
                                        </p:attrNameLst>
                                      </p:cBhvr>
                                      <p:to>
                                        <p:strVal val="visible"/>
                                      </p:to>
                                    </p:set>
                                    <p:animEffect transition="in" filter="wipe(left)">
                                      <p:cBhvr>
                                        <p:cTn id="36" dur="500"/>
                                        <p:tgtEl>
                                          <p:spTgt spid="5736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7378"/>
                                        </p:tgtEl>
                                        <p:attrNameLst>
                                          <p:attrName>style.visibility</p:attrName>
                                        </p:attrNameLst>
                                      </p:cBhvr>
                                      <p:to>
                                        <p:strVal val="visible"/>
                                      </p:to>
                                    </p:set>
                                    <p:animEffect transition="in" filter="wipe(left)">
                                      <p:cBhvr>
                                        <p:cTn id="41" dur="500"/>
                                        <p:tgtEl>
                                          <p:spTgt spid="5737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7362"/>
                                        </p:tgtEl>
                                        <p:attrNameLst>
                                          <p:attrName>style.visibility</p:attrName>
                                        </p:attrNameLst>
                                      </p:cBhvr>
                                      <p:to>
                                        <p:strVal val="visible"/>
                                      </p:to>
                                    </p:set>
                                    <p:animEffect transition="in" filter="wipe(left)">
                                      <p:cBhvr>
                                        <p:cTn id="46" dur="500"/>
                                        <p:tgtEl>
                                          <p:spTgt spid="5736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7363"/>
                                        </p:tgtEl>
                                        <p:attrNameLst>
                                          <p:attrName>style.visibility</p:attrName>
                                        </p:attrNameLst>
                                      </p:cBhvr>
                                      <p:to>
                                        <p:strVal val="visible"/>
                                      </p:to>
                                    </p:set>
                                    <p:animEffect transition="in" filter="wipe(left)">
                                      <p:cBhvr>
                                        <p:cTn id="51" dur="500"/>
                                        <p:tgtEl>
                                          <p:spTgt spid="57363"/>
                                        </p:tgtEl>
                                      </p:cBhvr>
                                    </p:animEffect>
                                  </p:childTnLst>
                                </p:cTn>
                              </p:par>
                            </p:childTnLst>
                          </p:cTn>
                        </p:par>
                      </p:childTnLst>
                    </p:cTn>
                  </p:par>
                  <p:par>
                    <p:cTn id="52" fill="hold">
                      <p:stCondLst>
                        <p:cond delay="indefinite"/>
                      </p:stCondLst>
                      <p:childTnLst>
                        <p:par>
                          <p:cTn id="53" fill="hold">
                            <p:stCondLst>
                              <p:cond delay="0"/>
                            </p:stCondLst>
                            <p:childTnLst>
                              <p:par>
                                <p:cTn id="54" presetID="18" presetClass="entr" presetSubtype="6" fill="hold" grpId="0" nodeType="clickEffect">
                                  <p:stCondLst>
                                    <p:cond delay="0"/>
                                  </p:stCondLst>
                                  <p:childTnLst>
                                    <p:set>
                                      <p:cBhvr>
                                        <p:cTn id="55" dur="1" fill="hold">
                                          <p:stCondLst>
                                            <p:cond delay="0"/>
                                          </p:stCondLst>
                                        </p:cTn>
                                        <p:tgtEl>
                                          <p:spTgt spid="57364"/>
                                        </p:tgtEl>
                                        <p:attrNameLst>
                                          <p:attrName>style.visibility</p:attrName>
                                        </p:attrNameLst>
                                      </p:cBhvr>
                                      <p:to>
                                        <p:strVal val="visible"/>
                                      </p:to>
                                    </p:set>
                                    <p:animEffect transition="in" filter="strips(downRight)">
                                      <p:cBhvr>
                                        <p:cTn id="56" dur="500"/>
                                        <p:tgtEl>
                                          <p:spTgt spid="57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p:bldP spid="57349" grpId="0"/>
      <p:bldP spid="57350" grpId="0"/>
      <p:bldP spid="57361" grpId="0"/>
      <p:bldP spid="57362" grpId="0"/>
      <p:bldP spid="57363" grpId="0"/>
      <p:bldP spid="57364"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lumOff val="50000"/>
          </a:schemeClr>
        </a:solidFill>
        <a:effectLst/>
      </p:bgPr>
    </p:bg>
    <p:spTree>
      <p:nvGrpSpPr>
        <p:cNvPr id="1" name=""/>
        <p:cNvGrpSpPr/>
        <p:nvPr/>
      </p:nvGrpSpPr>
      <p:grpSpPr/>
      <p:sp>
        <p:nvSpPr>
          <p:cNvPr id="58372" name="Text Box 4"/>
          <p:cNvSpPr txBox="1"/>
          <p:nvPr/>
        </p:nvSpPr>
        <p:spPr>
          <a:xfrm>
            <a:off x="391795" y="234950"/>
            <a:ext cx="2741613" cy="457200"/>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电感储存能量：</a:t>
            </a:r>
            <a:endParaRPr lang="zh-CN" altLang="en-US" sz="2400" dirty="0">
              <a:latin typeface="楷体" panose="02010609060101010101" charset="-122"/>
              <a:ea typeface="楷体" panose="02010609060101010101" charset="-122"/>
            </a:endParaRPr>
          </a:p>
        </p:txBody>
      </p:sp>
      <p:sp>
        <p:nvSpPr>
          <p:cNvPr id="58373" name="Rectangle 5" descr="宽上对角线"/>
          <p:cNvSpPr/>
          <p:nvPr/>
        </p:nvSpPr>
        <p:spPr>
          <a:xfrm>
            <a:off x="3014345" y="234950"/>
            <a:ext cx="3119438" cy="982663"/>
          </a:xfrm>
          <a:prstGeom prst="rect">
            <a:avLst/>
          </a:prstGeom>
          <a:pattFill prst="wdUpDiag">
            <a:fgClr>
              <a:srgbClr val="FFFFA7"/>
            </a:fgClr>
            <a:bgClr>
              <a:srgbClr val="D1FFF3"/>
            </a:bgClr>
          </a:pattFill>
          <a:ln w="28575" cap="flat" cmpd="sng">
            <a:solidFill>
              <a:srgbClr val="FF00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58398" name="Group 30"/>
          <p:cNvGrpSpPr/>
          <p:nvPr/>
        </p:nvGrpSpPr>
        <p:grpSpPr>
          <a:xfrm>
            <a:off x="3456940" y="234950"/>
            <a:ext cx="2235200" cy="855663"/>
            <a:chOff x="2388" y="3334"/>
            <a:chExt cx="1408" cy="539"/>
          </a:xfrm>
        </p:grpSpPr>
        <p:sp>
          <p:nvSpPr>
            <p:cNvPr id="34821" name="Text Box 7"/>
            <p:cNvSpPr txBox="1"/>
            <p:nvPr/>
          </p:nvSpPr>
          <p:spPr>
            <a:xfrm>
              <a:off x="2388" y="3458"/>
              <a:ext cx="1408" cy="326"/>
            </a:xfrm>
            <a:prstGeom prst="rect">
              <a:avLst/>
            </a:prstGeom>
            <a:noFill/>
            <a:ln w="9525">
              <a:noFill/>
            </a:ln>
          </p:spPr>
          <p:txBody>
            <a:bodyPr anchor="t">
              <a:spAutoFit/>
            </a:bodyPr>
            <a:p>
              <a:pPr>
                <a:spcBef>
                  <a:spcPct val="50000"/>
                </a:spcBef>
              </a:pPr>
              <a:r>
                <a:rPr lang="en-US" altLang="zh-CN">
                  <a:solidFill>
                    <a:schemeClr val="tx1"/>
                  </a:solidFill>
                  <a:latin typeface="Times New Roman" panose="02020603050405020304" pitchFamily="18" charset="0"/>
                  <a:ea typeface="宋体" panose="02010600030101010101" pitchFamily="2" charset="-122"/>
                </a:rPr>
                <a:t>W</a:t>
              </a:r>
              <a:r>
                <a:rPr lang="en-US" altLang="zh-CN" baseline="-25000">
                  <a:solidFill>
                    <a:schemeClr val="tx1"/>
                  </a:solidFill>
                  <a:latin typeface="Times New Roman" panose="02020603050405020304" pitchFamily="18" charset="0"/>
                  <a:ea typeface="宋体" panose="02010600030101010101" pitchFamily="2" charset="-122"/>
                </a:rPr>
                <a:t>L</a:t>
              </a:r>
              <a:r>
                <a:rPr lang="en-US" altLang="zh-CN">
                  <a:solidFill>
                    <a:schemeClr val="tx1"/>
                  </a:solidFill>
                  <a:latin typeface="Times New Roman" panose="02020603050405020304" pitchFamily="18" charset="0"/>
                  <a:ea typeface="宋体" panose="02010600030101010101" pitchFamily="2" charset="-122"/>
                </a:rPr>
                <a:t>=    </a:t>
              </a:r>
              <a:r>
                <a:rPr lang="en-US" altLang="zh-CN" i="1">
                  <a:solidFill>
                    <a:schemeClr val="tx1"/>
                  </a:solidFill>
                  <a:latin typeface="Times New Roman" panose="02020603050405020304" pitchFamily="18" charset="0"/>
                  <a:ea typeface="宋体" panose="02010600030101010101" pitchFamily="2" charset="-122"/>
                </a:rPr>
                <a:t>L</a:t>
              </a:r>
              <a:r>
                <a:rPr lang="en-US" altLang="zh-CN">
                  <a:solidFill>
                    <a:schemeClr val="tx1"/>
                  </a:solidFill>
                  <a:latin typeface="Monotype Corsiva" pitchFamily="66" charset="0"/>
                  <a:ea typeface="宋体" panose="02010600030101010101" pitchFamily="2" charset="-122"/>
                </a:rPr>
                <a:t>i</a:t>
              </a:r>
              <a:r>
                <a:rPr lang="en-US" altLang="zh-CN" baseline="30000">
                  <a:solidFill>
                    <a:schemeClr val="tx1"/>
                  </a:solidFill>
                  <a:latin typeface="Times New Roman" panose="02020603050405020304" pitchFamily="18" charset="0"/>
                  <a:ea typeface="宋体" panose="02010600030101010101" pitchFamily="2" charset="-122"/>
                </a:rPr>
                <a:t>2</a:t>
              </a:r>
              <a:endParaRPr lang="en-US" altLang="zh-CN">
                <a:solidFill>
                  <a:schemeClr val="tx1"/>
                </a:solidFill>
                <a:latin typeface="Times New Roman" panose="02020603050405020304" pitchFamily="18" charset="0"/>
                <a:ea typeface="宋体" panose="02010600030101010101" pitchFamily="2" charset="-122"/>
              </a:endParaRPr>
            </a:p>
          </p:txBody>
        </p:sp>
        <p:sp>
          <p:nvSpPr>
            <p:cNvPr id="34822" name="Text Box 8"/>
            <p:cNvSpPr txBox="1"/>
            <p:nvPr/>
          </p:nvSpPr>
          <p:spPr>
            <a:xfrm>
              <a:off x="2891" y="3334"/>
              <a:ext cx="238" cy="327"/>
            </a:xfrm>
            <a:prstGeom prst="rect">
              <a:avLst/>
            </a:prstGeom>
            <a:noFill/>
            <a:ln w="9525">
              <a:noFill/>
            </a:ln>
          </p:spPr>
          <p:txBody>
            <a:bodyPr anchor="t">
              <a:spAutoFit/>
            </a:bodyPr>
            <a:p>
              <a:pPr>
                <a:spcBef>
                  <a:spcPct val="50000"/>
                </a:spcBef>
              </a:pPr>
              <a:r>
                <a:rPr lang="en-US" altLang="zh-CN">
                  <a:solidFill>
                    <a:schemeClr val="tx1"/>
                  </a:solidFill>
                  <a:latin typeface="Times New Roman" panose="02020603050405020304" pitchFamily="18" charset="0"/>
                  <a:ea typeface="宋体" panose="02010600030101010101" pitchFamily="2" charset="-122"/>
                </a:rPr>
                <a:t>1</a:t>
              </a:r>
              <a:endParaRPr lang="en-US" altLang="zh-CN">
                <a:solidFill>
                  <a:schemeClr val="tx1"/>
                </a:solidFill>
                <a:latin typeface="Times New Roman" panose="02020603050405020304" pitchFamily="18" charset="0"/>
                <a:ea typeface="宋体" panose="02010600030101010101" pitchFamily="2" charset="-122"/>
              </a:endParaRPr>
            </a:p>
          </p:txBody>
        </p:sp>
        <p:sp>
          <p:nvSpPr>
            <p:cNvPr id="34823" name="Text Box 9"/>
            <p:cNvSpPr txBox="1"/>
            <p:nvPr/>
          </p:nvSpPr>
          <p:spPr>
            <a:xfrm>
              <a:off x="2891" y="3546"/>
              <a:ext cx="238" cy="327"/>
            </a:xfrm>
            <a:prstGeom prst="rect">
              <a:avLst/>
            </a:prstGeom>
            <a:noFill/>
            <a:ln w="9525">
              <a:noFill/>
            </a:ln>
          </p:spPr>
          <p:txBody>
            <a:bodyPr anchor="t">
              <a:spAutoFit/>
            </a:bodyPr>
            <a:p>
              <a:pPr>
                <a:spcBef>
                  <a:spcPct val="50000"/>
                </a:spcBef>
              </a:pPr>
              <a:r>
                <a:rPr lang="en-US" altLang="zh-CN">
                  <a:solidFill>
                    <a:schemeClr val="tx1"/>
                  </a:solidFill>
                  <a:latin typeface="Times New Roman" panose="02020603050405020304" pitchFamily="18" charset="0"/>
                  <a:ea typeface="宋体" panose="02010600030101010101" pitchFamily="2" charset="-122"/>
                </a:rPr>
                <a:t>2</a:t>
              </a:r>
              <a:endParaRPr lang="en-US" altLang="zh-CN">
                <a:solidFill>
                  <a:schemeClr val="tx1"/>
                </a:solidFill>
                <a:latin typeface="Times New Roman" panose="02020603050405020304" pitchFamily="18" charset="0"/>
                <a:ea typeface="宋体" panose="02010600030101010101" pitchFamily="2" charset="-122"/>
              </a:endParaRPr>
            </a:p>
          </p:txBody>
        </p:sp>
        <p:sp>
          <p:nvSpPr>
            <p:cNvPr id="34824" name="Line 10"/>
            <p:cNvSpPr/>
            <p:nvPr/>
          </p:nvSpPr>
          <p:spPr>
            <a:xfrm>
              <a:off x="2909" y="3612"/>
              <a:ext cx="204" cy="0"/>
            </a:xfrm>
            <a:prstGeom prst="line">
              <a:avLst/>
            </a:prstGeom>
            <a:ln w="38100" cap="flat" cmpd="sng">
              <a:solidFill>
                <a:schemeClr val="tx1"/>
              </a:solidFill>
              <a:prstDash val="solid"/>
              <a:round/>
              <a:headEnd type="none" w="med" len="med"/>
              <a:tailEnd type="none" w="med" len="med"/>
            </a:ln>
          </p:spPr>
        </p:sp>
      </p:grpSp>
      <p:sp>
        <p:nvSpPr>
          <p:cNvPr id="3" name="文本框 2"/>
          <p:cNvSpPr txBox="1"/>
          <p:nvPr/>
        </p:nvSpPr>
        <p:spPr>
          <a:xfrm>
            <a:off x="638175" y="1559560"/>
            <a:ext cx="2477135" cy="521970"/>
          </a:xfrm>
          <a:prstGeom prst="rect">
            <a:avLst/>
          </a:prstGeom>
          <a:noFill/>
        </p:spPr>
        <p:txBody>
          <a:bodyPr wrap="square" rtlCol="0">
            <a:spAutoFit/>
          </a:bodyPr>
          <a:p>
            <a:r>
              <a:rPr lang="zh-CN" altLang="en-US"/>
              <a:t>正弦交流：</a:t>
            </a:r>
            <a:endParaRPr lang="zh-CN" altLang="en-US"/>
          </a:p>
        </p:txBody>
      </p:sp>
      <p:grpSp>
        <p:nvGrpSpPr>
          <p:cNvPr id="22552" name="Group 24"/>
          <p:cNvGrpSpPr/>
          <p:nvPr/>
        </p:nvGrpSpPr>
        <p:grpSpPr>
          <a:xfrm>
            <a:off x="6771640" y="198120"/>
            <a:ext cx="1835150" cy="2211388"/>
            <a:chOff x="3759" y="384"/>
            <a:chExt cx="1156" cy="1393"/>
          </a:xfrm>
          <a:solidFill>
            <a:schemeClr val="tx1">
              <a:lumMod val="50000"/>
              <a:lumOff val="50000"/>
            </a:schemeClr>
          </a:solidFill>
        </p:grpSpPr>
        <p:grpSp>
          <p:nvGrpSpPr>
            <p:cNvPr id="22553" name="Group 25"/>
            <p:cNvGrpSpPr/>
            <p:nvPr/>
          </p:nvGrpSpPr>
          <p:grpSpPr>
            <a:xfrm>
              <a:off x="4021" y="384"/>
              <a:ext cx="329" cy="278"/>
              <a:chOff x="4368" y="672"/>
              <a:chExt cx="284" cy="240"/>
            </a:xfrm>
            <a:grpFill/>
          </p:grpSpPr>
          <p:graphicFrame>
            <p:nvGraphicFramePr>
              <p:cNvPr id="22554" name="Object 26"/>
              <p:cNvGraphicFramePr>
                <a:graphicFrameLocks noChangeAspect="1"/>
              </p:cNvGraphicFramePr>
              <p:nvPr/>
            </p:nvGraphicFramePr>
            <p:xfrm>
              <a:off x="4416" y="672"/>
              <a:ext cx="132" cy="240"/>
            </p:xfrm>
            <a:graphic>
              <a:graphicData uri="http://schemas.openxmlformats.org/presentationml/2006/ole">
                <mc:AlternateContent xmlns:mc="http://schemas.openxmlformats.org/markup-compatibility/2006">
                  <mc:Choice xmlns:v="urn:schemas-microsoft-com:vml" Requires="v">
                    <p:oleObj spid="_x0000_s3156" name="" r:id="rId1" imgW="101600" imgH="203200" progId="Equation.3">
                      <p:embed/>
                    </p:oleObj>
                  </mc:Choice>
                  <mc:Fallback>
                    <p:oleObj name="" r:id="rId1" imgW="101600" imgH="203200" progId="Equation.3">
                      <p:embed/>
                      <p:pic>
                        <p:nvPicPr>
                          <p:cNvPr id="0" name="图片 3155"/>
                          <p:cNvPicPr/>
                          <p:nvPr/>
                        </p:nvPicPr>
                        <p:blipFill>
                          <a:blip r:embed="rId2">
                            <a:clrChange>
                              <a:clrFrom>
                                <a:srgbClr val="000000"/>
                              </a:clrFrom>
                              <a:clrTo>
                                <a:srgbClr val="000000">
                                  <a:alpha val="0"/>
                                </a:srgbClr>
                              </a:clrTo>
                            </a:clrChange>
                          </a:blip>
                          <a:stretch>
                            <a:fillRect/>
                          </a:stretch>
                        </p:blipFill>
                        <p:spPr>
                          <a:xfrm>
                            <a:off x="4416" y="672"/>
                            <a:ext cx="132" cy="240"/>
                          </a:xfrm>
                          <a:prstGeom prst="rect">
                            <a:avLst/>
                          </a:prstGeom>
                          <a:noFill/>
                          <a:ln w="38100">
                            <a:noFill/>
                            <a:miter/>
                          </a:ln>
                        </p:spPr>
                      </p:pic>
                    </p:oleObj>
                  </mc:Fallback>
                </mc:AlternateContent>
              </a:graphicData>
            </a:graphic>
          </p:graphicFrame>
          <p:sp>
            <p:nvSpPr>
              <p:cNvPr id="22555" name="Line 27"/>
              <p:cNvSpPr/>
              <p:nvPr/>
            </p:nvSpPr>
            <p:spPr>
              <a:xfrm>
                <a:off x="4368" y="912"/>
                <a:ext cx="284" cy="0"/>
              </a:xfrm>
              <a:prstGeom prst="line">
                <a:avLst/>
              </a:prstGeom>
              <a:grpFill/>
              <a:ln w="38100" cap="flat" cmpd="sng">
                <a:solidFill>
                  <a:srgbClr val="FF0000"/>
                </a:solidFill>
                <a:prstDash val="solid"/>
                <a:round/>
                <a:headEnd type="none" w="med" len="med"/>
                <a:tailEnd type="triangle" w="med" len="med"/>
              </a:ln>
            </p:spPr>
          </p:sp>
        </p:grpSp>
        <p:graphicFrame>
          <p:nvGraphicFramePr>
            <p:cNvPr id="22556" name="Object 28"/>
            <p:cNvGraphicFramePr>
              <a:graphicFrameLocks noChangeAspect="1"/>
            </p:cNvGraphicFramePr>
            <p:nvPr/>
          </p:nvGraphicFramePr>
          <p:xfrm>
            <a:off x="3792" y="1152"/>
            <a:ext cx="160" cy="176"/>
          </p:xfrm>
          <a:graphic>
            <a:graphicData uri="http://schemas.openxmlformats.org/presentationml/2006/ole">
              <mc:AlternateContent xmlns:mc="http://schemas.openxmlformats.org/markup-compatibility/2006">
                <mc:Choice xmlns:v="urn:schemas-microsoft-com:vml" Requires="v">
                  <p:oleObj spid="_x0000_s3155" name="" r:id="rId3" imgW="165100" imgH="177800" progId="Equation.3">
                    <p:embed/>
                  </p:oleObj>
                </mc:Choice>
                <mc:Fallback>
                  <p:oleObj name="" r:id="rId3" imgW="165100" imgH="177800" progId="Equation.3">
                    <p:embed/>
                    <p:pic>
                      <p:nvPicPr>
                        <p:cNvPr id="0" name="图片 3154"/>
                        <p:cNvPicPr/>
                        <p:nvPr/>
                      </p:nvPicPr>
                      <p:blipFill>
                        <a:blip r:embed="rId4">
                          <a:clrChange>
                            <a:clrFrom>
                              <a:srgbClr val="000000"/>
                            </a:clrFrom>
                            <a:clrTo>
                              <a:srgbClr val="000000">
                                <a:alpha val="0"/>
                              </a:srgbClr>
                            </a:clrTo>
                          </a:clrChange>
                        </a:blip>
                        <a:stretch>
                          <a:fillRect/>
                        </a:stretch>
                      </p:blipFill>
                      <p:spPr>
                        <a:xfrm>
                          <a:off x="3792" y="1152"/>
                          <a:ext cx="160" cy="176"/>
                        </a:xfrm>
                        <a:prstGeom prst="rect">
                          <a:avLst/>
                        </a:prstGeom>
                        <a:noFill/>
                        <a:ln w="38100">
                          <a:noFill/>
                          <a:miter/>
                        </a:ln>
                      </p:spPr>
                    </p:pic>
                  </p:oleObj>
                </mc:Fallback>
              </mc:AlternateContent>
            </a:graphicData>
          </a:graphic>
        </p:graphicFrame>
        <p:sp>
          <p:nvSpPr>
            <p:cNvPr id="22557" name="Text Box 29"/>
            <p:cNvSpPr txBox="1"/>
            <p:nvPr/>
          </p:nvSpPr>
          <p:spPr>
            <a:xfrm>
              <a:off x="3761" y="686"/>
              <a:ext cx="245" cy="327"/>
            </a:xfrm>
            <a:prstGeom prst="rect">
              <a:avLst/>
            </a:prstGeom>
            <a:grpFill/>
            <a:ln w="9525">
              <a:noFill/>
            </a:ln>
          </p:spPr>
          <p:txBody>
            <a:bodyPr wrap="none" anchor="ctr">
              <a:spAutoFit/>
            </a:bodyPr>
            <a:p>
              <a:pPr algn="ctr">
                <a:spcBef>
                  <a:spcPct val="50000"/>
                </a:spcBef>
              </a:pPr>
              <a:r>
                <a:rPr lang="en-US" altLang="zh-CN" dirty="0">
                  <a:solidFill>
                    <a:srgbClr val="FF0000"/>
                  </a:solidFill>
                  <a:latin typeface="Times New Roman" panose="02020603050405020304" pitchFamily="18" charset="0"/>
                  <a:ea typeface="楷体_GB2312" pitchFamily="49" charset="-122"/>
                </a:rPr>
                <a:t>+</a:t>
              </a:r>
              <a:endParaRPr lang="en-US" altLang="zh-CN" dirty="0">
                <a:solidFill>
                  <a:srgbClr val="FF0000"/>
                </a:solidFill>
                <a:latin typeface="Times New Roman" panose="02020603050405020304" pitchFamily="18" charset="0"/>
                <a:ea typeface="楷体_GB2312" pitchFamily="49" charset="-122"/>
              </a:endParaRPr>
            </a:p>
          </p:txBody>
        </p:sp>
        <p:sp>
          <p:nvSpPr>
            <p:cNvPr id="22558" name="Text Box 30"/>
            <p:cNvSpPr txBox="1"/>
            <p:nvPr/>
          </p:nvSpPr>
          <p:spPr>
            <a:xfrm>
              <a:off x="3759" y="1411"/>
              <a:ext cx="202" cy="366"/>
            </a:xfrm>
            <a:prstGeom prst="rect">
              <a:avLst/>
            </a:prstGeom>
            <a:grpFill/>
            <a:ln w="9525">
              <a:noFill/>
            </a:ln>
          </p:spPr>
          <p:txBody>
            <a:bodyPr wrap="none" anchor="ctr">
              <a:spAutoFit/>
            </a:bodyPr>
            <a:p>
              <a:pPr algn="ctr">
                <a:spcBef>
                  <a:spcPct val="50000"/>
                </a:spcBef>
              </a:pPr>
              <a:r>
                <a:rPr lang="en-US" altLang="zh-CN" sz="3200" dirty="0">
                  <a:solidFill>
                    <a:srgbClr val="FF0000"/>
                  </a:solidFill>
                  <a:latin typeface="Times New Roman" panose="02020603050405020304" pitchFamily="18" charset="0"/>
                  <a:ea typeface="楷体_GB2312" pitchFamily="49" charset="-122"/>
                </a:rPr>
                <a:t>-</a:t>
              </a:r>
              <a:endParaRPr lang="en-US" altLang="zh-CN" sz="3200" dirty="0">
                <a:solidFill>
                  <a:srgbClr val="FF0000"/>
                </a:solidFill>
                <a:latin typeface="Times New Roman" panose="02020603050405020304" pitchFamily="18" charset="0"/>
                <a:ea typeface="楷体_GB2312" pitchFamily="49" charset="-122"/>
              </a:endParaRPr>
            </a:p>
          </p:txBody>
        </p:sp>
        <p:sp>
          <p:nvSpPr>
            <p:cNvPr id="22559" name="Text Box 31"/>
            <p:cNvSpPr txBox="1"/>
            <p:nvPr/>
          </p:nvSpPr>
          <p:spPr>
            <a:xfrm>
              <a:off x="4599" y="969"/>
              <a:ext cx="316" cy="327"/>
            </a:xfrm>
            <a:prstGeom prst="rect">
              <a:avLst/>
            </a:prstGeom>
            <a:grpFill/>
            <a:ln w="9525">
              <a:noFill/>
            </a:ln>
          </p:spPr>
          <p:txBody>
            <a:bodyPr wrap="none" anchor="t">
              <a:spAutoFit/>
            </a:bodyPr>
            <a:p>
              <a:pPr algn="ctr"/>
              <a:r>
                <a:rPr lang="en-US" altLang="zh-CN" i="1" dirty="0">
                  <a:solidFill>
                    <a:srgbClr val="FF0000"/>
                  </a:solidFill>
                  <a:latin typeface="Times New Roman" panose="02020603050405020304" pitchFamily="18" charset="0"/>
                  <a:ea typeface="宋体" panose="02010600030101010101" pitchFamily="2" charset="-122"/>
                </a:rPr>
                <a:t>e</a:t>
              </a:r>
              <a:r>
                <a:rPr lang="en-US" altLang="zh-CN" baseline="-25000" dirty="0">
                  <a:solidFill>
                    <a:srgbClr val="FF0000"/>
                  </a:solidFill>
                  <a:latin typeface="Times New Roman" panose="02020603050405020304" pitchFamily="18" charset="0"/>
                  <a:ea typeface="宋体" panose="02010600030101010101" pitchFamily="2" charset="-122"/>
                </a:rPr>
                <a:t>L</a:t>
              </a:r>
              <a:endParaRPr lang="en-US" altLang="zh-CN" dirty="0">
                <a:solidFill>
                  <a:srgbClr val="FF0000"/>
                </a:solidFill>
                <a:latin typeface="Times New Roman" panose="02020603050405020304" pitchFamily="18" charset="0"/>
                <a:ea typeface="宋体" panose="02010600030101010101" pitchFamily="2" charset="-122"/>
              </a:endParaRPr>
            </a:p>
          </p:txBody>
        </p:sp>
        <p:sp>
          <p:nvSpPr>
            <p:cNvPr id="22560" name="Text Box 32"/>
            <p:cNvSpPr txBox="1"/>
            <p:nvPr/>
          </p:nvSpPr>
          <p:spPr>
            <a:xfrm>
              <a:off x="4595" y="1344"/>
              <a:ext cx="244" cy="327"/>
            </a:xfrm>
            <a:prstGeom prst="rect">
              <a:avLst/>
            </a:prstGeom>
            <a:grpFill/>
            <a:ln w="9525">
              <a:noFill/>
            </a:ln>
          </p:spPr>
          <p:txBody>
            <a:bodyPr wrap="none" anchor="ctr">
              <a:spAutoFit/>
            </a:bodyPr>
            <a:p>
              <a:pPr algn="ctr">
                <a:spcBef>
                  <a:spcPct val="50000"/>
                </a:spcBef>
              </a:pPr>
              <a:r>
                <a:rPr lang="en-US" altLang="zh-CN" dirty="0">
                  <a:solidFill>
                    <a:srgbClr val="FF0000"/>
                  </a:solidFill>
                  <a:latin typeface="Times New Roman" panose="02020603050405020304" pitchFamily="18" charset="0"/>
                  <a:ea typeface="楷体_GB2312" pitchFamily="49" charset="-122"/>
                </a:rPr>
                <a:t>+</a:t>
              </a:r>
              <a:endParaRPr lang="en-US" altLang="zh-CN" dirty="0">
                <a:solidFill>
                  <a:srgbClr val="FF0000"/>
                </a:solidFill>
                <a:latin typeface="Times New Roman" panose="02020603050405020304" pitchFamily="18" charset="0"/>
                <a:ea typeface="楷体_GB2312" pitchFamily="49" charset="-122"/>
              </a:endParaRPr>
            </a:p>
          </p:txBody>
        </p:sp>
        <p:sp>
          <p:nvSpPr>
            <p:cNvPr id="22561" name="Text Box 33"/>
            <p:cNvSpPr txBox="1"/>
            <p:nvPr/>
          </p:nvSpPr>
          <p:spPr>
            <a:xfrm>
              <a:off x="4608" y="691"/>
              <a:ext cx="201" cy="365"/>
            </a:xfrm>
            <a:prstGeom prst="rect">
              <a:avLst/>
            </a:prstGeom>
            <a:grpFill/>
            <a:ln w="9525">
              <a:noFill/>
            </a:ln>
          </p:spPr>
          <p:txBody>
            <a:bodyPr wrap="none" anchor="ctr">
              <a:spAutoFit/>
            </a:bodyPr>
            <a:p>
              <a:pPr algn="ctr">
                <a:spcBef>
                  <a:spcPct val="50000"/>
                </a:spcBef>
              </a:pPr>
              <a:r>
                <a:rPr lang="en-US" altLang="zh-CN" sz="3200" dirty="0">
                  <a:solidFill>
                    <a:srgbClr val="FF0000"/>
                  </a:solidFill>
                  <a:latin typeface="Times New Roman" panose="02020603050405020304" pitchFamily="18" charset="0"/>
                  <a:ea typeface="楷体_GB2312" pitchFamily="49" charset="-122"/>
                </a:rPr>
                <a:t>-</a:t>
              </a:r>
              <a:endParaRPr lang="en-US" altLang="zh-CN" sz="3200" dirty="0">
                <a:solidFill>
                  <a:srgbClr val="FF0000"/>
                </a:solidFill>
                <a:latin typeface="Times New Roman" panose="02020603050405020304" pitchFamily="18" charset="0"/>
                <a:ea typeface="楷体_GB2312" pitchFamily="49" charset="-122"/>
              </a:endParaRPr>
            </a:p>
          </p:txBody>
        </p:sp>
        <p:grpSp>
          <p:nvGrpSpPr>
            <p:cNvPr id="22562" name="Group 34"/>
            <p:cNvGrpSpPr/>
            <p:nvPr/>
          </p:nvGrpSpPr>
          <p:grpSpPr>
            <a:xfrm>
              <a:off x="4512" y="744"/>
              <a:ext cx="92" cy="1001"/>
              <a:chOff x="4127" y="671"/>
              <a:chExt cx="68" cy="918"/>
            </a:xfrm>
            <a:grpFill/>
          </p:grpSpPr>
          <p:sp>
            <p:nvSpPr>
              <p:cNvPr id="22563" name="Freeform 35"/>
              <p:cNvSpPr/>
              <p:nvPr/>
            </p:nvSpPr>
            <p:spPr>
              <a:xfrm>
                <a:off x="4127" y="1006"/>
                <a:ext cx="68" cy="120"/>
              </a:xfrm>
              <a:custGeom>
                <a:avLst/>
                <a:gdLst/>
                <a:ahLst/>
                <a:cxnLst>
                  <a:cxn ang="0">
                    <a:pos x="0" y="0"/>
                  </a:cxn>
                  <a:cxn ang="0">
                    <a:pos x="7" y="8"/>
                  </a:cxn>
                  <a:cxn ang="0">
                    <a:pos x="7" y="19"/>
                  </a:cxn>
                  <a:cxn ang="0">
                    <a:pos x="0" y="27"/>
                  </a:cxn>
                </a:cxnLst>
                <a:pathLst>
                  <a:path w="140" h="198">
                    <a:moveTo>
                      <a:pt x="0" y="0"/>
                    </a:moveTo>
                    <a:cubicBezTo>
                      <a:pt x="50" y="18"/>
                      <a:pt x="100" y="36"/>
                      <a:pt x="120" y="60"/>
                    </a:cubicBezTo>
                    <a:cubicBezTo>
                      <a:pt x="140" y="84"/>
                      <a:pt x="140" y="121"/>
                      <a:pt x="120" y="144"/>
                    </a:cubicBezTo>
                    <a:cubicBezTo>
                      <a:pt x="100" y="167"/>
                      <a:pt x="20" y="189"/>
                      <a:pt x="0" y="198"/>
                    </a:cubicBezTo>
                  </a:path>
                </a:pathLst>
              </a:custGeom>
              <a:grpFill/>
              <a:ln w="38100" cap="flat" cmpd="sng">
                <a:solidFill>
                  <a:schemeClr val="tx1"/>
                </a:solidFill>
                <a:prstDash val="solid"/>
                <a:round/>
                <a:headEnd type="none" w="med" len="med"/>
                <a:tailEnd type="none" w="med" len="med"/>
              </a:ln>
            </p:spPr>
            <p:txBody>
              <a:bodyPr/>
              <a:p>
                <a:endParaRPr lang="zh-CN" altLang="en-US"/>
              </a:p>
            </p:txBody>
          </p:sp>
          <p:sp>
            <p:nvSpPr>
              <p:cNvPr id="22564" name="Freeform 36"/>
              <p:cNvSpPr/>
              <p:nvPr/>
            </p:nvSpPr>
            <p:spPr>
              <a:xfrm>
                <a:off x="4127" y="1126"/>
                <a:ext cx="68" cy="120"/>
              </a:xfrm>
              <a:custGeom>
                <a:avLst/>
                <a:gdLst/>
                <a:ahLst/>
                <a:cxnLst>
                  <a:cxn ang="0">
                    <a:pos x="0" y="0"/>
                  </a:cxn>
                  <a:cxn ang="0">
                    <a:pos x="7" y="8"/>
                  </a:cxn>
                  <a:cxn ang="0">
                    <a:pos x="7" y="19"/>
                  </a:cxn>
                  <a:cxn ang="0">
                    <a:pos x="0" y="27"/>
                  </a:cxn>
                </a:cxnLst>
                <a:pathLst>
                  <a:path w="140" h="198">
                    <a:moveTo>
                      <a:pt x="0" y="0"/>
                    </a:moveTo>
                    <a:cubicBezTo>
                      <a:pt x="50" y="18"/>
                      <a:pt x="100" y="36"/>
                      <a:pt x="120" y="60"/>
                    </a:cubicBezTo>
                    <a:cubicBezTo>
                      <a:pt x="140" y="84"/>
                      <a:pt x="140" y="121"/>
                      <a:pt x="120" y="144"/>
                    </a:cubicBezTo>
                    <a:cubicBezTo>
                      <a:pt x="100" y="167"/>
                      <a:pt x="20" y="189"/>
                      <a:pt x="0" y="198"/>
                    </a:cubicBezTo>
                  </a:path>
                </a:pathLst>
              </a:custGeom>
              <a:grpFill/>
              <a:ln w="38100" cap="flat" cmpd="sng">
                <a:solidFill>
                  <a:schemeClr val="tx1"/>
                </a:solidFill>
                <a:prstDash val="solid"/>
                <a:round/>
                <a:headEnd type="none" w="med" len="med"/>
                <a:tailEnd type="none" w="med" len="med"/>
              </a:ln>
            </p:spPr>
            <p:txBody>
              <a:bodyPr/>
              <a:p>
                <a:endParaRPr lang="zh-CN" altLang="en-US"/>
              </a:p>
            </p:txBody>
          </p:sp>
          <p:sp>
            <p:nvSpPr>
              <p:cNvPr id="22565" name="Freeform 37"/>
              <p:cNvSpPr/>
              <p:nvPr/>
            </p:nvSpPr>
            <p:spPr>
              <a:xfrm>
                <a:off x="4127" y="1246"/>
                <a:ext cx="68" cy="120"/>
              </a:xfrm>
              <a:custGeom>
                <a:avLst/>
                <a:gdLst/>
                <a:ahLst/>
                <a:cxnLst>
                  <a:cxn ang="0">
                    <a:pos x="0" y="0"/>
                  </a:cxn>
                  <a:cxn ang="0">
                    <a:pos x="7" y="8"/>
                  </a:cxn>
                  <a:cxn ang="0">
                    <a:pos x="7" y="19"/>
                  </a:cxn>
                  <a:cxn ang="0">
                    <a:pos x="0" y="27"/>
                  </a:cxn>
                </a:cxnLst>
                <a:pathLst>
                  <a:path w="140" h="198">
                    <a:moveTo>
                      <a:pt x="0" y="0"/>
                    </a:moveTo>
                    <a:cubicBezTo>
                      <a:pt x="50" y="18"/>
                      <a:pt x="100" y="36"/>
                      <a:pt x="120" y="60"/>
                    </a:cubicBezTo>
                    <a:cubicBezTo>
                      <a:pt x="140" y="84"/>
                      <a:pt x="140" y="121"/>
                      <a:pt x="120" y="144"/>
                    </a:cubicBezTo>
                    <a:cubicBezTo>
                      <a:pt x="100" y="167"/>
                      <a:pt x="20" y="189"/>
                      <a:pt x="0" y="198"/>
                    </a:cubicBezTo>
                  </a:path>
                </a:pathLst>
              </a:custGeom>
              <a:grpFill/>
              <a:ln w="38100" cap="flat" cmpd="sng">
                <a:solidFill>
                  <a:schemeClr val="tx1"/>
                </a:solidFill>
                <a:prstDash val="solid"/>
                <a:round/>
                <a:headEnd type="none" w="med" len="med"/>
                <a:tailEnd type="none" w="med" len="med"/>
              </a:ln>
            </p:spPr>
            <p:txBody>
              <a:bodyPr/>
              <a:p>
                <a:endParaRPr lang="zh-CN" altLang="en-US"/>
              </a:p>
            </p:txBody>
          </p:sp>
          <p:sp>
            <p:nvSpPr>
              <p:cNvPr id="22566" name="Line 38"/>
              <p:cNvSpPr/>
              <p:nvPr/>
            </p:nvSpPr>
            <p:spPr>
              <a:xfrm>
                <a:off x="4132" y="1361"/>
                <a:ext cx="0" cy="228"/>
              </a:xfrm>
              <a:prstGeom prst="line">
                <a:avLst/>
              </a:prstGeom>
              <a:grpFill/>
              <a:ln w="38100" cap="flat" cmpd="sng">
                <a:solidFill>
                  <a:schemeClr val="tx1"/>
                </a:solidFill>
                <a:prstDash val="solid"/>
                <a:round/>
                <a:headEnd type="none" w="med" len="med"/>
                <a:tailEnd type="none" w="med" len="med"/>
              </a:ln>
            </p:spPr>
          </p:sp>
          <p:sp>
            <p:nvSpPr>
              <p:cNvPr id="22567" name="Line 39"/>
              <p:cNvSpPr/>
              <p:nvPr/>
            </p:nvSpPr>
            <p:spPr>
              <a:xfrm>
                <a:off x="4132" y="671"/>
                <a:ext cx="0" cy="228"/>
              </a:xfrm>
              <a:prstGeom prst="line">
                <a:avLst/>
              </a:prstGeom>
              <a:grpFill/>
              <a:ln w="38100" cap="flat" cmpd="sng">
                <a:solidFill>
                  <a:schemeClr val="tx1"/>
                </a:solidFill>
                <a:prstDash val="solid"/>
                <a:round/>
                <a:headEnd type="none" w="med" len="med"/>
                <a:tailEnd type="none" w="med" len="med"/>
              </a:ln>
            </p:spPr>
          </p:sp>
          <p:sp>
            <p:nvSpPr>
              <p:cNvPr id="22568" name="Freeform 40"/>
              <p:cNvSpPr/>
              <p:nvPr/>
            </p:nvSpPr>
            <p:spPr>
              <a:xfrm>
                <a:off x="4127" y="892"/>
                <a:ext cx="68" cy="120"/>
              </a:xfrm>
              <a:custGeom>
                <a:avLst/>
                <a:gdLst/>
                <a:ahLst/>
                <a:cxnLst>
                  <a:cxn ang="0">
                    <a:pos x="0" y="0"/>
                  </a:cxn>
                  <a:cxn ang="0">
                    <a:pos x="7" y="8"/>
                  </a:cxn>
                  <a:cxn ang="0">
                    <a:pos x="7" y="19"/>
                  </a:cxn>
                  <a:cxn ang="0">
                    <a:pos x="0" y="27"/>
                  </a:cxn>
                </a:cxnLst>
                <a:pathLst>
                  <a:path w="140" h="198">
                    <a:moveTo>
                      <a:pt x="0" y="0"/>
                    </a:moveTo>
                    <a:cubicBezTo>
                      <a:pt x="50" y="18"/>
                      <a:pt x="100" y="36"/>
                      <a:pt x="120" y="60"/>
                    </a:cubicBezTo>
                    <a:cubicBezTo>
                      <a:pt x="140" y="84"/>
                      <a:pt x="140" y="121"/>
                      <a:pt x="120" y="144"/>
                    </a:cubicBezTo>
                    <a:cubicBezTo>
                      <a:pt x="100" y="167"/>
                      <a:pt x="20" y="189"/>
                      <a:pt x="0" y="198"/>
                    </a:cubicBezTo>
                  </a:path>
                </a:pathLst>
              </a:custGeom>
              <a:grpFill/>
              <a:ln w="38100" cap="flat" cmpd="sng">
                <a:solidFill>
                  <a:schemeClr val="tx1"/>
                </a:solidFill>
                <a:prstDash val="solid"/>
                <a:round/>
                <a:headEnd type="none" w="med" len="med"/>
                <a:tailEnd type="none" w="med" len="med"/>
              </a:ln>
            </p:spPr>
            <p:txBody>
              <a:bodyPr/>
              <a:p>
                <a:endParaRPr lang="zh-CN" altLang="en-US"/>
              </a:p>
            </p:txBody>
          </p:sp>
        </p:grpSp>
        <p:sp>
          <p:nvSpPr>
            <p:cNvPr id="22569" name="Line 41"/>
            <p:cNvSpPr/>
            <p:nvPr/>
          </p:nvSpPr>
          <p:spPr>
            <a:xfrm>
              <a:off x="3920" y="744"/>
              <a:ext cx="592" cy="0"/>
            </a:xfrm>
            <a:prstGeom prst="line">
              <a:avLst/>
            </a:prstGeom>
            <a:grpFill/>
            <a:ln w="38100" cap="flat" cmpd="sng">
              <a:solidFill>
                <a:schemeClr val="tx1"/>
              </a:solidFill>
              <a:prstDash val="solid"/>
              <a:round/>
              <a:headEnd type="none" w="med" len="med"/>
              <a:tailEnd type="none" w="med" len="med"/>
            </a:ln>
          </p:spPr>
        </p:sp>
        <p:sp>
          <p:nvSpPr>
            <p:cNvPr id="22570" name="Line 42"/>
            <p:cNvSpPr/>
            <p:nvPr/>
          </p:nvSpPr>
          <p:spPr>
            <a:xfrm>
              <a:off x="3920" y="1738"/>
              <a:ext cx="592" cy="0"/>
            </a:xfrm>
            <a:prstGeom prst="line">
              <a:avLst/>
            </a:prstGeom>
            <a:grpFill/>
            <a:ln w="38100" cap="flat" cmpd="sng">
              <a:solidFill>
                <a:schemeClr val="tx1"/>
              </a:solidFill>
              <a:prstDash val="solid"/>
              <a:round/>
              <a:headEnd type="none" w="med" len="med"/>
              <a:tailEnd type="none" w="med" len="med"/>
            </a:ln>
          </p:spPr>
        </p:sp>
        <p:sp>
          <p:nvSpPr>
            <p:cNvPr id="22571" name="Oval 43"/>
            <p:cNvSpPr/>
            <p:nvPr/>
          </p:nvSpPr>
          <p:spPr>
            <a:xfrm>
              <a:off x="3878" y="717"/>
              <a:ext cx="52" cy="52"/>
            </a:xfrm>
            <a:prstGeom prst="ellipse">
              <a:avLst/>
            </a:prstGeom>
            <a:grpFill/>
            <a:ln w="38100" cap="flat" cmpd="sng">
              <a:solidFill>
                <a:schemeClr val="tx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2572" name="Text Box 44"/>
            <p:cNvSpPr txBox="1"/>
            <p:nvPr/>
          </p:nvSpPr>
          <p:spPr>
            <a:xfrm>
              <a:off x="4252" y="1099"/>
              <a:ext cx="245" cy="288"/>
            </a:xfrm>
            <a:prstGeom prst="rect">
              <a:avLst/>
            </a:prstGeom>
            <a:grpFill/>
            <a:ln w="9525">
              <a:noFill/>
            </a:ln>
          </p:spPr>
          <p:txBody>
            <a:bodyPr wrap="none" anchor="t">
              <a:spAutoFit/>
            </a:bodyPr>
            <a:p>
              <a:pPr algn="ctr"/>
              <a:r>
                <a:rPr lang="en-US" altLang="zh-CN" dirty="0">
                  <a:latin typeface="Times New Roman" panose="02020603050405020304" pitchFamily="18" charset="0"/>
                  <a:ea typeface="宋体" panose="02010600030101010101" pitchFamily="2" charset="-122"/>
                </a:rPr>
                <a:t>L</a:t>
              </a:r>
              <a:endParaRPr lang="en-US" altLang="zh-CN" dirty="0">
                <a:latin typeface="Times New Roman" panose="02020603050405020304" pitchFamily="18" charset="0"/>
                <a:ea typeface="宋体" panose="02010600030101010101" pitchFamily="2" charset="-122"/>
              </a:endParaRPr>
            </a:p>
          </p:txBody>
        </p:sp>
        <p:sp>
          <p:nvSpPr>
            <p:cNvPr id="22573" name="Oval 45"/>
            <p:cNvSpPr/>
            <p:nvPr/>
          </p:nvSpPr>
          <p:spPr>
            <a:xfrm>
              <a:off x="3878" y="1719"/>
              <a:ext cx="52" cy="52"/>
            </a:xfrm>
            <a:prstGeom prst="ellipse">
              <a:avLst/>
            </a:prstGeom>
            <a:grpFill/>
            <a:ln w="38100" cap="flat" cmpd="sng">
              <a:solidFill>
                <a:schemeClr val="tx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graphicFrame>
        <p:nvGraphicFramePr>
          <p:cNvPr id="112659" name="Object 19" descr="40%">
            <a:hlinkClick r:id="" action="ppaction://ole?verb="/>
          </p:cNvPr>
          <p:cNvGraphicFramePr/>
          <p:nvPr/>
        </p:nvGraphicFramePr>
        <p:xfrm>
          <a:off x="2962275" y="1385570"/>
          <a:ext cx="2514600" cy="974725"/>
        </p:xfrm>
        <a:graphic>
          <a:graphicData uri="http://schemas.openxmlformats.org/presentationml/2006/ole">
            <mc:AlternateContent xmlns:mc="http://schemas.openxmlformats.org/markup-compatibility/2006">
              <mc:Choice xmlns:v="urn:schemas-microsoft-com:vml" Requires="v">
                <p:oleObj spid="_x0000_s3153" name="" r:id="rId5" imgW="1231900" imgH="482600" progId="Equation.3">
                  <p:embed/>
                </p:oleObj>
              </mc:Choice>
              <mc:Fallback>
                <p:oleObj name="" r:id="rId5" imgW="1231900" imgH="482600" progId="Equation.3">
                  <p:embed/>
                  <p:pic>
                    <p:nvPicPr>
                      <p:cNvPr id="0" name="图片 3152"/>
                      <p:cNvPicPr/>
                      <p:nvPr/>
                    </p:nvPicPr>
                    <p:blipFill>
                      <a:blip r:embed="rId6">
                        <a:clrChange>
                          <a:clrFrom>
                            <a:srgbClr val="000000"/>
                          </a:clrFrom>
                          <a:clrTo>
                            <a:srgbClr val="000000">
                              <a:alpha val="0"/>
                            </a:srgbClr>
                          </a:clrTo>
                        </a:clrChange>
                      </a:blip>
                      <a:stretch>
                        <a:fillRect/>
                      </a:stretch>
                    </p:blipFill>
                    <p:spPr>
                      <a:xfrm>
                        <a:off x="2962275" y="1385570"/>
                        <a:ext cx="2514600" cy="974725"/>
                      </a:xfrm>
                      <a:prstGeom prst="rect">
                        <a:avLst/>
                      </a:prstGeom>
                      <a:noFill/>
                      <a:ln w="38100">
                        <a:noFill/>
                        <a:miter/>
                      </a:ln>
                    </p:spPr>
                  </p:pic>
                </p:oleObj>
              </mc:Fallback>
            </mc:AlternateContent>
          </a:graphicData>
        </a:graphic>
      </p:graphicFrame>
      <p:graphicFrame>
        <p:nvGraphicFramePr>
          <p:cNvPr id="23564" name="Object 12" descr="40%">
            <a:hlinkClick r:id="" action="ppaction://ole?verb="/>
          </p:cNvPr>
          <p:cNvGraphicFramePr/>
          <p:nvPr/>
        </p:nvGraphicFramePr>
        <p:xfrm>
          <a:off x="772795" y="2596515"/>
          <a:ext cx="1327785" cy="596265"/>
        </p:xfrm>
        <a:graphic>
          <a:graphicData uri="http://schemas.openxmlformats.org/presentationml/2006/ole">
            <mc:AlternateContent xmlns:mc="http://schemas.openxmlformats.org/markup-compatibility/2006">
              <mc:Choice xmlns:v="urn:schemas-microsoft-com:vml" Requires="v">
                <p:oleObj spid="_x0000_s3162" name="" r:id="rId7" imgW="16764000" imgH="5486400" progId="Equation.3">
                  <p:embed/>
                </p:oleObj>
              </mc:Choice>
              <mc:Fallback>
                <p:oleObj name="" r:id="rId7" imgW="16764000" imgH="5486400" progId="Equation.3">
                  <p:embed/>
                  <p:pic>
                    <p:nvPicPr>
                      <p:cNvPr id="0" name="图片 3161"/>
                      <p:cNvPicPr/>
                      <p:nvPr/>
                    </p:nvPicPr>
                    <p:blipFill>
                      <a:blip r:embed="rId8"/>
                      <a:stretch>
                        <a:fillRect/>
                      </a:stretch>
                    </p:blipFill>
                    <p:spPr>
                      <a:xfrm>
                        <a:off x="772795" y="2596515"/>
                        <a:ext cx="1327785" cy="596265"/>
                      </a:xfrm>
                      <a:prstGeom prst="rect">
                        <a:avLst/>
                      </a:prstGeom>
                      <a:solidFill>
                        <a:schemeClr val="bg1"/>
                      </a:solidFill>
                      <a:ln w="28575" cap="flat" cmpd="sng">
                        <a:solidFill>
                          <a:srgbClr val="FF0000"/>
                        </a:solidFill>
                        <a:prstDash val="solid"/>
                        <a:miter/>
                        <a:headEnd type="none" w="med" len="med"/>
                        <a:tailEnd type="none" w="med" len="med"/>
                      </a:ln>
                    </p:spPr>
                  </p:pic>
                </p:oleObj>
              </mc:Fallback>
            </mc:AlternateContent>
          </a:graphicData>
        </a:graphic>
      </p:graphicFrame>
      <p:grpSp>
        <p:nvGrpSpPr>
          <p:cNvPr id="4" name="Group 10"/>
          <p:cNvGrpSpPr/>
          <p:nvPr/>
        </p:nvGrpSpPr>
        <p:grpSpPr>
          <a:xfrm>
            <a:off x="2707005" y="2507615"/>
            <a:ext cx="3623945" cy="709295"/>
            <a:chOff x="0" y="0"/>
            <a:chExt cx="2736" cy="432"/>
          </a:xfrm>
        </p:grpSpPr>
        <p:sp>
          <p:nvSpPr>
            <p:cNvPr id="24587" name="Rectangle 11" descr="40%"/>
            <p:cNvSpPr/>
            <p:nvPr/>
          </p:nvSpPr>
          <p:spPr>
            <a:xfrm>
              <a:off x="0" y="0"/>
              <a:ext cx="2736" cy="432"/>
            </a:xfrm>
            <a:prstGeom prst="rect">
              <a:avLst/>
            </a:prstGeom>
            <a:solidFill>
              <a:schemeClr val="bg1"/>
            </a:solidFill>
            <a:ln w="38100" cap="flat" cmpd="sng">
              <a:solidFill>
                <a:srgbClr val="FF0000"/>
              </a:solidFill>
              <a:prstDash val="solid"/>
              <a:miter/>
              <a:headEnd type="none" w="med" len="med"/>
              <a:tailEnd type="none" w="med" len="med"/>
            </a:ln>
          </p:spPr>
          <p:txBody>
            <a:bodyPr wrap="none" anchor="ctr"/>
            <a:p>
              <a:endParaRPr lang="zh-CN" altLang="en-US" sz="1800">
                <a:solidFill>
                  <a:schemeClr val="tx1"/>
                </a:solidFill>
                <a:latin typeface="Times New Roman" panose="02020603050405020304" pitchFamily="18" charset="0"/>
                <a:ea typeface="宋体" panose="02010600030101010101" pitchFamily="2" charset="-122"/>
              </a:endParaRPr>
            </a:p>
          </p:txBody>
        </p:sp>
        <p:graphicFrame>
          <p:nvGraphicFramePr>
            <p:cNvPr id="24588" name="Object 12" descr="40%">
              <a:hlinkClick r:id="" action="ppaction://ole?verb="/>
            </p:cNvPr>
            <p:cNvGraphicFramePr/>
            <p:nvPr/>
          </p:nvGraphicFramePr>
          <p:xfrm>
            <a:off x="300" y="33"/>
            <a:ext cx="2141" cy="364"/>
          </p:xfrm>
          <a:graphic>
            <a:graphicData uri="http://schemas.openxmlformats.org/presentationml/2006/ole">
              <mc:AlternateContent xmlns:mc="http://schemas.openxmlformats.org/markup-compatibility/2006">
                <mc:Choice xmlns:v="urn:schemas-microsoft-com:vml" Requires="v">
                  <p:oleObj spid="_x0000_s3168" name="" r:id="rId9" imgW="1346835" imgH="228600" progId="Equation.3">
                    <p:embed/>
                  </p:oleObj>
                </mc:Choice>
                <mc:Fallback>
                  <p:oleObj name="" r:id="rId9" imgW="1346835" imgH="228600" progId="Equation.3">
                    <p:embed/>
                    <p:pic>
                      <p:nvPicPr>
                        <p:cNvPr id="0" name="图片 3167"/>
                        <p:cNvPicPr/>
                        <p:nvPr/>
                      </p:nvPicPr>
                      <p:blipFill>
                        <a:blip r:embed="rId10"/>
                        <a:stretch>
                          <a:fillRect/>
                        </a:stretch>
                      </p:blipFill>
                      <p:spPr>
                        <a:xfrm>
                          <a:off x="300" y="33"/>
                          <a:ext cx="2141" cy="364"/>
                        </a:xfrm>
                        <a:prstGeom prst="rect">
                          <a:avLst/>
                        </a:prstGeom>
                        <a:noFill/>
                        <a:ln w="38100">
                          <a:noFill/>
                          <a:miter/>
                        </a:ln>
                      </p:spPr>
                    </p:pic>
                  </p:oleObj>
                </mc:Fallback>
              </mc:AlternateContent>
            </a:graphicData>
          </a:graphic>
        </p:graphicFrame>
      </p:grpSp>
      <p:sp>
        <p:nvSpPr>
          <p:cNvPr id="246822" name="Text Box 38"/>
          <p:cNvSpPr txBox="1"/>
          <p:nvPr/>
        </p:nvSpPr>
        <p:spPr>
          <a:xfrm>
            <a:off x="607378" y="3438525"/>
            <a:ext cx="1657350" cy="519113"/>
          </a:xfrm>
          <a:prstGeom prst="rect">
            <a:avLst/>
          </a:prstGeom>
          <a:noFill/>
          <a:ln w="38100">
            <a:noFill/>
          </a:ln>
        </p:spPr>
        <p:txBody>
          <a:bodyPr anchor="t">
            <a:spAutoFit/>
          </a:bodyPr>
          <a:p>
            <a:pPr>
              <a:spcBef>
                <a:spcPct val="50000"/>
              </a:spcBef>
            </a:pPr>
            <a:r>
              <a:rPr lang="zh-CN" altLang="en-US" dirty="0">
                <a:latin typeface="Times New Roman" panose="02020603050405020304" pitchFamily="18" charset="0"/>
                <a:ea typeface="宋体" panose="02010600030101010101" pitchFamily="2" charset="-122"/>
              </a:rPr>
              <a:t>无功功率</a:t>
            </a:r>
            <a:endParaRPr lang="zh-CN" altLang="en-US" dirty="0">
              <a:latin typeface="Times New Roman" panose="02020603050405020304" pitchFamily="18" charset="0"/>
              <a:ea typeface="宋体" panose="02010600030101010101" pitchFamily="2" charset="-122"/>
            </a:endParaRPr>
          </a:p>
        </p:txBody>
      </p:sp>
      <p:graphicFrame>
        <p:nvGraphicFramePr>
          <p:cNvPr id="246821" name="Object 37" descr="40%">
            <a:hlinkClick r:id="" action="ppaction://ole?verb="/>
          </p:cNvPr>
          <p:cNvGraphicFramePr/>
          <p:nvPr/>
        </p:nvGraphicFramePr>
        <p:xfrm>
          <a:off x="2734628" y="3425190"/>
          <a:ext cx="3135312" cy="914400"/>
        </p:xfrm>
        <a:graphic>
          <a:graphicData uri="http://schemas.openxmlformats.org/presentationml/2006/ole">
            <mc:AlternateContent xmlns:mc="http://schemas.openxmlformats.org/markup-compatibility/2006">
              <mc:Choice xmlns:v="urn:schemas-microsoft-com:vml" Requires="v">
                <p:oleObj spid="_x0000_s3078" name="" r:id="rId11" imgW="1625600" imgH="368300" progId="Equation.3">
                  <p:embed/>
                </p:oleObj>
              </mc:Choice>
              <mc:Fallback>
                <p:oleObj name="" r:id="rId11" imgW="1625600" imgH="368300" progId="Equation.3">
                  <p:embed/>
                  <p:pic>
                    <p:nvPicPr>
                      <p:cNvPr id="0" name="图片 3077"/>
                      <p:cNvPicPr/>
                      <p:nvPr/>
                    </p:nvPicPr>
                    <p:blipFill>
                      <a:blip r:embed="rId12"/>
                      <a:stretch>
                        <a:fillRect/>
                      </a:stretch>
                    </p:blipFill>
                    <p:spPr>
                      <a:xfrm>
                        <a:off x="2734628" y="3425190"/>
                        <a:ext cx="3135312" cy="914400"/>
                      </a:xfrm>
                      <a:prstGeom prst="rect">
                        <a:avLst/>
                      </a:prstGeom>
                      <a:pattFill prst="pct40">
                        <a:fgClr>
                          <a:srgbClr val="FF9966"/>
                        </a:fgClr>
                        <a:bgClr>
                          <a:srgbClr val="FFFFFF"/>
                        </a:bgClr>
                      </a:pattFill>
                      <a:ln w="38100" cap="flat" cmpd="sng">
                        <a:solidFill>
                          <a:srgbClr val="FF0000"/>
                        </a:solidFill>
                        <a:prstDash val="solid"/>
                        <a:miter/>
                        <a:headEnd type="none" w="med" len="med"/>
                        <a:tailEnd type="none" w="med" len="med"/>
                      </a:ln>
                    </p:spPr>
                  </p:pic>
                </p:oleObj>
              </mc:Fallback>
            </mc:AlternateContent>
          </a:graphicData>
        </a:graphic>
      </p:graphicFrame>
      <p:sp>
        <p:nvSpPr>
          <p:cNvPr id="44" name="Rectangle 6"/>
          <p:cNvSpPr/>
          <p:nvPr/>
        </p:nvSpPr>
        <p:spPr>
          <a:xfrm>
            <a:off x="6108700" y="3466148"/>
            <a:ext cx="1806575" cy="557212"/>
          </a:xfrm>
          <a:prstGeom prst="rect">
            <a:avLst/>
          </a:prstGeom>
          <a:solidFill>
            <a:srgbClr val="99CCFF"/>
          </a:solidFill>
          <a:ln w="38100" cap="flat" cmpd="sng">
            <a:solidFill>
              <a:srgbClr val="339933"/>
            </a:solidFill>
            <a:prstDash val="solid"/>
            <a:miter/>
            <a:headEnd type="none" w="med" len="med"/>
            <a:tailEnd type="none" w="med" len="med"/>
          </a:ln>
        </p:spPr>
        <p:txBody>
          <a:bodyPr wrap="none" anchor="ctr">
            <a:spAutoFit/>
          </a:bodyPr>
          <a:p>
            <a:pPr algn="ctr" eaLnBrk="0" hangingPunct="0">
              <a:spcBef>
                <a:spcPct val="50000"/>
              </a:spcBef>
            </a:pPr>
            <a:r>
              <a:rPr lang="zh-CN" altLang="en-US" dirty="0">
                <a:latin typeface="Times New Roman" panose="02020603050405020304" pitchFamily="18" charset="0"/>
                <a:ea typeface="宋体" panose="02010600030101010101" pitchFamily="2" charset="-122"/>
              </a:rPr>
              <a:t>单位：</a:t>
            </a:r>
            <a:r>
              <a:rPr lang="en-US" altLang="zh-CN" dirty="0">
                <a:latin typeface="Times New Roman" panose="02020603050405020304" pitchFamily="18" charset="0"/>
                <a:ea typeface="宋体" panose="02010600030101010101" pitchFamily="2" charset="-122"/>
              </a:rPr>
              <a:t>var</a:t>
            </a:r>
            <a:endParaRPr lang="en-US" altLang="zh-CN" dirty="0">
              <a:latin typeface="Times New Roman" panose="02020603050405020304" pitchFamily="18" charset="0"/>
              <a:ea typeface="宋体" panose="02010600030101010101" pitchFamily="2" charset="-122"/>
            </a:endParaRPr>
          </a:p>
        </p:txBody>
      </p:sp>
      <p:grpSp>
        <p:nvGrpSpPr>
          <p:cNvPr id="246823" name="Group 39"/>
          <p:cNvGrpSpPr/>
          <p:nvPr/>
        </p:nvGrpSpPr>
        <p:grpSpPr>
          <a:xfrm>
            <a:off x="6805930" y="4171950"/>
            <a:ext cx="1617663" cy="2324100"/>
            <a:chOff x="4224" y="2400"/>
            <a:chExt cx="1019" cy="1464"/>
          </a:xfrm>
        </p:grpSpPr>
        <p:sp>
          <p:nvSpPr>
            <p:cNvPr id="3107" name="Line 40"/>
            <p:cNvSpPr/>
            <p:nvPr/>
          </p:nvSpPr>
          <p:spPr>
            <a:xfrm>
              <a:off x="4229" y="3504"/>
              <a:ext cx="840" cy="0"/>
            </a:xfrm>
            <a:prstGeom prst="line">
              <a:avLst/>
            </a:prstGeom>
            <a:ln w="38100" cap="flat" cmpd="sng">
              <a:solidFill>
                <a:srgbClr val="0000FF"/>
              </a:solidFill>
              <a:prstDash val="solid"/>
              <a:round/>
              <a:headEnd type="none" w="med" len="med"/>
              <a:tailEnd type="triangle" w="sm" len="lg"/>
            </a:ln>
          </p:spPr>
        </p:sp>
        <p:sp>
          <p:nvSpPr>
            <p:cNvPr id="3108" name="Line 41"/>
            <p:cNvSpPr/>
            <p:nvPr/>
          </p:nvSpPr>
          <p:spPr>
            <a:xfrm flipV="1">
              <a:off x="4224" y="2504"/>
              <a:ext cx="0" cy="1005"/>
            </a:xfrm>
            <a:prstGeom prst="line">
              <a:avLst/>
            </a:prstGeom>
            <a:ln w="38100" cap="flat" cmpd="sng">
              <a:solidFill>
                <a:srgbClr val="FF3300"/>
              </a:solidFill>
              <a:prstDash val="solid"/>
              <a:round/>
              <a:headEnd type="none" w="med" len="med"/>
              <a:tailEnd type="triangle" w="sm" len="lg"/>
            </a:ln>
          </p:spPr>
        </p:sp>
        <p:sp>
          <p:nvSpPr>
            <p:cNvPr id="3109" name="Line 42"/>
            <p:cNvSpPr/>
            <p:nvPr/>
          </p:nvSpPr>
          <p:spPr>
            <a:xfrm>
              <a:off x="4229" y="3386"/>
              <a:ext cx="103" cy="0"/>
            </a:xfrm>
            <a:prstGeom prst="line">
              <a:avLst/>
            </a:prstGeom>
            <a:ln w="38100" cap="flat" cmpd="sng">
              <a:solidFill>
                <a:schemeClr val="tx1"/>
              </a:solidFill>
              <a:prstDash val="solid"/>
              <a:round/>
              <a:headEnd type="none" w="med" len="med"/>
              <a:tailEnd type="none" w="med" len="med"/>
            </a:ln>
          </p:spPr>
        </p:sp>
        <p:sp>
          <p:nvSpPr>
            <p:cNvPr id="3110" name="Line 43"/>
            <p:cNvSpPr/>
            <p:nvPr/>
          </p:nvSpPr>
          <p:spPr>
            <a:xfrm>
              <a:off x="4350" y="3393"/>
              <a:ext cx="0" cy="107"/>
            </a:xfrm>
            <a:prstGeom prst="line">
              <a:avLst/>
            </a:prstGeom>
            <a:ln w="38100" cap="flat" cmpd="sng">
              <a:solidFill>
                <a:schemeClr val="tx1"/>
              </a:solidFill>
              <a:prstDash val="solid"/>
              <a:round/>
              <a:headEnd type="none" w="med" len="med"/>
              <a:tailEnd type="none" w="med" len="med"/>
            </a:ln>
          </p:spPr>
        </p:sp>
        <p:graphicFrame>
          <p:nvGraphicFramePr>
            <p:cNvPr id="3111" name="Object 44">
              <a:hlinkClick r:id="" action="ppaction://ole?verb="/>
            </p:cNvPr>
            <p:cNvGraphicFramePr/>
            <p:nvPr/>
          </p:nvGraphicFramePr>
          <p:xfrm>
            <a:off x="4272" y="2400"/>
            <a:ext cx="293" cy="283"/>
          </p:xfrm>
          <a:graphic>
            <a:graphicData uri="http://schemas.openxmlformats.org/presentationml/2006/ole">
              <mc:AlternateContent xmlns:mc="http://schemas.openxmlformats.org/markup-compatibility/2006">
                <mc:Choice xmlns:v="urn:schemas-microsoft-com:vml" Requires="v">
                  <p:oleObj spid="_x0000_s7" name="" r:id="rId13" imgW="190500" imgH="241300" progId="Equation.3">
                    <p:embed/>
                  </p:oleObj>
                </mc:Choice>
                <mc:Fallback>
                  <p:oleObj name="" r:id="rId13" imgW="190500" imgH="241300" progId="Equation.3">
                    <p:embed/>
                    <p:pic>
                      <p:nvPicPr>
                        <p:cNvPr id="0" name="图片 6"/>
                        <p:cNvPicPr/>
                        <p:nvPr/>
                      </p:nvPicPr>
                      <p:blipFill>
                        <a:blip r:embed="rId14">
                          <a:clrChange>
                            <a:clrFrom>
                              <a:srgbClr val="000000"/>
                            </a:clrFrom>
                            <a:clrTo>
                              <a:srgbClr val="FF0000"/>
                            </a:clrTo>
                          </a:clrChange>
                        </a:blip>
                        <a:stretch>
                          <a:fillRect/>
                        </a:stretch>
                      </p:blipFill>
                      <p:spPr>
                        <a:xfrm>
                          <a:off x="4272" y="2400"/>
                          <a:ext cx="293" cy="283"/>
                        </a:xfrm>
                        <a:prstGeom prst="rect">
                          <a:avLst/>
                        </a:prstGeom>
                        <a:noFill/>
                        <a:ln w="38100">
                          <a:noFill/>
                          <a:miter/>
                        </a:ln>
                      </p:spPr>
                    </p:pic>
                  </p:oleObj>
                </mc:Fallback>
              </mc:AlternateContent>
            </a:graphicData>
          </a:graphic>
        </p:graphicFrame>
        <p:graphicFrame>
          <p:nvGraphicFramePr>
            <p:cNvPr id="3112" name="Object 45">
              <a:hlinkClick r:id="" action="ppaction://ole?verb="/>
            </p:cNvPr>
            <p:cNvGraphicFramePr/>
            <p:nvPr/>
          </p:nvGraphicFramePr>
          <p:xfrm>
            <a:off x="5088" y="3408"/>
            <a:ext cx="155" cy="213"/>
          </p:xfrm>
          <a:graphic>
            <a:graphicData uri="http://schemas.openxmlformats.org/presentationml/2006/ole">
              <mc:AlternateContent xmlns:mc="http://schemas.openxmlformats.org/markup-compatibility/2006">
                <mc:Choice xmlns:v="urn:schemas-microsoft-com:vml" Requires="v">
                  <p:oleObj spid="_x0000_s8" name="" r:id="rId15" imgW="139700" imgH="228600" progId="Equation.3">
                    <p:embed/>
                  </p:oleObj>
                </mc:Choice>
                <mc:Fallback>
                  <p:oleObj name="" r:id="rId15" imgW="139700" imgH="228600" progId="Equation.3">
                    <p:embed/>
                    <p:pic>
                      <p:nvPicPr>
                        <p:cNvPr id="0" name="图片 7"/>
                        <p:cNvPicPr/>
                        <p:nvPr/>
                      </p:nvPicPr>
                      <p:blipFill>
                        <a:blip r:embed="rId16">
                          <a:clrChange>
                            <a:clrFrom>
                              <a:srgbClr val="000000"/>
                            </a:clrFrom>
                            <a:clrTo>
                              <a:srgbClr val="3333CC"/>
                            </a:clrTo>
                          </a:clrChange>
                        </a:blip>
                        <a:stretch>
                          <a:fillRect/>
                        </a:stretch>
                      </p:blipFill>
                      <p:spPr>
                        <a:xfrm>
                          <a:off x="5088" y="3408"/>
                          <a:ext cx="155" cy="213"/>
                        </a:xfrm>
                        <a:prstGeom prst="rect">
                          <a:avLst/>
                        </a:prstGeom>
                        <a:noFill/>
                        <a:ln w="38100">
                          <a:noFill/>
                          <a:miter/>
                        </a:ln>
                      </p:spPr>
                    </p:pic>
                  </p:oleObj>
                </mc:Fallback>
              </mc:AlternateContent>
            </a:graphicData>
          </a:graphic>
        </p:graphicFrame>
        <p:sp>
          <p:nvSpPr>
            <p:cNvPr id="3113" name="Rectangle 46"/>
            <p:cNvSpPr/>
            <p:nvPr/>
          </p:nvSpPr>
          <p:spPr>
            <a:xfrm>
              <a:off x="4272" y="3537"/>
              <a:ext cx="791" cy="327"/>
            </a:xfrm>
            <a:prstGeom prst="rect">
              <a:avLst/>
            </a:prstGeom>
            <a:noFill/>
            <a:ln w="9525">
              <a:noFill/>
            </a:ln>
          </p:spPr>
          <p:txBody>
            <a:bodyPr wrap="none" anchor="t">
              <a:spAutoFit/>
            </a:bodyPr>
            <a:p>
              <a:pPr eaLnBrk="0" hangingPunct="0">
                <a:spcBef>
                  <a:spcPct val="50000"/>
                </a:spcBef>
              </a:pPr>
              <a:r>
                <a:rPr lang="zh-CN" altLang="en-US" dirty="0">
                  <a:solidFill>
                    <a:srgbClr val="006600"/>
                  </a:solidFill>
                  <a:latin typeface="宋体" panose="02010600030101010101" pitchFamily="2" charset="-122"/>
                  <a:ea typeface="宋体" panose="02010600030101010101" pitchFamily="2" charset="-122"/>
                </a:rPr>
                <a:t>相量图</a:t>
              </a:r>
              <a:endParaRPr lang="zh-CN" altLang="en-US" dirty="0">
                <a:solidFill>
                  <a:srgbClr val="006600"/>
                </a:solidFill>
                <a:latin typeface="宋体" panose="02010600030101010101" pitchFamily="2" charset="-122"/>
                <a:ea typeface="宋体" panose="02010600030101010101" pitchFamily="2" charset="-122"/>
              </a:endParaRPr>
            </a:p>
          </p:txBody>
        </p:sp>
      </p:grpSp>
      <p:grpSp>
        <p:nvGrpSpPr>
          <p:cNvPr id="112688" name="Group 48"/>
          <p:cNvGrpSpPr/>
          <p:nvPr/>
        </p:nvGrpSpPr>
        <p:grpSpPr>
          <a:xfrm>
            <a:off x="1333500" y="4490720"/>
            <a:ext cx="3522663" cy="2222500"/>
            <a:chOff x="840" y="2584"/>
            <a:chExt cx="2219" cy="1400"/>
          </a:xfrm>
        </p:grpSpPr>
        <p:grpSp>
          <p:nvGrpSpPr>
            <p:cNvPr id="22577" name="Group 49"/>
            <p:cNvGrpSpPr/>
            <p:nvPr/>
          </p:nvGrpSpPr>
          <p:grpSpPr>
            <a:xfrm>
              <a:off x="840" y="2584"/>
              <a:ext cx="2219" cy="1400"/>
              <a:chOff x="576" y="2592"/>
              <a:chExt cx="2076" cy="1310"/>
            </a:xfrm>
          </p:grpSpPr>
          <p:grpSp>
            <p:nvGrpSpPr>
              <p:cNvPr id="22578" name="Group 50"/>
              <p:cNvGrpSpPr/>
              <p:nvPr/>
            </p:nvGrpSpPr>
            <p:grpSpPr>
              <a:xfrm>
                <a:off x="603" y="2592"/>
                <a:ext cx="2049" cy="1310"/>
                <a:chOff x="603" y="2592"/>
                <a:chExt cx="2049" cy="1310"/>
              </a:xfrm>
            </p:grpSpPr>
            <p:grpSp>
              <p:nvGrpSpPr>
                <p:cNvPr id="22579" name="Group 51"/>
                <p:cNvGrpSpPr/>
                <p:nvPr/>
              </p:nvGrpSpPr>
              <p:grpSpPr>
                <a:xfrm>
                  <a:off x="1008" y="2592"/>
                  <a:ext cx="432" cy="384"/>
                  <a:chOff x="1008" y="2592"/>
                  <a:chExt cx="432" cy="384"/>
                </a:xfrm>
              </p:grpSpPr>
              <p:sp>
                <p:nvSpPr>
                  <p:cNvPr id="22580" name="Line 52"/>
                  <p:cNvSpPr/>
                  <p:nvPr/>
                </p:nvSpPr>
                <p:spPr>
                  <a:xfrm flipH="1">
                    <a:off x="1008" y="2832"/>
                    <a:ext cx="192" cy="144"/>
                  </a:xfrm>
                  <a:prstGeom prst="line">
                    <a:avLst/>
                  </a:prstGeom>
                  <a:ln w="28575" cap="flat" cmpd="sng">
                    <a:solidFill>
                      <a:srgbClr val="000099"/>
                    </a:solidFill>
                    <a:prstDash val="solid"/>
                    <a:round/>
                    <a:headEnd type="none" w="med" len="med"/>
                    <a:tailEnd type="triangle" w="med" len="med"/>
                  </a:ln>
                </p:spPr>
              </p:sp>
              <p:sp>
                <p:nvSpPr>
                  <p:cNvPr id="22581" name="Rectangle 53"/>
                  <p:cNvSpPr/>
                  <p:nvPr/>
                </p:nvSpPr>
                <p:spPr>
                  <a:xfrm>
                    <a:off x="1152" y="2592"/>
                    <a:ext cx="288" cy="269"/>
                  </a:xfrm>
                  <a:prstGeom prst="rect">
                    <a:avLst/>
                  </a:prstGeom>
                  <a:noFill/>
                  <a:ln w="9525">
                    <a:noFill/>
                  </a:ln>
                </p:spPr>
                <p:txBody>
                  <a:bodyPr anchor="t">
                    <a:spAutoFit/>
                  </a:bodyPr>
                  <a:p>
                    <a:pPr eaLnBrk="0" hangingPunct="0">
                      <a:spcBef>
                        <a:spcPct val="50000"/>
                      </a:spcBef>
                    </a:pPr>
                    <a:r>
                      <a:rPr lang="en-US" altLang="zh-CN" i="1" dirty="0">
                        <a:solidFill>
                          <a:srgbClr val="000099"/>
                        </a:solidFill>
                        <a:latin typeface="Times New Roman" panose="02020603050405020304" pitchFamily="18" charset="0"/>
                        <a:ea typeface="宋体" panose="02010600030101010101" pitchFamily="2" charset="-122"/>
                      </a:rPr>
                      <a:t>u</a:t>
                    </a:r>
                    <a:endParaRPr lang="en-US" altLang="zh-CN" i="1" dirty="0">
                      <a:solidFill>
                        <a:srgbClr val="000099"/>
                      </a:solidFill>
                      <a:latin typeface="Times New Roman" panose="02020603050405020304" pitchFamily="18" charset="0"/>
                      <a:ea typeface="宋体" panose="02010600030101010101" pitchFamily="2" charset="-122"/>
                    </a:endParaRPr>
                  </a:p>
                </p:txBody>
              </p:sp>
            </p:grpSp>
            <p:grpSp>
              <p:nvGrpSpPr>
                <p:cNvPr id="22582" name="Group 54"/>
                <p:cNvGrpSpPr/>
                <p:nvPr/>
              </p:nvGrpSpPr>
              <p:grpSpPr>
                <a:xfrm>
                  <a:off x="603" y="2592"/>
                  <a:ext cx="2049" cy="1310"/>
                  <a:chOff x="603" y="2592"/>
                  <a:chExt cx="2049" cy="1310"/>
                </a:xfrm>
              </p:grpSpPr>
              <p:sp>
                <p:nvSpPr>
                  <p:cNvPr id="22583" name="Rectangle 55"/>
                  <p:cNvSpPr/>
                  <p:nvPr/>
                </p:nvSpPr>
                <p:spPr>
                  <a:xfrm>
                    <a:off x="2315" y="3321"/>
                    <a:ext cx="337" cy="268"/>
                  </a:xfrm>
                  <a:prstGeom prst="rect">
                    <a:avLst/>
                  </a:prstGeom>
                  <a:noFill/>
                  <a:ln w="38100">
                    <a:noFill/>
                  </a:ln>
                </p:spPr>
                <p:txBody>
                  <a:bodyPr wrap="none" lIns="90488" tIns="44450" rIns="90488" bIns="44450" anchor="ctr">
                    <a:spAutoFit/>
                  </a:bodyPr>
                  <a:p>
                    <a:pPr algn="ctr" eaLnBrk="0" hangingPunct="0">
                      <a:spcBef>
                        <a:spcPct val="50000"/>
                      </a:spcBef>
                    </a:pPr>
                    <a:r>
                      <a:rPr lang="en-US" altLang="zh-CN" i="1" dirty="0">
                        <a:latin typeface="宋体" panose="02010600030101010101" pitchFamily="2" charset="-122"/>
                        <a:ea typeface="宋体" panose="02010600030101010101" pitchFamily="2" charset="-122"/>
                      </a:rPr>
                      <a:t>ω</a:t>
                    </a:r>
                    <a:r>
                      <a:rPr lang="en-US" altLang="zh-CN" i="1" dirty="0">
                        <a:latin typeface="Times New Roman" panose="02020603050405020304" pitchFamily="18" charset="0"/>
                        <a:ea typeface="宋体" panose="02010600030101010101" pitchFamily="2" charset="-122"/>
                      </a:rPr>
                      <a:t>t</a:t>
                    </a:r>
                    <a:endParaRPr lang="en-US" altLang="zh-CN" i="1" dirty="0">
                      <a:solidFill>
                        <a:srgbClr val="0000FF"/>
                      </a:solidFill>
                      <a:latin typeface="Times New Roman" panose="02020603050405020304" pitchFamily="18" charset="0"/>
                      <a:ea typeface="宋体" panose="02010600030101010101" pitchFamily="2" charset="-122"/>
                    </a:endParaRPr>
                  </a:p>
                </p:txBody>
              </p:sp>
              <p:sp>
                <p:nvSpPr>
                  <p:cNvPr id="22584" name="Rectangle 56"/>
                  <p:cNvSpPr/>
                  <p:nvPr/>
                </p:nvSpPr>
                <p:spPr>
                  <a:xfrm>
                    <a:off x="672" y="2592"/>
                    <a:ext cx="209" cy="269"/>
                  </a:xfrm>
                  <a:prstGeom prst="rect">
                    <a:avLst/>
                  </a:prstGeom>
                  <a:noFill/>
                  <a:ln w="9525">
                    <a:noFill/>
                  </a:ln>
                </p:spPr>
                <p:txBody>
                  <a:bodyPr wrap="none" anchor="t">
                    <a:spAutoFit/>
                  </a:bodyPr>
                  <a:p>
                    <a:pPr eaLnBrk="0" hangingPunct="0">
                      <a:spcBef>
                        <a:spcPct val="50000"/>
                      </a:spcBef>
                    </a:pPr>
                    <a:r>
                      <a:rPr lang="en-US" altLang="zh-CN" i="1" dirty="0">
                        <a:solidFill>
                          <a:srgbClr val="000099"/>
                        </a:solidFill>
                        <a:latin typeface="Times New Roman" panose="02020603050405020304" pitchFamily="18" charset="0"/>
                        <a:ea typeface="宋体" panose="02010600030101010101" pitchFamily="2" charset="-122"/>
                      </a:rPr>
                      <a:t>u</a:t>
                    </a:r>
                    <a:endParaRPr lang="en-US" altLang="zh-CN" i="1" dirty="0">
                      <a:solidFill>
                        <a:srgbClr val="000099"/>
                      </a:solidFill>
                      <a:latin typeface="Times New Roman" panose="02020603050405020304" pitchFamily="18" charset="0"/>
                      <a:ea typeface="宋体" panose="02010600030101010101" pitchFamily="2" charset="-122"/>
                    </a:endParaRPr>
                  </a:p>
                </p:txBody>
              </p:sp>
              <p:sp>
                <p:nvSpPr>
                  <p:cNvPr id="22585" name="Rectangle 57"/>
                  <p:cNvSpPr/>
                  <p:nvPr/>
                </p:nvSpPr>
                <p:spPr>
                  <a:xfrm>
                    <a:off x="912" y="2592"/>
                    <a:ext cx="157" cy="269"/>
                  </a:xfrm>
                  <a:prstGeom prst="rect">
                    <a:avLst/>
                  </a:prstGeom>
                  <a:noFill/>
                  <a:ln w="9525">
                    <a:noFill/>
                  </a:ln>
                </p:spPr>
                <p:txBody>
                  <a:bodyPr anchor="t">
                    <a:spAutoFit/>
                  </a:bodyPr>
                  <a:p>
                    <a:r>
                      <a:rPr lang="en-US" altLang="zh-CN" i="1" dirty="0">
                        <a:solidFill>
                          <a:srgbClr val="FF0000"/>
                        </a:solidFill>
                        <a:latin typeface="Times New Roman" panose="02020603050405020304" pitchFamily="18" charset="0"/>
                        <a:ea typeface="宋体" panose="02010600030101010101" pitchFamily="2" charset="-122"/>
                      </a:rPr>
                      <a:t>i</a:t>
                    </a:r>
                    <a:endParaRPr lang="en-US" altLang="zh-CN" i="1" dirty="0">
                      <a:latin typeface="Times New Roman" panose="02020603050405020304" pitchFamily="18" charset="0"/>
                      <a:ea typeface="宋体" panose="02010600030101010101" pitchFamily="2" charset="-122"/>
                    </a:endParaRPr>
                  </a:p>
                </p:txBody>
              </p:sp>
              <p:sp>
                <p:nvSpPr>
                  <p:cNvPr id="22586" name="Line 58"/>
                  <p:cNvSpPr/>
                  <p:nvPr/>
                </p:nvSpPr>
                <p:spPr>
                  <a:xfrm flipV="1">
                    <a:off x="912" y="2688"/>
                    <a:ext cx="0" cy="1152"/>
                  </a:xfrm>
                  <a:prstGeom prst="line">
                    <a:avLst/>
                  </a:prstGeom>
                  <a:ln w="38100" cap="flat" cmpd="sng">
                    <a:solidFill>
                      <a:schemeClr val="tx1"/>
                    </a:solidFill>
                    <a:prstDash val="solid"/>
                    <a:round/>
                    <a:headEnd type="none" w="med" len="med"/>
                    <a:tailEnd type="triangle" w="med" len="med"/>
                  </a:ln>
                </p:spPr>
              </p:sp>
              <p:grpSp>
                <p:nvGrpSpPr>
                  <p:cNvPr id="22587" name="Group 59"/>
                  <p:cNvGrpSpPr/>
                  <p:nvPr/>
                </p:nvGrpSpPr>
                <p:grpSpPr>
                  <a:xfrm>
                    <a:off x="912" y="2640"/>
                    <a:ext cx="1240" cy="1146"/>
                    <a:chOff x="928" y="2640"/>
                    <a:chExt cx="1240" cy="1146"/>
                  </a:xfrm>
                </p:grpSpPr>
                <p:sp>
                  <p:nvSpPr>
                    <p:cNvPr id="22588" name="Freeform 60"/>
                    <p:cNvSpPr/>
                    <p:nvPr/>
                  </p:nvSpPr>
                  <p:spPr>
                    <a:xfrm>
                      <a:off x="928" y="2994"/>
                      <a:ext cx="624" cy="407"/>
                    </a:xfrm>
                    <a:custGeom>
                      <a:avLst/>
                      <a:gdLst/>
                      <a:ahLst/>
                      <a:cxnLst>
                        <a:cxn ang="0">
                          <a:pos x="0" y="1135"/>
                        </a:cxn>
                        <a:cxn ang="0">
                          <a:pos x="46" y="821"/>
                        </a:cxn>
                        <a:cxn ang="0">
                          <a:pos x="92" y="555"/>
                        </a:cxn>
                        <a:cxn ang="0">
                          <a:pos x="139" y="327"/>
                        </a:cxn>
                        <a:cxn ang="0">
                          <a:pos x="184" y="135"/>
                        </a:cxn>
                        <a:cxn ang="0">
                          <a:pos x="224" y="35"/>
                        </a:cxn>
                        <a:cxn ang="0">
                          <a:pos x="268" y="0"/>
                        </a:cxn>
                        <a:cxn ang="0">
                          <a:pos x="316" y="35"/>
                        </a:cxn>
                        <a:cxn ang="0">
                          <a:pos x="361" y="135"/>
                        </a:cxn>
                        <a:cxn ang="0">
                          <a:pos x="407" y="327"/>
                        </a:cxn>
                        <a:cxn ang="0">
                          <a:pos x="455" y="555"/>
                        </a:cxn>
                        <a:cxn ang="0">
                          <a:pos x="500" y="841"/>
                        </a:cxn>
                        <a:cxn ang="0">
                          <a:pos x="546" y="1135"/>
                        </a:cxn>
                      </a:cxnLst>
                      <a:pathLst>
                        <a:path w="652" h="289">
                          <a:moveTo>
                            <a:pt x="0" y="288"/>
                          </a:moveTo>
                          <a:lnTo>
                            <a:pt x="54" y="209"/>
                          </a:lnTo>
                          <a:lnTo>
                            <a:pt x="109" y="141"/>
                          </a:lnTo>
                          <a:lnTo>
                            <a:pt x="165" y="83"/>
                          </a:lnTo>
                          <a:lnTo>
                            <a:pt x="219" y="34"/>
                          </a:lnTo>
                          <a:lnTo>
                            <a:pt x="266" y="9"/>
                          </a:lnTo>
                          <a:lnTo>
                            <a:pt x="320" y="0"/>
                          </a:lnTo>
                          <a:lnTo>
                            <a:pt x="376" y="9"/>
                          </a:lnTo>
                          <a:lnTo>
                            <a:pt x="431" y="34"/>
                          </a:lnTo>
                          <a:lnTo>
                            <a:pt x="485" y="83"/>
                          </a:lnTo>
                          <a:lnTo>
                            <a:pt x="541" y="141"/>
                          </a:lnTo>
                          <a:lnTo>
                            <a:pt x="595" y="214"/>
                          </a:lnTo>
                          <a:lnTo>
                            <a:pt x="651" y="288"/>
                          </a:lnTo>
                        </a:path>
                      </a:pathLst>
                    </a:custGeom>
                    <a:noFill/>
                    <a:ln w="38100" cap="rnd" cmpd="sng">
                      <a:solidFill>
                        <a:srgbClr val="FF0000"/>
                      </a:solidFill>
                      <a:prstDash val="solid"/>
                      <a:round/>
                      <a:headEnd type="none" w="med" len="med"/>
                      <a:tailEnd type="none" w="med" len="med"/>
                    </a:ln>
                  </p:spPr>
                  <p:txBody>
                    <a:bodyPr/>
                    <a:p>
                      <a:endParaRPr lang="zh-CN" altLang="en-US"/>
                    </a:p>
                  </p:txBody>
                </p:sp>
                <p:sp>
                  <p:nvSpPr>
                    <p:cNvPr id="22589" name="Freeform 61"/>
                    <p:cNvSpPr/>
                    <p:nvPr/>
                  </p:nvSpPr>
                  <p:spPr>
                    <a:xfrm>
                      <a:off x="1545" y="3378"/>
                      <a:ext cx="623" cy="408"/>
                    </a:xfrm>
                    <a:custGeom>
                      <a:avLst/>
                      <a:gdLst/>
                      <a:ahLst/>
                      <a:cxnLst>
                        <a:cxn ang="0">
                          <a:pos x="540" y="0"/>
                        </a:cxn>
                        <a:cxn ang="0">
                          <a:pos x="494" y="306"/>
                        </a:cxn>
                        <a:cxn ang="0">
                          <a:pos x="448" y="580"/>
                        </a:cxn>
                        <a:cxn ang="0">
                          <a:pos x="404" y="812"/>
                        </a:cxn>
                        <a:cxn ang="0">
                          <a:pos x="358" y="1005"/>
                        </a:cxn>
                        <a:cxn ang="0">
                          <a:pos x="319" y="1103"/>
                        </a:cxn>
                        <a:cxn ang="0">
                          <a:pos x="273" y="1146"/>
                        </a:cxn>
                        <a:cxn ang="0">
                          <a:pos x="228" y="1103"/>
                        </a:cxn>
                        <a:cxn ang="0">
                          <a:pos x="181" y="1005"/>
                        </a:cxn>
                        <a:cxn ang="0">
                          <a:pos x="136" y="812"/>
                        </a:cxn>
                        <a:cxn ang="0">
                          <a:pos x="90" y="580"/>
                        </a:cxn>
                        <a:cxn ang="0">
                          <a:pos x="46" y="289"/>
                        </a:cxn>
                        <a:cxn ang="0">
                          <a:pos x="0" y="0"/>
                        </a:cxn>
                      </a:cxnLst>
                      <a:pathLst>
                        <a:path w="653" h="289">
                          <a:moveTo>
                            <a:pt x="652" y="0"/>
                          </a:moveTo>
                          <a:lnTo>
                            <a:pt x="596" y="77"/>
                          </a:lnTo>
                          <a:lnTo>
                            <a:pt x="542" y="146"/>
                          </a:lnTo>
                          <a:lnTo>
                            <a:pt x="486" y="204"/>
                          </a:lnTo>
                          <a:lnTo>
                            <a:pt x="432" y="253"/>
                          </a:lnTo>
                          <a:lnTo>
                            <a:pt x="385" y="278"/>
                          </a:lnTo>
                          <a:lnTo>
                            <a:pt x="329" y="288"/>
                          </a:lnTo>
                          <a:lnTo>
                            <a:pt x="275" y="278"/>
                          </a:lnTo>
                          <a:lnTo>
                            <a:pt x="219" y="253"/>
                          </a:lnTo>
                          <a:lnTo>
                            <a:pt x="165" y="204"/>
                          </a:lnTo>
                          <a:lnTo>
                            <a:pt x="109" y="146"/>
                          </a:lnTo>
                          <a:lnTo>
                            <a:pt x="54" y="73"/>
                          </a:lnTo>
                          <a:lnTo>
                            <a:pt x="0" y="0"/>
                          </a:lnTo>
                        </a:path>
                      </a:pathLst>
                    </a:custGeom>
                    <a:noFill/>
                    <a:ln w="38100" cap="rnd" cmpd="sng">
                      <a:solidFill>
                        <a:srgbClr val="FF0000"/>
                      </a:solidFill>
                      <a:prstDash val="solid"/>
                      <a:round/>
                      <a:headEnd type="none" w="med" len="med"/>
                      <a:tailEnd type="none" w="med" len="med"/>
                    </a:ln>
                  </p:spPr>
                  <p:txBody>
                    <a:bodyPr/>
                    <a:p>
                      <a:endParaRPr lang="zh-CN" altLang="en-US"/>
                    </a:p>
                  </p:txBody>
                </p:sp>
                <p:grpSp>
                  <p:nvGrpSpPr>
                    <p:cNvPr id="22590" name="Group 62"/>
                    <p:cNvGrpSpPr/>
                    <p:nvPr/>
                  </p:nvGrpSpPr>
                  <p:grpSpPr>
                    <a:xfrm>
                      <a:off x="1392" y="2640"/>
                      <a:ext cx="349" cy="432"/>
                      <a:chOff x="1392" y="2640"/>
                      <a:chExt cx="349" cy="432"/>
                    </a:xfrm>
                  </p:grpSpPr>
                  <p:sp>
                    <p:nvSpPr>
                      <p:cNvPr id="22591" name="Line 63"/>
                      <p:cNvSpPr/>
                      <p:nvPr/>
                    </p:nvSpPr>
                    <p:spPr>
                      <a:xfrm flipH="1">
                        <a:off x="1392" y="2880"/>
                        <a:ext cx="192" cy="192"/>
                      </a:xfrm>
                      <a:prstGeom prst="line">
                        <a:avLst/>
                      </a:prstGeom>
                      <a:ln w="28575" cap="flat" cmpd="sng">
                        <a:solidFill>
                          <a:srgbClr val="FF0000"/>
                        </a:solidFill>
                        <a:prstDash val="solid"/>
                        <a:round/>
                        <a:headEnd type="none" w="med" len="med"/>
                        <a:tailEnd type="triangle" w="med" len="med"/>
                      </a:ln>
                    </p:spPr>
                  </p:sp>
                  <p:sp>
                    <p:nvSpPr>
                      <p:cNvPr id="22592" name="Rectangle 64"/>
                      <p:cNvSpPr/>
                      <p:nvPr/>
                    </p:nvSpPr>
                    <p:spPr>
                      <a:xfrm>
                        <a:off x="1584" y="2640"/>
                        <a:ext cx="157" cy="269"/>
                      </a:xfrm>
                      <a:prstGeom prst="rect">
                        <a:avLst/>
                      </a:prstGeom>
                      <a:noFill/>
                      <a:ln w="9525">
                        <a:noFill/>
                      </a:ln>
                    </p:spPr>
                    <p:txBody>
                      <a:bodyPr anchor="t">
                        <a:spAutoFit/>
                      </a:bodyPr>
                      <a:p>
                        <a:r>
                          <a:rPr lang="en-US" altLang="zh-CN" i="1" dirty="0">
                            <a:solidFill>
                              <a:srgbClr val="FF0000"/>
                            </a:solidFill>
                            <a:latin typeface="Times New Roman" panose="02020603050405020304" pitchFamily="18" charset="0"/>
                            <a:ea typeface="宋体" panose="02010600030101010101" pitchFamily="2" charset="-122"/>
                          </a:rPr>
                          <a:t>i</a:t>
                        </a:r>
                        <a:endParaRPr lang="en-US" altLang="zh-CN" i="1" dirty="0">
                          <a:latin typeface="Times New Roman" panose="02020603050405020304" pitchFamily="18" charset="0"/>
                          <a:ea typeface="宋体" panose="02010600030101010101" pitchFamily="2" charset="-122"/>
                        </a:endParaRPr>
                      </a:p>
                    </p:txBody>
                  </p:sp>
                </p:grpSp>
              </p:grpSp>
              <p:sp>
                <p:nvSpPr>
                  <p:cNvPr id="22593" name="Freeform 65"/>
                  <p:cNvSpPr/>
                  <p:nvPr/>
                </p:nvSpPr>
                <p:spPr>
                  <a:xfrm>
                    <a:off x="603" y="2928"/>
                    <a:ext cx="623" cy="494"/>
                  </a:xfrm>
                  <a:custGeom>
                    <a:avLst/>
                    <a:gdLst/>
                    <a:ahLst/>
                    <a:cxnLst>
                      <a:cxn ang="0">
                        <a:pos x="0" y="8234"/>
                      </a:cxn>
                      <a:cxn ang="0">
                        <a:pos x="42" y="6002"/>
                      </a:cxn>
                      <a:cxn ang="0">
                        <a:pos x="83" y="4042"/>
                      </a:cxn>
                      <a:cxn ang="0">
                        <a:pos x="125" y="2365"/>
                      </a:cxn>
                      <a:cxn ang="0">
                        <a:pos x="168" y="988"/>
                      </a:cxn>
                      <a:cxn ang="0">
                        <a:pos x="202" y="248"/>
                      </a:cxn>
                      <a:cxn ang="0">
                        <a:pos x="244" y="0"/>
                      </a:cxn>
                      <a:cxn ang="0">
                        <a:pos x="287" y="248"/>
                      </a:cxn>
                      <a:cxn ang="0">
                        <a:pos x="328" y="988"/>
                      </a:cxn>
                      <a:cxn ang="0">
                        <a:pos x="370" y="2365"/>
                      </a:cxn>
                      <a:cxn ang="0">
                        <a:pos x="412" y="4042"/>
                      </a:cxn>
                      <a:cxn ang="0">
                        <a:pos x="454" y="6138"/>
                      </a:cxn>
                      <a:cxn ang="0">
                        <a:pos x="496" y="8234"/>
                      </a:cxn>
                    </a:cxnLst>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rgbClr val="000099"/>
                    </a:solidFill>
                    <a:prstDash val="solid"/>
                    <a:round/>
                    <a:headEnd type="none" w="med" len="med"/>
                    <a:tailEnd type="none" w="med" len="med"/>
                  </a:ln>
                </p:spPr>
                <p:txBody>
                  <a:bodyPr/>
                  <a:p>
                    <a:endParaRPr lang="zh-CN" altLang="en-US"/>
                  </a:p>
                </p:txBody>
              </p:sp>
              <p:sp>
                <p:nvSpPr>
                  <p:cNvPr id="22594" name="Freeform 66"/>
                  <p:cNvSpPr/>
                  <p:nvPr/>
                </p:nvSpPr>
                <p:spPr>
                  <a:xfrm>
                    <a:off x="1226" y="3408"/>
                    <a:ext cx="623" cy="494"/>
                  </a:xfrm>
                  <a:custGeom>
                    <a:avLst/>
                    <a:gdLst/>
                    <a:ahLst/>
                    <a:cxnLst>
                      <a:cxn ang="0">
                        <a:pos x="491" y="0"/>
                      </a:cxn>
                      <a:cxn ang="0">
                        <a:pos x="449" y="2227"/>
                      </a:cxn>
                      <a:cxn ang="0">
                        <a:pos x="409" y="4205"/>
                      </a:cxn>
                      <a:cxn ang="0">
                        <a:pos x="367" y="5838"/>
                      </a:cxn>
                      <a:cxn ang="0">
                        <a:pos x="325" y="7259"/>
                      </a:cxn>
                      <a:cxn ang="0">
                        <a:pos x="290" y="7981"/>
                      </a:cxn>
                      <a:cxn ang="0">
                        <a:pos x="248" y="8234"/>
                      </a:cxn>
                      <a:cxn ang="0">
                        <a:pos x="208" y="7981"/>
                      </a:cxn>
                      <a:cxn ang="0">
                        <a:pos x="165" y="7259"/>
                      </a:cxn>
                      <a:cxn ang="0">
                        <a:pos x="124" y="5838"/>
                      </a:cxn>
                      <a:cxn ang="0">
                        <a:pos x="82" y="4205"/>
                      </a:cxn>
                      <a:cxn ang="0">
                        <a:pos x="41" y="2096"/>
                      </a:cxn>
                      <a:cxn ang="0">
                        <a:pos x="0" y="0"/>
                      </a:cxn>
                    </a:cxnLst>
                    <a:pathLst>
                      <a:path w="674" h="193">
                        <a:moveTo>
                          <a:pt x="673" y="0"/>
                        </a:moveTo>
                        <a:lnTo>
                          <a:pt x="616" y="52"/>
                        </a:lnTo>
                        <a:lnTo>
                          <a:pt x="559" y="98"/>
                        </a:lnTo>
                        <a:lnTo>
                          <a:pt x="502" y="136"/>
                        </a:lnTo>
                        <a:lnTo>
                          <a:pt x="446" y="169"/>
                        </a:lnTo>
                        <a:lnTo>
                          <a:pt x="398" y="186"/>
                        </a:lnTo>
                        <a:lnTo>
                          <a:pt x="340" y="192"/>
                        </a:lnTo>
                        <a:lnTo>
                          <a:pt x="284" y="186"/>
                        </a:lnTo>
                        <a:lnTo>
                          <a:pt x="226" y="169"/>
                        </a:lnTo>
                        <a:lnTo>
                          <a:pt x="170" y="136"/>
                        </a:lnTo>
                        <a:lnTo>
                          <a:pt x="112" y="98"/>
                        </a:lnTo>
                        <a:lnTo>
                          <a:pt x="56" y="49"/>
                        </a:lnTo>
                        <a:lnTo>
                          <a:pt x="0" y="0"/>
                        </a:lnTo>
                      </a:path>
                    </a:pathLst>
                  </a:custGeom>
                  <a:noFill/>
                  <a:ln w="38100" cap="rnd" cmpd="sng">
                    <a:solidFill>
                      <a:srgbClr val="000099"/>
                    </a:solidFill>
                    <a:prstDash val="solid"/>
                    <a:round/>
                    <a:headEnd type="none" w="med" len="med"/>
                    <a:tailEnd type="none" w="med" len="med"/>
                  </a:ln>
                </p:spPr>
                <p:txBody>
                  <a:bodyPr/>
                  <a:p>
                    <a:endParaRPr lang="zh-CN" altLang="en-US"/>
                  </a:p>
                </p:txBody>
              </p:sp>
              <p:sp>
                <p:nvSpPr>
                  <p:cNvPr id="22595" name="Freeform 67"/>
                  <p:cNvSpPr/>
                  <p:nvPr/>
                </p:nvSpPr>
                <p:spPr>
                  <a:xfrm>
                    <a:off x="1847" y="2915"/>
                    <a:ext cx="623" cy="494"/>
                  </a:xfrm>
                  <a:custGeom>
                    <a:avLst/>
                    <a:gdLst/>
                    <a:ahLst/>
                    <a:cxnLst>
                      <a:cxn ang="0">
                        <a:pos x="0" y="8234"/>
                      </a:cxn>
                      <a:cxn ang="0">
                        <a:pos x="42" y="6002"/>
                      </a:cxn>
                      <a:cxn ang="0">
                        <a:pos x="83" y="4042"/>
                      </a:cxn>
                      <a:cxn ang="0">
                        <a:pos x="125" y="2365"/>
                      </a:cxn>
                      <a:cxn ang="0">
                        <a:pos x="168" y="988"/>
                      </a:cxn>
                      <a:cxn ang="0">
                        <a:pos x="202" y="248"/>
                      </a:cxn>
                      <a:cxn ang="0">
                        <a:pos x="244" y="0"/>
                      </a:cxn>
                      <a:cxn ang="0">
                        <a:pos x="287" y="248"/>
                      </a:cxn>
                      <a:cxn ang="0">
                        <a:pos x="328" y="988"/>
                      </a:cxn>
                      <a:cxn ang="0">
                        <a:pos x="370" y="2365"/>
                      </a:cxn>
                      <a:cxn ang="0">
                        <a:pos x="412" y="4042"/>
                      </a:cxn>
                      <a:cxn ang="0">
                        <a:pos x="454" y="6138"/>
                      </a:cxn>
                      <a:cxn ang="0">
                        <a:pos x="496" y="8234"/>
                      </a:cxn>
                    </a:cxnLst>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rgbClr val="000099"/>
                    </a:solidFill>
                    <a:prstDash val="solid"/>
                    <a:round/>
                    <a:headEnd type="none" w="med" len="med"/>
                    <a:tailEnd type="none" w="med" len="med"/>
                  </a:ln>
                </p:spPr>
                <p:txBody>
                  <a:bodyPr/>
                  <a:p>
                    <a:endParaRPr lang="zh-CN" altLang="en-US"/>
                  </a:p>
                </p:txBody>
              </p:sp>
            </p:grpSp>
          </p:grpSp>
          <p:sp>
            <p:nvSpPr>
              <p:cNvPr id="22597" name="Line 69"/>
              <p:cNvSpPr/>
              <p:nvPr/>
            </p:nvSpPr>
            <p:spPr>
              <a:xfrm>
                <a:off x="576" y="3408"/>
                <a:ext cx="1824" cy="0"/>
              </a:xfrm>
              <a:prstGeom prst="line">
                <a:avLst/>
              </a:prstGeom>
              <a:ln w="38100" cap="flat" cmpd="sng">
                <a:solidFill>
                  <a:schemeClr val="tx1"/>
                </a:solidFill>
                <a:prstDash val="solid"/>
                <a:round/>
                <a:headEnd type="none" w="med" len="med"/>
                <a:tailEnd type="triangle" w="med" len="med"/>
              </a:ln>
            </p:spPr>
          </p:sp>
        </p:grpSp>
        <p:sp>
          <p:nvSpPr>
            <p:cNvPr id="22598" name="Text Box 70"/>
            <p:cNvSpPr txBox="1"/>
            <p:nvPr/>
          </p:nvSpPr>
          <p:spPr>
            <a:xfrm>
              <a:off x="960" y="3408"/>
              <a:ext cx="192" cy="288"/>
            </a:xfrm>
            <a:prstGeom prst="rect">
              <a:avLst/>
            </a:prstGeom>
            <a:noFill/>
            <a:ln w="9525">
              <a:noFill/>
            </a:ln>
          </p:spPr>
          <p:txBody>
            <a:bodyPr anchor="t">
              <a:spAutoFit/>
            </a:bodyPr>
            <a:p>
              <a:pPr>
                <a:spcBef>
                  <a:spcPct val="50000"/>
                </a:spcBef>
              </a:pPr>
              <a:r>
                <a:rPr lang="en-US" altLang="zh-CN" i="1" dirty="0">
                  <a:latin typeface="Times New Roman" panose="02020603050405020304" pitchFamily="18" charset="0"/>
                  <a:ea typeface="宋体" panose="02010600030101010101" pitchFamily="2" charset="-122"/>
                </a:rPr>
                <a:t>O</a:t>
              </a:r>
              <a:endParaRPr lang="en-US" altLang="zh-CN" i="1" dirty="0">
                <a:latin typeface="Times New Roman" panose="02020603050405020304" pitchFamily="18" charset="0"/>
                <a:ea typeface="宋体" panose="02010600030101010101" pitchFamily="2" charset="-122"/>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2"/>
                                        </p:tgtEl>
                                        <p:attrNameLst>
                                          <p:attrName>style.visibility</p:attrName>
                                        </p:attrNameLst>
                                      </p:cBhvr>
                                      <p:to>
                                        <p:strVal val="visible"/>
                                      </p:to>
                                    </p:set>
                                    <p:animEffect transition="in" filter="wipe(left)">
                                      <p:cBhvr>
                                        <p:cTn id="7" dur="500"/>
                                        <p:tgtEl>
                                          <p:spTgt spid="58372"/>
                                        </p:tgtEl>
                                      </p:cBhvr>
                                    </p:animEffect>
                                  </p:childTnLst>
                                </p:cTn>
                              </p:par>
                            </p:childTnLst>
                          </p:cTn>
                        </p:par>
                        <p:par>
                          <p:cTn id="8" fill="hold">
                            <p:stCondLst>
                              <p:cond delay="500"/>
                            </p:stCondLst>
                            <p:childTnLst>
                              <p:par>
                                <p:cTn id="9" presetID="9" presetClass="entr" presetSubtype="0" fill="hold" nodeType="afterEffect">
                                  <p:stCondLst>
                                    <p:cond delay="1000"/>
                                  </p:stCondLst>
                                  <p:childTnLst>
                                    <p:set>
                                      <p:cBhvr>
                                        <p:cTn id="10" dur="1" fill="hold">
                                          <p:stCondLst>
                                            <p:cond delay="0"/>
                                          </p:stCondLst>
                                        </p:cTn>
                                        <p:tgtEl>
                                          <p:spTgt spid="58398"/>
                                        </p:tgtEl>
                                        <p:attrNameLst>
                                          <p:attrName>style.visibility</p:attrName>
                                        </p:attrNameLst>
                                      </p:cBhvr>
                                      <p:to>
                                        <p:strVal val="visible"/>
                                      </p:to>
                                    </p:set>
                                    <p:animEffect transition="in" filter="dissolve">
                                      <p:cBhvr>
                                        <p:cTn id="11" dur="500"/>
                                        <p:tgtEl>
                                          <p:spTgt spid="58398"/>
                                        </p:tgtEl>
                                      </p:cBhvr>
                                    </p:animEffect>
                                  </p:childTnLst>
                                </p:cTn>
                              </p:par>
                            </p:childTnLst>
                          </p:cTn>
                        </p:par>
                        <p:par>
                          <p:cTn id="12" fill="hold">
                            <p:stCondLst>
                              <p:cond delay="2000"/>
                            </p:stCondLst>
                            <p:childTnLst>
                              <p:par>
                                <p:cTn id="13" presetID="18" presetClass="entr" presetSubtype="12" fill="hold" grpId="0" nodeType="afterEffect">
                                  <p:stCondLst>
                                    <p:cond delay="2000"/>
                                  </p:stCondLst>
                                  <p:childTnLst>
                                    <p:set>
                                      <p:cBhvr>
                                        <p:cTn id="14" dur="1" fill="hold">
                                          <p:stCondLst>
                                            <p:cond delay="0"/>
                                          </p:stCondLst>
                                        </p:cTn>
                                        <p:tgtEl>
                                          <p:spTgt spid="58373"/>
                                        </p:tgtEl>
                                        <p:attrNameLst>
                                          <p:attrName>style.visibility</p:attrName>
                                        </p:attrNameLst>
                                      </p:cBhvr>
                                      <p:to>
                                        <p:strVal val="visible"/>
                                      </p:to>
                                    </p:set>
                                    <p:animEffect transition="in" filter="strips(downLeft)">
                                      <p:cBhvr>
                                        <p:cTn id="15" dur="500"/>
                                        <p:tgtEl>
                                          <p:spTgt spid="5837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12659"/>
                                        </p:tgtEl>
                                        <p:attrNameLst>
                                          <p:attrName>style.visibility</p:attrName>
                                        </p:attrNameLst>
                                      </p:cBhvr>
                                      <p:to>
                                        <p:strVal val="visible"/>
                                      </p:to>
                                    </p:set>
                                    <p:animEffect transition="in" filter="wipe(left)">
                                      <p:cBhvr>
                                        <p:cTn id="25" dur="500"/>
                                        <p:tgtEl>
                                          <p:spTgt spid="11265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3564"/>
                                        </p:tgtEl>
                                        <p:attrNameLst>
                                          <p:attrName>style.visibility</p:attrName>
                                        </p:attrNameLst>
                                      </p:cBhvr>
                                      <p:to>
                                        <p:strVal val="visible"/>
                                      </p:to>
                                    </p:set>
                                    <p:animEffect transition="in" filter="blinds(horizontal)">
                                      <p:cBhvr>
                                        <p:cTn id="30" dur="500"/>
                                        <p:tgtEl>
                                          <p:spTgt spid="2356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46823"/>
                                        </p:tgtEl>
                                        <p:attrNameLst>
                                          <p:attrName>style.visibility</p:attrName>
                                        </p:attrNameLst>
                                      </p:cBhvr>
                                      <p:to>
                                        <p:strVal val="visible"/>
                                      </p:to>
                                    </p:set>
                                    <p:animEffect transition="in" filter="wipe(left)">
                                      <p:cBhvr>
                                        <p:cTn id="40" dur="500"/>
                                        <p:tgtEl>
                                          <p:spTgt spid="24682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12688"/>
                                        </p:tgtEl>
                                        <p:attrNameLst>
                                          <p:attrName>style.visibility</p:attrName>
                                        </p:attrNameLst>
                                      </p:cBhvr>
                                      <p:to>
                                        <p:strVal val="visible"/>
                                      </p:to>
                                    </p:set>
                                    <p:animEffect transition="in" filter="wipe(left)">
                                      <p:cBhvr>
                                        <p:cTn id="45" dur="500"/>
                                        <p:tgtEl>
                                          <p:spTgt spid="112688"/>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4682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3" presetClass="entr" presetSubtype="272" fill="hold" nodeType="clickEffect">
                                  <p:stCondLst>
                                    <p:cond delay="0"/>
                                  </p:stCondLst>
                                  <p:childTnLst>
                                    <p:set>
                                      <p:cBhvr>
                                        <p:cTn id="53" dur="1" fill="hold">
                                          <p:stCondLst>
                                            <p:cond delay="0"/>
                                          </p:stCondLst>
                                        </p:cTn>
                                        <p:tgtEl>
                                          <p:spTgt spid="246821"/>
                                        </p:tgtEl>
                                        <p:attrNameLst>
                                          <p:attrName>style.visibility</p:attrName>
                                        </p:attrNameLst>
                                      </p:cBhvr>
                                      <p:to>
                                        <p:strVal val="visible"/>
                                      </p:to>
                                    </p:set>
                                    <p:anim calcmode="lin" valueType="num">
                                      <p:cBhvr>
                                        <p:cTn id="54" dur="500" fill="hold"/>
                                        <p:tgtEl>
                                          <p:spTgt spid="246821"/>
                                        </p:tgtEl>
                                        <p:attrNameLst>
                                          <p:attrName>ppt_w</p:attrName>
                                        </p:attrNameLst>
                                      </p:cBhvr>
                                      <p:tavLst>
                                        <p:tav tm="0">
                                          <p:val>
                                            <p:strVal val="2/3*#ppt_w"/>
                                          </p:val>
                                        </p:tav>
                                        <p:tav tm="100000">
                                          <p:val>
                                            <p:strVal val="#ppt_w"/>
                                          </p:val>
                                        </p:tav>
                                      </p:tavLst>
                                    </p:anim>
                                    <p:anim calcmode="lin" valueType="num">
                                      <p:cBhvr>
                                        <p:cTn id="55" dur="500" fill="hold"/>
                                        <p:tgtEl>
                                          <p:spTgt spid="246821"/>
                                        </p:tgtEl>
                                        <p:attrNameLst>
                                          <p:attrName>ppt_h</p:attrName>
                                        </p:attrNameLst>
                                      </p:cBhvr>
                                      <p:tavLst>
                                        <p:tav tm="0">
                                          <p:val>
                                            <p:strVal val="2/3*#ppt_h"/>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23" presetClass="entr" presetSubtype="272" fill="hold" grpId="0" nodeType="clickEffect">
                                  <p:stCondLst>
                                    <p:cond delay="0"/>
                                  </p:stCondLst>
                                  <p:childTnLst>
                                    <p:set>
                                      <p:cBhvr>
                                        <p:cTn id="59" dur="1" fill="hold">
                                          <p:stCondLst>
                                            <p:cond delay="0"/>
                                          </p:stCondLst>
                                        </p:cTn>
                                        <p:tgtEl>
                                          <p:spTgt spid="44"/>
                                        </p:tgtEl>
                                        <p:attrNameLst>
                                          <p:attrName>style.visibility</p:attrName>
                                        </p:attrNameLst>
                                      </p:cBhvr>
                                      <p:to>
                                        <p:strVal val="visible"/>
                                      </p:to>
                                    </p:set>
                                    <p:anim calcmode="lin" valueType="num">
                                      <p:cBhvr>
                                        <p:cTn id="60" dur="500" fill="hold"/>
                                        <p:tgtEl>
                                          <p:spTgt spid="44"/>
                                        </p:tgtEl>
                                        <p:attrNameLst>
                                          <p:attrName>ppt_w</p:attrName>
                                        </p:attrNameLst>
                                      </p:cBhvr>
                                      <p:tavLst>
                                        <p:tav tm="0">
                                          <p:val>
                                            <p:strVal val="2/3*#ppt_w"/>
                                          </p:val>
                                        </p:tav>
                                        <p:tav tm="100000">
                                          <p:val>
                                            <p:strVal val="#ppt_w"/>
                                          </p:val>
                                        </p:tav>
                                      </p:tavLst>
                                    </p:anim>
                                    <p:anim calcmode="lin" valueType="num">
                                      <p:cBhvr>
                                        <p:cTn id="61" dur="500" fill="hold"/>
                                        <p:tgtEl>
                                          <p:spTgt spid="44"/>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p:bldP spid="58373" grpId="0" bldLvl="0" animBg="1"/>
      <p:bldP spid="246822" grpId="0"/>
      <p:bldP spid="44" grpId="0" bldLvl="0" animBg="1"/>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9394" name="Rectangle 2"/>
          <p:cNvSpPr>
            <a:spLocks noGrp="1"/>
          </p:cNvSpPr>
          <p:nvPr>
            <p:ph type="title"/>
          </p:nvPr>
        </p:nvSpPr>
        <p:spPr>
          <a:xfrm>
            <a:off x="4286250" y="536575"/>
            <a:ext cx="1841500" cy="895350"/>
          </a:xfrm>
        </p:spPr>
        <p:txBody>
          <a:bodyPr wrap="square" lIns="91440" tIns="45720" rIns="91440" bIns="45720" anchor="b"/>
          <a:p>
            <a:pPr>
              <a:spcBef>
                <a:spcPct val="50000"/>
              </a:spcBef>
            </a:pPr>
            <a:r>
              <a:rPr lang="zh-CN" altLang="en-US" sz="2400" b="1" dirty="0">
                <a:solidFill>
                  <a:srgbClr val="FFFF3D"/>
                </a:solidFill>
                <a:latin typeface="楷体" panose="02010609060101010101" charset="-122"/>
                <a:ea typeface="楷体" panose="02010609060101010101" charset="-122"/>
              </a:rPr>
              <a:t>几种常见的电感元件</a:t>
            </a:r>
            <a:endParaRPr lang="zh-CN" altLang="en-US" sz="2400" b="1" dirty="0">
              <a:solidFill>
                <a:srgbClr val="FFFF3D"/>
              </a:solidFill>
              <a:latin typeface="楷体" panose="02010609060101010101" charset="-122"/>
              <a:ea typeface="楷体" panose="02010609060101010101" charset="-122"/>
            </a:endParaRPr>
          </a:p>
        </p:txBody>
      </p:sp>
      <p:grpSp>
        <p:nvGrpSpPr>
          <p:cNvPr id="59396" name="Group 4"/>
          <p:cNvGrpSpPr/>
          <p:nvPr/>
        </p:nvGrpSpPr>
        <p:grpSpPr>
          <a:xfrm>
            <a:off x="2381250" y="2225675"/>
            <a:ext cx="4103688" cy="2859088"/>
            <a:chOff x="250" y="1372"/>
            <a:chExt cx="2585" cy="1670"/>
          </a:xfrm>
        </p:grpSpPr>
        <p:pic>
          <p:nvPicPr>
            <p:cNvPr id="35843" name="Picture 5" descr="磁心电感"/>
            <p:cNvPicPr>
              <a:picLocks noChangeAspect="1"/>
            </p:cNvPicPr>
            <p:nvPr/>
          </p:nvPicPr>
          <p:blipFill>
            <a:blip r:embed="rId1"/>
            <a:stretch>
              <a:fillRect/>
            </a:stretch>
          </p:blipFill>
          <p:spPr>
            <a:xfrm>
              <a:off x="250" y="1372"/>
              <a:ext cx="2585" cy="1393"/>
            </a:xfrm>
            <a:prstGeom prst="rect">
              <a:avLst/>
            </a:prstGeom>
            <a:noFill/>
            <a:ln w="9525">
              <a:noFill/>
            </a:ln>
          </p:spPr>
        </p:pic>
        <p:sp>
          <p:nvSpPr>
            <p:cNvPr id="35844" name="Text Box 6"/>
            <p:cNvSpPr txBox="1"/>
            <p:nvPr/>
          </p:nvSpPr>
          <p:spPr>
            <a:xfrm>
              <a:off x="612" y="2732"/>
              <a:ext cx="1724" cy="310"/>
            </a:xfrm>
            <a:prstGeom prst="rect">
              <a:avLst/>
            </a:prstGeom>
            <a:noFill/>
            <a:ln w="28575">
              <a:noFill/>
            </a:ln>
          </p:spPr>
          <p:txBody>
            <a:bodyPr anchor="t">
              <a:spAutoFit/>
            </a:bodyPr>
            <a:p>
              <a:pPr eaLnBrk="0" hangingPunct="0">
                <a:lnSpc>
                  <a:spcPct val="120000"/>
                </a:lnSpc>
              </a:pPr>
              <a:r>
                <a:rPr lang="zh-CN" altLang="en-US" sz="2400" dirty="0">
                  <a:latin typeface="楷体" panose="02010609060101010101" charset="-122"/>
                  <a:ea typeface="楷体" panose="02010609060101010101" charset="-122"/>
                </a:rPr>
                <a:t>带有磁心的电感</a:t>
              </a:r>
              <a:endParaRPr lang="zh-CN" altLang="en-US" sz="2400" dirty="0">
                <a:latin typeface="楷体" panose="02010609060101010101" charset="-122"/>
                <a:ea typeface="楷体" panose="02010609060101010101" charset="-122"/>
              </a:endParaRPr>
            </a:p>
          </p:txBody>
        </p:sp>
      </p:grpSp>
      <p:grpSp>
        <p:nvGrpSpPr>
          <p:cNvPr id="59399" name="Group 7"/>
          <p:cNvGrpSpPr/>
          <p:nvPr/>
        </p:nvGrpSpPr>
        <p:grpSpPr>
          <a:xfrm>
            <a:off x="258763" y="447675"/>
            <a:ext cx="2230437" cy="2557463"/>
            <a:chOff x="2835" y="1372"/>
            <a:chExt cx="1405" cy="1716"/>
          </a:xfrm>
        </p:grpSpPr>
        <p:pic>
          <p:nvPicPr>
            <p:cNvPr id="35846" name="Picture 8" descr="陶瓷电感"/>
            <p:cNvPicPr>
              <a:picLocks noChangeAspect="1"/>
            </p:cNvPicPr>
            <p:nvPr/>
          </p:nvPicPr>
          <p:blipFill>
            <a:blip r:embed="rId2"/>
            <a:stretch>
              <a:fillRect/>
            </a:stretch>
          </p:blipFill>
          <p:spPr>
            <a:xfrm>
              <a:off x="2835" y="1372"/>
              <a:ext cx="1405" cy="1405"/>
            </a:xfrm>
            <a:prstGeom prst="rect">
              <a:avLst/>
            </a:prstGeom>
            <a:noFill/>
            <a:ln w="9525">
              <a:noFill/>
            </a:ln>
          </p:spPr>
        </p:pic>
        <p:sp>
          <p:nvSpPr>
            <p:cNvPr id="35847" name="Text Box 9"/>
            <p:cNvSpPr txBox="1"/>
            <p:nvPr/>
          </p:nvSpPr>
          <p:spPr>
            <a:xfrm>
              <a:off x="3017" y="2732"/>
              <a:ext cx="1088" cy="356"/>
            </a:xfrm>
            <a:prstGeom prst="rect">
              <a:avLst/>
            </a:prstGeom>
            <a:noFill/>
            <a:ln w="28575">
              <a:noFill/>
            </a:ln>
          </p:spPr>
          <p:txBody>
            <a:bodyPr anchor="t">
              <a:spAutoFit/>
            </a:bodyPr>
            <a:p>
              <a:pPr eaLnBrk="0" hangingPunct="0">
                <a:lnSpc>
                  <a:spcPct val="120000"/>
                </a:lnSpc>
              </a:pPr>
              <a:r>
                <a:rPr lang="zh-CN" altLang="en-US" sz="2400" dirty="0">
                  <a:latin typeface="楷体" panose="02010609060101010101" charset="-122"/>
                  <a:ea typeface="楷体" panose="02010609060101010101" charset="-122"/>
                </a:rPr>
                <a:t>陶瓷电感</a:t>
              </a:r>
              <a:endParaRPr lang="zh-CN" altLang="en-US" sz="2400" dirty="0">
                <a:latin typeface="楷体" panose="02010609060101010101" charset="-122"/>
                <a:ea typeface="楷体" panose="02010609060101010101" charset="-122"/>
              </a:endParaRPr>
            </a:p>
          </p:txBody>
        </p:sp>
      </p:grpSp>
      <p:graphicFrame>
        <p:nvGraphicFramePr>
          <p:cNvPr id="59406" name="Object 14"/>
          <p:cNvGraphicFramePr>
            <a:graphicFrameLocks noChangeAspect="1"/>
          </p:cNvGraphicFramePr>
          <p:nvPr/>
        </p:nvGraphicFramePr>
        <p:xfrm>
          <a:off x="6486525" y="4130675"/>
          <a:ext cx="2381250" cy="1495425"/>
        </p:xfrm>
        <a:graphic>
          <a:graphicData uri="http://schemas.openxmlformats.org/presentationml/2006/ole">
            <mc:AlternateContent xmlns:mc="http://schemas.openxmlformats.org/markup-compatibility/2006">
              <mc:Choice xmlns:v="urn:schemas-microsoft-com:vml" Requires="v">
                <p:oleObj spid="_x0000_s3083" name="" r:id="rId3" imgW="2381250" imgH="1495425" progId="Paint.Picture">
                  <p:embed/>
                </p:oleObj>
              </mc:Choice>
              <mc:Fallback>
                <p:oleObj name="" r:id="rId3" imgW="2381250" imgH="1495425" progId="Paint.Picture">
                  <p:embed/>
                  <p:pic>
                    <p:nvPicPr>
                      <p:cNvPr id="0" name="图片 3082"/>
                      <p:cNvPicPr/>
                      <p:nvPr/>
                    </p:nvPicPr>
                    <p:blipFill>
                      <a:blip r:embed="rId4"/>
                      <a:stretch>
                        <a:fillRect/>
                      </a:stretch>
                    </p:blipFill>
                    <p:spPr>
                      <a:xfrm>
                        <a:off x="6486525" y="4130675"/>
                        <a:ext cx="2381250" cy="1495425"/>
                      </a:xfrm>
                      <a:prstGeom prst="rect">
                        <a:avLst/>
                      </a:prstGeom>
                      <a:noFill/>
                      <a:ln w="38100">
                        <a:noFill/>
                        <a:miter/>
                      </a:ln>
                    </p:spPr>
                  </p:pic>
                </p:oleObj>
              </mc:Fallback>
            </mc:AlternateContent>
          </a:graphicData>
        </a:graphic>
      </p:graphicFrame>
      <p:sp>
        <p:nvSpPr>
          <p:cNvPr id="59407" name="Text Box 15"/>
          <p:cNvSpPr txBox="1"/>
          <p:nvPr/>
        </p:nvSpPr>
        <p:spPr>
          <a:xfrm>
            <a:off x="6711950" y="5659438"/>
            <a:ext cx="2432050" cy="458787"/>
          </a:xfrm>
          <a:prstGeom prst="rect">
            <a:avLst/>
          </a:prstGeom>
          <a:noFill/>
          <a:ln w="38100">
            <a:noFill/>
          </a:ln>
        </p:spPr>
        <p:txBody>
          <a:bodyPr lIns="90000" tIns="46800" rIns="90000" bIns="46800" anchor="t">
            <a:spAutoFit/>
          </a:bodyPr>
          <a:p>
            <a:pPr>
              <a:spcBef>
                <a:spcPct val="50000"/>
              </a:spcBef>
            </a:pPr>
            <a:r>
              <a:rPr lang="zh-CN" altLang="en-US" sz="2400" dirty="0">
                <a:latin typeface="楷体" panose="02010609060101010101" charset="-122"/>
                <a:ea typeface="楷体" panose="02010609060101010101" charset="-122"/>
              </a:rPr>
              <a:t>铁氧体磁芯</a:t>
            </a:r>
            <a:endParaRPr lang="zh-CN" altLang="en-US" sz="2400" dirty="0">
              <a:latin typeface="楷体" panose="02010609060101010101" charset="-122"/>
              <a:ea typeface="楷体" panose="02010609060101010101"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1000"/>
                                  </p:stCondLst>
                                  <p:childTnLst>
                                    <p:set>
                                      <p:cBhvr>
                                        <p:cTn id="6" dur="1" fill="hold">
                                          <p:stCondLst>
                                            <p:cond delay="0"/>
                                          </p:stCondLst>
                                        </p:cTn>
                                        <p:tgtEl>
                                          <p:spTgt spid="59394"/>
                                        </p:tgtEl>
                                        <p:attrNameLst>
                                          <p:attrName>style.visibility</p:attrName>
                                        </p:attrNameLst>
                                      </p:cBhvr>
                                      <p:to>
                                        <p:strVal val="visible"/>
                                      </p:to>
                                    </p:set>
                                    <p:anim calcmode="lin" valueType="num">
                                      <p:cBhvr additive="base">
                                        <p:cTn id="7" dur="500" fill="hold"/>
                                        <p:tgtEl>
                                          <p:spTgt spid="59394"/>
                                        </p:tgtEl>
                                        <p:attrNameLst>
                                          <p:attrName>ppt_x</p:attrName>
                                        </p:attrNameLst>
                                      </p:cBhvr>
                                      <p:tavLst>
                                        <p:tav tm="0">
                                          <p:val>
                                            <p:strVal val="1+#ppt_w/2"/>
                                          </p:val>
                                        </p:tav>
                                        <p:tav tm="100000">
                                          <p:val>
                                            <p:strVal val="#ppt_x"/>
                                          </p:val>
                                        </p:tav>
                                      </p:tavLst>
                                    </p:anim>
                                    <p:anim calcmode="lin" valueType="num">
                                      <p:cBhvr additive="base">
                                        <p:cTn id="8" dur="500" fill="hold"/>
                                        <p:tgtEl>
                                          <p:spTgt spid="59394"/>
                                        </p:tgtEl>
                                        <p:attrNameLst>
                                          <p:attrName>ppt_y</p:attrName>
                                        </p:attrNameLst>
                                      </p:cBhvr>
                                      <p:tavLst>
                                        <p:tav tm="0">
                                          <p:val>
                                            <p:strVal val="#ppt_y"/>
                                          </p:val>
                                        </p:tav>
                                        <p:tav tm="100000">
                                          <p:val>
                                            <p:strVal val="#ppt_y"/>
                                          </p:val>
                                        </p:tav>
                                      </p:tavLst>
                                    </p:anim>
                                  </p:childTnLst>
                                </p:cTn>
                              </p:par>
                            </p:childTnLst>
                          </p:cTn>
                        </p:par>
                        <p:par>
                          <p:cTn id="9" fill="hold">
                            <p:stCondLst>
                              <p:cond delay="1500"/>
                            </p:stCondLst>
                            <p:childTnLst>
                              <p:par>
                                <p:cTn id="10" presetID="12" presetClass="entr" presetSubtype="8" fill="hold" nodeType="afterEffect">
                                  <p:stCondLst>
                                    <p:cond delay="1000"/>
                                  </p:stCondLst>
                                  <p:childTnLst>
                                    <p:set>
                                      <p:cBhvr>
                                        <p:cTn id="11" dur="1" fill="hold">
                                          <p:stCondLst>
                                            <p:cond delay="0"/>
                                          </p:stCondLst>
                                        </p:cTn>
                                        <p:tgtEl>
                                          <p:spTgt spid="59399"/>
                                        </p:tgtEl>
                                        <p:attrNameLst>
                                          <p:attrName>style.visibility</p:attrName>
                                        </p:attrNameLst>
                                      </p:cBhvr>
                                      <p:to>
                                        <p:strVal val="visible"/>
                                      </p:to>
                                    </p:set>
                                    <p:animEffect transition="in" filter="slide(fromLeft)">
                                      <p:cBhvr>
                                        <p:cTn id="12" dur="500"/>
                                        <p:tgtEl>
                                          <p:spTgt spid="59399"/>
                                        </p:tgtEl>
                                      </p:cBhvr>
                                    </p:animEffect>
                                  </p:childTnLst>
                                </p:cTn>
                              </p:par>
                            </p:childTnLst>
                          </p:cTn>
                        </p:par>
                        <p:par>
                          <p:cTn id="13" fill="hold">
                            <p:stCondLst>
                              <p:cond delay="3000"/>
                            </p:stCondLst>
                            <p:childTnLst>
                              <p:par>
                                <p:cTn id="14" presetID="2" presetClass="entr" presetSubtype="4" fill="hold" nodeType="afterEffect">
                                  <p:stCondLst>
                                    <p:cond delay="1000"/>
                                  </p:stCondLst>
                                  <p:childTnLst>
                                    <p:set>
                                      <p:cBhvr>
                                        <p:cTn id="15" dur="1" fill="hold">
                                          <p:stCondLst>
                                            <p:cond delay="0"/>
                                          </p:stCondLst>
                                        </p:cTn>
                                        <p:tgtEl>
                                          <p:spTgt spid="59396"/>
                                        </p:tgtEl>
                                        <p:attrNameLst>
                                          <p:attrName>style.visibility</p:attrName>
                                        </p:attrNameLst>
                                      </p:cBhvr>
                                      <p:to>
                                        <p:strVal val="visible"/>
                                      </p:to>
                                    </p:set>
                                    <p:anim calcmode="lin" valueType="num">
                                      <p:cBhvr additive="base">
                                        <p:cTn id="16" dur="500" fill="hold"/>
                                        <p:tgtEl>
                                          <p:spTgt spid="59396"/>
                                        </p:tgtEl>
                                        <p:attrNameLst>
                                          <p:attrName>ppt_x</p:attrName>
                                        </p:attrNameLst>
                                      </p:cBhvr>
                                      <p:tavLst>
                                        <p:tav tm="0">
                                          <p:val>
                                            <p:strVal val="#ppt_x"/>
                                          </p:val>
                                        </p:tav>
                                        <p:tav tm="100000">
                                          <p:val>
                                            <p:strVal val="#ppt_x"/>
                                          </p:val>
                                        </p:tav>
                                      </p:tavLst>
                                    </p:anim>
                                    <p:anim calcmode="lin" valueType="num">
                                      <p:cBhvr additive="base">
                                        <p:cTn id="17" dur="500" fill="hold"/>
                                        <p:tgtEl>
                                          <p:spTgt spid="59396"/>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59406"/>
                                        </p:tgtEl>
                                        <p:attrNameLst>
                                          <p:attrName>style.visibility</p:attrName>
                                        </p:attrNameLst>
                                      </p:cBhvr>
                                      <p:to>
                                        <p:strVal val="visible"/>
                                      </p:to>
                                    </p:set>
                                    <p:anim calcmode="lin" valueType="num">
                                      <p:cBhvr additive="base">
                                        <p:cTn id="22" dur="500" fill="hold"/>
                                        <p:tgtEl>
                                          <p:spTgt spid="59406"/>
                                        </p:tgtEl>
                                        <p:attrNameLst>
                                          <p:attrName>ppt_x</p:attrName>
                                        </p:attrNameLst>
                                      </p:cBhvr>
                                      <p:tavLst>
                                        <p:tav tm="0">
                                          <p:val>
                                            <p:strVal val="0-#ppt_w/2"/>
                                          </p:val>
                                        </p:tav>
                                        <p:tav tm="100000">
                                          <p:val>
                                            <p:strVal val="#ppt_x"/>
                                          </p:val>
                                        </p:tav>
                                      </p:tavLst>
                                    </p:anim>
                                    <p:anim calcmode="lin" valueType="num">
                                      <p:cBhvr additive="base">
                                        <p:cTn id="23" dur="500" fill="hold"/>
                                        <p:tgtEl>
                                          <p:spTgt spid="5940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59407"/>
                                        </p:tgtEl>
                                        <p:attrNameLst>
                                          <p:attrName>style.visibility</p:attrName>
                                        </p:attrNameLst>
                                      </p:cBhvr>
                                      <p:to>
                                        <p:strVal val="visible"/>
                                      </p:to>
                                    </p:set>
                                    <p:anim calcmode="lin" valueType="num">
                                      <p:cBhvr additive="base">
                                        <p:cTn id="28" dur="500" fill="hold"/>
                                        <p:tgtEl>
                                          <p:spTgt spid="59407"/>
                                        </p:tgtEl>
                                        <p:attrNameLst>
                                          <p:attrName>ppt_x</p:attrName>
                                        </p:attrNameLst>
                                      </p:cBhvr>
                                      <p:tavLst>
                                        <p:tav tm="0">
                                          <p:val>
                                            <p:strVal val="0-#ppt_w/2"/>
                                          </p:val>
                                        </p:tav>
                                        <p:tav tm="100000">
                                          <p:val>
                                            <p:strVal val="#ppt_x"/>
                                          </p:val>
                                        </p:tav>
                                      </p:tavLst>
                                    </p:anim>
                                    <p:anim calcmode="lin" valueType="num">
                                      <p:cBhvr additive="base">
                                        <p:cTn id="29" dur="500" fill="hold"/>
                                        <p:tgtEl>
                                          <p:spTgt spid="594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p:bldP spid="59407"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lumOff val="50000"/>
          </a:schemeClr>
        </a:solidFill>
        <a:effectLst/>
      </p:bgPr>
    </p:bg>
    <p:spTree>
      <p:nvGrpSpPr>
        <p:cNvPr id="1" name=""/>
        <p:cNvGrpSpPr/>
        <p:nvPr/>
      </p:nvGrpSpPr>
      <p:grpSpPr/>
      <p:sp>
        <p:nvSpPr>
          <p:cNvPr id="62466" name="Rectangle 2"/>
          <p:cNvSpPr>
            <a:spLocks noGrp="1" noChangeArrowheads="1"/>
          </p:cNvSpPr>
          <p:nvPr>
            <p:ph type="title"/>
          </p:nvPr>
        </p:nvSpPr>
        <p:spPr>
          <a:xfrm>
            <a:off x="443865" y="1025843"/>
            <a:ext cx="3819525" cy="573088"/>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50000"/>
              </a:spcBef>
              <a:spcAft>
                <a:spcPct val="0"/>
              </a:spcAft>
              <a:buClrTx/>
              <a:buSzTx/>
              <a:buFontTx/>
              <a:buNone/>
              <a:defRPr/>
            </a:pPr>
            <a:r>
              <a:rPr kumimoji="1" lang="en-US" altLang="zh-CN" sz="2800" b="1" i="0" u="none" strike="noStrike" kern="0" cap="none" spc="0" normalizeH="0" baseline="0" noProof="0" smtClean="0">
                <a:ln>
                  <a:noFill/>
                </a:ln>
                <a:solidFill>
                  <a:srgbClr val="FFFF3D"/>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rPr>
              <a:t>  </a:t>
            </a:r>
            <a:r>
              <a:rPr kumimoji="1" lang="zh-CN" altLang="en-US" sz="2800" b="1" i="0" u="none" strike="noStrike" kern="0" cap="none" spc="0" normalizeH="0" baseline="0" noProof="0" smtClean="0">
                <a:ln>
                  <a:noFill/>
                </a:ln>
                <a:solidFill>
                  <a:srgbClr val="FFFF3D"/>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rPr>
              <a:t>独立电源元件</a:t>
            </a:r>
            <a:endParaRPr kumimoji="1" lang="zh-CN" altLang="en-US" sz="2800" b="1" i="0" u="none" strike="noStrike" kern="0" cap="none" spc="0" normalizeH="0" baseline="0" noProof="0" smtClean="0">
              <a:ln>
                <a:noFill/>
              </a:ln>
              <a:solidFill>
                <a:srgbClr val="FFFF3D"/>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endParaRPr>
          </a:p>
        </p:txBody>
      </p:sp>
      <p:sp>
        <p:nvSpPr>
          <p:cNvPr id="62468" name="Text Box 4"/>
          <p:cNvSpPr txBox="1"/>
          <p:nvPr/>
        </p:nvSpPr>
        <p:spPr>
          <a:xfrm>
            <a:off x="225425" y="1989773"/>
            <a:ext cx="4256088" cy="457200"/>
          </a:xfrm>
          <a:prstGeom prst="rect">
            <a:avLst/>
          </a:prstGeom>
          <a:noFill/>
          <a:ln w="12700">
            <a:noFill/>
          </a:ln>
          <a:effectLst>
            <a:outerShdw dist="35921" dir="2699999" algn="ctr" rotWithShape="0">
              <a:schemeClr val="bg2"/>
            </a:outerShdw>
          </a:effectLst>
        </p:spPr>
        <p:txBody>
          <a:bodyPr wrap="square" anchor="t">
            <a:spAutoFit/>
          </a:bodyPr>
          <a:p>
            <a:pPr eaLnBrk="0" hangingPunct="0"/>
            <a:r>
              <a:rPr lang="zh-CN" altLang="en-US" sz="2400" dirty="0">
                <a:latin typeface="黑体" panose="02010609060101010101" pitchFamily="2" charset="-122"/>
                <a:ea typeface="黑体" panose="02010609060101010101" pitchFamily="2" charset="-122"/>
              </a:rPr>
              <a:t>一、理想电压源和理想电流源</a:t>
            </a:r>
            <a:endParaRPr lang="zh-CN" altLang="en-US" sz="2400" dirty="0">
              <a:solidFill>
                <a:srgbClr val="FFFF00"/>
              </a:solidFill>
              <a:latin typeface="黑体" panose="02010609060101010101" pitchFamily="2" charset="-122"/>
              <a:ea typeface="黑体" panose="02010609060101010101" pitchFamily="2" charset="-122"/>
            </a:endParaRPr>
          </a:p>
        </p:txBody>
      </p:sp>
      <p:sp>
        <p:nvSpPr>
          <p:cNvPr id="62469" name="Text Box 5"/>
          <p:cNvSpPr txBox="1"/>
          <p:nvPr/>
        </p:nvSpPr>
        <p:spPr>
          <a:xfrm>
            <a:off x="688340" y="2830830"/>
            <a:ext cx="5387975" cy="457200"/>
          </a:xfrm>
          <a:prstGeom prst="rect">
            <a:avLst/>
          </a:prstGeom>
          <a:noFill/>
          <a:ln w="9525">
            <a:noFill/>
          </a:ln>
        </p:spPr>
        <p:txBody>
          <a:bodyPr wrap="square" anchor="t">
            <a:spAutoFit/>
          </a:bodyPr>
          <a:p>
            <a:pPr eaLnBrk="0" hangingPunct="0"/>
            <a:r>
              <a:rPr lang="zh-CN" altLang="en-US" sz="2400" dirty="0">
                <a:latin typeface="楷体" panose="02010609060101010101" charset="-122"/>
                <a:ea typeface="楷体" panose="02010609060101010101" charset="-122"/>
              </a:rPr>
              <a:t>外特性：输出电压与输出电流的关系。</a:t>
            </a:r>
            <a:endParaRPr lang="zh-CN" altLang="en-US" sz="2400" dirty="0">
              <a:latin typeface="楷体" panose="02010609060101010101" charset="-122"/>
              <a:ea typeface="楷体" panose="02010609060101010101" charset="-122"/>
            </a:endParaRPr>
          </a:p>
        </p:txBody>
      </p:sp>
      <p:sp>
        <p:nvSpPr>
          <p:cNvPr id="62473" name="Text Box 9"/>
          <p:cNvSpPr txBox="1"/>
          <p:nvPr/>
        </p:nvSpPr>
        <p:spPr>
          <a:xfrm>
            <a:off x="69850" y="5221605"/>
            <a:ext cx="1112838" cy="482600"/>
          </a:xfrm>
          <a:prstGeom prst="rect">
            <a:avLst/>
          </a:prstGeom>
          <a:noFill/>
          <a:ln w="38100">
            <a:noFill/>
          </a:ln>
        </p:spPr>
        <p:txBody>
          <a:bodyPr wrap="square" anchor="t">
            <a:spAutoFit/>
          </a:bodyPr>
          <a:p>
            <a:pPr eaLnBrk="0" hangingPunct="0"/>
            <a:r>
              <a:rPr lang="zh-CN" altLang="en-US" sz="2400" dirty="0">
                <a:solidFill>
                  <a:srgbClr val="FFCCFF"/>
                </a:solidFill>
                <a:latin typeface="华文彩云" pitchFamily="2" charset="-122"/>
                <a:ea typeface="华文彩云" pitchFamily="2" charset="-122"/>
              </a:rPr>
              <a:t>特点</a:t>
            </a:r>
            <a:r>
              <a:rPr lang="zh-CN" altLang="en-US" sz="2400" dirty="0">
                <a:solidFill>
                  <a:srgbClr val="FFCCFF"/>
                </a:solidFill>
                <a:latin typeface="Times New Roman" panose="02020603050405020304" pitchFamily="18" charset="0"/>
                <a:ea typeface="隶书" pitchFamily="49" charset="-122"/>
              </a:rPr>
              <a:t>：</a:t>
            </a:r>
            <a:endParaRPr lang="zh-CN" altLang="en-US" sz="2400" dirty="0">
              <a:solidFill>
                <a:srgbClr val="FFCCFF"/>
              </a:solidFill>
              <a:latin typeface="Times New Roman" panose="02020603050405020304" pitchFamily="18" charset="0"/>
              <a:ea typeface="隶书" pitchFamily="49" charset="-122"/>
            </a:endParaRPr>
          </a:p>
        </p:txBody>
      </p:sp>
      <p:grpSp>
        <p:nvGrpSpPr>
          <p:cNvPr id="62529" name="Group 65"/>
          <p:cNvGrpSpPr/>
          <p:nvPr/>
        </p:nvGrpSpPr>
        <p:grpSpPr>
          <a:xfrm>
            <a:off x="5085080" y="3293745"/>
            <a:ext cx="2604770" cy="1930843"/>
            <a:chOff x="3075" y="1417"/>
            <a:chExt cx="1749" cy="1430"/>
          </a:xfrm>
        </p:grpSpPr>
        <p:sp>
          <p:nvSpPr>
            <p:cNvPr id="5126" name="Text Box 6"/>
            <p:cNvSpPr txBox="1"/>
            <p:nvPr/>
          </p:nvSpPr>
          <p:spPr>
            <a:xfrm>
              <a:off x="3403" y="1417"/>
              <a:ext cx="255" cy="341"/>
            </a:xfrm>
            <a:prstGeom prst="rect">
              <a:avLst/>
            </a:prstGeom>
            <a:noFill/>
            <a:ln w="9525">
              <a:noFill/>
            </a:ln>
          </p:spPr>
          <p:txBody>
            <a:bodyPr wrap="square" anchor="t">
              <a:spAutoFit/>
            </a:bodyPr>
            <a:p>
              <a:pPr eaLnBrk="0" hangingPunct="0"/>
              <a:r>
                <a:rPr lang="en-US" altLang="zh-CN" sz="2400" i="1" dirty="0">
                  <a:solidFill>
                    <a:srgbClr val="FFFF3D"/>
                  </a:solidFill>
                  <a:latin typeface="Times New Roman" panose="02020603050405020304" pitchFamily="18" charset="0"/>
                  <a:ea typeface="宋体" panose="02010600030101010101" pitchFamily="2" charset="-122"/>
                </a:rPr>
                <a:t>U</a:t>
              </a:r>
              <a:endParaRPr lang="en-US" altLang="zh-CN" sz="2400" dirty="0">
                <a:solidFill>
                  <a:srgbClr val="FFFF3D"/>
                </a:solidFill>
                <a:latin typeface="Times New Roman" panose="02020603050405020304" pitchFamily="18" charset="0"/>
                <a:ea typeface="宋体" panose="02010600030101010101" pitchFamily="2" charset="-122"/>
              </a:endParaRPr>
            </a:p>
          </p:txBody>
        </p:sp>
        <p:grpSp>
          <p:nvGrpSpPr>
            <p:cNvPr id="5127" name="Group 64"/>
            <p:cNvGrpSpPr/>
            <p:nvPr/>
          </p:nvGrpSpPr>
          <p:grpSpPr>
            <a:xfrm>
              <a:off x="3075" y="1473"/>
              <a:ext cx="1749" cy="1374"/>
              <a:chOff x="3075" y="1473"/>
              <a:chExt cx="1749" cy="1374"/>
            </a:xfrm>
          </p:grpSpPr>
          <p:grpSp>
            <p:nvGrpSpPr>
              <p:cNvPr id="5128" name="Group 63"/>
              <p:cNvGrpSpPr/>
              <p:nvPr/>
            </p:nvGrpSpPr>
            <p:grpSpPr>
              <a:xfrm>
                <a:off x="3358" y="1473"/>
                <a:ext cx="1466" cy="1374"/>
                <a:chOff x="3358" y="1473"/>
                <a:chExt cx="1466" cy="1374"/>
              </a:xfrm>
            </p:grpSpPr>
            <p:sp>
              <p:nvSpPr>
                <p:cNvPr id="5129" name="Line 34"/>
                <p:cNvSpPr/>
                <p:nvPr/>
              </p:nvSpPr>
              <p:spPr>
                <a:xfrm flipV="1">
                  <a:off x="3365" y="1473"/>
                  <a:ext cx="1" cy="1222"/>
                </a:xfrm>
                <a:prstGeom prst="line">
                  <a:avLst/>
                </a:prstGeom>
                <a:ln w="38100" cap="flat" cmpd="sng">
                  <a:solidFill>
                    <a:schemeClr val="bg1"/>
                  </a:solidFill>
                  <a:prstDash val="solid"/>
                  <a:round/>
                  <a:headEnd type="none" w="med" len="med"/>
                  <a:tailEnd type="arrow" w="sm" len="lg"/>
                </a:ln>
              </p:spPr>
            </p:sp>
            <p:sp>
              <p:nvSpPr>
                <p:cNvPr id="5130" name="Line 35"/>
                <p:cNvSpPr/>
                <p:nvPr/>
              </p:nvSpPr>
              <p:spPr>
                <a:xfrm flipV="1">
                  <a:off x="3358" y="2678"/>
                  <a:ext cx="1296" cy="0"/>
                </a:xfrm>
                <a:prstGeom prst="line">
                  <a:avLst/>
                </a:prstGeom>
                <a:ln w="38100" cap="flat" cmpd="sng">
                  <a:solidFill>
                    <a:schemeClr val="bg1"/>
                  </a:solidFill>
                  <a:prstDash val="solid"/>
                  <a:round/>
                  <a:headEnd type="none" w="med" len="med"/>
                  <a:tailEnd type="triangle" w="sm" len="lg"/>
                </a:ln>
              </p:spPr>
            </p:sp>
            <p:sp>
              <p:nvSpPr>
                <p:cNvPr id="5131" name="Line 36"/>
                <p:cNvSpPr/>
                <p:nvPr/>
              </p:nvSpPr>
              <p:spPr>
                <a:xfrm>
                  <a:off x="3366" y="2005"/>
                  <a:ext cx="1152" cy="0"/>
                </a:xfrm>
                <a:prstGeom prst="line">
                  <a:avLst/>
                </a:prstGeom>
                <a:ln w="38100" cap="flat" cmpd="sng">
                  <a:solidFill>
                    <a:srgbClr val="FFFF3D"/>
                  </a:solidFill>
                  <a:prstDash val="solid"/>
                  <a:round/>
                  <a:headEnd type="none" w="med" len="med"/>
                  <a:tailEnd type="none" w="med" len="med"/>
                </a:ln>
              </p:spPr>
            </p:sp>
            <p:sp>
              <p:nvSpPr>
                <p:cNvPr id="5132" name="Text Box 37"/>
                <p:cNvSpPr txBox="1"/>
                <p:nvPr/>
              </p:nvSpPr>
              <p:spPr>
                <a:xfrm>
                  <a:off x="4633" y="2506"/>
                  <a:ext cx="191" cy="341"/>
                </a:xfrm>
                <a:prstGeom prst="rect">
                  <a:avLst/>
                </a:prstGeom>
                <a:noFill/>
                <a:ln w="38100">
                  <a:noFill/>
                </a:ln>
              </p:spPr>
              <p:txBody>
                <a:bodyPr wrap="square" anchor="t">
                  <a:spAutoFit/>
                </a:bodyPr>
                <a:p>
                  <a:pPr eaLnBrk="0" hangingPunct="0"/>
                  <a:r>
                    <a:rPr lang="en-US" altLang="zh-CN" sz="2400" i="1" dirty="0">
                      <a:solidFill>
                        <a:srgbClr val="FFFF3D"/>
                      </a:solidFill>
                      <a:latin typeface="Times New Roman" panose="02020603050405020304" pitchFamily="18" charset="0"/>
                      <a:ea typeface="宋体" panose="02010600030101010101" pitchFamily="2" charset="-122"/>
                    </a:rPr>
                    <a:t>I</a:t>
                  </a:r>
                  <a:endParaRPr lang="en-US" altLang="zh-CN" sz="2400" i="1" dirty="0">
                    <a:solidFill>
                      <a:srgbClr val="FFFF3D"/>
                    </a:solidFill>
                    <a:latin typeface="Times New Roman" panose="02020603050405020304" pitchFamily="18" charset="0"/>
                    <a:ea typeface="宋体" panose="02010600030101010101" pitchFamily="2" charset="-122"/>
                  </a:endParaRPr>
                </a:p>
              </p:txBody>
            </p:sp>
          </p:grpSp>
          <p:sp>
            <p:nvSpPr>
              <p:cNvPr id="5133" name="Text Box 38"/>
              <p:cNvSpPr txBox="1"/>
              <p:nvPr/>
            </p:nvSpPr>
            <p:spPr>
              <a:xfrm>
                <a:off x="3075" y="2441"/>
                <a:ext cx="255" cy="341"/>
              </a:xfrm>
              <a:prstGeom prst="rect">
                <a:avLst/>
              </a:prstGeom>
              <a:noFill/>
              <a:ln w="34925">
                <a:noFill/>
              </a:ln>
            </p:spPr>
            <p:txBody>
              <a:bodyPr wrap="square" anchor="t">
                <a:spAutoFit/>
              </a:bodyPr>
              <a:p>
                <a:pPr eaLnBrk="0" hangingPunct="0"/>
                <a:r>
                  <a:rPr lang="en-US" altLang="zh-CN" sz="2400" i="1" dirty="0">
                    <a:solidFill>
                      <a:srgbClr val="FFFF3D"/>
                    </a:solidFill>
                    <a:latin typeface="Times New Roman" panose="02020603050405020304" pitchFamily="18" charset="0"/>
                    <a:ea typeface="幼圆" pitchFamily="49" charset="-122"/>
                  </a:rPr>
                  <a:t>O</a:t>
                </a:r>
                <a:endParaRPr lang="en-US" altLang="zh-CN" sz="2400" i="1" dirty="0">
                  <a:solidFill>
                    <a:srgbClr val="FFFF3D"/>
                  </a:solidFill>
                  <a:latin typeface="Times New Roman" panose="02020603050405020304" pitchFamily="18" charset="0"/>
                  <a:ea typeface="幼圆" pitchFamily="49" charset="-122"/>
                </a:endParaRPr>
              </a:p>
            </p:txBody>
          </p:sp>
        </p:grpSp>
      </p:grpSp>
      <p:sp>
        <p:nvSpPr>
          <p:cNvPr id="62506" name="Text Box 42"/>
          <p:cNvSpPr txBox="1"/>
          <p:nvPr/>
        </p:nvSpPr>
        <p:spPr>
          <a:xfrm>
            <a:off x="916940" y="5183188"/>
            <a:ext cx="7024688" cy="530225"/>
          </a:xfrm>
          <a:prstGeom prst="rect">
            <a:avLst/>
          </a:prstGeom>
          <a:noFill/>
          <a:ln w="9525">
            <a:noFill/>
          </a:ln>
        </p:spPr>
        <p:txBody>
          <a:bodyPr wrap="square" anchor="t">
            <a:spAutoFit/>
          </a:bodyPr>
          <a:p>
            <a:pPr eaLnBrk="0" hangingPunct="0">
              <a:lnSpc>
                <a:spcPct val="120000"/>
              </a:lnSpc>
            </a:pPr>
            <a:r>
              <a:rPr lang="en-US" altLang="zh-CN" sz="2400" dirty="0">
                <a:latin typeface="楷体" panose="02010609060101010101" charset="-122"/>
                <a:ea typeface="楷体" panose="02010609060101010101" charset="-122"/>
              </a:rPr>
              <a:t>(1)</a:t>
            </a:r>
            <a:r>
              <a:rPr lang="zh-CN" altLang="en-US" sz="2400" dirty="0">
                <a:latin typeface="楷体" panose="02010609060101010101" charset="-122"/>
                <a:ea typeface="楷体" panose="02010609060101010101" charset="-122"/>
              </a:rPr>
              <a:t>端电压始终恒定，等于直流</a:t>
            </a:r>
            <a:r>
              <a:rPr lang="en-US" altLang="zh-CN" sz="2400" dirty="0">
                <a:latin typeface="楷体" panose="02010609060101010101" charset="-122"/>
                <a:ea typeface="楷体" panose="02010609060101010101" charset="-122"/>
              </a:rPr>
              <a:t>(</a:t>
            </a:r>
            <a:r>
              <a:rPr lang="zh-CN" altLang="en-US" sz="2400" dirty="0">
                <a:latin typeface="楷体" panose="02010609060101010101" charset="-122"/>
                <a:ea typeface="楷体" panose="02010609060101010101" charset="-122"/>
              </a:rPr>
              <a:t>交流</a:t>
            </a:r>
            <a:r>
              <a:rPr lang="en-US" altLang="zh-CN" sz="2400" dirty="0">
                <a:latin typeface="楷体" panose="02010609060101010101" charset="-122"/>
                <a:ea typeface="楷体" panose="02010609060101010101" charset="-122"/>
              </a:rPr>
              <a:t>)</a:t>
            </a:r>
            <a:r>
              <a:rPr lang="zh-CN" altLang="en-US" sz="2400" dirty="0">
                <a:latin typeface="楷体" panose="02010609060101010101" charset="-122"/>
                <a:ea typeface="楷体" panose="02010609060101010101" charset="-122"/>
              </a:rPr>
              <a:t>电压</a:t>
            </a:r>
            <a:r>
              <a:rPr lang="en-US" altLang="zh-CN" sz="2400" dirty="0">
                <a:latin typeface="楷体" panose="02010609060101010101" charset="-122"/>
                <a:ea typeface="楷体" panose="02010609060101010101" charset="-122"/>
              </a:rPr>
              <a:t>U</a:t>
            </a:r>
            <a:r>
              <a:rPr lang="en-US" altLang="zh-CN" sz="2400" baseline="-25000" dirty="0">
                <a:latin typeface="楷体" panose="02010609060101010101" charset="-122"/>
                <a:ea typeface="楷体" panose="02010609060101010101" charset="-122"/>
              </a:rPr>
              <a:t>S</a:t>
            </a:r>
            <a:r>
              <a:rPr lang="en-US" altLang="zh-CN" sz="2400" dirty="0">
                <a:latin typeface="楷体" panose="02010609060101010101" charset="-122"/>
                <a:ea typeface="楷体" panose="02010609060101010101" charset="-122"/>
              </a:rPr>
              <a:t>(u</a:t>
            </a:r>
            <a:r>
              <a:rPr lang="en-US" altLang="zh-CN" sz="2400" baseline="-25000" dirty="0">
                <a:latin typeface="楷体" panose="02010609060101010101" charset="-122"/>
                <a:ea typeface="楷体" panose="02010609060101010101" charset="-122"/>
              </a:rPr>
              <a:t>s</a:t>
            </a:r>
            <a:r>
              <a:rPr lang="en-US" altLang="zh-CN" sz="2400" dirty="0">
                <a:latin typeface="楷体" panose="02010609060101010101" charset="-122"/>
                <a:ea typeface="楷体" panose="02010609060101010101" charset="-122"/>
              </a:rPr>
              <a:t>)</a:t>
            </a:r>
            <a:r>
              <a:rPr lang="zh-CN" altLang="en-US" sz="2400" baseline="-25000" dirty="0">
                <a:latin typeface="楷体" panose="02010609060101010101" charset="-122"/>
                <a:ea typeface="楷体" panose="02010609060101010101" charset="-122"/>
              </a:rPr>
              <a:t>。</a:t>
            </a:r>
            <a:endParaRPr lang="zh-CN" altLang="en-US" sz="2400" dirty="0">
              <a:latin typeface="楷体" panose="02010609060101010101" charset="-122"/>
              <a:ea typeface="楷体" panose="02010609060101010101" charset="-122"/>
            </a:endParaRPr>
          </a:p>
        </p:txBody>
      </p:sp>
      <p:sp>
        <p:nvSpPr>
          <p:cNvPr id="62507" name="Rectangle 43"/>
          <p:cNvSpPr/>
          <p:nvPr/>
        </p:nvSpPr>
        <p:spPr>
          <a:xfrm>
            <a:off x="888365" y="5666105"/>
            <a:ext cx="8176895" cy="460375"/>
          </a:xfrm>
          <a:prstGeom prst="rect">
            <a:avLst/>
          </a:prstGeom>
          <a:noFill/>
          <a:ln w="9525">
            <a:noFill/>
          </a:ln>
        </p:spPr>
        <p:txBody>
          <a:bodyPr wrap="square" anchor="t">
            <a:spAutoFit/>
          </a:bodyPr>
          <a:p>
            <a:pPr eaLnBrk="0" hangingPunct="0"/>
            <a:r>
              <a:rPr lang="en-US" altLang="zh-CN" sz="2400" dirty="0">
                <a:latin typeface="楷体" panose="02010609060101010101" charset="-122"/>
                <a:ea typeface="楷体" panose="02010609060101010101" charset="-122"/>
              </a:rPr>
              <a:t>(2)</a:t>
            </a:r>
            <a:r>
              <a:rPr lang="zh-CN" altLang="en-US" sz="2400" dirty="0">
                <a:latin typeface="楷体" panose="02010609060101010101" charset="-122"/>
                <a:ea typeface="楷体" panose="02010609060101010101" charset="-122"/>
              </a:rPr>
              <a:t>输出电流是任意的，即随负载</a:t>
            </a:r>
            <a:r>
              <a:rPr lang="en-US" altLang="zh-CN" sz="2400" dirty="0">
                <a:latin typeface="楷体" panose="02010609060101010101" charset="-122"/>
                <a:ea typeface="楷体" panose="02010609060101010101" charset="-122"/>
              </a:rPr>
              <a:t>(</a:t>
            </a:r>
            <a:r>
              <a:rPr lang="zh-CN" altLang="en-US" sz="2400" dirty="0">
                <a:latin typeface="楷体" panose="02010609060101010101" charset="-122"/>
                <a:ea typeface="楷体" panose="02010609060101010101" charset="-122"/>
              </a:rPr>
              <a:t>外电路）的改变而改变。</a:t>
            </a:r>
            <a:endParaRPr lang="zh-CN" altLang="en-US" sz="2400" dirty="0">
              <a:latin typeface="楷体" panose="02010609060101010101" charset="-122"/>
              <a:ea typeface="楷体" panose="02010609060101010101" charset="-122"/>
            </a:endParaRPr>
          </a:p>
        </p:txBody>
      </p:sp>
      <p:grpSp>
        <p:nvGrpSpPr>
          <p:cNvPr id="2" name="组合 1"/>
          <p:cNvGrpSpPr/>
          <p:nvPr/>
        </p:nvGrpSpPr>
        <p:grpSpPr>
          <a:xfrm>
            <a:off x="1028700" y="3416935"/>
            <a:ext cx="3172460" cy="1670951"/>
            <a:chOff x="1092200" y="2659063"/>
            <a:chExt cx="3389313" cy="2060576"/>
          </a:xfrm>
        </p:grpSpPr>
        <p:grpSp>
          <p:nvGrpSpPr>
            <p:cNvPr id="5137" name="Group 58"/>
            <p:cNvGrpSpPr/>
            <p:nvPr/>
          </p:nvGrpSpPr>
          <p:grpSpPr>
            <a:xfrm>
              <a:off x="1092200" y="2708276"/>
              <a:ext cx="2208213" cy="2011363"/>
              <a:chOff x="759" y="1409"/>
              <a:chExt cx="1391" cy="1267"/>
            </a:xfrm>
          </p:grpSpPr>
          <p:sp>
            <p:nvSpPr>
              <p:cNvPr id="5138" name="Text Box 11"/>
              <p:cNvSpPr txBox="1"/>
              <p:nvPr/>
            </p:nvSpPr>
            <p:spPr>
              <a:xfrm>
                <a:off x="1905" y="2233"/>
                <a:ext cx="244" cy="443"/>
              </a:xfrm>
              <a:prstGeom prst="rect">
                <a:avLst/>
              </a:prstGeom>
              <a:noFill/>
              <a:ln w="34925">
                <a:noFill/>
              </a:ln>
            </p:spPr>
            <p:txBody>
              <a:bodyPr wrap="square" anchor="t">
                <a:spAutoFit/>
              </a:bodyPr>
              <a:p>
                <a:pPr algn="ctr" eaLnBrk="0" hangingPunct="0"/>
                <a:r>
                  <a:rPr lang="en-US" altLang="zh-CN" sz="4800" baseline="36000" dirty="0">
                    <a:latin typeface="Symbol" panose="05050102010706020507" pitchFamily="18" charset="2"/>
                    <a:ea typeface="幼圆" pitchFamily="49" charset="-122"/>
                  </a:rPr>
                  <a:t>_</a:t>
                </a:r>
                <a:endParaRPr lang="en-US" altLang="zh-CN" sz="4800" baseline="36000" dirty="0">
                  <a:latin typeface="Symbol" panose="05050102010706020507" pitchFamily="18" charset="2"/>
                  <a:ea typeface="幼圆" pitchFamily="49" charset="-122"/>
                </a:endParaRPr>
              </a:p>
            </p:txBody>
          </p:sp>
          <p:sp>
            <p:nvSpPr>
              <p:cNvPr id="5139" name="Oval 12"/>
              <p:cNvSpPr/>
              <p:nvPr/>
            </p:nvSpPr>
            <p:spPr>
              <a:xfrm>
                <a:off x="1077" y="1867"/>
                <a:ext cx="294" cy="298"/>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5140" name="Text Box 13"/>
              <p:cNvSpPr txBox="1"/>
              <p:nvPr/>
            </p:nvSpPr>
            <p:spPr>
              <a:xfrm>
                <a:off x="1848" y="1776"/>
                <a:ext cx="301" cy="453"/>
              </a:xfrm>
              <a:prstGeom prst="rect">
                <a:avLst/>
              </a:prstGeom>
              <a:noFill/>
              <a:ln w="9525">
                <a:noFill/>
              </a:ln>
            </p:spPr>
            <p:txBody>
              <a:bodyPr wrap="square" anchor="t">
                <a:spAutoFit/>
              </a:bodyPr>
              <a:p>
                <a:pPr eaLnBrk="0" hangingPunct="0"/>
                <a:r>
                  <a:rPr lang="en-US" altLang="zh-CN" sz="3200" i="1" dirty="0">
                    <a:latin typeface="Times New Roman" panose="02020603050405020304" pitchFamily="18" charset="0"/>
                    <a:ea typeface="宋体" panose="02010600030101010101" pitchFamily="2" charset="-122"/>
                  </a:rPr>
                  <a:t>U</a:t>
                </a:r>
                <a:endParaRPr lang="en-US" altLang="zh-CN" sz="3200" i="1" dirty="0">
                  <a:latin typeface="Times New Roman" panose="02020603050405020304" pitchFamily="18" charset="0"/>
                  <a:ea typeface="宋体" panose="02010600030101010101" pitchFamily="2" charset="-122"/>
                </a:endParaRPr>
              </a:p>
            </p:txBody>
          </p:sp>
          <p:sp>
            <p:nvSpPr>
              <p:cNvPr id="5141" name="Line 14"/>
              <p:cNvSpPr/>
              <p:nvPr/>
            </p:nvSpPr>
            <p:spPr>
              <a:xfrm>
                <a:off x="1223" y="1409"/>
                <a:ext cx="766" cy="1"/>
              </a:xfrm>
              <a:prstGeom prst="line">
                <a:avLst/>
              </a:prstGeom>
              <a:ln w="38100" cap="flat" cmpd="sng">
                <a:solidFill>
                  <a:srgbClr val="FFCC99"/>
                </a:solidFill>
                <a:prstDash val="solid"/>
                <a:round/>
                <a:headEnd type="none" w="sm" len="sm"/>
                <a:tailEnd type="none" w="sm" len="sm"/>
              </a:ln>
            </p:spPr>
          </p:sp>
          <p:sp>
            <p:nvSpPr>
              <p:cNvPr id="5142" name="Line 15"/>
              <p:cNvSpPr/>
              <p:nvPr/>
            </p:nvSpPr>
            <p:spPr>
              <a:xfrm>
                <a:off x="1223" y="2599"/>
                <a:ext cx="766" cy="0"/>
              </a:xfrm>
              <a:prstGeom prst="line">
                <a:avLst/>
              </a:prstGeom>
              <a:ln w="38100" cap="flat" cmpd="sng">
                <a:solidFill>
                  <a:srgbClr val="FFCC99"/>
                </a:solidFill>
                <a:prstDash val="solid"/>
                <a:round/>
                <a:headEnd type="none" w="sm" len="sm"/>
                <a:tailEnd type="none" w="sm" len="sm"/>
              </a:ln>
            </p:spPr>
          </p:sp>
          <p:sp>
            <p:nvSpPr>
              <p:cNvPr id="5143" name="Line 16"/>
              <p:cNvSpPr/>
              <p:nvPr/>
            </p:nvSpPr>
            <p:spPr>
              <a:xfrm>
                <a:off x="1223" y="1409"/>
                <a:ext cx="0" cy="1190"/>
              </a:xfrm>
              <a:prstGeom prst="line">
                <a:avLst/>
              </a:prstGeom>
              <a:ln w="38100" cap="flat" cmpd="sng">
                <a:solidFill>
                  <a:srgbClr val="FFCC99"/>
                </a:solidFill>
                <a:prstDash val="solid"/>
                <a:round/>
                <a:headEnd type="none" w="sm" len="sm"/>
                <a:tailEnd type="none" w="sm" len="sm"/>
              </a:ln>
            </p:spPr>
          </p:sp>
          <p:sp>
            <p:nvSpPr>
              <p:cNvPr id="5144" name="Text Box 17"/>
              <p:cNvSpPr txBox="1"/>
              <p:nvPr/>
            </p:nvSpPr>
            <p:spPr>
              <a:xfrm>
                <a:off x="1893" y="1457"/>
                <a:ext cx="257" cy="443"/>
              </a:xfrm>
              <a:prstGeom prst="rect">
                <a:avLst/>
              </a:prstGeom>
              <a:noFill/>
              <a:ln w="34925">
                <a:noFill/>
              </a:ln>
            </p:spPr>
            <p:txBody>
              <a:bodyPr wrap="square" anchor="t">
                <a:spAutoFit/>
              </a:bodyPr>
              <a:p>
                <a:pPr algn="ctr" eaLnBrk="0" hangingPunct="0"/>
                <a:r>
                  <a:rPr lang="en-US" altLang="zh-CN" sz="4800" baseline="36000" dirty="0">
                    <a:latin typeface="Symbol" panose="05050102010706020507" pitchFamily="18" charset="2"/>
                    <a:ea typeface="幼圆" pitchFamily="49" charset="-122"/>
                  </a:rPr>
                  <a:t>+</a:t>
                </a:r>
                <a:endParaRPr lang="en-US" altLang="zh-CN" sz="4800" baseline="36000" dirty="0">
                  <a:latin typeface="Symbol" panose="05050102010706020507" pitchFamily="18" charset="2"/>
                  <a:ea typeface="幼圆" pitchFamily="49" charset="-122"/>
                </a:endParaRPr>
              </a:p>
            </p:txBody>
          </p:sp>
          <p:grpSp>
            <p:nvGrpSpPr>
              <p:cNvPr id="5145" name="Group 53"/>
              <p:cNvGrpSpPr/>
              <p:nvPr/>
            </p:nvGrpSpPr>
            <p:grpSpPr>
              <a:xfrm>
                <a:off x="759" y="1456"/>
                <a:ext cx="1072" cy="950"/>
                <a:chOff x="759" y="1588"/>
                <a:chExt cx="1072" cy="950"/>
              </a:xfrm>
            </p:grpSpPr>
            <p:sp>
              <p:nvSpPr>
                <p:cNvPr id="5146" name="Text Box 19"/>
                <p:cNvSpPr txBox="1"/>
                <p:nvPr/>
              </p:nvSpPr>
              <p:spPr>
                <a:xfrm>
                  <a:off x="1530" y="1588"/>
                  <a:ext cx="248" cy="405"/>
                </a:xfrm>
                <a:prstGeom prst="rect">
                  <a:avLst/>
                </a:prstGeom>
                <a:noFill/>
                <a:ln w="12700">
                  <a:noFill/>
                </a:ln>
              </p:spPr>
              <p:txBody>
                <a:bodyPr anchor="t">
                  <a:spAutoFit/>
                </a:bodyPr>
                <a:p>
                  <a:pPr eaLnBrk="0" hangingPunct="0"/>
                  <a:r>
                    <a:rPr lang="en-US" altLang="zh-CN" i="1" dirty="0">
                      <a:latin typeface="Times New Roman" panose="02020603050405020304" pitchFamily="18" charset="0"/>
                      <a:ea typeface="宋体" panose="02010600030101010101" pitchFamily="2" charset="-122"/>
                    </a:rPr>
                    <a:t>I</a:t>
                  </a:r>
                  <a:endParaRPr lang="en-US" altLang="zh-CN" i="1" dirty="0">
                    <a:latin typeface="Times New Roman" panose="02020603050405020304" pitchFamily="18" charset="0"/>
                    <a:ea typeface="宋体" panose="02010600030101010101" pitchFamily="2" charset="-122"/>
                  </a:endParaRPr>
                </a:p>
              </p:txBody>
            </p:sp>
            <p:sp>
              <p:nvSpPr>
                <p:cNvPr id="5147" name="Text Box 20"/>
                <p:cNvSpPr txBox="1"/>
                <p:nvPr/>
              </p:nvSpPr>
              <p:spPr>
                <a:xfrm>
                  <a:off x="759" y="1982"/>
                  <a:ext cx="480" cy="405"/>
                </a:xfrm>
                <a:prstGeom prst="rect">
                  <a:avLst/>
                </a:prstGeom>
                <a:noFill/>
                <a:ln w="12700">
                  <a:noFill/>
                </a:ln>
              </p:spPr>
              <p:txBody>
                <a:bodyPr anchor="t">
                  <a:spAutoFit/>
                </a:bodyPr>
                <a:p>
                  <a:pPr eaLnBrk="0" hangingPunct="0"/>
                  <a:r>
                    <a:rPr lang="en-US" altLang="zh-CN"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方正舒体" pitchFamily="2" charset="-122"/>
                    </a:rPr>
                    <a:t>S</a:t>
                  </a:r>
                  <a:endParaRPr lang="en-US" altLang="zh-CN" baseline="-25000" dirty="0">
                    <a:latin typeface="Times New Roman" panose="02020603050405020304" pitchFamily="18" charset="0"/>
                    <a:ea typeface="方正舒体" pitchFamily="2" charset="-122"/>
                  </a:endParaRPr>
                </a:p>
              </p:txBody>
            </p:sp>
            <p:sp>
              <p:nvSpPr>
                <p:cNvPr id="5148" name="Text Box 21"/>
                <p:cNvSpPr txBox="1"/>
                <p:nvPr/>
              </p:nvSpPr>
              <p:spPr>
                <a:xfrm>
                  <a:off x="951" y="1741"/>
                  <a:ext cx="262" cy="453"/>
                </a:xfrm>
                <a:prstGeom prst="rect">
                  <a:avLst/>
                </a:prstGeom>
                <a:noFill/>
                <a:ln w="12700">
                  <a:noFill/>
                </a:ln>
              </p:spPr>
              <p:txBody>
                <a:bodyPr wrap="square" anchor="t">
                  <a:spAutoFit/>
                </a:bodyPr>
                <a:p>
                  <a:pPr eaLnBrk="0" hangingPunct="0"/>
                  <a:r>
                    <a:rPr lang="en-US" altLang="zh-CN" sz="3200" i="1" dirty="0">
                      <a:latin typeface="Times New Roman" panose="02020603050405020304" pitchFamily="18" charset="0"/>
                      <a:ea typeface="宋体" panose="02010600030101010101" pitchFamily="2" charset="-122"/>
                    </a:rPr>
                    <a:t>+</a:t>
                  </a:r>
                  <a:endParaRPr lang="en-US" altLang="zh-CN" sz="3200" i="1" dirty="0">
                    <a:latin typeface="Times New Roman" panose="02020603050405020304" pitchFamily="18" charset="0"/>
                    <a:ea typeface="宋体" panose="02010600030101010101" pitchFamily="2" charset="-122"/>
                  </a:endParaRPr>
                </a:p>
              </p:txBody>
            </p:sp>
            <p:sp>
              <p:nvSpPr>
                <p:cNvPr id="5149" name="Text Box 22"/>
                <p:cNvSpPr txBox="1"/>
                <p:nvPr/>
              </p:nvSpPr>
              <p:spPr>
                <a:xfrm>
                  <a:off x="999" y="2085"/>
                  <a:ext cx="244" cy="453"/>
                </a:xfrm>
                <a:prstGeom prst="rect">
                  <a:avLst/>
                </a:prstGeom>
                <a:noFill/>
                <a:ln w="12700">
                  <a:noFill/>
                </a:ln>
              </p:spPr>
              <p:txBody>
                <a:bodyPr wrap="square" anchor="t">
                  <a:spAutoFit/>
                </a:bodyPr>
                <a:p>
                  <a:pPr eaLnBrk="0" hangingPunct="0"/>
                  <a:r>
                    <a:rPr lang="en-US" altLang="zh-CN" sz="3200" i="1" dirty="0">
                      <a:latin typeface="Times New Roman" panose="02020603050405020304" pitchFamily="18" charset="0"/>
                      <a:ea typeface="宋体" panose="02010600030101010101" pitchFamily="2" charset="-122"/>
                    </a:rPr>
                    <a:t>_</a:t>
                  </a:r>
                  <a:endParaRPr lang="en-US" altLang="zh-CN" sz="3200" i="1" dirty="0">
                    <a:latin typeface="Times New Roman" panose="02020603050405020304" pitchFamily="18" charset="0"/>
                    <a:ea typeface="宋体" panose="02010600030101010101" pitchFamily="2" charset="-122"/>
                  </a:endParaRPr>
                </a:p>
              </p:txBody>
            </p:sp>
            <p:sp>
              <p:nvSpPr>
                <p:cNvPr id="5150" name="Line 23"/>
                <p:cNvSpPr/>
                <p:nvPr/>
              </p:nvSpPr>
              <p:spPr>
                <a:xfrm>
                  <a:off x="1495" y="1595"/>
                  <a:ext cx="336" cy="0"/>
                </a:xfrm>
                <a:prstGeom prst="line">
                  <a:avLst/>
                </a:prstGeom>
                <a:ln w="34925" cap="flat" cmpd="sng">
                  <a:solidFill>
                    <a:schemeClr val="bg1"/>
                  </a:solidFill>
                  <a:prstDash val="solid"/>
                  <a:round/>
                  <a:headEnd type="none" w="med" len="med"/>
                  <a:tailEnd type="stealth" w="sm" len="lg"/>
                </a:ln>
              </p:spPr>
            </p:sp>
          </p:grpSp>
        </p:grpSp>
        <p:sp>
          <p:nvSpPr>
            <p:cNvPr id="5151" name="Oval 24"/>
            <p:cNvSpPr/>
            <p:nvPr/>
          </p:nvSpPr>
          <p:spPr>
            <a:xfrm>
              <a:off x="3036888" y="4560888"/>
              <a:ext cx="76200" cy="76200"/>
            </a:xfrm>
            <a:prstGeom prst="ellipse">
              <a:avLst/>
            </a:prstGeom>
            <a:noFill/>
            <a:ln w="38100" cap="flat" cmpd="sng">
              <a:solidFill>
                <a:srgbClr val="FFCC99"/>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5152" name="Oval 25"/>
            <p:cNvSpPr/>
            <p:nvPr/>
          </p:nvSpPr>
          <p:spPr>
            <a:xfrm>
              <a:off x="3036888" y="2659063"/>
              <a:ext cx="76200" cy="76200"/>
            </a:xfrm>
            <a:prstGeom prst="ellipse">
              <a:avLst/>
            </a:prstGeom>
            <a:noFill/>
            <a:ln w="38100" cap="flat" cmpd="sng">
              <a:solidFill>
                <a:srgbClr val="FFCC99"/>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5153" name="Line 27"/>
            <p:cNvSpPr/>
            <p:nvPr/>
          </p:nvSpPr>
          <p:spPr>
            <a:xfrm>
              <a:off x="3757613" y="2689226"/>
              <a:ext cx="0" cy="1908175"/>
            </a:xfrm>
            <a:prstGeom prst="line">
              <a:avLst/>
            </a:prstGeom>
            <a:ln w="34925" cap="flat" cmpd="sng">
              <a:solidFill>
                <a:srgbClr val="FFCC00"/>
              </a:solidFill>
              <a:prstDash val="dash"/>
              <a:round/>
              <a:headEnd type="none" w="med" len="med"/>
              <a:tailEnd type="none" w="sm" len="lg"/>
            </a:ln>
          </p:spPr>
        </p:sp>
        <p:sp>
          <p:nvSpPr>
            <p:cNvPr id="5154" name="Line 28"/>
            <p:cNvSpPr/>
            <p:nvPr/>
          </p:nvSpPr>
          <p:spPr>
            <a:xfrm>
              <a:off x="3108325" y="2709863"/>
              <a:ext cx="650875" cy="0"/>
            </a:xfrm>
            <a:prstGeom prst="line">
              <a:avLst/>
            </a:prstGeom>
            <a:ln w="34925" cap="flat" cmpd="sng">
              <a:solidFill>
                <a:srgbClr val="FFCC66"/>
              </a:solidFill>
              <a:prstDash val="dash"/>
              <a:round/>
              <a:headEnd type="none" w="med" len="med"/>
              <a:tailEnd type="none" w="med" len="med"/>
            </a:ln>
          </p:spPr>
        </p:sp>
        <p:sp>
          <p:nvSpPr>
            <p:cNvPr id="5155" name="Line 29"/>
            <p:cNvSpPr/>
            <p:nvPr/>
          </p:nvSpPr>
          <p:spPr>
            <a:xfrm>
              <a:off x="3108325" y="4595813"/>
              <a:ext cx="650875" cy="0"/>
            </a:xfrm>
            <a:prstGeom prst="line">
              <a:avLst/>
            </a:prstGeom>
            <a:ln w="34925" cap="flat" cmpd="sng">
              <a:solidFill>
                <a:srgbClr val="FFCC66"/>
              </a:solidFill>
              <a:prstDash val="dash"/>
              <a:round/>
              <a:headEnd type="none" w="med" len="med"/>
              <a:tailEnd type="none" w="med" len="med"/>
            </a:ln>
          </p:spPr>
        </p:sp>
        <p:sp>
          <p:nvSpPr>
            <p:cNvPr id="5156" name="Rectangle 30"/>
            <p:cNvSpPr/>
            <p:nvPr/>
          </p:nvSpPr>
          <p:spPr>
            <a:xfrm>
              <a:off x="3646488" y="3395663"/>
              <a:ext cx="215900" cy="546100"/>
            </a:xfrm>
            <a:prstGeom prst="rect">
              <a:avLst/>
            </a:prstGeom>
            <a:gradFill rotWithShape="1">
              <a:gsLst>
                <a:gs pos="0">
                  <a:srgbClr val="765E2F"/>
                </a:gs>
                <a:gs pos="50000">
                  <a:srgbClr val="FFCC66"/>
                </a:gs>
                <a:gs pos="100000">
                  <a:srgbClr val="765E2F"/>
                </a:gs>
              </a:gsLst>
              <a:lin ang="0" scaled="1"/>
              <a:tileRect/>
            </a:gradFill>
            <a:ln w="34925">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5157" name="Text Box 31"/>
            <p:cNvSpPr txBox="1"/>
            <p:nvPr/>
          </p:nvSpPr>
          <p:spPr>
            <a:xfrm>
              <a:off x="3900488" y="3395663"/>
              <a:ext cx="581025" cy="643680"/>
            </a:xfrm>
            <a:prstGeom prst="rect">
              <a:avLst/>
            </a:prstGeom>
            <a:noFill/>
            <a:ln w="34925">
              <a:noFill/>
            </a:ln>
          </p:spPr>
          <p:txBody>
            <a:bodyPr wrap="square" anchor="t">
              <a:spAutoFit/>
            </a:bodyPr>
            <a:p>
              <a:pPr algn="ctr" eaLnBrk="0" hangingPunct="0"/>
              <a:r>
                <a:rPr lang="en-US" altLang="zh-CN" i="1" dirty="0">
                  <a:latin typeface="Times New Roman" panose="02020603050405020304" pitchFamily="18" charset="0"/>
                  <a:ea typeface="隶书" pitchFamily="49" charset="-122"/>
                </a:rPr>
                <a:t>R</a:t>
              </a:r>
              <a:r>
                <a:rPr lang="en-US" altLang="zh-CN" baseline="-25000" dirty="0">
                  <a:latin typeface="Times New Roman" panose="02020603050405020304" pitchFamily="18" charset="0"/>
                  <a:ea typeface="隶书" pitchFamily="49" charset="-122"/>
                </a:rPr>
                <a:t>L</a:t>
              </a:r>
              <a:endParaRPr lang="en-US" altLang="zh-CN" baseline="-25000" dirty="0">
                <a:latin typeface="Times New Roman" panose="02020603050405020304" pitchFamily="18" charset="0"/>
                <a:ea typeface="隶书" pitchFamily="49" charset="-122"/>
              </a:endParaRPr>
            </a:p>
          </p:txBody>
        </p:sp>
      </p:grpSp>
      <p:sp>
        <p:nvSpPr>
          <p:cNvPr id="62511" name="Text Box 47"/>
          <p:cNvSpPr txBox="1"/>
          <p:nvPr/>
        </p:nvSpPr>
        <p:spPr>
          <a:xfrm>
            <a:off x="352425" y="2348865"/>
            <a:ext cx="2124075" cy="458788"/>
          </a:xfrm>
          <a:prstGeom prst="rect">
            <a:avLst/>
          </a:prstGeom>
          <a:noFill/>
          <a:ln w="38100">
            <a:noFill/>
          </a:ln>
        </p:spPr>
        <p:txBody>
          <a:bodyPr wrap="square" lIns="90000" tIns="46800" rIns="90000" bIns="46800" anchor="t">
            <a:spAutoFit/>
          </a:bodyPr>
          <a:p>
            <a:pPr eaLnBrk="0" hangingPunct="0"/>
            <a:r>
              <a:rPr lang="en-US" altLang="zh-CN" sz="2400" dirty="0">
                <a:solidFill>
                  <a:srgbClr val="FFFF00"/>
                </a:solidFill>
                <a:latin typeface="楷体" panose="02010609060101010101" charset="-122"/>
                <a:ea typeface="楷体" panose="02010609060101010101" charset="-122"/>
              </a:rPr>
              <a:t>1.</a:t>
            </a:r>
            <a:r>
              <a:rPr lang="zh-CN" altLang="en-US" sz="2400" dirty="0">
                <a:solidFill>
                  <a:srgbClr val="FFFF00"/>
                </a:solidFill>
                <a:latin typeface="楷体" panose="02010609060101010101" charset="-122"/>
                <a:ea typeface="楷体" panose="02010609060101010101" charset="-122"/>
              </a:rPr>
              <a:t>理想电压源</a:t>
            </a:r>
            <a:endParaRPr lang="zh-CN" altLang="en-US" sz="2400" dirty="0">
              <a:latin typeface="楷体" panose="02010609060101010101" charset="-122"/>
              <a:ea typeface="楷体" panose="02010609060101010101" charset="-122"/>
            </a:endParaRPr>
          </a:p>
        </p:txBody>
      </p:sp>
      <p:sp>
        <p:nvSpPr>
          <p:cNvPr id="62521" name="Text Box 57"/>
          <p:cNvSpPr txBox="1"/>
          <p:nvPr/>
        </p:nvSpPr>
        <p:spPr>
          <a:xfrm>
            <a:off x="916623" y="5955030"/>
            <a:ext cx="6094412" cy="604838"/>
          </a:xfrm>
          <a:prstGeom prst="rect">
            <a:avLst/>
          </a:prstGeom>
          <a:noFill/>
          <a:ln w="38100">
            <a:noFill/>
          </a:ln>
        </p:spPr>
        <p:txBody>
          <a:bodyPr wrap="square" lIns="90000" tIns="46800" rIns="90000" bIns="46800" anchor="t">
            <a:spAutoFit/>
          </a:bodyPr>
          <a:p>
            <a:pPr eaLnBrk="0" hangingPunct="0">
              <a:lnSpc>
                <a:spcPct val="140000"/>
              </a:lnSpc>
            </a:pPr>
            <a:r>
              <a:rPr lang="en-US" altLang="zh-CN" sz="2400" dirty="0">
                <a:latin typeface="楷体" panose="02010609060101010101" charset="-122"/>
                <a:ea typeface="楷体" panose="02010609060101010101" charset="-122"/>
              </a:rPr>
              <a:t>(3)</a:t>
            </a:r>
            <a:r>
              <a:rPr lang="zh-CN" altLang="en-US" sz="2400" dirty="0">
                <a:latin typeface="楷体" panose="02010609060101010101" charset="-122"/>
                <a:ea typeface="楷体" panose="02010609060101010101" charset="-122"/>
              </a:rPr>
              <a:t>理想电压源不能短路</a:t>
            </a:r>
            <a:r>
              <a:rPr lang="en-US" altLang="zh-CN" sz="2400" dirty="0">
                <a:latin typeface="楷体" panose="02010609060101010101" charset="-122"/>
                <a:ea typeface="楷体" panose="02010609060101010101" charset="-122"/>
              </a:rPr>
              <a:t>,</a:t>
            </a:r>
            <a:r>
              <a:rPr lang="zh-CN" altLang="en-US" sz="2400" dirty="0">
                <a:latin typeface="楷体" panose="02010609060101010101" charset="-122"/>
                <a:ea typeface="楷体" panose="02010609060101010101" charset="-122"/>
              </a:rPr>
              <a:t>否则引起矛盾。</a:t>
            </a:r>
            <a:endParaRPr lang="zh-CN" altLang="en-US" sz="2400" dirty="0">
              <a:latin typeface="楷体" panose="02010609060101010101" charset="-122"/>
              <a:ea typeface="楷体" panose="02010609060101010101" charset="-122"/>
            </a:endParaRPr>
          </a:p>
        </p:txBody>
      </p:sp>
      <p:sp>
        <p:nvSpPr>
          <p:cNvPr id="49154" name="Rectangle 2"/>
          <p:cNvSpPr>
            <a:spLocks noGrp="1" noChangeArrowheads="1"/>
          </p:cNvSpPr>
          <p:nvPr/>
        </p:nvSpPr>
        <p:spPr>
          <a:xfrm>
            <a:off x="208280" y="225425"/>
            <a:ext cx="3567430" cy="571500"/>
          </a:xfrm>
          <a:prstGeom prst="rect">
            <a:avLst/>
          </a:prstGeom>
          <a:noFill/>
          <a:ln w="9525">
            <a:noFill/>
          </a:ln>
        </p:spPr>
        <p:txBody>
          <a:bodyPr vert="horz" wrap="square" lIns="91440" tIns="45720" rIns="91440" bIns="45720" numCol="1" anchor="b" anchorCtr="0" compatLnSpc="1"/>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1" lang="en-US" altLang="zh-CN" sz="2800" b="1" i="0" u="none" strike="noStrike" kern="0" cap="none" spc="0" normalizeH="0" baseline="0" noProof="0" smtClean="0">
                <a:ln>
                  <a:noFill/>
                </a:ln>
                <a:solidFill>
                  <a:srgbClr val="FFFF3D"/>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rPr>
              <a:t>§1— 3  </a:t>
            </a:r>
            <a:r>
              <a:rPr kumimoji="1" lang="zh-CN" altLang="en-US" sz="2800" b="1" i="0" u="none" strike="noStrike" kern="0" cap="none" spc="0" normalizeH="0" baseline="0" noProof="0" smtClean="0">
                <a:ln>
                  <a:noFill/>
                </a:ln>
                <a:solidFill>
                  <a:srgbClr val="FFFF3D"/>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rPr>
              <a:t>有源元件</a:t>
            </a:r>
            <a:endParaRPr kumimoji="1" lang="zh-CN" altLang="en-US" sz="2800" b="1" i="0" u="none" strike="noStrike" kern="0" cap="none" spc="0" normalizeH="0" baseline="0" noProof="0" smtClean="0">
              <a:ln>
                <a:noFill/>
              </a:ln>
              <a:solidFill>
                <a:srgbClr val="FFFF3D"/>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49154"/>
                                        </p:tgtEl>
                                        <p:attrNameLst>
                                          <p:attrName>style.visibility</p:attrName>
                                        </p:attrNameLst>
                                      </p:cBhvr>
                                      <p:to>
                                        <p:strVal val="visible"/>
                                      </p:to>
                                    </p:set>
                                    <p:anim calcmode="lin" valueType="num">
                                      <p:cBhvr additive="base">
                                        <p:cTn id="7" dur="500" fill="hold"/>
                                        <p:tgtEl>
                                          <p:spTgt spid="49154"/>
                                        </p:tgtEl>
                                        <p:attrNameLst>
                                          <p:attrName>ppt_x</p:attrName>
                                        </p:attrNameLst>
                                      </p:cBhvr>
                                      <p:tavLst>
                                        <p:tav tm="0">
                                          <p:val>
                                            <p:strVal val="0-#ppt_w/2"/>
                                          </p:val>
                                        </p:tav>
                                        <p:tav tm="100000">
                                          <p:val>
                                            <p:strVal val="#ppt_x"/>
                                          </p:val>
                                        </p:tav>
                                      </p:tavLst>
                                    </p:anim>
                                    <p:anim calcmode="lin" valueType="num">
                                      <p:cBhvr additive="base">
                                        <p:cTn id="8" dur="500" fill="hold"/>
                                        <p:tgtEl>
                                          <p:spTgt spid="49154"/>
                                        </p:tgtEl>
                                        <p:attrNameLst>
                                          <p:attrName>ppt_y</p:attrName>
                                        </p:attrNameLst>
                                      </p:cBhvr>
                                      <p:tavLst>
                                        <p:tav tm="0">
                                          <p:val>
                                            <p:strVal val="#ppt_y"/>
                                          </p:val>
                                        </p:tav>
                                        <p:tav tm="100000">
                                          <p:val>
                                            <p:strVal val="#ppt_y"/>
                                          </p:val>
                                        </p:tav>
                                      </p:tavLst>
                                    </p:anim>
                                  </p:childTnLst>
                                </p:cTn>
                              </p:par>
                            </p:childTnLst>
                          </p:cTn>
                        </p:par>
                        <p:par>
                          <p:cTn id="9" fill="hold">
                            <p:stCondLst>
                              <p:cond delay="2500"/>
                            </p:stCondLst>
                            <p:childTnLst>
                              <p:par>
                                <p:cTn id="10" presetID="22" presetClass="entr" presetSubtype="8" fill="hold" grpId="0" nodeType="afterEffect">
                                  <p:stCondLst>
                                    <p:cond delay="2000"/>
                                  </p:stCondLst>
                                  <p:childTnLst>
                                    <p:set>
                                      <p:cBhvr>
                                        <p:cTn id="11" dur="1" fill="hold">
                                          <p:stCondLst>
                                            <p:cond delay="0"/>
                                          </p:stCondLst>
                                        </p:cTn>
                                        <p:tgtEl>
                                          <p:spTgt spid="62466"/>
                                        </p:tgtEl>
                                        <p:attrNameLst>
                                          <p:attrName>style.visibility</p:attrName>
                                        </p:attrNameLst>
                                      </p:cBhvr>
                                      <p:to>
                                        <p:strVal val="visible"/>
                                      </p:to>
                                    </p:set>
                                    <p:animEffect transition="in" filter="wipe(left)">
                                      <p:cBhvr>
                                        <p:cTn id="12" dur="500"/>
                                        <p:tgtEl>
                                          <p:spTgt spid="6246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1" nodeType="clickEffect">
                                  <p:stCondLst>
                                    <p:cond delay="0"/>
                                  </p:stCondLst>
                                  <p:childTnLst>
                                    <p:set>
                                      <p:cBhvr>
                                        <p:cTn id="16" dur="1" fill="hold">
                                          <p:stCondLst>
                                            <p:cond delay="0"/>
                                          </p:stCondLst>
                                        </p:cTn>
                                        <p:tgtEl>
                                          <p:spTgt spid="62466"/>
                                        </p:tgtEl>
                                        <p:attrNameLst>
                                          <p:attrName>style.visibility</p:attrName>
                                        </p:attrNameLst>
                                      </p:cBhvr>
                                      <p:to>
                                        <p:strVal val="visible"/>
                                      </p:to>
                                    </p:set>
                                    <p:animEffect transition="in" filter="blinds(horizontal)">
                                      <p:cBhvr>
                                        <p:cTn id="17" dur="500"/>
                                        <p:tgtEl>
                                          <p:spTgt spid="6246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62468"/>
                                        </p:tgtEl>
                                        <p:attrNameLst>
                                          <p:attrName>style.visibility</p:attrName>
                                        </p:attrNameLst>
                                      </p:cBhvr>
                                      <p:to>
                                        <p:strVal val="visible"/>
                                      </p:to>
                                    </p:set>
                                    <p:anim calcmode="lin" valueType="num">
                                      <p:cBhvr additive="base">
                                        <p:cTn id="22" dur="500" fill="hold"/>
                                        <p:tgtEl>
                                          <p:spTgt spid="62468"/>
                                        </p:tgtEl>
                                        <p:attrNameLst>
                                          <p:attrName>ppt_x</p:attrName>
                                        </p:attrNameLst>
                                      </p:cBhvr>
                                      <p:tavLst>
                                        <p:tav tm="0">
                                          <p:val>
                                            <p:strVal val="0-#ppt_w/2"/>
                                          </p:val>
                                        </p:tav>
                                        <p:tav tm="100000">
                                          <p:val>
                                            <p:strVal val="#ppt_x"/>
                                          </p:val>
                                        </p:tav>
                                      </p:tavLst>
                                    </p:anim>
                                    <p:anim calcmode="lin" valueType="num">
                                      <p:cBhvr additive="base">
                                        <p:cTn id="23" dur="500" fill="hold"/>
                                        <p:tgtEl>
                                          <p:spTgt spid="62468"/>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62511"/>
                                        </p:tgtEl>
                                        <p:attrNameLst>
                                          <p:attrName>style.visibility</p:attrName>
                                        </p:attrNameLst>
                                      </p:cBhvr>
                                      <p:to>
                                        <p:strVal val="visible"/>
                                      </p:to>
                                    </p:set>
                                    <p:anim calcmode="lin" valueType="num">
                                      <p:cBhvr additive="base">
                                        <p:cTn id="28" dur="500" fill="hold"/>
                                        <p:tgtEl>
                                          <p:spTgt spid="62511"/>
                                        </p:tgtEl>
                                        <p:attrNameLst>
                                          <p:attrName>ppt_x</p:attrName>
                                        </p:attrNameLst>
                                      </p:cBhvr>
                                      <p:tavLst>
                                        <p:tav tm="0">
                                          <p:val>
                                            <p:strVal val="0-#ppt_w/2"/>
                                          </p:val>
                                        </p:tav>
                                        <p:tav tm="100000">
                                          <p:val>
                                            <p:strVal val="#ppt_x"/>
                                          </p:val>
                                        </p:tav>
                                      </p:tavLst>
                                    </p:anim>
                                    <p:anim calcmode="lin" valueType="num">
                                      <p:cBhvr additive="base">
                                        <p:cTn id="29" dur="500" fill="hold"/>
                                        <p:tgtEl>
                                          <p:spTgt spid="62511"/>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62469"/>
                                        </p:tgtEl>
                                        <p:attrNameLst>
                                          <p:attrName>style.visibility</p:attrName>
                                        </p:attrNameLst>
                                      </p:cBhvr>
                                      <p:to>
                                        <p:strVal val="visible"/>
                                      </p:to>
                                    </p:set>
                                    <p:anim calcmode="lin" valueType="num">
                                      <p:cBhvr additive="base">
                                        <p:cTn id="34" dur="500" fill="hold"/>
                                        <p:tgtEl>
                                          <p:spTgt spid="62469"/>
                                        </p:tgtEl>
                                        <p:attrNameLst>
                                          <p:attrName>ppt_x</p:attrName>
                                        </p:attrNameLst>
                                      </p:cBhvr>
                                      <p:tavLst>
                                        <p:tav tm="0">
                                          <p:val>
                                            <p:strVal val="0-#ppt_w/2"/>
                                          </p:val>
                                        </p:tav>
                                        <p:tav tm="100000">
                                          <p:val>
                                            <p:strVal val="#ppt_x"/>
                                          </p:val>
                                        </p:tav>
                                      </p:tavLst>
                                    </p:anim>
                                    <p:anim calcmode="lin" valueType="num">
                                      <p:cBhvr additive="base">
                                        <p:cTn id="35" dur="500" fill="hold"/>
                                        <p:tgtEl>
                                          <p:spTgt spid="62469"/>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nodeType="clickEffect">
                                  <p:stCondLst>
                                    <p:cond delay="0"/>
                                  </p:stCondLst>
                                  <p:childTnLst>
                                    <p:set>
                                      <p:cBhvr>
                                        <p:cTn id="43" dur="1" fill="hold">
                                          <p:stCondLst>
                                            <p:cond delay="0"/>
                                          </p:stCondLst>
                                        </p:cTn>
                                        <p:tgtEl>
                                          <p:spTgt spid="62529"/>
                                        </p:tgtEl>
                                        <p:attrNameLst>
                                          <p:attrName>style.visibility</p:attrName>
                                        </p:attrNameLst>
                                      </p:cBhvr>
                                      <p:to>
                                        <p:strVal val="visible"/>
                                      </p:to>
                                    </p:set>
                                    <p:anim calcmode="lin" valueType="num">
                                      <p:cBhvr additive="base">
                                        <p:cTn id="44" dur="500" fill="hold"/>
                                        <p:tgtEl>
                                          <p:spTgt spid="62529"/>
                                        </p:tgtEl>
                                        <p:attrNameLst>
                                          <p:attrName>ppt_x</p:attrName>
                                        </p:attrNameLst>
                                      </p:cBhvr>
                                      <p:tavLst>
                                        <p:tav tm="0">
                                          <p:val>
                                            <p:strVal val="0-#ppt_w/2"/>
                                          </p:val>
                                        </p:tav>
                                        <p:tav tm="100000">
                                          <p:val>
                                            <p:strVal val="#ppt_x"/>
                                          </p:val>
                                        </p:tav>
                                      </p:tavLst>
                                    </p:anim>
                                    <p:anim calcmode="lin" valueType="num">
                                      <p:cBhvr additive="base">
                                        <p:cTn id="45" dur="500" fill="hold"/>
                                        <p:tgtEl>
                                          <p:spTgt spid="62529"/>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62473"/>
                                        </p:tgtEl>
                                        <p:attrNameLst>
                                          <p:attrName>style.visibility</p:attrName>
                                        </p:attrNameLst>
                                      </p:cBhvr>
                                      <p:to>
                                        <p:strVal val="visible"/>
                                      </p:to>
                                    </p:set>
                                    <p:anim calcmode="lin" valueType="num">
                                      <p:cBhvr additive="base">
                                        <p:cTn id="50" dur="500" fill="hold"/>
                                        <p:tgtEl>
                                          <p:spTgt spid="62473"/>
                                        </p:tgtEl>
                                        <p:attrNameLst>
                                          <p:attrName>ppt_x</p:attrName>
                                        </p:attrNameLst>
                                      </p:cBhvr>
                                      <p:tavLst>
                                        <p:tav tm="0">
                                          <p:val>
                                            <p:strVal val="0-#ppt_w/2"/>
                                          </p:val>
                                        </p:tav>
                                        <p:tav tm="100000">
                                          <p:val>
                                            <p:strVal val="#ppt_x"/>
                                          </p:val>
                                        </p:tav>
                                      </p:tavLst>
                                    </p:anim>
                                    <p:anim calcmode="lin" valueType="num">
                                      <p:cBhvr additive="base">
                                        <p:cTn id="51" dur="500" fill="hold"/>
                                        <p:tgtEl>
                                          <p:spTgt spid="62473"/>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62506"/>
                                        </p:tgtEl>
                                        <p:attrNameLst>
                                          <p:attrName>style.visibility</p:attrName>
                                        </p:attrNameLst>
                                      </p:cBhvr>
                                      <p:to>
                                        <p:strVal val="visible"/>
                                      </p:to>
                                    </p:set>
                                    <p:anim calcmode="lin" valueType="num">
                                      <p:cBhvr additive="base">
                                        <p:cTn id="56" dur="500" fill="hold"/>
                                        <p:tgtEl>
                                          <p:spTgt spid="62506"/>
                                        </p:tgtEl>
                                        <p:attrNameLst>
                                          <p:attrName>ppt_x</p:attrName>
                                        </p:attrNameLst>
                                      </p:cBhvr>
                                      <p:tavLst>
                                        <p:tav tm="0">
                                          <p:val>
                                            <p:strVal val="0-#ppt_w/2"/>
                                          </p:val>
                                        </p:tav>
                                        <p:tav tm="100000">
                                          <p:val>
                                            <p:strVal val="#ppt_x"/>
                                          </p:val>
                                        </p:tav>
                                      </p:tavLst>
                                    </p:anim>
                                    <p:anim calcmode="lin" valueType="num">
                                      <p:cBhvr additive="base">
                                        <p:cTn id="57" dur="500" fill="hold"/>
                                        <p:tgtEl>
                                          <p:spTgt spid="62506"/>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grpId="0" nodeType="clickEffect">
                                  <p:stCondLst>
                                    <p:cond delay="0"/>
                                  </p:stCondLst>
                                  <p:childTnLst>
                                    <p:set>
                                      <p:cBhvr>
                                        <p:cTn id="61" dur="1" fill="hold">
                                          <p:stCondLst>
                                            <p:cond delay="0"/>
                                          </p:stCondLst>
                                        </p:cTn>
                                        <p:tgtEl>
                                          <p:spTgt spid="62507"/>
                                        </p:tgtEl>
                                        <p:attrNameLst>
                                          <p:attrName>style.visibility</p:attrName>
                                        </p:attrNameLst>
                                      </p:cBhvr>
                                      <p:to>
                                        <p:strVal val="visible"/>
                                      </p:to>
                                    </p:set>
                                    <p:anim calcmode="lin" valueType="num">
                                      <p:cBhvr additive="base">
                                        <p:cTn id="62" dur="500" fill="hold"/>
                                        <p:tgtEl>
                                          <p:spTgt spid="62507"/>
                                        </p:tgtEl>
                                        <p:attrNameLst>
                                          <p:attrName>ppt_x</p:attrName>
                                        </p:attrNameLst>
                                      </p:cBhvr>
                                      <p:tavLst>
                                        <p:tav tm="0">
                                          <p:val>
                                            <p:strVal val="0-#ppt_w/2"/>
                                          </p:val>
                                        </p:tav>
                                        <p:tav tm="100000">
                                          <p:val>
                                            <p:strVal val="#ppt_x"/>
                                          </p:val>
                                        </p:tav>
                                      </p:tavLst>
                                    </p:anim>
                                    <p:anim calcmode="lin" valueType="num">
                                      <p:cBhvr additive="base">
                                        <p:cTn id="63" dur="500" fill="hold"/>
                                        <p:tgtEl>
                                          <p:spTgt spid="62507"/>
                                        </p:tgtEl>
                                        <p:attrNameLst>
                                          <p:attrName>ppt_y</p:attrName>
                                        </p:attrNameLst>
                                      </p:cBhvr>
                                      <p:tavLst>
                                        <p:tav tm="0">
                                          <p:val>
                                            <p:strVal val="#ppt_y"/>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8" fill="hold" grpId="0" nodeType="clickEffect">
                                  <p:stCondLst>
                                    <p:cond delay="0"/>
                                  </p:stCondLst>
                                  <p:childTnLst>
                                    <p:set>
                                      <p:cBhvr>
                                        <p:cTn id="67" dur="1" fill="hold">
                                          <p:stCondLst>
                                            <p:cond delay="0"/>
                                          </p:stCondLst>
                                        </p:cTn>
                                        <p:tgtEl>
                                          <p:spTgt spid="62521"/>
                                        </p:tgtEl>
                                        <p:attrNameLst>
                                          <p:attrName>style.visibility</p:attrName>
                                        </p:attrNameLst>
                                      </p:cBhvr>
                                      <p:to>
                                        <p:strVal val="visible"/>
                                      </p:to>
                                    </p:set>
                                    <p:anim calcmode="lin" valueType="num">
                                      <p:cBhvr additive="base">
                                        <p:cTn id="68" dur="500" fill="hold"/>
                                        <p:tgtEl>
                                          <p:spTgt spid="62521"/>
                                        </p:tgtEl>
                                        <p:attrNameLst>
                                          <p:attrName>ppt_x</p:attrName>
                                        </p:attrNameLst>
                                      </p:cBhvr>
                                      <p:tavLst>
                                        <p:tav tm="0">
                                          <p:val>
                                            <p:strVal val="0-#ppt_w/2"/>
                                          </p:val>
                                        </p:tav>
                                        <p:tav tm="100000">
                                          <p:val>
                                            <p:strVal val="#ppt_x"/>
                                          </p:val>
                                        </p:tav>
                                      </p:tavLst>
                                    </p:anim>
                                    <p:anim calcmode="lin" valueType="num">
                                      <p:cBhvr additive="base">
                                        <p:cTn id="69" dur="500" fill="hold"/>
                                        <p:tgtEl>
                                          <p:spTgt spid="625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p:bldP spid="62468" grpId="0" bldLvl="0" animBg="1"/>
      <p:bldP spid="62469" grpId="0"/>
      <p:bldP spid="62473" grpId="0"/>
      <p:bldP spid="62506" grpId="0"/>
      <p:bldP spid="62507" grpId="0"/>
      <p:bldP spid="62511" grpId="0"/>
      <p:bldP spid="62521" grpId="0"/>
      <p:bldP spid="49154" grpId="0"/>
      <p:bldP spid="62466" grpId="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lumOff val="50000"/>
          </a:schemeClr>
        </a:solidFill>
        <a:effectLst/>
      </p:bgPr>
    </p:bg>
    <p:spTree>
      <p:nvGrpSpPr>
        <p:cNvPr id="1" name=""/>
        <p:cNvGrpSpPr/>
        <p:nvPr/>
      </p:nvGrpSpPr>
      <p:grpSpPr/>
      <p:sp>
        <p:nvSpPr>
          <p:cNvPr id="63490" name="Rectangle 2"/>
          <p:cNvSpPr>
            <a:spLocks noGrp="1"/>
          </p:cNvSpPr>
          <p:nvPr>
            <p:ph type="title"/>
          </p:nvPr>
        </p:nvSpPr>
        <p:spPr>
          <a:xfrm>
            <a:off x="357188" y="374650"/>
            <a:ext cx="2260600" cy="555625"/>
          </a:xfrm>
        </p:spPr>
        <p:txBody>
          <a:bodyPr wrap="square" lIns="91440" tIns="45720" rIns="91440" bIns="45720" anchor="b"/>
          <a:p>
            <a:pPr>
              <a:spcBef>
                <a:spcPct val="50000"/>
              </a:spcBef>
            </a:pPr>
            <a:r>
              <a:rPr lang="en-US" altLang="zh-CN" sz="2800" b="1" dirty="0">
                <a:solidFill>
                  <a:srgbClr val="FFFF3D"/>
                </a:solidFill>
                <a:latin typeface="Times New Roman" panose="02020603050405020304" pitchFamily="18" charset="0"/>
              </a:rPr>
              <a:t> </a:t>
            </a:r>
            <a:r>
              <a:rPr lang="en-US" altLang="zh-CN" sz="2400" b="1" dirty="0">
                <a:solidFill>
                  <a:srgbClr val="FFFF3D"/>
                </a:solidFill>
                <a:latin typeface="楷体" panose="02010609060101010101" charset="-122"/>
                <a:ea typeface="楷体" panose="02010609060101010101" charset="-122"/>
              </a:rPr>
              <a:t>2.</a:t>
            </a:r>
            <a:r>
              <a:rPr lang="zh-CN" altLang="en-US" sz="2400" b="1" dirty="0">
                <a:solidFill>
                  <a:srgbClr val="FFFF3D"/>
                </a:solidFill>
                <a:latin typeface="楷体" panose="02010609060101010101" charset="-122"/>
                <a:ea typeface="楷体" panose="02010609060101010101" charset="-122"/>
              </a:rPr>
              <a:t>理想电流源</a:t>
            </a:r>
            <a:endParaRPr lang="zh-CN" altLang="en-US" sz="2400" b="1" dirty="0">
              <a:solidFill>
                <a:srgbClr val="FFFF3D"/>
              </a:solidFill>
              <a:latin typeface="楷体" panose="02010609060101010101" charset="-122"/>
              <a:ea typeface="楷体" panose="02010609060101010101" charset="-122"/>
            </a:endParaRPr>
          </a:p>
        </p:txBody>
      </p:sp>
      <p:sp>
        <p:nvSpPr>
          <p:cNvPr id="63492" name="Text Box 4"/>
          <p:cNvSpPr txBox="1"/>
          <p:nvPr/>
        </p:nvSpPr>
        <p:spPr>
          <a:xfrm>
            <a:off x="704533" y="4991735"/>
            <a:ext cx="7129462" cy="1625600"/>
          </a:xfrm>
          <a:prstGeom prst="rect">
            <a:avLst/>
          </a:prstGeom>
          <a:noFill/>
          <a:ln w="9525">
            <a:noFill/>
          </a:ln>
        </p:spPr>
        <p:txBody>
          <a:bodyPr anchor="t">
            <a:spAutoFit/>
          </a:bodyPr>
          <a:p>
            <a:pPr eaLnBrk="0" hangingPunct="0">
              <a:lnSpc>
                <a:spcPct val="140000"/>
              </a:lnSpc>
            </a:pPr>
            <a:r>
              <a:rPr lang="en-US" altLang="zh-CN" sz="2400" dirty="0">
                <a:latin typeface="楷体" panose="02010609060101010101" charset="-122"/>
                <a:ea typeface="楷体" panose="02010609060101010101" charset="-122"/>
              </a:rPr>
              <a:t>(1)</a:t>
            </a:r>
            <a:r>
              <a:rPr lang="zh-CN" altLang="en-US" sz="2400" dirty="0">
                <a:latin typeface="楷体" panose="02010609060101010101" charset="-122"/>
                <a:ea typeface="楷体" panose="02010609060101010101" charset="-122"/>
              </a:rPr>
              <a:t>输出电流恒定不变。</a:t>
            </a:r>
            <a:endParaRPr lang="zh-CN" altLang="en-US" sz="2400" dirty="0">
              <a:latin typeface="楷体" panose="02010609060101010101" charset="-122"/>
              <a:ea typeface="楷体" panose="02010609060101010101" charset="-122"/>
            </a:endParaRPr>
          </a:p>
          <a:p>
            <a:pPr eaLnBrk="0" hangingPunct="0">
              <a:lnSpc>
                <a:spcPct val="140000"/>
              </a:lnSpc>
            </a:pPr>
            <a:r>
              <a:rPr lang="en-US" altLang="zh-CN" sz="2400" dirty="0">
                <a:latin typeface="楷体" panose="02010609060101010101" charset="-122"/>
                <a:ea typeface="楷体" panose="02010609060101010101" charset="-122"/>
              </a:rPr>
              <a:t>(2)</a:t>
            </a:r>
            <a:r>
              <a:rPr lang="zh-CN" altLang="en-US" sz="2400" dirty="0">
                <a:latin typeface="楷体" panose="02010609060101010101" charset="-122"/>
                <a:ea typeface="楷体" panose="02010609060101010101" charset="-122"/>
              </a:rPr>
              <a:t>端电压是任意的</a:t>
            </a:r>
            <a:r>
              <a:rPr lang="en-US" altLang="zh-CN" sz="2400" dirty="0">
                <a:latin typeface="楷体" panose="02010609060101010101" charset="-122"/>
                <a:ea typeface="楷体" panose="02010609060101010101" charset="-122"/>
              </a:rPr>
              <a:t>,</a:t>
            </a:r>
            <a:r>
              <a:rPr lang="zh-CN" altLang="en-US" sz="2400" dirty="0">
                <a:latin typeface="楷体" panose="02010609060101010101" charset="-122"/>
                <a:ea typeface="楷体" panose="02010609060101010101" charset="-122"/>
              </a:rPr>
              <a:t>即随负载不同而不同。</a:t>
            </a:r>
            <a:endParaRPr lang="zh-CN" altLang="en-US" sz="2400" dirty="0">
              <a:latin typeface="楷体" panose="02010609060101010101" charset="-122"/>
              <a:ea typeface="楷体" panose="02010609060101010101" charset="-122"/>
            </a:endParaRPr>
          </a:p>
          <a:p>
            <a:pPr eaLnBrk="0" hangingPunct="0">
              <a:lnSpc>
                <a:spcPct val="140000"/>
              </a:lnSpc>
            </a:pPr>
            <a:r>
              <a:rPr lang="en-US" altLang="zh-CN" sz="2400" dirty="0">
                <a:latin typeface="楷体" panose="02010609060101010101" charset="-122"/>
                <a:ea typeface="楷体" panose="02010609060101010101" charset="-122"/>
              </a:rPr>
              <a:t>(3)</a:t>
            </a:r>
            <a:r>
              <a:rPr lang="zh-CN" altLang="en-US" sz="2400" dirty="0">
                <a:latin typeface="楷体" panose="02010609060101010101" charset="-122"/>
                <a:ea typeface="楷体" panose="02010609060101010101" charset="-122"/>
              </a:rPr>
              <a:t>理想电流源不能断路。</a:t>
            </a:r>
            <a:endParaRPr lang="zh-CN" altLang="en-US" sz="2400" dirty="0">
              <a:latin typeface="楷体" panose="02010609060101010101" charset="-122"/>
              <a:ea typeface="楷体" panose="02010609060101010101" charset="-122"/>
            </a:endParaRPr>
          </a:p>
        </p:txBody>
      </p:sp>
      <p:grpSp>
        <p:nvGrpSpPr>
          <p:cNvPr id="63513" name="Group 25"/>
          <p:cNvGrpSpPr/>
          <p:nvPr/>
        </p:nvGrpSpPr>
        <p:grpSpPr>
          <a:xfrm>
            <a:off x="7218363" y="4652964"/>
            <a:ext cx="1584325" cy="863600"/>
            <a:chOff x="4251" y="2978"/>
            <a:chExt cx="998" cy="544"/>
          </a:xfrm>
        </p:grpSpPr>
        <p:sp>
          <p:nvSpPr>
            <p:cNvPr id="6148" name="AutoShape 26"/>
            <p:cNvSpPr/>
            <p:nvPr/>
          </p:nvSpPr>
          <p:spPr>
            <a:xfrm>
              <a:off x="4251" y="2978"/>
              <a:ext cx="998" cy="544"/>
            </a:xfrm>
            <a:prstGeom prst="wedgeRoundRectCallout">
              <a:avLst>
                <a:gd name="adj1" fmla="val -175051"/>
                <a:gd name="adj2" fmla="val 102023"/>
                <a:gd name="adj3" fmla="val 16667"/>
              </a:avLst>
            </a:prstGeom>
            <a:gradFill rotWithShape="1">
              <a:gsLst>
                <a:gs pos="0">
                  <a:schemeClr val="accent1"/>
                </a:gs>
                <a:gs pos="100000">
                  <a:schemeClr val="bg1"/>
                </a:gs>
              </a:gsLst>
              <a:lin ang="2700000" scaled="1"/>
              <a:tileRect/>
            </a:gradFill>
            <a:ln w="34925">
              <a:noFill/>
            </a:ln>
          </p:spPr>
          <p:txBody>
            <a:bodyPr anchor="t"/>
            <a:p>
              <a:pPr algn="ctr" eaLnBrk="0" hangingPunct="0"/>
              <a:endParaRPr lang="zh-CN" altLang="zh-CN" dirty="0">
                <a:solidFill>
                  <a:srgbClr val="000000"/>
                </a:solidFill>
                <a:latin typeface="隶书" pitchFamily="49" charset="-122"/>
                <a:ea typeface="隶书" pitchFamily="49" charset="-122"/>
              </a:endParaRPr>
            </a:p>
          </p:txBody>
        </p:sp>
        <p:sp>
          <p:nvSpPr>
            <p:cNvPr id="6149" name="Text Box 27"/>
            <p:cNvSpPr txBox="1"/>
            <p:nvPr/>
          </p:nvSpPr>
          <p:spPr>
            <a:xfrm>
              <a:off x="4332" y="2991"/>
              <a:ext cx="907" cy="327"/>
            </a:xfrm>
            <a:prstGeom prst="rect">
              <a:avLst/>
            </a:prstGeom>
            <a:noFill/>
            <a:ln w="9525">
              <a:noFill/>
            </a:ln>
          </p:spPr>
          <p:txBody>
            <a:bodyPr anchor="t">
              <a:spAutoFit/>
            </a:bodyPr>
            <a:p>
              <a:pPr algn="ctr" defTabSz="914400" eaLnBrk="0" hangingPunct="0"/>
              <a:r>
                <a:rPr lang="en-US" altLang="zh-CN" i="1">
                  <a:solidFill>
                    <a:srgbClr val="FF0000"/>
                  </a:solidFill>
                  <a:latin typeface="Times New Roman" panose="02020603050405020304" pitchFamily="18" charset="0"/>
                  <a:ea typeface="隶书" pitchFamily="49" charset="-122"/>
                </a:rPr>
                <a:t>U=I</a:t>
              </a:r>
              <a:r>
                <a:rPr lang="en-US" altLang="zh-CN" baseline="-25000">
                  <a:solidFill>
                    <a:srgbClr val="FF0000"/>
                  </a:solidFill>
                  <a:latin typeface="Times New Roman" panose="02020603050405020304" pitchFamily="18" charset="0"/>
                  <a:ea typeface="隶书" pitchFamily="49" charset="-122"/>
                </a:rPr>
                <a:t>S</a:t>
              </a:r>
              <a:r>
                <a:rPr lang="en-US" altLang="zh-CN">
                  <a:solidFill>
                    <a:srgbClr val="FF0000"/>
                  </a:solidFill>
                  <a:latin typeface="Times New Roman" panose="02020603050405020304" pitchFamily="18" charset="0"/>
                  <a:ea typeface="隶书" pitchFamily="49" charset="-122"/>
                </a:rPr>
                <a:t>.</a:t>
              </a:r>
              <a:r>
                <a:rPr lang="en-US" altLang="zh-CN" i="1">
                  <a:solidFill>
                    <a:srgbClr val="FF0000"/>
                  </a:solidFill>
                  <a:latin typeface="Times New Roman" panose="02020603050405020304" pitchFamily="18" charset="0"/>
                  <a:ea typeface="隶书" pitchFamily="49" charset="-122"/>
                </a:rPr>
                <a:t>R</a:t>
              </a:r>
              <a:r>
                <a:rPr lang="en-US" altLang="zh-CN" baseline="-25000">
                  <a:solidFill>
                    <a:srgbClr val="FF0000"/>
                  </a:solidFill>
                  <a:latin typeface="Times New Roman" panose="02020603050405020304" pitchFamily="18" charset="0"/>
                  <a:ea typeface="隶书" pitchFamily="49" charset="-122"/>
                </a:rPr>
                <a:t>L</a:t>
              </a:r>
              <a:endParaRPr lang="en-US" altLang="zh-CN" baseline="-25000">
                <a:solidFill>
                  <a:srgbClr val="FF0000"/>
                </a:solidFill>
                <a:latin typeface="Times New Roman" panose="02020603050405020304" pitchFamily="18" charset="0"/>
                <a:ea typeface="隶书" pitchFamily="49" charset="-122"/>
              </a:endParaRPr>
            </a:p>
          </p:txBody>
        </p:sp>
      </p:grpSp>
      <p:grpSp>
        <p:nvGrpSpPr>
          <p:cNvPr id="63533" name="Group 45"/>
          <p:cNvGrpSpPr/>
          <p:nvPr/>
        </p:nvGrpSpPr>
        <p:grpSpPr>
          <a:xfrm>
            <a:off x="3412173" y="1685925"/>
            <a:ext cx="1712912" cy="1079500"/>
            <a:chOff x="2603" y="1134"/>
            <a:chExt cx="1079" cy="680"/>
          </a:xfrm>
        </p:grpSpPr>
        <p:sp>
          <p:nvSpPr>
            <p:cNvPr id="6151" name="Text Box 30"/>
            <p:cNvSpPr txBox="1"/>
            <p:nvPr/>
          </p:nvSpPr>
          <p:spPr>
            <a:xfrm>
              <a:off x="2835" y="1487"/>
              <a:ext cx="615" cy="327"/>
            </a:xfrm>
            <a:prstGeom prst="rect">
              <a:avLst/>
            </a:prstGeom>
            <a:noFill/>
            <a:ln w="34925">
              <a:noFill/>
            </a:ln>
          </p:spPr>
          <p:txBody>
            <a:bodyPr wrap="none" anchor="t">
              <a:spAutoFit/>
            </a:bodyPr>
            <a:p>
              <a:pPr algn="ctr" eaLnBrk="0" hangingPunct="0"/>
              <a:r>
                <a:rPr lang="en-US" altLang="zh-CN" i="1" dirty="0">
                  <a:solidFill>
                    <a:srgbClr val="FFFF3D"/>
                  </a:solidFill>
                  <a:latin typeface="Times New Roman" panose="02020603050405020304" pitchFamily="18" charset="0"/>
                  <a:ea typeface="宋体" panose="02010600030101010101" pitchFamily="2" charset="-122"/>
                </a:rPr>
                <a:t>I </a:t>
              </a:r>
              <a:r>
                <a:rPr lang="en-US" altLang="zh-CN" dirty="0">
                  <a:solidFill>
                    <a:srgbClr val="FFFF3D"/>
                  </a:solidFill>
                  <a:latin typeface="Times New Roman" panose="02020603050405020304" pitchFamily="18" charset="0"/>
                  <a:ea typeface="宋体" panose="02010600030101010101" pitchFamily="2" charset="-122"/>
                </a:rPr>
                <a:t>= </a:t>
              </a:r>
              <a:r>
                <a:rPr lang="en-US" altLang="zh-CN" i="1" dirty="0">
                  <a:solidFill>
                    <a:srgbClr val="FFFF3D"/>
                  </a:solidFill>
                  <a:latin typeface="Times New Roman" panose="02020603050405020304" pitchFamily="18" charset="0"/>
                  <a:ea typeface="宋体" panose="02010600030101010101" pitchFamily="2" charset="-122"/>
                </a:rPr>
                <a:t>I</a:t>
              </a:r>
              <a:r>
                <a:rPr lang="en-US" altLang="zh-CN" baseline="-25000" dirty="0">
                  <a:solidFill>
                    <a:srgbClr val="FFFF3D"/>
                  </a:solidFill>
                  <a:latin typeface="Times New Roman" panose="02020603050405020304" pitchFamily="18" charset="0"/>
                  <a:ea typeface="宋体" panose="02010600030101010101" pitchFamily="2" charset="-122"/>
                </a:rPr>
                <a:t>S</a:t>
              </a:r>
              <a:endParaRPr lang="en-US" altLang="zh-CN" baseline="-25000" dirty="0">
                <a:solidFill>
                  <a:srgbClr val="FFFF3D"/>
                </a:solidFill>
                <a:latin typeface="Times New Roman" panose="02020603050405020304" pitchFamily="18" charset="0"/>
                <a:ea typeface="宋体" panose="02010600030101010101" pitchFamily="2" charset="-122"/>
              </a:endParaRPr>
            </a:p>
          </p:txBody>
        </p:sp>
        <p:sp>
          <p:nvSpPr>
            <p:cNvPr id="6152" name="Rectangle 31"/>
            <p:cNvSpPr/>
            <p:nvPr/>
          </p:nvSpPr>
          <p:spPr>
            <a:xfrm>
              <a:off x="2603" y="1134"/>
              <a:ext cx="1079" cy="288"/>
            </a:xfrm>
            <a:prstGeom prst="rect">
              <a:avLst/>
            </a:prstGeom>
            <a:noFill/>
            <a:ln w="34925">
              <a:noFill/>
            </a:ln>
          </p:spPr>
          <p:txBody>
            <a:bodyPr wrap="none" anchor="t">
              <a:spAutoFit/>
            </a:bodyPr>
            <a:p>
              <a:pPr algn="ctr" eaLnBrk="0" hangingPunct="0"/>
              <a:r>
                <a:rPr lang="zh-CN" altLang="en-US" sz="2400" dirty="0">
                  <a:latin typeface="楷体" panose="02010609060101010101" charset="-122"/>
                  <a:ea typeface="楷体" panose="02010609060101010101" charset="-122"/>
                </a:rPr>
                <a:t>外特性方程</a:t>
              </a:r>
              <a:endParaRPr lang="zh-CN" altLang="en-US" sz="2400" dirty="0">
                <a:latin typeface="楷体" panose="02010609060101010101" charset="-122"/>
                <a:ea typeface="楷体" panose="02010609060101010101" charset="-122"/>
              </a:endParaRPr>
            </a:p>
          </p:txBody>
        </p:sp>
      </p:grpSp>
      <p:grpSp>
        <p:nvGrpSpPr>
          <p:cNvPr id="63532" name="Group 44"/>
          <p:cNvGrpSpPr/>
          <p:nvPr/>
        </p:nvGrpSpPr>
        <p:grpSpPr>
          <a:xfrm>
            <a:off x="448628" y="1366838"/>
            <a:ext cx="2968625" cy="2668587"/>
            <a:chOff x="657" y="753"/>
            <a:chExt cx="1870" cy="1681"/>
          </a:xfrm>
        </p:grpSpPr>
        <p:sp>
          <p:nvSpPr>
            <p:cNvPr id="6154" name="Line 5"/>
            <p:cNvSpPr/>
            <p:nvPr/>
          </p:nvSpPr>
          <p:spPr>
            <a:xfrm flipV="1">
              <a:off x="801" y="1041"/>
              <a:ext cx="816" cy="0"/>
            </a:xfrm>
            <a:prstGeom prst="line">
              <a:avLst/>
            </a:prstGeom>
            <a:ln w="34925" cap="flat" cmpd="sng">
              <a:solidFill>
                <a:schemeClr val="accent2"/>
              </a:solidFill>
              <a:prstDash val="solid"/>
              <a:round/>
              <a:headEnd type="none" w="med" len="med"/>
              <a:tailEnd type="none" w="med" len="med"/>
            </a:ln>
          </p:spPr>
        </p:sp>
        <p:sp>
          <p:nvSpPr>
            <p:cNvPr id="6155" name="Text Box 6"/>
            <p:cNvSpPr txBox="1"/>
            <p:nvPr/>
          </p:nvSpPr>
          <p:spPr>
            <a:xfrm>
              <a:off x="1316" y="753"/>
              <a:ext cx="240" cy="327"/>
            </a:xfrm>
            <a:prstGeom prst="rect">
              <a:avLst/>
            </a:prstGeom>
            <a:noFill/>
            <a:ln w="9525">
              <a:noFill/>
            </a:ln>
          </p:spPr>
          <p:txBody>
            <a:bodyPr anchor="t">
              <a:spAutoFit/>
            </a:bodyPr>
            <a:p>
              <a:pPr eaLnBrk="0" hangingPunct="0"/>
              <a:r>
                <a:rPr lang="en-US" altLang="zh-CN" i="1" dirty="0">
                  <a:solidFill>
                    <a:srgbClr val="FFFF3D"/>
                  </a:solidFill>
                  <a:latin typeface="Times New Roman" panose="02020603050405020304" pitchFamily="18" charset="0"/>
                  <a:ea typeface="宋体" panose="02010600030101010101" pitchFamily="2" charset="-122"/>
                </a:rPr>
                <a:t>I</a:t>
              </a:r>
              <a:endParaRPr lang="en-US" altLang="zh-CN" i="1" dirty="0">
                <a:solidFill>
                  <a:srgbClr val="FFFF3D"/>
                </a:solidFill>
                <a:latin typeface="Times New Roman" panose="02020603050405020304" pitchFamily="18" charset="0"/>
                <a:ea typeface="宋体" panose="02010600030101010101" pitchFamily="2" charset="-122"/>
              </a:endParaRPr>
            </a:p>
          </p:txBody>
        </p:sp>
        <p:sp>
          <p:nvSpPr>
            <p:cNvPr id="6156" name="Text Box 7"/>
            <p:cNvSpPr txBox="1"/>
            <p:nvPr/>
          </p:nvSpPr>
          <p:spPr>
            <a:xfrm>
              <a:off x="1382" y="1479"/>
              <a:ext cx="278" cy="327"/>
            </a:xfrm>
            <a:prstGeom prst="rect">
              <a:avLst/>
            </a:prstGeom>
            <a:noFill/>
            <a:ln w="9525">
              <a:noFill/>
            </a:ln>
          </p:spPr>
          <p:txBody>
            <a:bodyPr wrap="none" anchor="t">
              <a:spAutoFit/>
            </a:bodyPr>
            <a:p>
              <a:pPr eaLnBrk="0" hangingPunct="0"/>
              <a:r>
                <a:rPr lang="en-US" altLang="zh-CN" dirty="0">
                  <a:solidFill>
                    <a:srgbClr val="FFFF3D"/>
                  </a:solidFill>
                  <a:latin typeface="Times New Roman" panose="02020603050405020304" pitchFamily="18" charset="0"/>
                  <a:ea typeface="宋体" panose="02010600030101010101" pitchFamily="2" charset="-122"/>
                </a:rPr>
                <a:t>U</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6157" name="Line 8"/>
            <p:cNvSpPr/>
            <p:nvPr/>
          </p:nvSpPr>
          <p:spPr>
            <a:xfrm flipV="1">
              <a:off x="801" y="1041"/>
              <a:ext cx="0" cy="1200"/>
            </a:xfrm>
            <a:prstGeom prst="line">
              <a:avLst/>
            </a:prstGeom>
            <a:ln w="34925" cap="flat" cmpd="sng">
              <a:solidFill>
                <a:schemeClr val="accent2"/>
              </a:solidFill>
              <a:prstDash val="solid"/>
              <a:round/>
              <a:headEnd type="none" w="med" len="med"/>
              <a:tailEnd type="none" w="med" len="med"/>
            </a:ln>
          </p:spPr>
        </p:sp>
        <p:sp>
          <p:nvSpPr>
            <p:cNvPr id="6158" name="Line 9"/>
            <p:cNvSpPr/>
            <p:nvPr/>
          </p:nvSpPr>
          <p:spPr>
            <a:xfrm flipV="1">
              <a:off x="884" y="1162"/>
              <a:ext cx="0" cy="318"/>
            </a:xfrm>
            <a:prstGeom prst="line">
              <a:avLst/>
            </a:prstGeom>
            <a:ln w="38100" cap="flat" cmpd="sng">
              <a:solidFill>
                <a:schemeClr val="bg1"/>
              </a:solidFill>
              <a:prstDash val="solid"/>
              <a:round/>
              <a:headEnd type="none" w="med" len="med"/>
              <a:tailEnd type="stealth" w="sm" len="lg"/>
            </a:ln>
          </p:spPr>
        </p:sp>
        <p:sp>
          <p:nvSpPr>
            <p:cNvPr id="6159" name="Text Box 10"/>
            <p:cNvSpPr txBox="1"/>
            <p:nvPr/>
          </p:nvSpPr>
          <p:spPr>
            <a:xfrm>
              <a:off x="930" y="1162"/>
              <a:ext cx="274" cy="327"/>
            </a:xfrm>
            <a:prstGeom prst="rect">
              <a:avLst/>
            </a:prstGeom>
            <a:noFill/>
            <a:ln w="9525">
              <a:noFill/>
            </a:ln>
          </p:spPr>
          <p:txBody>
            <a:bodyPr wrap="none" anchor="t">
              <a:spAutoFit/>
            </a:bodyPr>
            <a:p>
              <a:pPr eaLnBrk="0" hangingPunct="0"/>
              <a:r>
                <a:rPr lang="en-US" altLang="zh-CN" i="1" dirty="0">
                  <a:latin typeface="Times New Roman" panose="02020603050405020304" pitchFamily="18" charset="0"/>
                  <a:ea typeface="宋体" panose="02010600030101010101" pitchFamily="2" charset="-122"/>
                </a:rPr>
                <a:t>I</a:t>
              </a:r>
              <a:r>
                <a:rPr lang="en-US" altLang="zh-CN" sz="2400" baseline="-25000" dirty="0">
                  <a:latin typeface="Times New Roman" panose="02020603050405020304" pitchFamily="18" charset="0"/>
                  <a:ea typeface="宋体" panose="02010600030101010101" pitchFamily="2" charset="-122"/>
                </a:rPr>
                <a:t>S</a:t>
              </a:r>
              <a:endParaRPr lang="en-US" altLang="zh-CN" sz="2400" baseline="-25000" dirty="0">
                <a:latin typeface="Times New Roman" panose="02020603050405020304" pitchFamily="18" charset="0"/>
                <a:ea typeface="宋体" panose="02010600030101010101" pitchFamily="2" charset="-122"/>
              </a:endParaRPr>
            </a:p>
          </p:txBody>
        </p:sp>
        <p:grpSp>
          <p:nvGrpSpPr>
            <p:cNvPr id="6160" name="Group 11"/>
            <p:cNvGrpSpPr/>
            <p:nvPr/>
          </p:nvGrpSpPr>
          <p:grpSpPr>
            <a:xfrm>
              <a:off x="657" y="1493"/>
              <a:ext cx="303" cy="316"/>
              <a:chOff x="336" y="1700"/>
              <a:chExt cx="303" cy="316"/>
            </a:xfrm>
          </p:grpSpPr>
          <p:sp>
            <p:nvSpPr>
              <p:cNvPr id="6161" name="Oval 12"/>
              <p:cNvSpPr/>
              <p:nvPr/>
            </p:nvSpPr>
            <p:spPr>
              <a:xfrm>
                <a:off x="336" y="1700"/>
                <a:ext cx="303" cy="316"/>
              </a:xfrm>
              <a:prstGeom prst="ellipse">
                <a:avLst/>
              </a:prstGeom>
              <a:solidFill>
                <a:schemeClr val="bg1"/>
              </a:solidFill>
              <a:ln w="38100" cap="flat" cmpd="sng">
                <a:solidFill>
                  <a:srgbClr val="FF0000"/>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6162" name="Line 13"/>
              <p:cNvSpPr/>
              <p:nvPr/>
            </p:nvSpPr>
            <p:spPr>
              <a:xfrm flipV="1">
                <a:off x="336" y="1872"/>
                <a:ext cx="288" cy="3"/>
              </a:xfrm>
              <a:prstGeom prst="line">
                <a:avLst/>
              </a:prstGeom>
              <a:ln w="38100" cap="flat" cmpd="sng">
                <a:solidFill>
                  <a:srgbClr val="FF0000"/>
                </a:solidFill>
                <a:prstDash val="solid"/>
                <a:round/>
                <a:headEnd type="none" w="med" len="med"/>
                <a:tailEnd type="none" w="med" len="med"/>
              </a:ln>
            </p:spPr>
          </p:sp>
        </p:grpSp>
        <p:sp>
          <p:nvSpPr>
            <p:cNvPr id="6163" name="Line 14"/>
            <p:cNvSpPr/>
            <p:nvPr/>
          </p:nvSpPr>
          <p:spPr>
            <a:xfrm flipV="1">
              <a:off x="801" y="2241"/>
              <a:ext cx="816" cy="0"/>
            </a:xfrm>
            <a:prstGeom prst="line">
              <a:avLst/>
            </a:prstGeom>
            <a:ln w="34925" cap="flat" cmpd="sng">
              <a:solidFill>
                <a:schemeClr val="accent2"/>
              </a:solidFill>
              <a:prstDash val="solid"/>
              <a:round/>
              <a:headEnd type="none" w="med" len="med"/>
              <a:tailEnd type="none" w="med" len="med"/>
            </a:ln>
          </p:spPr>
        </p:sp>
        <p:sp>
          <p:nvSpPr>
            <p:cNvPr id="6164" name="Text Box 15"/>
            <p:cNvSpPr txBox="1"/>
            <p:nvPr/>
          </p:nvSpPr>
          <p:spPr>
            <a:xfrm>
              <a:off x="1337" y="1071"/>
              <a:ext cx="373" cy="365"/>
            </a:xfrm>
            <a:prstGeom prst="rect">
              <a:avLst/>
            </a:prstGeom>
            <a:noFill/>
            <a:ln w="34925">
              <a:noFill/>
            </a:ln>
          </p:spPr>
          <p:txBody>
            <a:bodyPr wrap="none" anchor="t">
              <a:spAutoFit/>
            </a:bodyPr>
            <a:p>
              <a:pPr algn="ctr" eaLnBrk="0" hangingPunct="0"/>
              <a:r>
                <a:rPr lang="zh-CN" altLang="en-US" sz="4800" baseline="36000" dirty="0">
                  <a:solidFill>
                    <a:srgbClr val="FFFF3D"/>
                  </a:solidFill>
                  <a:latin typeface="Symbol" panose="05050102010706020507" pitchFamily="18" charset="2"/>
                  <a:ea typeface="幼圆" pitchFamily="49" charset="-122"/>
                </a:rPr>
                <a:t>＋</a:t>
              </a:r>
              <a:endParaRPr lang="zh-CN" altLang="en-US" sz="4800" baseline="36000" dirty="0">
                <a:solidFill>
                  <a:srgbClr val="FFFF3D"/>
                </a:solidFill>
                <a:latin typeface="Symbol" panose="05050102010706020507" pitchFamily="18" charset="2"/>
                <a:ea typeface="幼圆" pitchFamily="49" charset="-122"/>
              </a:endParaRPr>
            </a:p>
          </p:txBody>
        </p:sp>
        <p:sp>
          <p:nvSpPr>
            <p:cNvPr id="6165" name="Text Box 16"/>
            <p:cNvSpPr txBox="1"/>
            <p:nvPr/>
          </p:nvSpPr>
          <p:spPr>
            <a:xfrm>
              <a:off x="1337" y="2069"/>
              <a:ext cx="373" cy="365"/>
            </a:xfrm>
            <a:prstGeom prst="rect">
              <a:avLst/>
            </a:prstGeom>
            <a:noFill/>
            <a:ln w="34925">
              <a:noFill/>
            </a:ln>
          </p:spPr>
          <p:txBody>
            <a:bodyPr wrap="none" anchor="t">
              <a:spAutoFit/>
            </a:bodyPr>
            <a:p>
              <a:pPr algn="ctr" eaLnBrk="0" hangingPunct="0"/>
              <a:r>
                <a:rPr lang="zh-CN" altLang="en-US" sz="4800" baseline="36000" dirty="0">
                  <a:solidFill>
                    <a:srgbClr val="FFFF3D"/>
                  </a:solidFill>
                  <a:latin typeface="Symbol" panose="05050102010706020507" pitchFamily="18" charset="2"/>
                  <a:ea typeface="幼圆" pitchFamily="49" charset="-122"/>
                </a:rPr>
                <a:t>－</a:t>
              </a:r>
              <a:endParaRPr lang="zh-CN" altLang="en-US" sz="4800" baseline="36000" dirty="0">
                <a:solidFill>
                  <a:srgbClr val="FFFF3D"/>
                </a:solidFill>
                <a:latin typeface="Symbol" panose="05050102010706020507" pitchFamily="18" charset="2"/>
                <a:ea typeface="幼圆" pitchFamily="49" charset="-122"/>
              </a:endParaRPr>
            </a:p>
          </p:txBody>
        </p:sp>
        <p:sp>
          <p:nvSpPr>
            <p:cNvPr id="6166" name="Oval 17"/>
            <p:cNvSpPr/>
            <p:nvPr/>
          </p:nvSpPr>
          <p:spPr>
            <a:xfrm flipH="1">
              <a:off x="1609" y="1026"/>
              <a:ext cx="45" cy="46"/>
            </a:xfrm>
            <a:prstGeom prst="ellipse">
              <a:avLst/>
            </a:prstGeom>
            <a:solidFill>
              <a:schemeClr val="accent1"/>
            </a:solidFill>
            <a:ln w="34925" cap="flat" cmpd="sng">
              <a:solidFill>
                <a:srgbClr val="FCE53C"/>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6167" name="Oval 18"/>
            <p:cNvSpPr/>
            <p:nvPr/>
          </p:nvSpPr>
          <p:spPr>
            <a:xfrm flipH="1">
              <a:off x="1609" y="2205"/>
              <a:ext cx="45" cy="46"/>
            </a:xfrm>
            <a:prstGeom prst="ellipse">
              <a:avLst/>
            </a:prstGeom>
            <a:solidFill>
              <a:schemeClr val="accent1"/>
            </a:solidFill>
            <a:ln w="34925" cap="flat" cmpd="sng">
              <a:solidFill>
                <a:srgbClr val="FCE53C"/>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6168" name="Group 19"/>
            <p:cNvGrpSpPr/>
            <p:nvPr/>
          </p:nvGrpSpPr>
          <p:grpSpPr>
            <a:xfrm>
              <a:off x="1655" y="1015"/>
              <a:ext cx="872" cy="1225"/>
              <a:chOff x="1655" y="1026"/>
              <a:chExt cx="872" cy="1225"/>
            </a:xfrm>
          </p:grpSpPr>
          <p:sp>
            <p:nvSpPr>
              <p:cNvPr id="6169" name="Line 20"/>
              <p:cNvSpPr/>
              <p:nvPr/>
            </p:nvSpPr>
            <p:spPr>
              <a:xfrm>
                <a:off x="2064" y="1026"/>
                <a:ext cx="0" cy="1225"/>
              </a:xfrm>
              <a:prstGeom prst="line">
                <a:avLst/>
              </a:prstGeom>
              <a:ln w="34925" cap="flat" cmpd="sng">
                <a:solidFill>
                  <a:srgbClr val="FFCC00"/>
                </a:solidFill>
                <a:prstDash val="dash"/>
                <a:round/>
                <a:headEnd type="none" w="med" len="med"/>
                <a:tailEnd type="none" w="sm" len="lg"/>
              </a:ln>
            </p:spPr>
          </p:sp>
          <p:sp>
            <p:nvSpPr>
              <p:cNvPr id="6170" name="Line 21"/>
              <p:cNvSpPr/>
              <p:nvPr/>
            </p:nvSpPr>
            <p:spPr>
              <a:xfrm>
                <a:off x="1655" y="1049"/>
                <a:ext cx="410" cy="0"/>
              </a:xfrm>
              <a:prstGeom prst="line">
                <a:avLst/>
              </a:prstGeom>
              <a:ln w="34925" cap="flat" cmpd="sng">
                <a:solidFill>
                  <a:srgbClr val="FFCC66"/>
                </a:solidFill>
                <a:prstDash val="dash"/>
                <a:round/>
                <a:headEnd type="none" w="med" len="med"/>
                <a:tailEnd type="none" w="med" len="med"/>
              </a:ln>
            </p:spPr>
          </p:sp>
          <p:sp>
            <p:nvSpPr>
              <p:cNvPr id="6171" name="Line 22"/>
              <p:cNvSpPr/>
              <p:nvPr/>
            </p:nvSpPr>
            <p:spPr>
              <a:xfrm>
                <a:off x="1655" y="2250"/>
                <a:ext cx="410" cy="0"/>
              </a:xfrm>
              <a:prstGeom prst="line">
                <a:avLst/>
              </a:prstGeom>
              <a:ln w="34925" cap="flat" cmpd="sng">
                <a:solidFill>
                  <a:srgbClr val="FFCC66"/>
                </a:solidFill>
                <a:prstDash val="dash"/>
                <a:round/>
                <a:headEnd type="none" w="med" len="med"/>
                <a:tailEnd type="none" w="med" len="med"/>
              </a:ln>
            </p:spPr>
          </p:sp>
          <p:sp>
            <p:nvSpPr>
              <p:cNvPr id="6172" name="Rectangle 23"/>
              <p:cNvSpPr/>
              <p:nvPr/>
            </p:nvSpPr>
            <p:spPr>
              <a:xfrm>
                <a:off x="1994" y="1480"/>
                <a:ext cx="136" cy="350"/>
              </a:xfrm>
              <a:prstGeom prst="rect">
                <a:avLst/>
              </a:prstGeom>
              <a:gradFill rotWithShape="1">
                <a:gsLst>
                  <a:gs pos="0">
                    <a:srgbClr val="765E2F"/>
                  </a:gs>
                  <a:gs pos="50000">
                    <a:srgbClr val="FFCC66"/>
                  </a:gs>
                  <a:gs pos="100000">
                    <a:srgbClr val="765E2F"/>
                  </a:gs>
                </a:gsLst>
                <a:lin ang="0" scaled="1"/>
                <a:tileRect/>
              </a:gradFill>
              <a:ln w="34925">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6173" name="Text Box 24"/>
              <p:cNvSpPr txBox="1"/>
              <p:nvPr/>
            </p:nvSpPr>
            <p:spPr>
              <a:xfrm>
                <a:off x="2148" y="1480"/>
                <a:ext cx="379" cy="327"/>
              </a:xfrm>
              <a:prstGeom prst="rect">
                <a:avLst/>
              </a:prstGeom>
              <a:noFill/>
              <a:ln w="34925">
                <a:noFill/>
              </a:ln>
            </p:spPr>
            <p:txBody>
              <a:bodyPr wrap="none" anchor="t">
                <a:spAutoFit/>
              </a:bodyPr>
              <a:p>
                <a:pPr algn="ctr" eaLnBrk="0" hangingPunct="0"/>
                <a:r>
                  <a:rPr lang="en-US" altLang="zh-CN" dirty="0">
                    <a:solidFill>
                      <a:srgbClr val="FFFF3D"/>
                    </a:solidFill>
                    <a:latin typeface="Times New Roman" panose="02020603050405020304" pitchFamily="18" charset="0"/>
                    <a:ea typeface="隶书" pitchFamily="49" charset="-122"/>
                  </a:rPr>
                  <a:t>R</a:t>
                </a:r>
                <a:r>
                  <a:rPr lang="en-US" altLang="zh-CN" baseline="-25000" dirty="0">
                    <a:solidFill>
                      <a:srgbClr val="FFFF3D"/>
                    </a:solidFill>
                    <a:latin typeface="Times New Roman" panose="02020603050405020304" pitchFamily="18" charset="0"/>
                    <a:ea typeface="隶书" pitchFamily="49" charset="-122"/>
                  </a:rPr>
                  <a:t>L</a:t>
                </a:r>
                <a:endParaRPr lang="en-US" altLang="zh-CN" baseline="-25000" dirty="0">
                  <a:solidFill>
                    <a:srgbClr val="FFFF3D"/>
                  </a:solidFill>
                  <a:latin typeface="Times New Roman" panose="02020603050405020304" pitchFamily="18" charset="0"/>
                  <a:ea typeface="隶书" pitchFamily="49" charset="-122"/>
                </a:endParaRPr>
              </a:p>
            </p:txBody>
          </p:sp>
        </p:grpSp>
        <p:sp>
          <p:nvSpPr>
            <p:cNvPr id="6174" name="Line 32"/>
            <p:cNvSpPr/>
            <p:nvPr/>
          </p:nvSpPr>
          <p:spPr>
            <a:xfrm>
              <a:off x="703" y="1661"/>
              <a:ext cx="227" cy="0"/>
            </a:xfrm>
            <a:prstGeom prst="line">
              <a:avLst/>
            </a:prstGeom>
            <a:ln w="31750" cap="flat" cmpd="sng">
              <a:solidFill>
                <a:srgbClr val="FF0000"/>
              </a:solidFill>
              <a:prstDash val="solid"/>
              <a:round/>
              <a:headEnd type="none" w="med" len="med"/>
              <a:tailEnd type="none" w="sm" len="lg"/>
            </a:ln>
          </p:spPr>
        </p:sp>
      </p:grpSp>
      <p:sp>
        <p:nvSpPr>
          <p:cNvPr id="63521" name="Text Box 33"/>
          <p:cNvSpPr txBox="1"/>
          <p:nvPr/>
        </p:nvSpPr>
        <p:spPr>
          <a:xfrm>
            <a:off x="166688" y="4605338"/>
            <a:ext cx="949325" cy="484187"/>
          </a:xfrm>
          <a:prstGeom prst="rect">
            <a:avLst/>
          </a:prstGeom>
          <a:noFill/>
          <a:ln w="22225">
            <a:noFill/>
          </a:ln>
        </p:spPr>
        <p:txBody>
          <a:bodyPr wrap="square" anchor="t">
            <a:spAutoFit/>
          </a:bodyPr>
          <a:p>
            <a:pPr eaLnBrk="0" hangingPunct="0"/>
            <a:r>
              <a:rPr lang="zh-CN" altLang="en-US" sz="2400" dirty="0">
                <a:solidFill>
                  <a:srgbClr val="FFFF3D"/>
                </a:solidFill>
                <a:latin typeface="华文彩云" pitchFamily="2" charset="-122"/>
                <a:ea typeface="华文彩云" pitchFamily="2" charset="-122"/>
              </a:rPr>
              <a:t>特点</a:t>
            </a:r>
            <a:r>
              <a:rPr lang="en-US" altLang="zh-CN" sz="2400" dirty="0">
                <a:solidFill>
                  <a:srgbClr val="FFFF3D"/>
                </a:solidFill>
                <a:latin typeface="华文彩云" pitchFamily="2" charset="-122"/>
                <a:ea typeface="华文彩云" pitchFamily="2" charset="-122"/>
              </a:rPr>
              <a:t>:</a:t>
            </a:r>
            <a:endParaRPr lang="en-US" altLang="zh-CN" sz="2400" dirty="0">
              <a:solidFill>
                <a:srgbClr val="FFFF3D"/>
              </a:solidFill>
              <a:latin typeface="华文彩云" pitchFamily="2" charset="-122"/>
              <a:ea typeface="华文彩云" pitchFamily="2" charset="-122"/>
            </a:endParaRPr>
          </a:p>
        </p:txBody>
      </p:sp>
      <p:grpSp>
        <p:nvGrpSpPr>
          <p:cNvPr id="63537" name="Group 49"/>
          <p:cNvGrpSpPr/>
          <p:nvPr/>
        </p:nvGrpSpPr>
        <p:grpSpPr>
          <a:xfrm>
            <a:off x="5265738" y="1325245"/>
            <a:ext cx="2549525" cy="2930525"/>
            <a:chOff x="3936" y="700"/>
            <a:chExt cx="1606" cy="1846"/>
          </a:xfrm>
        </p:grpSpPr>
        <p:sp>
          <p:nvSpPr>
            <p:cNvPr id="6177" name="Line 37"/>
            <p:cNvSpPr/>
            <p:nvPr/>
          </p:nvSpPr>
          <p:spPr>
            <a:xfrm flipH="1" flipV="1">
              <a:off x="4161" y="897"/>
              <a:ext cx="1" cy="1311"/>
            </a:xfrm>
            <a:prstGeom prst="line">
              <a:avLst/>
            </a:prstGeom>
            <a:ln w="28575" cap="flat" cmpd="sng">
              <a:solidFill>
                <a:schemeClr val="bg1"/>
              </a:solidFill>
              <a:prstDash val="solid"/>
              <a:round/>
              <a:headEnd type="none" w="med" len="med"/>
              <a:tailEnd type="arrow" w="sm" len="lg"/>
            </a:ln>
          </p:spPr>
        </p:sp>
        <p:sp>
          <p:nvSpPr>
            <p:cNvPr id="6178" name="Line 38"/>
            <p:cNvSpPr/>
            <p:nvPr/>
          </p:nvSpPr>
          <p:spPr>
            <a:xfrm rot="-10800000" flipV="1">
              <a:off x="4724" y="1062"/>
              <a:ext cx="0" cy="1145"/>
            </a:xfrm>
            <a:prstGeom prst="line">
              <a:avLst/>
            </a:prstGeom>
            <a:ln w="44450" cap="flat" cmpd="sng">
              <a:solidFill>
                <a:srgbClr val="FF9900"/>
              </a:solidFill>
              <a:prstDash val="solid"/>
              <a:round/>
              <a:headEnd type="none" w="med" len="med"/>
              <a:tailEnd type="none" w="med" len="med"/>
            </a:ln>
          </p:spPr>
        </p:sp>
        <p:sp>
          <p:nvSpPr>
            <p:cNvPr id="6179" name="Text Box 39"/>
            <p:cNvSpPr txBox="1"/>
            <p:nvPr/>
          </p:nvSpPr>
          <p:spPr>
            <a:xfrm>
              <a:off x="5339" y="2039"/>
              <a:ext cx="203" cy="327"/>
            </a:xfrm>
            <a:prstGeom prst="rect">
              <a:avLst/>
            </a:prstGeom>
            <a:noFill/>
            <a:ln w="9525">
              <a:noFill/>
            </a:ln>
          </p:spPr>
          <p:txBody>
            <a:bodyPr wrap="none" anchor="t">
              <a:spAutoFit/>
            </a:bodyPr>
            <a:p>
              <a:pPr eaLnBrk="0" hangingPunct="0"/>
              <a:r>
                <a:rPr lang="en-US" altLang="zh-CN" dirty="0">
                  <a:latin typeface="Times New Roman" panose="02020603050405020304" pitchFamily="18" charset="0"/>
                  <a:ea typeface="宋体" panose="02010600030101010101" pitchFamily="2" charset="-122"/>
                </a:rPr>
                <a:t>I</a:t>
              </a:r>
              <a:endParaRPr lang="en-US" altLang="zh-CN" dirty="0">
                <a:latin typeface="Times New Roman" panose="02020603050405020304" pitchFamily="18" charset="0"/>
                <a:ea typeface="宋体" panose="02010600030101010101" pitchFamily="2" charset="-122"/>
              </a:endParaRPr>
            </a:p>
          </p:txBody>
        </p:sp>
        <p:sp>
          <p:nvSpPr>
            <p:cNvPr id="6180" name="Rectangle 40"/>
            <p:cNvSpPr/>
            <p:nvPr/>
          </p:nvSpPr>
          <p:spPr>
            <a:xfrm>
              <a:off x="4134" y="700"/>
              <a:ext cx="301" cy="365"/>
            </a:xfrm>
            <a:prstGeom prst="rect">
              <a:avLst/>
            </a:prstGeom>
            <a:noFill/>
            <a:ln w="34925">
              <a:noFill/>
            </a:ln>
          </p:spPr>
          <p:txBody>
            <a:bodyPr wrap="none" anchor="t">
              <a:spAutoFit/>
            </a:bodyPr>
            <a:p>
              <a:pPr algn="ctr" eaLnBrk="0" hangingPunct="0"/>
              <a:r>
                <a:rPr lang="en-US" altLang="zh-CN" sz="3200" dirty="0">
                  <a:latin typeface="Times New Roman" panose="02020603050405020304" pitchFamily="18" charset="0"/>
                  <a:ea typeface="隶书" pitchFamily="49" charset="-122"/>
                </a:rPr>
                <a:t>U</a:t>
              </a:r>
              <a:endParaRPr lang="en-US" altLang="zh-CN" sz="3200" dirty="0">
                <a:latin typeface="Times New Roman" panose="02020603050405020304" pitchFamily="18" charset="0"/>
                <a:ea typeface="隶书" pitchFamily="49" charset="-122"/>
              </a:endParaRPr>
            </a:p>
          </p:txBody>
        </p:sp>
        <p:sp>
          <p:nvSpPr>
            <p:cNvPr id="6181" name="Line 41"/>
            <p:cNvSpPr/>
            <p:nvPr/>
          </p:nvSpPr>
          <p:spPr>
            <a:xfrm>
              <a:off x="4178" y="2202"/>
              <a:ext cx="1163" cy="1"/>
            </a:xfrm>
            <a:prstGeom prst="line">
              <a:avLst/>
            </a:prstGeom>
            <a:ln w="28575" cap="flat" cmpd="sng">
              <a:solidFill>
                <a:schemeClr val="bg1"/>
              </a:solidFill>
              <a:prstDash val="solid"/>
              <a:round/>
              <a:headEnd type="none" w="med" len="med"/>
              <a:tailEnd type="arrow" w="sm" len="lg"/>
            </a:ln>
          </p:spPr>
        </p:sp>
        <p:sp>
          <p:nvSpPr>
            <p:cNvPr id="6182" name="Rectangle 42"/>
            <p:cNvSpPr/>
            <p:nvPr/>
          </p:nvSpPr>
          <p:spPr>
            <a:xfrm>
              <a:off x="4604" y="2181"/>
              <a:ext cx="309" cy="365"/>
            </a:xfrm>
            <a:prstGeom prst="rect">
              <a:avLst/>
            </a:prstGeom>
            <a:noFill/>
            <a:ln w="22225">
              <a:noFill/>
            </a:ln>
          </p:spPr>
          <p:txBody>
            <a:bodyPr wrap="none" anchor="t">
              <a:spAutoFit/>
            </a:bodyPr>
            <a:p>
              <a:pPr eaLnBrk="0" hangingPunct="0"/>
              <a:r>
                <a:rPr lang="en-US" altLang="zh-CN" sz="3200" i="1" dirty="0">
                  <a:latin typeface="Times New Roman" panose="02020603050405020304" pitchFamily="18" charset="0"/>
                  <a:ea typeface="隶书" pitchFamily="49" charset="-122"/>
                </a:rPr>
                <a:t>I</a:t>
              </a:r>
              <a:r>
                <a:rPr lang="en-US" altLang="zh-CN" sz="3200" baseline="-25000" dirty="0">
                  <a:latin typeface="Times New Roman" panose="02020603050405020304" pitchFamily="18" charset="0"/>
                  <a:ea typeface="隶书" pitchFamily="49" charset="-122"/>
                </a:rPr>
                <a:t>S</a:t>
              </a:r>
              <a:endParaRPr lang="en-US" altLang="zh-CN" sz="3200" baseline="-25000" dirty="0">
                <a:latin typeface="Times New Roman" panose="02020603050405020304" pitchFamily="18" charset="0"/>
                <a:ea typeface="隶书" pitchFamily="49" charset="-122"/>
              </a:endParaRPr>
            </a:p>
          </p:txBody>
        </p:sp>
        <p:sp>
          <p:nvSpPr>
            <p:cNvPr id="6183" name="Rectangle 43"/>
            <p:cNvSpPr/>
            <p:nvPr/>
          </p:nvSpPr>
          <p:spPr>
            <a:xfrm>
              <a:off x="3936" y="2068"/>
              <a:ext cx="255" cy="288"/>
            </a:xfrm>
            <a:prstGeom prst="rect">
              <a:avLst/>
            </a:prstGeom>
            <a:noFill/>
            <a:ln w="34925">
              <a:noFill/>
            </a:ln>
          </p:spPr>
          <p:txBody>
            <a:bodyPr wrap="none" anchor="t">
              <a:spAutoFit/>
            </a:bodyPr>
            <a:p>
              <a:pPr eaLnBrk="0" hangingPunct="0"/>
              <a:r>
                <a:rPr lang="en-US" altLang="zh-CN" sz="2400" b="0" dirty="0">
                  <a:latin typeface="Times New Roman" panose="02020603050405020304" pitchFamily="18" charset="0"/>
                  <a:ea typeface="幼圆" pitchFamily="49" charset="-122"/>
                </a:rPr>
                <a:t>O</a:t>
              </a:r>
              <a:endParaRPr lang="en-US" altLang="zh-CN" sz="2400" b="0" dirty="0">
                <a:latin typeface="Times New Roman" panose="02020603050405020304" pitchFamily="18" charset="0"/>
                <a:ea typeface="幼圆" pitchFamily="49" charset="-122"/>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63490"/>
                                        </p:tgtEl>
                                        <p:attrNameLst>
                                          <p:attrName>style.visibility</p:attrName>
                                        </p:attrNameLst>
                                      </p:cBhvr>
                                      <p:to>
                                        <p:strVal val="visible"/>
                                      </p:to>
                                    </p:set>
                                    <p:animEffect transition="in" filter="wipe(left)">
                                      <p:cBhvr>
                                        <p:cTn id="7" dur="500"/>
                                        <p:tgtEl>
                                          <p:spTgt spid="6349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3532"/>
                                        </p:tgtEl>
                                        <p:attrNameLst>
                                          <p:attrName>style.visibility</p:attrName>
                                        </p:attrNameLst>
                                      </p:cBhvr>
                                      <p:to>
                                        <p:strVal val="visible"/>
                                      </p:to>
                                    </p:set>
                                    <p:anim calcmode="lin" valueType="num">
                                      <p:cBhvr additive="base">
                                        <p:cTn id="12" dur="500" fill="hold"/>
                                        <p:tgtEl>
                                          <p:spTgt spid="63532"/>
                                        </p:tgtEl>
                                        <p:attrNameLst>
                                          <p:attrName>ppt_x</p:attrName>
                                        </p:attrNameLst>
                                      </p:cBhvr>
                                      <p:tavLst>
                                        <p:tav tm="0">
                                          <p:val>
                                            <p:strVal val="0-#ppt_w/2"/>
                                          </p:val>
                                        </p:tav>
                                        <p:tav tm="100000">
                                          <p:val>
                                            <p:strVal val="#ppt_x"/>
                                          </p:val>
                                        </p:tav>
                                      </p:tavLst>
                                    </p:anim>
                                    <p:anim calcmode="lin" valueType="num">
                                      <p:cBhvr additive="base">
                                        <p:cTn id="13" dur="500" fill="hold"/>
                                        <p:tgtEl>
                                          <p:spTgt spid="6353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3533"/>
                                        </p:tgtEl>
                                        <p:attrNameLst>
                                          <p:attrName>style.visibility</p:attrName>
                                        </p:attrNameLst>
                                      </p:cBhvr>
                                      <p:to>
                                        <p:strVal val="visible"/>
                                      </p:to>
                                    </p:set>
                                    <p:animEffect transition="in" filter="wipe(left)">
                                      <p:cBhvr>
                                        <p:cTn id="18" dur="500"/>
                                        <p:tgtEl>
                                          <p:spTgt spid="6353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63537"/>
                                        </p:tgtEl>
                                        <p:attrNameLst>
                                          <p:attrName>style.visibility</p:attrName>
                                        </p:attrNameLst>
                                      </p:cBhvr>
                                      <p:to>
                                        <p:strVal val="visible"/>
                                      </p:to>
                                    </p:set>
                                    <p:animEffect transition="in" filter="wipe(up)">
                                      <p:cBhvr>
                                        <p:cTn id="23" dur="500"/>
                                        <p:tgtEl>
                                          <p:spTgt spid="6353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63521"/>
                                        </p:tgtEl>
                                        <p:attrNameLst>
                                          <p:attrName>style.visibility</p:attrName>
                                        </p:attrNameLst>
                                      </p:cBhvr>
                                      <p:to>
                                        <p:strVal val="visible"/>
                                      </p:to>
                                    </p:set>
                                    <p:animEffect transition="in" filter="wipe(up)">
                                      <p:cBhvr>
                                        <p:cTn id="28" dur="500"/>
                                        <p:tgtEl>
                                          <p:spTgt spid="6352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3492"/>
                                        </p:tgtEl>
                                        <p:attrNameLst>
                                          <p:attrName>style.visibility</p:attrName>
                                        </p:attrNameLst>
                                      </p:cBhvr>
                                      <p:to>
                                        <p:strVal val="visible"/>
                                      </p:to>
                                    </p:set>
                                    <p:animEffect transition="in" filter="wipe(left)">
                                      <p:cBhvr>
                                        <p:cTn id="33" dur="500"/>
                                        <p:tgtEl>
                                          <p:spTgt spid="63492"/>
                                        </p:tgtEl>
                                      </p:cBhvr>
                                    </p:animEffect>
                                  </p:childTnLst>
                                </p:cTn>
                              </p:par>
                            </p:childTnLst>
                          </p:cTn>
                        </p:par>
                        <p:par>
                          <p:cTn id="34" fill="hold">
                            <p:stCondLst>
                              <p:cond delay="500"/>
                            </p:stCondLst>
                            <p:childTnLst>
                              <p:par>
                                <p:cTn id="35" presetID="2" presetClass="entr" presetSubtype="3" fill="hold" nodeType="afterEffect">
                                  <p:stCondLst>
                                    <p:cond delay="1000"/>
                                  </p:stCondLst>
                                  <p:childTnLst>
                                    <p:set>
                                      <p:cBhvr>
                                        <p:cTn id="36" dur="1" fill="hold">
                                          <p:stCondLst>
                                            <p:cond delay="0"/>
                                          </p:stCondLst>
                                        </p:cTn>
                                        <p:tgtEl>
                                          <p:spTgt spid="63513"/>
                                        </p:tgtEl>
                                        <p:attrNameLst>
                                          <p:attrName>style.visibility</p:attrName>
                                        </p:attrNameLst>
                                      </p:cBhvr>
                                      <p:to>
                                        <p:strVal val="visible"/>
                                      </p:to>
                                    </p:set>
                                    <p:anim calcmode="lin" valueType="num">
                                      <p:cBhvr additive="base">
                                        <p:cTn id="37" dur="500" fill="hold"/>
                                        <p:tgtEl>
                                          <p:spTgt spid="63513"/>
                                        </p:tgtEl>
                                        <p:attrNameLst>
                                          <p:attrName>ppt_x</p:attrName>
                                        </p:attrNameLst>
                                      </p:cBhvr>
                                      <p:tavLst>
                                        <p:tav tm="0">
                                          <p:val>
                                            <p:strVal val="1+#ppt_w/2"/>
                                          </p:val>
                                        </p:tav>
                                        <p:tav tm="100000">
                                          <p:val>
                                            <p:strVal val="#ppt_x"/>
                                          </p:val>
                                        </p:tav>
                                      </p:tavLst>
                                    </p:anim>
                                    <p:anim calcmode="lin" valueType="num">
                                      <p:cBhvr additive="base">
                                        <p:cTn id="38" dur="500" fill="hold"/>
                                        <p:tgtEl>
                                          <p:spTgt spid="635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p:bldP spid="63492" grpId="0"/>
      <p:bldP spid="63521"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lumOff val="50000"/>
          </a:schemeClr>
        </a:solidFill>
        <a:effectLst/>
      </p:bgPr>
    </p:bg>
    <p:spTree>
      <p:nvGrpSpPr>
        <p:cNvPr id="1" name=""/>
        <p:cNvGrpSpPr/>
        <p:nvPr/>
      </p:nvGrpSpPr>
      <p:grpSpPr/>
      <p:sp>
        <p:nvSpPr>
          <p:cNvPr id="70658" name="Rectangle 2"/>
          <p:cNvSpPr>
            <a:spLocks noGrp="1"/>
          </p:cNvSpPr>
          <p:nvPr>
            <p:ph type="title"/>
          </p:nvPr>
        </p:nvSpPr>
        <p:spPr>
          <a:xfrm>
            <a:off x="1805940" y="650875"/>
            <a:ext cx="4964113" cy="504825"/>
          </a:xfrm>
        </p:spPr>
        <p:txBody>
          <a:bodyPr wrap="square" lIns="91440" tIns="45720" rIns="91440" bIns="45720" anchor="b"/>
          <a:p>
            <a:pPr>
              <a:spcBef>
                <a:spcPct val="50000"/>
              </a:spcBef>
            </a:pPr>
            <a:r>
              <a:rPr lang="zh-CN" altLang="en-US" sz="2400" b="1" dirty="0">
                <a:solidFill>
                  <a:schemeClr val="bg1"/>
                </a:solidFill>
                <a:latin typeface="黑体" panose="02010609060101010101" pitchFamily="2" charset="-122"/>
                <a:ea typeface="黑体" panose="02010609060101010101" pitchFamily="2" charset="-122"/>
              </a:rPr>
              <a:t>二、实际电压源和实际电流源</a:t>
            </a:r>
            <a:endParaRPr lang="zh-CN" altLang="en-US" sz="2400" b="1" dirty="0">
              <a:solidFill>
                <a:schemeClr val="bg1"/>
              </a:solidFill>
              <a:latin typeface="黑体" panose="02010609060101010101" pitchFamily="2" charset="-122"/>
              <a:ea typeface="黑体" panose="02010609060101010101" pitchFamily="2" charset="-122"/>
            </a:endParaRPr>
          </a:p>
        </p:txBody>
      </p:sp>
      <p:sp>
        <p:nvSpPr>
          <p:cNvPr id="70660" name="Text Box 4"/>
          <p:cNvSpPr txBox="1"/>
          <p:nvPr/>
        </p:nvSpPr>
        <p:spPr>
          <a:xfrm>
            <a:off x="534988" y="1406843"/>
            <a:ext cx="2832100" cy="482600"/>
          </a:xfrm>
          <a:prstGeom prst="rect">
            <a:avLst/>
          </a:prstGeom>
          <a:noFill/>
          <a:ln w="9525">
            <a:noFill/>
          </a:ln>
        </p:spPr>
        <p:txBody>
          <a:bodyPr anchor="ctr"/>
          <a:p>
            <a:pPr>
              <a:spcBef>
                <a:spcPct val="50000"/>
              </a:spcBef>
            </a:pPr>
            <a:r>
              <a:rPr lang="en-US" altLang="zh-CN" sz="2400" dirty="0">
                <a:latin typeface="楷体" panose="02010609060101010101" charset="-122"/>
                <a:ea typeface="楷体" panose="02010609060101010101" charset="-122"/>
              </a:rPr>
              <a:t>1.</a:t>
            </a:r>
            <a:r>
              <a:rPr lang="zh-CN" altLang="en-US" sz="2400" dirty="0">
                <a:latin typeface="楷体" panose="02010609060101010101" charset="-122"/>
                <a:ea typeface="楷体" panose="02010609060101010101" charset="-122"/>
              </a:rPr>
              <a:t>实际电压源</a:t>
            </a:r>
            <a:endParaRPr lang="zh-CN" altLang="en-US" sz="2400" dirty="0">
              <a:latin typeface="楷体" panose="02010609060101010101" charset="-122"/>
              <a:ea typeface="楷体" panose="02010609060101010101" charset="-122"/>
            </a:endParaRPr>
          </a:p>
        </p:txBody>
      </p:sp>
      <p:sp>
        <p:nvSpPr>
          <p:cNvPr id="70661" name="Text Box 5"/>
          <p:cNvSpPr txBox="1"/>
          <p:nvPr/>
        </p:nvSpPr>
        <p:spPr>
          <a:xfrm>
            <a:off x="4932363" y="1689100"/>
            <a:ext cx="2962275" cy="517525"/>
          </a:xfrm>
          <a:prstGeom prst="rect">
            <a:avLst/>
          </a:prstGeom>
          <a:noFill/>
          <a:ln w="9525">
            <a:noFill/>
          </a:ln>
        </p:spPr>
        <p:txBody>
          <a:bodyPr wrap="square"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 = U</a:t>
            </a:r>
            <a:r>
              <a:rPr lang="en-US" altLang="zh-CN" baseline="-25000" dirty="0">
                <a:solidFill>
                  <a:srgbClr val="FFFF3D"/>
                </a:solidFill>
                <a:latin typeface="Monotype Corsiva" pitchFamily="66" charset="0"/>
                <a:ea typeface="宋体" panose="02010600030101010101" pitchFamily="2" charset="-122"/>
              </a:rPr>
              <a:t>s</a:t>
            </a:r>
            <a:r>
              <a:rPr lang="en-US" altLang="zh-CN" dirty="0">
                <a:solidFill>
                  <a:srgbClr val="FFFF3D"/>
                </a:solidFill>
                <a:latin typeface="Monotype Corsiva" pitchFamily="66" charset="0"/>
                <a:ea typeface="宋体" panose="02010600030101010101" pitchFamily="2" charset="-122"/>
              </a:rPr>
              <a:t> – I </a:t>
            </a:r>
            <a:r>
              <a:rPr lang="en-US" altLang="zh-CN" dirty="0">
                <a:solidFill>
                  <a:srgbClr val="FFFF3D"/>
                </a:solidFill>
                <a:latin typeface="Times New Roman" panose="02020603050405020304" pitchFamily="18" charset="0"/>
                <a:ea typeface="宋体" panose="02010600030101010101" pitchFamily="2" charset="-122"/>
              </a:rPr>
              <a:t>R</a:t>
            </a:r>
            <a:r>
              <a:rPr lang="en-US" altLang="zh-CN" baseline="-25000" dirty="0">
                <a:solidFill>
                  <a:srgbClr val="FFFF3D"/>
                </a:solidFill>
                <a:latin typeface="Times New Roman" panose="02020603050405020304" pitchFamily="18" charset="0"/>
                <a:ea typeface="宋体" panose="02010600030101010101" pitchFamily="2" charset="-122"/>
              </a:rPr>
              <a:t>0</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70662" name="Text Box 6"/>
          <p:cNvSpPr txBox="1"/>
          <p:nvPr/>
        </p:nvSpPr>
        <p:spPr>
          <a:xfrm>
            <a:off x="5249863" y="5052060"/>
            <a:ext cx="3163887" cy="457200"/>
          </a:xfrm>
          <a:prstGeom prst="rect">
            <a:avLst/>
          </a:prstGeom>
          <a:noFill/>
          <a:ln w="9525">
            <a:noFill/>
          </a:ln>
        </p:spPr>
        <p:txBody>
          <a:bodyPr wrap="square" anchor="t">
            <a:spAutoFit/>
          </a:bodyPr>
          <a:p>
            <a:pPr>
              <a:spcBef>
                <a:spcPct val="50000"/>
              </a:spcBef>
            </a:pPr>
            <a:r>
              <a:rPr lang="zh-CN" altLang="en-US" sz="2400" dirty="0">
                <a:latin typeface="楷体" panose="02010609060101010101" charset="-122"/>
                <a:ea typeface="楷体" panose="02010609060101010101" charset="-122"/>
              </a:rPr>
              <a:t>实际电压源伏安特性</a:t>
            </a:r>
            <a:endParaRPr lang="zh-CN" altLang="en-US" sz="2400" dirty="0">
              <a:latin typeface="楷体" panose="02010609060101010101" charset="-122"/>
              <a:ea typeface="楷体" panose="02010609060101010101" charset="-122"/>
            </a:endParaRPr>
          </a:p>
        </p:txBody>
      </p:sp>
      <p:sp>
        <p:nvSpPr>
          <p:cNvPr id="70663" name="Text Box 7"/>
          <p:cNvSpPr txBox="1"/>
          <p:nvPr/>
        </p:nvSpPr>
        <p:spPr>
          <a:xfrm>
            <a:off x="152400" y="5809298"/>
            <a:ext cx="1357313" cy="457200"/>
          </a:xfrm>
          <a:prstGeom prst="rect">
            <a:avLst/>
          </a:prstGeom>
          <a:noFill/>
          <a:ln w="9525">
            <a:noFill/>
          </a:ln>
        </p:spPr>
        <p:txBody>
          <a:bodyPr anchor="t">
            <a:spAutoFit/>
          </a:bodyPr>
          <a:p>
            <a:pPr>
              <a:spcBef>
                <a:spcPct val="50000"/>
              </a:spcBef>
            </a:pPr>
            <a:r>
              <a:rPr lang="zh-CN" altLang="en-US" sz="2400" dirty="0">
                <a:solidFill>
                  <a:srgbClr val="FFFF3D"/>
                </a:solidFill>
                <a:latin typeface="楷体" panose="02010609060101010101" charset="-122"/>
                <a:ea typeface="楷体" panose="02010609060101010101" charset="-122"/>
              </a:rPr>
              <a:t>可见：</a:t>
            </a:r>
            <a:endParaRPr lang="zh-CN" altLang="en-US" sz="2400" dirty="0">
              <a:solidFill>
                <a:srgbClr val="FFFF3D"/>
              </a:solidFill>
              <a:latin typeface="楷体" panose="02010609060101010101" charset="-122"/>
              <a:ea typeface="楷体" panose="02010609060101010101" charset="-122"/>
            </a:endParaRPr>
          </a:p>
        </p:txBody>
      </p:sp>
      <p:sp>
        <p:nvSpPr>
          <p:cNvPr id="70664" name="Text Box 8"/>
          <p:cNvSpPr txBox="1"/>
          <p:nvPr/>
        </p:nvSpPr>
        <p:spPr>
          <a:xfrm>
            <a:off x="1168400" y="5832158"/>
            <a:ext cx="7361238" cy="823912"/>
          </a:xfrm>
          <a:prstGeom prst="rect">
            <a:avLst/>
          </a:prstGeom>
          <a:noFill/>
          <a:ln w="9525">
            <a:noFill/>
          </a:ln>
        </p:spPr>
        <p:txBody>
          <a:bodyPr wrap="square" anchor="t">
            <a:spAutoFit/>
          </a:bodyPr>
          <a:p>
            <a:pPr>
              <a:spcBef>
                <a:spcPct val="50000"/>
              </a:spcBef>
            </a:pPr>
            <a:r>
              <a:rPr lang="zh-CN" altLang="en-US" sz="2400" dirty="0">
                <a:latin typeface="楷体" panose="02010609060101010101" charset="-122"/>
                <a:ea typeface="楷体" panose="02010609060101010101" charset="-122"/>
              </a:rPr>
              <a:t>实际电压源的内电阻</a:t>
            </a:r>
            <a:r>
              <a:rPr lang="en-US" altLang="zh-CN" sz="2400" dirty="0">
                <a:latin typeface="楷体" panose="02010609060101010101" charset="-122"/>
                <a:ea typeface="楷体" panose="02010609060101010101" charset="-122"/>
              </a:rPr>
              <a:t>R</a:t>
            </a:r>
            <a:r>
              <a:rPr lang="en-US" altLang="zh-CN" sz="2400" baseline="-25000" dirty="0">
                <a:latin typeface="楷体" panose="02010609060101010101" charset="-122"/>
                <a:ea typeface="楷体" panose="02010609060101010101" charset="-122"/>
              </a:rPr>
              <a:t>0</a:t>
            </a:r>
            <a:r>
              <a:rPr lang="zh-CN" altLang="en-US" sz="2400" dirty="0">
                <a:latin typeface="楷体" panose="02010609060101010101" charset="-122"/>
                <a:ea typeface="楷体" panose="02010609060101010101" charset="-122"/>
              </a:rPr>
              <a:t>越小，外特性曲线越平，电源的带载能力越强。</a:t>
            </a:r>
            <a:endParaRPr lang="zh-CN" altLang="en-US" sz="2400" dirty="0">
              <a:latin typeface="楷体" panose="02010609060101010101" charset="-122"/>
              <a:ea typeface="楷体" panose="02010609060101010101" charset="-122"/>
            </a:endParaRPr>
          </a:p>
        </p:txBody>
      </p:sp>
      <p:grpSp>
        <p:nvGrpSpPr>
          <p:cNvPr id="70698" name="Group 42"/>
          <p:cNvGrpSpPr/>
          <p:nvPr/>
        </p:nvGrpSpPr>
        <p:grpSpPr>
          <a:xfrm>
            <a:off x="322263" y="2026920"/>
            <a:ext cx="3784600" cy="3041650"/>
            <a:chOff x="441" y="995"/>
            <a:chExt cx="2384" cy="1916"/>
          </a:xfrm>
        </p:grpSpPr>
        <p:sp>
          <p:nvSpPr>
            <p:cNvPr id="10248" name="Rectangle 10"/>
            <p:cNvSpPr/>
            <p:nvPr/>
          </p:nvSpPr>
          <p:spPr>
            <a:xfrm rot="-5400000">
              <a:off x="782" y="1696"/>
              <a:ext cx="404" cy="163"/>
            </a:xfrm>
            <a:prstGeom prst="rect">
              <a:avLst/>
            </a:prstGeom>
            <a:solidFill>
              <a:schemeClr val="folHlink"/>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0249" name="Line 11"/>
            <p:cNvSpPr/>
            <p:nvPr/>
          </p:nvSpPr>
          <p:spPr>
            <a:xfrm flipV="1">
              <a:off x="976" y="1986"/>
              <a:ext cx="0" cy="274"/>
            </a:xfrm>
            <a:prstGeom prst="line">
              <a:avLst/>
            </a:prstGeom>
            <a:ln w="38100" cap="flat" cmpd="sng">
              <a:solidFill>
                <a:schemeClr val="bg1"/>
              </a:solidFill>
              <a:prstDash val="solid"/>
              <a:round/>
              <a:headEnd type="none" w="med" len="med"/>
              <a:tailEnd type="none" w="med" len="med"/>
            </a:ln>
          </p:spPr>
        </p:sp>
        <p:sp>
          <p:nvSpPr>
            <p:cNvPr id="10250" name="Freeform 12"/>
            <p:cNvSpPr/>
            <p:nvPr/>
          </p:nvSpPr>
          <p:spPr>
            <a:xfrm>
              <a:off x="990" y="1381"/>
              <a:ext cx="912" cy="183"/>
            </a:xfrm>
            <a:custGeom>
              <a:avLst/>
              <a:gdLst/>
              <a:ahLst/>
              <a:cxnLst>
                <a:cxn ang="0">
                  <a:pos x="0" y="262"/>
                </a:cxn>
                <a:cxn ang="0">
                  <a:pos x="0" y="0"/>
                </a:cxn>
                <a:cxn ang="0">
                  <a:pos x="1485" y="0"/>
                </a:cxn>
              </a:cxnLst>
              <a:pathLst>
                <a:path w="560" h="128">
                  <a:moveTo>
                    <a:pt x="0" y="128"/>
                  </a:moveTo>
                  <a:lnTo>
                    <a:pt x="0" y="0"/>
                  </a:lnTo>
                  <a:lnTo>
                    <a:pt x="560"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0251" name="Oval 13"/>
            <p:cNvSpPr/>
            <p:nvPr/>
          </p:nvSpPr>
          <p:spPr>
            <a:xfrm>
              <a:off x="1901" y="1344"/>
              <a:ext cx="91" cy="8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0252" name="Oval 14"/>
            <p:cNvSpPr/>
            <p:nvPr/>
          </p:nvSpPr>
          <p:spPr>
            <a:xfrm>
              <a:off x="1901" y="2828"/>
              <a:ext cx="91" cy="8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0253" name="Oval 15"/>
            <p:cNvSpPr/>
            <p:nvPr/>
          </p:nvSpPr>
          <p:spPr>
            <a:xfrm rot="5400000" flipH="1">
              <a:off x="795" y="2218"/>
              <a:ext cx="366" cy="417"/>
            </a:xfrm>
            <a:prstGeom prst="ellipse">
              <a:avLst/>
            </a:prstGeom>
            <a:noFill/>
            <a:ln w="38100" cap="flat" cmpd="sng">
              <a:solidFill>
                <a:srgbClr val="FF0000"/>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0254" name="Line 16"/>
            <p:cNvSpPr/>
            <p:nvPr/>
          </p:nvSpPr>
          <p:spPr>
            <a:xfrm rot="5400000" flipH="1">
              <a:off x="804" y="2430"/>
              <a:ext cx="340" cy="0"/>
            </a:xfrm>
            <a:prstGeom prst="line">
              <a:avLst/>
            </a:prstGeom>
            <a:ln w="38100" cap="flat" cmpd="sng">
              <a:solidFill>
                <a:srgbClr val="FF0000"/>
              </a:solidFill>
              <a:prstDash val="solid"/>
              <a:round/>
              <a:headEnd type="none" w="med" len="med"/>
              <a:tailEnd type="none" w="med" len="med"/>
            </a:ln>
          </p:spPr>
        </p:sp>
        <p:sp>
          <p:nvSpPr>
            <p:cNvPr id="10255" name="Text Box 17"/>
            <p:cNvSpPr txBox="1"/>
            <p:nvPr/>
          </p:nvSpPr>
          <p:spPr>
            <a:xfrm flipH="1">
              <a:off x="733" y="2000"/>
              <a:ext cx="316" cy="288"/>
            </a:xfrm>
            <a:prstGeom prst="rect">
              <a:avLst/>
            </a:prstGeom>
            <a:noFill/>
            <a:ln w="9525">
              <a:noFill/>
            </a:ln>
          </p:spPr>
          <p:txBody>
            <a:bodyPr anchor="t">
              <a:spAutoFit/>
            </a:bodyPr>
            <a:p>
              <a:pPr>
                <a:spcBef>
                  <a:spcPct val="50000"/>
                </a:spcBef>
              </a:pPr>
              <a:r>
                <a:rPr lang="en-US" altLang="zh-CN" sz="2400" dirty="0">
                  <a:solidFill>
                    <a:srgbClr val="FFFF3D"/>
                  </a:solidFill>
                  <a:latin typeface="Times New Roman" panose="02020603050405020304" pitchFamily="18" charset="0"/>
                  <a:ea typeface="宋体" panose="02010600030101010101" pitchFamily="2" charset="-122"/>
                </a:rPr>
                <a:t>+</a:t>
              </a:r>
              <a:endParaRPr lang="en-US" altLang="zh-CN" sz="2400" dirty="0">
                <a:solidFill>
                  <a:srgbClr val="FFFF3D"/>
                </a:solidFill>
                <a:latin typeface="Times New Roman" panose="02020603050405020304" pitchFamily="18" charset="0"/>
                <a:ea typeface="宋体" panose="02010600030101010101" pitchFamily="2" charset="-122"/>
              </a:endParaRPr>
            </a:p>
          </p:txBody>
        </p:sp>
        <p:sp>
          <p:nvSpPr>
            <p:cNvPr id="10256" name="Text Box 18"/>
            <p:cNvSpPr txBox="1"/>
            <p:nvPr/>
          </p:nvSpPr>
          <p:spPr>
            <a:xfrm flipH="1">
              <a:off x="721" y="2574"/>
              <a:ext cx="420" cy="250"/>
            </a:xfrm>
            <a:prstGeom prst="rect">
              <a:avLst/>
            </a:prstGeom>
            <a:noFill/>
            <a:ln w="9525">
              <a:noFill/>
            </a:ln>
          </p:spPr>
          <p:txBody>
            <a:bodyPr anchor="t">
              <a:spAutoFit/>
            </a:bodyPr>
            <a:p>
              <a:pPr>
                <a:spcBef>
                  <a:spcPct val="50000"/>
                </a:spcBef>
              </a:pPr>
              <a:r>
                <a:rPr lang="zh-CN" altLang="en-US" sz="2000" dirty="0">
                  <a:solidFill>
                    <a:srgbClr val="FFFF3D"/>
                  </a:solidFill>
                  <a:latin typeface="Times New Roman" panose="02020603050405020304" pitchFamily="18" charset="0"/>
                  <a:ea typeface="宋体" panose="02010600030101010101" pitchFamily="2" charset="-122"/>
                </a:rPr>
                <a:t>－</a:t>
              </a:r>
              <a:endParaRPr lang="zh-CN" altLang="en-US" sz="2000" dirty="0">
                <a:solidFill>
                  <a:srgbClr val="FFFF3D"/>
                </a:solidFill>
                <a:latin typeface="Times New Roman" panose="02020603050405020304" pitchFamily="18" charset="0"/>
                <a:ea typeface="宋体" panose="02010600030101010101" pitchFamily="2" charset="-122"/>
              </a:endParaRPr>
            </a:p>
          </p:txBody>
        </p:sp>
        <p:sp>
          <p:nvSpPr>
            <p:cNvPr id="10257" name="Text Box 19"/>
            <p:cNvSpPr txBox="1"/>
            <p:nvPr/>
          </p:nvSpPr>
          <p:spPr>
            <a:xfrm>
              <a:off x="2381" y="1951"/>
              <a:ext cx="44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N</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0258" name="Line 20"/>
            <p:cNvSpPr/>
            <p:nvPr/>
          </p:nvSpPr>
          <p:spPr>
            <a:xfrm>
              <a:off x="1994" y="1381"/>
              <a:ext cx="234" cy="0"/>
            </a:xfrm>
            <a:prstGeom prst="line">
              <a:avLst/>
            </a:prstGeom>
            <a:ln w="38100" cap="flat" cmpd="sng">
              <a:solidFill>
                <a:schemeClr val="bg1"/>
              </a:solidFill>
              <a:prstDash val="solid"/>
              <a:round/>
              <a:headEnd type="none" w="med" len="med"/>
              <a:tailEnd type="none" w="med" len="med"/>
            </a:ln>
          </p:spPr>
        </p:sp>
        <p:sp>
          <p:nvSpPr>
            <p:cNvPr id="10259" name="Line 21"/>
            <p:cNvSpPr/>
            <p:nvPr/>
          </p:nvSpPr>
          <p:spPr>
            <a:xfrm>
              <a:off x="2007" y="2865"/>
              <a:ext cx="234" cy="0"/>
            </a:xfrm>
            <a:prstGeom prst="line">
              <a:avLst/>
            </a:prstGeom>
            <a:ln w="38100" cap="flat" cmpd="sng">
              <a:solidFill>
                <a:schemeClr val="bg1"/>
              </a:solidFill>
              <a:prstDash val="solid"/>
              <a:round/>
              <a:headEnd type="none" w="med" len="med"/>
              <a:tailEnd type="none" w="med" len="med"/>
            </a:ln>
          </p:spPr>
        </p:sp>
        <p:sp>
          <p:nvSpPr>
            <p:cNvPr id="10260" name="Line 22"/>
            <p:cNvSpPr/>
            <p:nvPr/>
          </p:nvSpPr>
          <p:spPr>
            <a:xfrm>
              <a:off x="1941" y="1518"/>
              <a:ext cx="0" cy="1222"/>
            </a:xfrm>
            <a:prstGeom prst="line">
              <a:avLst/>
            </a:prstGeom>
            <a:ln w="28575" cap="flat" cmpd="sng">
              <a:solidFill>
                <a:schemeClr val="bg1"/>
              </a:solidFill>
              <a:prstDash val="solid"/>
              <a:round/>
              <a:headEnd type="none" w="med" len="med"/>
              <a:tailEnd type="stealth" w="sm" len="lg"/>
            </a:ln>
          </p:spPr>
        </p:sp>
        <p:sp>
          <p:nvSpPr>
            <p:cNvPr id="10261" name="Line 23"/>
            <p:cNvSpPr/>
            <p:nvPr/>
          </p:nvSpPr>
          <p:spPr>
            <a:xfrm>
              <a:off x="1081" y="1267"/>
              <a:ext cx="808" cy="0"/>
            </a:xfrm>
            <a:prstGeom prst="line">
              <a:avLst/>
            </a:prstGeom>
            <a:ln w="28575" cap="flat" cmpd="sng">
              <a:solidFill>
                <a:schemeClr val="bg1"/>
              </a:solidFill>
              <a:prstDash val="solid"/>
              <a:round/>
              <a:headEnd type="none" w="med" len="med"/>
              <a:tailEnd type="stealth" w="sm" len="lg"/>
            </a:ln>
          </p:spPr>
        </p:sp>
        <p:sp>
          <p:nvSpPr>
            <p:cNvPr id="10262" name="Text Box 24"/>
            <p:cNvSpPr txBox="1"/>
            <p:nvPr/>
          </p:nvSpPr>
          <p:spPr>
            <a:xfrm>
              <a:off x="441" y="2205"/>
              <a:ext cx="533" cy="326"/>
            </a:xfrm>
            <a:prstGeom prst="rect">
              <a:avLst/>
            </a:prstGeom>
            <a:noFill/>
            <a:ln w="9525">
              <a:noFill/>
            </a:ln>
          </p:spPr>
          <p:txBody>
            <a:bodyPr wrap="square"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a:t>
              </a:r>
              <a:r>
                <a:rPr lang="en-US" altLang="zh-CN" baseline="-25000" dirty="0">
                  <a:solidFill>
                    <a:srgbClr val="FFFF3D"/>
                  </a:solidFill>
                  <a:latin typeface="Monotype Corsiva" pitchFamily="66" charset="0"/>
                  <a:ea typeface="宋体" panose="02010600030101010101" pitchFamily="2" charset="-122"/>
                </a:rPr>
                <a:t>s</a:t>
              </a:r>
              <a:endParaRPr lang="en-US" altLang="zh-CN" baseline="-25000" dirty="0">
                <a:solidFill>
                  <a:srgbClr val="FFFF3D"/>
                </a:solidFill>
                <a:latin typeface="Monotype Corsiva" pitchFamily="66" charset="0"/>
                <a:ea typeface="宋体" panose="02010600030101010101" pitchFamily="2" charset="-122"/>
              </a:endParaRPr>
            </a:p>
          </p:txBody>
        </p:sp>
        <p:sp>
          <p:nvSpPr>
            <p:cNvPr id="10263" name="Text Box 25"/>
            <p:cNvSpPr txBox="1"/>
            <p:nvPr/>
          </p:nvSpPr>
          <p:spPr>
            <a:xfrm>
              <a:off x="1397" y="995"/>
              <a:ext cx="357" cy="326"/>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 </a:t>
              </a:r>
              <a:endParaRPr lang="en-US" altLang="zh-CN" dirty="0">
                <a:solidFill>
                  <a:srgbClr val="FFFF3D"/>
                </a:solidFill>
                <a:latin typeface="Monotype Corsiva" pitchFamily="66" charset="0"/>
                <a:ea typeface="宋体" panose="02010600030101010101" pitchFamily="2" charset="-122"/>
              </a:endParaRPr>
            </a:p>
          </p:txBody>
        </p:sp>
        <p:sp>
          <p:nvSpPr>
            <p:cNvPr id="10264" name="Text Box 26"/>
            <p:cNvSpPr txBox="1"/>
            <p:nvPr/>
          </p:nvSpPr>
          <p:spPr>
            <a:xfrm>
              <a:off x="1658" y="1900"/>
              <a:ext cx="357" cy="326"/>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 </a:t>
              </a:r>
              <a:endParaRPr lang="en-US" altLang="zh-CN" dirty="0">
                <a:solidFill>
                  <a:srgbClr val="FFFF3D"/>
                </a:solidFill>
                <a:latin typeface="Monotype Corsiva" pitchFamily="66" charset="0"/>
                <a:ea typeface="宋体" panose="02010600030101010101" pitchFamily="2" charset="-122"/>
              </a:endParaRPr>
            </a:p>
          </p:txBody>
        </p:sp>
        <p:sp>
          <p:nvSpPr>
            <p:cNvPr id="10265" name="Text Box 27"/>
            <p:cNvSpPr txBox="1"/>
            <p:nvPr/>
          </p:nvSpPr>
          <p:spPr>
            <a:xfrm>
              <a:off x="1045" y="1609"/>
              <a:ext cx="426"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R</a:t>
              </a:r>
              <a:r>
                <a:rPr lang="en-US" altLang="zh-CN" baseline="-25000" dirty="0">
                  <a:solidFill>
                    <a:srgbClr val="FFFF3D"/>
                  </a:solidFill>
                  <a:latin typeface="Times New Roman" panose="02020603050405020304" pitchFamily="18" charset="0"/>
                  <a:ea typeface="宋体" panose="02010600030101010101" pitchFamily="2" charset="-122"/>
                </a:rPr>
                <a:t>0</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0266" name="Rectangle 28"/>
            <p:cNvSpPr/>
            <p:nvPr/>
          </p:nvSpPr>
          <p:spPr>
            <a:xfrm>
              <a:off x="2241" y="1312"/>
              <a:ext cx="574" cy="1599"/>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0267" name="Line 29"/>
            <p:cNvSpPr/>
            <p:nvPr/>
          </p:nvSpPr>
          <p:spPr>
            <a:xfrm>
              <a:off x="977" y="2447"/>
              <a:ext cx="0" cy="192"/>
            </a:xfrm>
            <a:prstGeom prst="line">
              <a:avLst/>
            </a:prstGeom>
            <a:ln w="38100" cap="flat" cmpd="sng">
              <a:solidFill>
                <a:srgbClr val="FF0000"/>
              </a:solidFill>
              <a:prstDash val="solid"/>
              <a:round/>
              <a:headEnd type="none" w="med" len="med"/>
              <a:tailEnd type="none" w="med" len="med"/>
            </a:ln>
          </p:spPr>
        </p:sp>
        <p:sp>
          <p:nvSpPr>
            <p:cNvPr id="10268" name="Freeform 30"/>
            <p:cNvSpPr/>
            <p:nvPr/>
          </p:nvSpPr>
          <p:spPr>
            <a:xfrm>
              <a:off x="976" y="2614"/>
              <a:ext cx="926" cy="251"/>
            </a:xfrm>
            <a:custGeom>
              <a:avLst/>
              <a:gdLst/>
              <a:ahLst/>
              <a:cxnLst>
                <a:cxn ang="0">
                  <a:pos x="0" y="0"/>
                </a:cxn>
                <a:cxn ang="0">
                  <a:pos x="0" y="342"/>
                </a:cxn>
                <a:cxn ang="0">
                  <a:pos x="1553" y="342"/>
                </a:cxn>
              </a:cxnLst>
              <a:pathLst>
                <a:path w="552" h="184">
                  <a:moveTo>
                    <a:pt x="0" y="0"/>
                  </a:moveTo>
                  <a:lnTo>
                    <a:pt x="0" y="184"/>
                  </a:lnTo>
                  <a:lnTo>
                    <a:pt x="552" y="184"/>
                  </a:lnTo>
                </a:path>
              </a:pathLst>
            </a:custGeom>
            <a:noFill/>
            <a:ln w="38100" cap="flat" cmpd="sng">
              <a:solidFill>
                <a:schemeClr val="bg1"/>
              </a:solidFill>
              <a:prstDash val="solid"/>
              <a:round/>
              <a:headEnd type="none" w="med" len="med"/>
              <a:tailEnd type="none" w="med" len="med"/>
            </a:ln>
          </p:spPr>
          <p:txBody>
            <a:bodyPr/>
            <a:p>
              <a:endParaRPr lang="zh-CN" altLang="en-US"/>
            </a:p>
          </p:txBody>
        </p:sp>
      </p:grpSp>
      <p:grpSp>
        <p:nvGrpSpPr>
          <p:cNvPr id="70697" name="Group 41"/>
          <p:cNvGrpSpPr/>
          <p:nvPr/>
        </p:nvGrpSpPr>
        <p:grpSpPr>
          <a:xfrm>
            <a:off x="4941888" y="2662555"/>
            <a:ext cx="3506787" cy="2392363"/>
            <a:chOff x="3113" y="1346"/>
            <a:chExt cx="2209" cy="1507"/>
          </a:xfrm>
        </p:grpSpPr>
        <p:sp>
          <p:nvSpPr>
            <p:cNvPr id="10270" name="Line 32"/>
            <p:cNvSpPr/>
            <p:nvPr/>
          </p:nvSpPr>
          <p:spPr>
            <a:xfrm>
              <a:off x="3408" y="2699"/>
              <a:ext cx="1618" cy="0"/>
            </a:xfrm>
            <a:prstGeom prst="line">
              <a:avLst/>
            </a:prstGeom>
            <a:ln w="38100" cap="flat" cmpd="sng">
              <a:solidFill>
                <a:schemeClr val="bg1"/>
              </a:solidFill>
              <a:prstDash val="solid"/>
              <a:round/>
              <a:headEnd type="none" w="med" len="med"/>
              <a:tailEnd type="stealth" w="sm" len="lg"/>
            </a:ln>
          </p:spPr>
        </p:sp>
        <p:sp>
          <p:nvSpPr>
            <p:cNvPr id="10271" name="Line 33"/>
            <p:cNvSpPr/>
            <p:nvPr/>
          </p:nvSpPr>
          <p:spPr>
            <a:xfrm>
              <a:off x="3408" y="1536"/>
              <a:ext cx="0" cy="1163"/>
            </a:xfrm>
            <a:prstGeom prst="line">
              <a:avLst/>
            </a:prstGeom>
            <a:ln w="38100" cap="flat" cmpd="sng">
              <a:solidFill>
                <a:schemeClr val="bg1"/>
              </a:solidFill>
              <a:prstDash val="solid"/>
              <a:round/>
              <a:headEnd type="stealth" w="sm" len="lg"/>
              <a:tailEnd type="none" w="med" len="med"/>
            </a:ln>
          </p:spPr>
        </p:sp>
        <p:sp>
          <p:nvSpPr>
            <p:cNvPr id="10272" name="Line 34"/>
            <p:cNvSpPr/>
            <p:nvPr/>
          </p:nvSpPr>
          <p:spPr>
            <a:xfrm>
              <a:off x="3421" y="1954"/>
              <a:ext cx="1299" cy="0"/>
            </a:xfrm>
            <a:prstGeom prst="line">
              <a:avLst/>
            </a:prstGeom>
            <a:ln w="28575" cap="flat" cmpd="sng">
              <a:solidFill>
                <a:srgbClr val="FFFF3D"/>
              </a:solidFill>
              <a:prstDash val="sysDot"/>
              <a:round/>
              <a:headEnd type="none" w="med" len="med"/>
              <a:tailEnd type="none" w="med" len="med"/>
            </a:ln>
          </p:spPr>
        </p:sp>
        <p:sp>
          <p:nvSpPr>
            <p:cNvPr id="10273" name="Line 35"/>
            <p:cNvSpPr/>
            <p:nvPr/>
          </p:nvSpPr>
          <p:spPr>
            <a:xfrm rot="-1187174">
              <a:off x="3498" y="1712"/>
              <a:ext cx="1195" cy="851"/>
            </a:xfrm>
            <a:prstGeom prst="line">
              <a:avLst/>
            </a:prstGeom>
            <a:ln w="28575" cap="flat" cmpd="sng">
              <a:solidFill>
                <a:srgbClr val="FFFF3D"/>
              </a:solidFill>
              <a:prstDash val="solid"/>
              <a:round/>
              <a:headEnd type="none" w="med" len="med"/>
              <a:tailEnd type="none" w="med" len="med"/>
            </a:ln>
          </p:spPr>
        </p:sp>
        <p:sp>
          <p:nvSpPr>
            <p:cNvPr id="10274" name="Text Box 36"/>
            <p:cNvSpPr txBox="1"/>
            <p:nvPr/>
          </p:nvSpPr>
          <p:spPr>
            <a:xfrm>
              <a:off x="4973" y="2526"/>
              <a:ext cx="349"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 </a:t>
              </a:r>
              <a:endParaRPr lang="en-US" altLang="zh-CN" dirty="0">
                <a:solidFill>
                  <a:srgbClr val="FFFF3D"/>
                </a:solidFill>
                <a:latin typeface="Monotype Corsiva" pitchFamily="66" charset="0"/>
                <a:ea typeface="宋体" panose="02010600030101010101" pitchFamily="2" charset="-122"/>
              </a:endParaRPr>
            </a:p>
          </p:txBody>
        </p:sp>
        <p:sp>
          <p:nvSpPr>
            <p:cNvPr id="10275" name="Text Box 37"/>
            <p:cNvSpPr txBox="1"/>
            <p:nvPr/>
          </p:nvSpPr>
          <p:spPr>
            <a:xfrm>
              <a:off x="3375" y="1346"/>
              <a:ext cx="349"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a:t>
              </a:r>
              <a:endParaRPr lang="en-US" altLang="zh-CN" dirty="0">
                <a:solidFill>
                  <a:srgbClr val="FFFF3D"/>
                </a:solidFill>
                <a:latin typeface="Monotype Corsiva" pitchFamily="66" charset="0"/>
                <a:ea typeface="宋体" panose="02010600030101010101" pitchFamily="2" charset="-122"/>
              </a:endParaRPr>
            </a:p>
          </p:txBody>
        </p:sp>
        <p:sp>
          <p:nvSpPr>
            <p:cNvPr id="10276" name="Line 38"/>
            <p:cNvSpPr/>
            <p:nvPr/>
          </p:nvSpPr>
          <p:spPr>
            <a:xfrm>
              <a:off x="4160" y="2132"/>
              <a:ext cx="0" cy="585"/>
            </a:xfrm>
            <a:prstGeom prst="line">
              <a:avLst/>
            </a:prstGeom>
            <a:ln w="38100" cap="flat" cmpd="sng">
              <a:solidFill>
                <a:schemeClr val="bg1"/>
              </a:solidFill>
              <a:prstDash val="solid"/>
              <a:round/>
              <a:headEnd type="stealth" w="sm" len="med"/>
              <a:tailEnd type="stealth" w="sm" len="med"/>
            </a:ln>
          </p:spPr>
        </p:sp>
        <p:sp>
          <p:nvSpPr>
            <p:cNvPr id="10277" name="Text Box 39"/>
            <p:cNvSpPr txBox="1"/>
            <p:nvPr/>
          </p:nvSpPr>
          <p:spPr>
            <a:xfrm>
              <a:off x="3916" y="2209"/>
              <a:ext cx="349" cy="326"/>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a:t>
              </a:r>
              <a:endParaRPr lang="en-US" altLang="zh-CN" dirty="0">
                <a:solidFill>
                  <a:srgbClr val="FFFF3D"/>
                </a:solidFill>
                <a:latin typeface="Monotype Corsiva" pitchFamily="66" charset="0"/>
                <a:ea typeface="宋体" panose="02010600030101010101" pitchFamily="2" charset="-122"/>
              </a:endParaRPr>
            </a:p>
          </p:txBody>
        </p:sp>
        <p:sp>
          <p:nvSpPr>
            <p:cNvPr id="10278" name="Text Box 40"/>
            <p:cNvSpPr txBox="1"/>
            <p:nvPr/>
          </p:nvSpPr>
          <p:spPr>
            <a:xfrm>
              <a:off x="3113" y="1766"/>
              <a:ext cx="480" cy="326"/>
            </a:xfrm>
            <a:prstGeom prst="rect">
              <a:avLst/>
            </a:prstGeom>
            <a:noFill/>
            <a:ln w="38100">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a:t>
              </a:r>
              <a:r>
                <a:rPr lang="en-US" altLang="zh-CN" baseline="-25000" dirty="0">
                  <a:solidFill>
                    <a:srgbClr val="FFFF3D"/>
                  </a:solidFill>
                  <a:latin typeface="Monotype Corsiva" pitchFamily="66" charset="0"/>
                  <a:ea typeface="宋体" panose="02010600030101010101" pitchFamily="2" charset="-122"/>
                </a:rPr>
                <a:t>S</a:t>
              </a:r>
              <a:endParaRPr lang="en-US" altLang="zh-CN" baseline="-25000" dirty="0">
                <a:solidFill>
                  <a:srgbClr val="FFFF3D"/>
                </a:solidFill>
                <a:latin typeface="Monotype Corsiva" pitchFamily="66" charset="0"/>
                <a:ea typeface="宋体" panose="02010600030101010101" pitchFamily="2" charset="-122"/>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70658"/>
                                        </p:tgtEl>
                                        <p:attrNameLst>
                                          <p:attrName>style.visibility</p:attrName>
                                        </p:attrNameLst>
                                      </p:cBhvr>
                                      <p:to>
                                        <p:strVal val="visible"/>
                                      </p:to>
                                    </p:set>
                                    <p:animEffect transition="in" filter="wipe(left)">
                                      <p:cBhvr>
                                        <p:cTn id="7" dur="500"/>
                                        <p:tgtEl>
                                          <p:spTgt spid="7065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70660"/>
                                        </p:tgtEl>
                                        <p:attrNameLst>
                                          <p:attrName>style.visibility</p:attrName>
                                        </p:attrNameLst>
                                      </p:cBhvr>
                                      <p:to>
                                        <p:strVal val="visible"/>
                                      </p:to>
                                    </p:set>
                                    <p:animEffect transition="in" filter="barn(outVertical)">
                                      <p:cBhvr>
                                        <p:cTn id="12" dur="500"/>
                                        <p:tgtEl>
                                          <p:spTgt spid="7066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0698"/>
                                        </p:tgtEl>
                                        <p:attrNameLst>
                                          <p:attrName>style.visibility</p:attrName>
                                        </p:attrNameLst>
                                      </p:cBhvr>
                                      <p:to>
                                        <p:strVal val="visible"/>
                                      </p:to>
                                    </p:set>
                                    <p:animEffect transition="in" filter="box(in)">
                                      <p:cBhvr>
                                        <p:cTn id="17" dur="500"/>
                                        <p:tgtEl>
                                          <p:spTgt spid="706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70661"/>
                                        </p:tgtEl>
                                        <p:attrNameLst>
                                          <p:attrName>style.visibility</p:attrName>
                                        </p:attrNameLst>
                                      </p:cBhvr>
                                      <p:to>
                                        <p:strVal val="visible"/>
                                      </p:to>
                                    </p:set>
                                    <p:animEffect transition="in" filter="wipe(left)">
                                      <p:cBhvr>
                                        <p:cTn id="22" dur="300"/>
                                        <p:tgtEl>
                                          <p:spTgt spid="70661"/>
                                        </p:tgtEl>
                                      </p:cBhvr>
                                    </p:animEffect>
                                  </p:childTnLst>
                                </p:cTn>
                              </p:par>
                            </p:childTnLst>
                          </p:cTn>
                        </p:par>
                      </p:childTnLst>
                    </p:cTn>
                  </p:par>
                  <p:par>
                    <p:cTn id="23" fill="hold">
                      <p:stCondLst>
                        <p:cond delay="indefinite"/>
                      </p:stCondLst>
                      <p:childTnLst>
                        <p:par>
                          <p:cTn id="24" fill="hold">
                            <p:stCondLst>
                              <p:cond delay="0"/>
                            </p:stCondLst>
                            <p:childTnLst>
                              <p:par>
                                <p:cTn id="25" presetID="17" presetClass="entr" presetSubtype="4" fill="hold" nodeType="clickEffect">
                                  <p:stCondLst>
                                    <p:cond delay="0"/>
                                  </p:stCondLst>
                                  <p:childTnLst>
                                    <p:set>
                                      <p:cBhvr>
                                        <p:cTn id="26" dur="1" fill="hold">
                                          <p:stCondLst>
                                            <p:cond delay="0"/>
                                          </p:stCondLst>
                                        </p:cTn>
                                        <p:tgtEl>
                                          <p:spTgt spid="70697"/>
                                        </p:tgtEl>
                                        <p:attrNameLst>
                                          <p:attrName>style.visibility</p:attrName>
                                        </p:attrNameLst>
                                      </p:cBhvr>
                                      <p:to>
                                        <p:strVal val="visible"/>
                                      </p:to>
                                    </p:set>
                                    <p:anim calcmode="lin" valueType="num">
                                      <p:cBhvr>
                                        <p:cTn id="27" dur="500" fill="hold"/>
                                        <p:tgtEl>
                                          <p:spTgt spid="70697"/>
                                        </p:tgtEl>
                                        <p:attrNameLst>
                                          <p:attrName>ppt_x</p:attrName>
                                        </p:attrNameLst>
                                      </p:cBhvr>
                                      <p:tavLst>
                                        <p:tav tm="0">
                                          <p:val>
                                            <p:strVal val="#ppt_x"/>
                                          </p:val>
                                        </p:tav>
                                        <p:tav tm="100000">
                                          <p:val>
                                            <p:strVal val="#ppt_x"/>
                                          </p:val>
                                        </p:tav>
                                      </p:tavLst>
                                    </p:anim>
                                    <p:anim calcmode="lin" valueType="num">
                                      <p:cBhvr>
                                        <p:cTn id="28" dur="500" fill="hold"/>
                                        <p:tgtEl>
                                          <p:spTgt spid="70697"/>
                                        </p:tgtEl>
                                        <p:attrNameLst>
                                          <p:attrName>ppt_y</p:attrName>
                                        </p:attrNameLst>
                                      </p:cBhvr>
                                      <p:tavLst>
                                        <p:tav tm="0">
                                          <p:val>
                                            <p:strVal val="#ppt_y+#ppt_h/2"/>
                                          </p:val>
                                        </p:tav>
                                        <p:tav tm="100000">
                                          <p:val>
                                            <p:strVal val="#ppt_y"/>
                                          </p:val>
                                        </p:tav>
                                      </p:tavLst>
                                    </p:anim>
                                    <p:anim calcmode="lin" valueType="num">
                                      <p:cBhvr>
                                        <p:cTn id="29" dur="500" fill="hold"/>
                                        <p:tgtEl>
                                          <p:spTgt spid="70697"/>
                                        </p:tgtEl>
                                        <p:attrNameLst>
                                          <p:attrName>ppt_w</p:attrName>
                                        </p:attrNameLst>
                                      </p:cBhvr>
                                      <p:tavLst>
                                        <p:tav tm="0">
                                          <p:val>
                                            <p:strVal val="#ppt_w"/>
                                          </p:val>
                                        </p:tav>
                                        <p:tav tm="100000">
                                          <p:val>
                                            <p:strVal val="#ppt_w"/>
                                          </p:val>
                                        </p:tav>
                                      </p:tavLst>
                                    </p:anim>
                                    <p:anim calcmode="lin" valueType="num">
                                      <p:cBhvr>
                                        <p:cTn id="30" dur="500" fill="hold"/>
                                        <p:tgtEl>
                                          <p:spTgt spid="70697"/>
                                        </p:tgtEl>
                                        <p:attrNameLst>
                                          <p:attrName>ppt_h</p:attrName>
                                        </p:attrNameLst>
                                      </p:cBhvr>
                                      <p:tavLst>
                                        <p:tav tm="0">
                                          <p:val>
                                            <p:fltVal val="0.00000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0662"/>
                                        </p:tgtEl>
                                        <p:attrNameLst>
                                          <p:attrName>style.visibility</p:attrName>
                                        </p:attrNameLst>
                                      </p:cBhvr>
                                      <p:to>
                                        <p:strVal val="visible"/>
                                      </p:to>
                                    </p:set>
                                    <p:animEffect transition="in" filter="wipe(left)">
                                      <p:cBhvr>
                                        <p:cTn id="35" dur="500"/>
                                        <p:tgtEl>
                                          <p:spTgt spid="70662"/>
                                        </p:tgtEl>
                                      </p:cBhvr>
                                    </p:animEffect>
                                  </p:childTnLst>
                                </p:cTn>
                              </p:par>
                            </p:childTnLst>
                          </p:cTn>
                        </p:par>
                      </p:childTnLst>
                    </p:cTn>
                  </p:par>
                  <p:par>
                    <p:cTn id="36" fill="hold">
                      <p:stCondLst>
                        <p:cond delay="indefinite"/>
                      </p:stCondLst>
                      <p:childTnLst>
                        <p:par>
                          <p:cTn id="37" fill="hold">
                            <p:stCondLst>
                              <p:cond delay="0"/>
                            </p:stCondLst>
                            <p:childTnLst>
                              <p:par>
                                <p:cTn id="38" presetID="15" presetClass="entr" presetSubtype="0" fill="hold" grpId="0" nodeType="clickEffect">
                                  <p:stCondLst>
                                    <p:cond delay="0"/>
                                  </p:stCondLst>
                                  <p:childTnLst>
                                    <p:set>
                                      <p:cBhvr>
                                        <p:cTn id="39" dur="1" fill="hold">
                                          <p:stCondLst>
                                            <p:cond delay="0"/>
                                          </p:stCondLst>
                                        </p:cTn>
                                        <p:tgtEl>
                                          <p:spTgt spid="70663"/>
                                        </p:tgtEl>
                                        <p:attrNameLst>
                                          <p:attrName>style.visibility</p:attrName>
                                        </p:attrNameLst>
                                      </p:cBhvr>
                                      <p:to>
                                        <p:strVal val="visible"/>
                                      </p:to>
                                    </p:set>
                                    <p:anim calcmode="lin" valueType="num">
                                      <p:cBhvr>
                                        <p:cTn id="40" dur="1000" fill="hold"/>
                                        <p:tgtEl>
                                          <p:spTgt spid="70663"/>
                                        </p:tgtEl>
                                        <p:attrNameLst>
                                          <p:attrName>ppt_w</p:attrName>
                                        </p:attrNameLst>
                                      </p:cBhvr>
                                      <p:tavLst>
                                        <p:tav tm="0">
                                          <p:val>
                                            <p:fltVal val="0.000000"/>
                                          </p:val>
                                        </p:tav>
                                        <p:tav tm="100000">
                                          <p:val>
                                            <p:strVal val="#ppt_w"/>
                                          </p:val>
                                        </p:tav>
                                      </p:tavLst>
                                    </p:anim>
                                    <p:anim calcmode="lin" valueType="num">
                                      <p:cBhvr>
                                        <p:cTn id="41" dur="1000" fill="hold"/>
                                        <p:tgtEl>
                                          <p:spTgt spid="70663"/>
                                        </p:tgtEl>
                                        <p:attrNameLst>
                                          <p:attrName>ppt_h</p:attrName>
                                        </p:attrNameLst>
                                      </p:cBhvr>
                                      <p:tavLst>
                                        <p:tav tm="0">
                                          <p:val>
                                            <p:fltVal val="0.000000"/>
                                          </p:val>
                                        </p:tav>
                                        <p:tav tm="100000">
                                          <p:val>
                                            <p:strVal val="#ppt_h"/>
                                          </p:val>
                                        </p:tav>
                                      </p:tavLst>
                                    </p:anim>
                                    <p:anim calcmode="lin" valueType="num">
                                      <p:cBhvr>
                                        <p:cTn id="42" dur="1000" fill="hold"/>
                                        <p:tgtEl>
                                          <p:spTgt spid="70663"/>
                                        </p:tgtEl>
                                        <p:attrNameLst>
                                          <p:attrName>ppt_x</p:attrName>
                                        </p:attrNameLst>
                                      </p:cBhvr>
                                      <p:tavLst>
                                        <p:tav tm="0" fmla="#ppt_x+(cos(-2*pi*(1-$))*-#ppt_x-sin(-2*pi*(1-$))*(1-#ppt_y))*(1-$)">
                                          <p:val>
                                            <p:fltVal val="0.000000"/>
                                          </p:val>
                                        </p:tav>
                                        <p:tav tm="100000">
                                          <p:val>
                                            <p:fltVal val="1.000000"/>
                                          </p:val>
                                        </p:tav>
                                      </p:tavLst>
                                    </p:anim>
                                    <p:anim calcmode="lin" valueType="num">
                                      <p:cBhvr>
                                        <p:cTn id="43" dur="1000" fill="hold"/>
                                        <p:tgtEl>
                                          <p:spTgt spid="70663"/>
                                        </p:tgtEl>
                                        <p:attrNameLst>
                                          <p:attrName>ppt_y</p:attrName>
                                        </p:attrNameLst>
                                      </p:cBhvr>
                                      <p:tavLst>
                                        <p:tav tm="0" fmla="#ppt_y+(sin(-2*pi*(1-$))*-#ppt_x+cos(-2*pi*(1-$))*(1-#ppt_y))*(1-$)">
                                          <p:val>
                                            <p:fltVal val="0.000000"/>
                                          </p:val>
                                        </p:tav>
                                        <p:tav tm="100000">
                                          <p:val>
                                            <p:fltVal val="1.000000"/>
                                          </p:val>
                                        </p:tav>
                                      </p:tavLst>
                                    </p:anim>
                                  </p:childTnLst>
                                </p:cTn>
                              </p:par>
                            </p:childTnLst>
                          </p:cTn>
                        </p:par>
                        <p:par>
                          <p:cTn id="44" fill="hold">
                            <p:stCondLst>
                              <p:cond delay="1000"/>
                            </p:stCondLst>
                            <p:childTnLst>
                              <p:par>
                                <p:cTn id="45" presetID="18" presetClass="entr" presetSubtype="9" fill="hold" grpId="0" nodeType="afterEffect">
                                  <p:stCondLst>
                                    <p:cond delay="2000"/>
                                  </p:stCondLst>
                                  <p:childTnLst>
                                    <p:set>
                                      <p:cBhvr>
                                        <p:cTn id="46" dur="1" fill="hold">
                                          <p:stCondLst>
                                            <p:cond delay="0"/>
                                          </p:stCondLst>
                                        </p:cTn>
                                        <p:tgtEl>
                                          <p:spTgt spid="70664"/>
                                        </p:tgtEl>
                                        <p:attrNameLst>
                                          <p:attrName>style.visibility</p:attrName>
                                        </p:attrNameLst>
                                      </p:cBhvr>
                                      <p:to>
                                        <p:strVal val="visible"/>
                                      </p:to>
                                    </p:set>
                                    <p:animEffect transition="in" filter="strips(upLeft)">
                                      <p:cBhvr>
                                        <p:cTn id="47" dur="500"/>
                                        <p:tgtEl>
                                          <p:spTgt spid="70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p:bldP spid="70660" grpId="0"/>
      <p:bldP spid="70661" grpId="0"/>
      <p:bldP spid="70662" grpId="0"/>
      <p:bldP spid="70663" grpId="0"/>
      <p:bldP spid="70664"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lumOff val="50000"/>
          </a:schemeClr>
        </a:solidFill>
        <a:effectLst/>
      </p:bgPr>
    </p:bg>
    <p:spTree>
      <p:nvGrpSpPr>
        <p:cNvPr id="1" name=""/>
        <p:cNvGrpSpPr/>
        <p:nvPr/>
      </p:nvGrpSpPr>
      <p:grpSpPr/>
      <p:sp>
        <p:nvSpPr>
          <p:cNvPr id="71682" name="Rectangle 2"/>
          <p:cNvSpPr>
            <a:spLocks noGrp="1"/>
          </p:cNvSpPr>
          <p:nvPr>
            <p:ph type="title"/>
          </p:nvPr>
        </p:nvSpPr>
        <p:spPr>
          <a:xfrm>
            <a:off x="634683" y="506095"/>
            <a:ext cx="2668587" cy="504825"/>
          </a:xfrm>
        </p:spPr>
        <p:txBody>
          <a:bodyPr wrap="square" lIns="91440" tIns="45720" rIns="91440" bIns="45720" anchor="b"/>
          <a:p>
            <a:pPr>
              <a:spcBef>
                <a:spcPct val="50000"/>
              </a:spcBef>
            </a:pPr>
            <a:r>
              <a:rPr lang="en-US" altLang="zh-CN" sz="2400" b="1" dirty="0">
                <a:solidFill>
                  <a:schemeClr val="bg1"/>
                </a:solidFill>
                <a:latin typeface="楷体" panose="02010609060101010101" charset="-122"/>
                <a:ea typeface="楷体" panose="02010609060101010101" charset="-122"/>
              </a:rPr>
              <a:t>2.</a:t>
            </a:r>
            <a:r>
              <a:rPr lang="zh-CN" altLang="en-US" sz="2400" b="1" dirty="0">
                <a:solidFill>
                  <a:schemeClr val="bg1"/>
                </a:solidFill>
                <a:latin typeface="楷体" panose="02010609060101010101" charset="-122"/>
                <a:ea typeface="楷体" panose="02010609060101010101" charset="-122"/>
              </a:rPr>
              <a:t>实际电流源</a:t>
            </a:r>
            <a:endParaRPr lang="zh-CN" altLang="en-US" sz="2400" b="1" dirty="0">
              <a:solidFill>
                <a:schemeClr val="bg1"/>
              </a:solidFill>
              <a:latin typeface="楷体" panose="02010609060101010101" charset="-122"/>
              <a:ea typeface="楷体" panose="02010609060101010101" charset="-122"/>
            </a:endParaRPr>
          </a:p>
        </p:txBody>
      </p:sp>
      <p:sp>
        <p:nvSpPr>
          <p:cNvPr id="71684" name="Text Box 4"/>
          <p:cNvSpPr txBox="1"/>
          <p:nvPr/>
        </p:nvSpPr>
        <p:spPr>
          <a:xfrm>
            <a:off x="4070985" y="1984375"/>
            <a:ext cx="1912938" cy="517525"/>
          </a:xfrm>
          <a:prstGeom prst="rect">
            <a:avLst/>
          </a:prstGeom>
          <a:noFill/>
          <a:ln w="9525">
            <a:noFill/>
          </a:ln>
        </p:spPr>
        <p:txBody>
          <a:bodyPr wrap="square"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I=I</a:t>
            </a:r>
            <a:r>
              <a:rPr lang="en-US" altLang="zh-CN" baseline="-25000" dirty="0">
                <a:solidFill>
                  <a:srgbClr val="FFFF3D"/>
                </a:solidFill>
                <a:latin typeface="Monotype Corsiva" pitchFamily="66" charset="0"/>
                <a:ea typeface="宋体" panose="02010600030101010101" pitchFamily="2" charset="-122"/>
              </a:rPr>
              <a:t>s</a:t>
            </a:r>
            <a:r>
              <a:rPr lang="en-US" altLang="zh-CN" dirty="0">
                <a:solidFill>
                  <a:srgbClr val="FFFF3D"/>
                </a:solidFill>
                <a:latin typeface="Monotype Corsiva" pitchFamily="66" charset="0"/>
                <a:ea typeface="宋体" panose="02010600030101010101" pitchFamily="2" charset="-122"/>
              </a:rPr>
              <a:t>–U</a:t>
            </a:r>
            <a:r>
              <a:rPr lang="en-US" altLang="zh-CN" i="1" dirty="0">
                <a:solidFill>
                  <a:srgbClr val="FFFF3D"/>
                </a:solidFill>
                <a:latin typeface="Times New Roman" panose="02020603050405020304" pitchFamily="18" charset="0"/>
                <a:ea typeface="宋体" panose="02010600030101010101" pitchFamily="2" charset="-122"/>
              </a:rPr>
              <a:t>G</a:t>
            </a:r>
            <a:r>
              <a:rPr lang="en-US" altLang="zh-CN" baseline="-25000" dirty="0">
                <a:solidFill>
                  <a:srgbClr val="FFFF3D"/>
                </a:solidFill>
                <a:latin typeface="Times New Roman" panose="02020603050405020304" pitchFamily="18" charset="0"/>
                <a:ea typeface="宋体" panose="02010600030101010101" pitchFamily="2" charset="-122"/>
              </a:rPr>
              <a:t>0</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71685" name="Text Box 5"/>
          <p:cNvSpPr txBox="1"/>
          <p:nvPr/>
        </p:nvSpPr>
        <p:spPr>
          <a:xfrm>
            <a:off x="5307330" y="4281170"/>
            <a:ext cx="3492500" cy="457200"/>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实际电流源伏安特性</a:t>
            </a:r>
            <a:endParaRPr lang="zh-CN" altLang="en-US" sz="2400" dirty="0">
              <a:latin typeface="楷体" panose="02010609060101010101" charset="-122"/>
              <a:ea typeface="楷体" panose="02010609060101010101" charset="-122"/>
            </a:endParaRPr>
          </a:p>
        </p:txBody>
      </p:sp>
      <p:sp>
        <p:nvSpPr>
          <p:cNvPr id="71686" name="Text Box 6"/>
          <p:cNvSpPr txBox="1"/>
          <p:nvPr/>
        </p:nvSpPr>
        <p:spPr>
          <a:xfrm>
            <a:off x="1077913" y="5132070"/>
            <a:ext cx="7613650" cy="822325"/>
          </a:xfrm>
          <a:prstGeom prst="rect">
            <a:avLst/>
          </a:prstGeom>
          <a:noFill/>
          <a:ln w="9525">
            <a:noFill/>
          </a:ln>
        </p:spPr>
        <p:txBody>
          <a:bodyPr wrap="square" anchor="t">
            <a:spAutoFit/>
          </a:bodyPr>
          <a:p>
            <a:pPr>
              <a:spcBef>
                <a:spcPct val="50000"/>
              </a:spcBef>
            </a:pPr>
            <a:r>
              <a:rPr lang="zh-CN" altLang="en-US" sz="2400" dirty="0">
                <a:latin typeface="楷体" panose="02010609060101010101" charset="-122"/>
                <a:ea typeface="楷体" panose="02010609060101010101" charset="-122"/>
              </a:rPr>
              <a:t>实际电流源的内电导</a:t>
            </a:r>
            <a:r>
              <a:rPr lang="en-US" altLang="zh-CN" sz="2400" i="1" dirty="0">
                <a:latin typeface="楷体" panose="02010609060101010101" charset="-122"/>
                <a:ea typeface="楷体" panose="02010609060101010101" charset="-122"/>
              </a:rPr>
              <a:t>G</a:t>
            </a:r>
            <a:r>
              <a:rPr lang="en-US" altLang="zh-CN" sz="2400" baseline="-25000" dirty="0">
                <a:latin typeface="楷体" panose="02010609060101010101" charset="-122"/>
                <a:ea typeface="楷体" panose="02010609060101010101" charset="-122"/>
              </a:rPr>
              <a:t>0</a:t>
            </a:r>
            <a:r>
              <a:rPr lang="zh-CN" altLang="en-US" sz="2400" dirty="0">
                <a:latin typeface="楷体" panose="02010609060101010101" charset="-122"/>
                <a:ea typeface="楷体" panose="02010609060101010101" charset="-122"/>
              </a:rPr>
              <a:t>越小，外特性曲线越陡，电源的带载能力越强。</a:t>
            </a:r>
            <a:endParaRPr lang="zh-CN" altLang="en-US" sz="2400" dirty="0">
              <a:latin typeface="楷体" panose="02010609060101010101" charset="-122"/>
              <a:ea typeface="楷体" panose="02010609060101010101" charset="-122"/>
            </a:endParaRPr>
          </a:p>
        </p:txBody>
      </p:sp>
      <p:sp>
        <p:nvSpPr>
          <p:cNvPr id="71687" name="Text Box 7"/>
          <p:cNvSpPr txBox="1"/>
          <p:nvPr/>
        </p:nvSpPr>
        <p:spPr>
          <a:xfrm>
            <a:off x="190500" y="6021070"/>
            <a:ext cx="8737600" cy="822325"/>
          </a:xfrm>
          <a:prstGeom prst="rect">
            <a:avLst/>
          </a:prstGeom>
          <a:noFill/>
          <a:ln w="9525">
            <a:noFill/>
          </a:ln>
        </p:spPr>
        <p:txBody>
          <a:bodyPr anchor="t">
            <a:spAutoFit/>
          </a:bodyPr>
          <a:p>
            <a:pPr>
              <a:spcBef>
                <a:spcPct val="50000"/>
              </a:spcBef>
            </a:pPr>
            <a:r>
              <a:rPr lang="en-US" altLang="zh-CN" sz="2400" dirty="0">
                <a:solidFill>
                  <a:srgbClr val="FFFF3D"/>
                </a:solidFill>
                <a:latin typeface="Times New Roman" panose="02020603050405020304" pitchFamily="18" charset="0"/>
                <a:ea typeface="宋体" panose="02010600030101010101" pitchFamily="2" charset="-122"/>
              </a:rPr>
              <a:t>  </a:t>
            </a:r>
            <a:r>
              <a:rPr lang="en-US" altLang="zh-CN" sz="2400" dirty="0">
                <a:solidFill>
                  <a:srgbClr val="FFFF3D"/>
                </a:solidFill>
                <a:latin typeface="楷体" panose="02010609060101010101" charset="-122"/>
                <a:ea typeface="楷体" panose="02010609060101010101" charset="-122"/>
              </a:rPr>
              <a:t>   </a:t>
            </a:r>
            <a:r>
              <a:rPr lang="zh-CN" altLang="en-US" sz="2400" dirty="0">
                <a:solidFill>
                  <a:srgbClr val="FFFF3D"/>
                </a:solidFill>
                <a:latin typeface="楷体" panose="02010609060101010101" charset="-122"/>
                <a:ea typeface="楷体" panose="02010609060101010101" charset="-122"/>
              </a:rPr>
              <a:t>以上理想电源、实际电源均为“</a:t>
            </a:r>
            <a:r>
              <a:rPr lang="zh-CN" altLang="en-US" sz="2400" dirty="0">
                <a:solidFill>
                  <a:srgbClr val="FF0000"/>
                </a:solidFill>
                <a:latin typeface="楷体" panose="02010609060101010101" charset="-122"/>
                <a:ea typeface="楷体" panose="02010609060101010101" charset="-122"/>
              </a:rPr>
              <a:t>独立电源</a:t>
            </a:r>
            <a:r>
              <a:rPr lang="zh-CN" altLang="en-US" sz="2400" dirty="0">
                <a:solidFill>
                  <a:srgbClr val="FFFF3D"/>
                </a:solidFill>
                <a:latin typeface="楷体" panose="02010609060101010101" charset="-122"/>
                <a:ea typeface="楷体" panose="02010609060101010101" charset="-122"/>
              </a:rPr>
              <a:t>”，能单独对外电路提供电能。</a:t>
            </a:r>
            <a:endParaRPr lang="zh-CN" altLang="en-US" sz="2400" dirty="0">
              <a:solidFill>
                <a:srgbClr val="FFFF3D"/>
              </a:solidFill>
              <a:latin typeface="楷体" panose="02010609060101010101" charset="-122"/>
              <a:ea typeface="楷体" panose="02010609060101010101" charset="-122"/>
            </a:endParaRPr>
          </a:p>
        </p:txBody>
      </p:sp>
      <p:sp>
        <p:nvSpPr>
          <p:cNvPr id="71688" name="Text Box 8"/>
          <p:cNvSpPr txBox="1"/>
          <p:nvPr/>
        </p:nvSpPr>
        <p:spPr>
          <a:xfrm>
            <a:off x="190500" y="5132070"/>
            <a:ext cx="1357313" cy="457200"/>
          </a:xfrm>
          <a:prstGeom prst="rect">
            <a:avLst/>
          </a:prstGeom>
          <a:noFill/>
          <a:ln w="9525">
            <a:noFill/>
          </a:ln>
        </p:spPr>
        <p:txBody>
          <a:bodyPr anchor="t">
            <a:spAutoFit/>
          </a:bodyPr>
          <a:p>
            <a:pPr>
              <a:spcBef>
                <a:spcPct val="50000"/>
              </a:spcBef>
            </a:pPr>
            <a:r>
              <a:rPr lang="zh-CN" altLang="en-US" sz="2400" dirty="0">
                <a:solidFill>
                  <a:srgbClr val="FFFF3D"/>
                </a:solidFill>
                <a:latin typeface="Times New Roman" panose="02020603050405020304" pitchFamily="18" charset="0"/>
                <a:ea typeface="宋体" panose="02010600030101010101" pitchFamily="2" charset="-122"/>
              </a:rPr>
              <a:t>可见：</a:t>
            </a:r>
            <a:endParaRPr lang="zh-CN" altLang="en-US" sz="2400" dirty="0">
              <a:solidFill>
                <a:srgbClr val="FFFF3D"/>
              </a:solidFill>
              <a:latin typeface="Times New Roman" panose="02020603050405020304" pitchFamily="18" charset="0"/>
              <a:ea typeface="宋体" panose="02010600030101010101" pitchFamily="2" charset="-122"/>
            </a:endParaRPr>
          </a:p>
        </p:txBody>
      </p:sp>
      <p:grpSp>
        <p:nvGrpSpPr>
          <p:cNvPr id="71726" name="Group 46"/>
          <p:cNvGrpSpPr/>
          <p:nvPr/>
        </p:nvGrpSpPr>
        <p:grpSpPr>
          <a:xfrm>
            <a:off x="90488" y="1390333"/>
            <a:ext cx="3756025" cy="3143250"/>
            <a:chOff x="0" y="572"/>
            <a:chExt cx="2366" cy="1980"/>
          </a:xfrm>
        </p:grpSpPr>
        <p:grpSp>
          <p:nvGrpSpPr>
            <p:cNvPr id="11272" name="Group 10"/>
            <p:cNvGrpSpPr/>
            <p:nvPr/>
          </p:nvGrpSpPr>
          <p:grpSpPr>
            <a:xfrm>
              <a:off x="579" y="958"/>
              <a:ext cx="1240" cy="423"/>
              <a:chOff x="3448" y="726"/>
              <a:chExt cx="776" cy="266"/>
            </a:xfrm>
          </p:grpSpPr>
          <p:sp>
            <p:nvSpPr>
              <p:cNvPr id="11273" name="Oval 11"/>
              <p:cNvSpPr/>
              <p:nvPr/>
            </p:nvSpPr>
            <p:spPr>
              <a:xfrm>
                <a:off x="3991" y="726"/>
                <a:ext cx="56" cy="56"/>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1274" name="Freeform 12"/>
              <p:cNvSpPr/>
              <p:nvPr/>
            </p:nvSpPr>
            <p:spPr>
              <a:xfrm>
                <a:off x="3448" y="752"/>
                <a:ext cx="544" cy="240"/>
              </a:xfrm>
              <a:custGeom>
                <a:avLst/>
                <a:gdLst/>
                <a:ahLst/>
                <a:cxnLst>
                  <a:cxn ang="0">
                    <a:pos x="0" y="240"/>
                  </a:cxn>
                  <a:cxn ang="0">
                    <a:pos x="0" y="0"/>
                  </a:cxn>
                  <a:cxn ang="0">
                    <a:pos x="544" y="0"/>
                  </a:cxn>
                </a:cxnLst>
                <a:pathLst>
                  <a:path w="544" h="240">
                    <a:moveTo>
                      <a:pt x="0" y="240"/>
                    </a:moveTo>
                    <a:lnTo>
                      <a:pt x="0" y="0"/>
                    </a:lnTo>
                    <a:lnTo>
                      <a:pt x="544"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1275" name="Line 13"/>
              <p:cNvSpPr/>
              <p:nvPr/>
            </p:nvSpPr>
            <p:spPr>
              <a:xfrm>
                <a:off x="4048" y="752"/>
                <a:ext cx="176" cy="0"/>
              </a:xfrm>
              <a:prstGeom prst="line">
                <a:avLst/>
              </a:prstGeom>
              <a:ln w="38100" cap="flat" cmpd="sng">
                <a:solidFill>
                  <a:schemeClr val="bg1"/>
                </a:solidFill>
                <a:prstDash val="solid"/>
                <a:round/>
                <a:headEnd type="none" w="med" len="med"/>
                <a:tailEnd type="none" w="med" len="med"/>
              </a:ln>
            </p:spPr>
          </p:sp>
        </p:grpSp>
        <p:grpSp>
          <p:nvGrpSpPr>
            <p:cNvPr id="11276" name="Group 14"/>
            <p:cNvGrpSpPr/>
            <p:nvPr/>
          </p:nvGrpSpPr>
          <p:grpSpPr>
            <a:xfrm flipV="1">
              <a:off x="604" y="1785"/>
              <a:ext cx="1215" cy="423"/>
              <a:chOff x="3448" y="726"/>
              <a:chExt cx="776" cy="266"/>
            </a:xfrm>
          </p:grpSpPr>
          <p:sp>
            <p:nvSpPr>
              <p:cNvPr id="11277" name="Oval 15"/>
              <p:cNvSpPr/>
              <p:nvPr/>
            </p:nvSpPr>
            <p:spPr>
              <a:xfrm>
                <a:off x="3991" y="726"/>
                <a:ext cx="56" cy="56"/>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1278" name="Freeform 16"/>
              <p:cNvSpPr/>
              <p:nvPr/>
            </p:nvSpPr>
            <p:spPr>
              <a:xfrm>
                <a:off x="3448" y="752"/>
                <a:ext cx="544" cy="240"/>
              </a:xfrm>
              <a:custGeom>
                <a:avLst/>
                <a:gdLst/>
                <a:ahLst/>
                <a:cxnLst>
                  <a:cxn ang="0">
                    <a:pos x="0" y="240"/>
                  </a:cxn>
                  <a:cxn ang="0">
                    <a:pos x="0" y="0"/>
                  </a:cxn>
                  <a:cxn ang="0">
                    <a:pos x="544" y="0"/>
                  </a:cxn>
                </a:cxnLst>
                <a:pathLst>
                  <a:path w="544" h="240">
                    <a:moveTo>
                      <a:pt x="0" y="240"/>
                    </a:moveTo>
                    <a:lnTo>
                      <a:pt x="0" y="0"/>
                    </a:lnTo>
                    <a:lnTo>
                      <a:pt x="544"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1279" name="Line 17"/>
              <p:cNvSpPr/>
              <p:nvPr/>
            </p:nvSpPr>
            <p:spPr>
              <a:xfrm>
                <a:off x="4048" y="752"/>
                <a:ext cx="176" cy="0"/>
              </a:xfrm>
              <a:prstGeom prst="line">
                <a:avLst/>
              </a:prstGeom>
              <a:ln w="38100" cap="flat" cmpd="sng">
                <a:solidFill>
                  <a:schemeClr val="bg1"/>
                </a:solidFill>
                <a:prstDash val="solid"/>
                <a:round/>
                <a:headEnd type="none" w="med" len="med"/>
                <a:tailEnd type="none" w="med" len="med"/>
              </a:ln>
            </p:spPr>
          </p:sp>
        </p:grpSp>
        <p:grpSp>
          <p:nvGrpSpPr>
            <p:cNvPr id="11280" name="Group 18"/>
            <p:cNvGrpSpPr/>
            <p:nvPr/>
          </p:nvGrpSpPr>
          <p:grpSpPr>
            <a:xfrm>
              <a:off x="302" y="1234"/>
              <a:ext cx="496" cy="625"/>
              <a:chOff x="990" y="1362"/>
              <a:chExt cx="496" cy="625"/>
            </a:xfrm>
          </p:grpSpPr>
          <p:sp>
            <p:nvSpPr>
              <p:cNvPr id="11281" name="Oval 19"/>
              <p:cNvSpPr/>
              <p:nvPr/>
            </p:nvSpPr>
            <p:spPr>
              <a:xfrm rot="5400000" flipH="1">
                <a:off x="1076" y="1504"/>
                <a:ext cx="407" cy="409"/>
              </a:xfrm>
              <a:prstGeom prst="ellipse">
                <a:avLst/>
              </a:prstGeom>
              <a:noFill/>
              <a:ln w="38100" cap="flat" cmpd="sng">
                <a:solidFill>
                  <a:srgbClr val="FF0000"/>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1282" name="Line 20"/>
              <p:cNvSpPr/>
              <p:nvPr/>
            </p:nvSpPr>
            <p:spPr>
              <a:xfrm rot="5400000" flipH="1">
                <a:off x="674" y="1671"/>
                <a:ext cx="625" cy="0"/>
              </a:xfrm>
              <a:prstGeom prst="line">
                <a:avLst/>
              </a:prstGeom>
              <a:ln w="38100" cap="flat" cmpd="sng">
                <a:solidFill>
                  <a:schemeClr val="bg1"/>
                </a:solidFill>
                <a:prstDash val="solid"/>
                <a:round/>
                <a:headEnd type="none" w="med" len="med"/>
                <a:tailEnd type="stealth" w="sm" len="lg"/>
              </a:ln>
            </p:spPr>
          </p:sp>
          <p:sp>
            <p:nvSpPr>
              <p:cNvPr id="11283" name="Line 21"/>
              <p:cNvSpPr/>
              <p:nvPr/>
            </p:nvSpPr>
            <p:spPr>
              <a:xfrm rot="5400000" flipH="1">
                <a:off x="1272" y="1509"/>
                <a:ext cx="0" cy="395"/>
              </a:xfrm>
              <a:prstGeom prst="line">
                <a:avLst/>
              </a:prstGeom>
              <a:ln w="38100" cap="flat" cmpd="sng">
                <a:solidFill>
                  <a:srgbClr val="FF0000"/>
                </a:solidFill>
                <a:prstDash val="solid"/>
                <a:round/>
                <a:headEnd type="none" w="med" len="med"/>
                <a:tailEnd type="none" w="med" len="med"/>
              </a:ln>
            </p:spPr>
          </p:sp>
        </p:grpSp>
        <p:sp>
          <p:nvSpPr>
            <p:cNvPr id="11284" name="Rectangle 22"/>
            <p:cNvSpPr/>
            <p:nvPr/>
          </p:nvSpPr>
          <p:spPr>
            <a:xfrm>
              <a:off x="1803" y="771"/>
              <a:ext cx="563" cy="1781"/>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1285" name="Text Box 23"/>
            <p:cNvSpPr txBox="1"/>
            <p:nvPr/>
          </p:nvSpPr>
          <p:spPr>
            <a:xfrm>
              <a:off x="1907" y="1451"/>
              <a:ext cx="435"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N</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1286" name="Line 24"/>
            <p:cNvSpPr/>
            <p:nvPr/>
          </p:nvSpPr>
          <p:spPr>
            <a:xfrm>
              <a:off x="1141" y="1000"/>
              <a:ext cx="0" cy="331"/>
            </a:xfrm>
            <a:prstGeom prst="line">
              <a:avLst/>
            </a:prstGeom>
            <a:ln w="38100" cap="flat" cmpd="sng">
              <a:solidFill>
                <a:schemeClr val="bg1"/>
              </a:solidFill>
              <a:prstDash val="solid"/>
              <a:round/>
              <a:headEnd type="none" w="med" len="med"/>
              <a:tailEnd type="none" w="med" len="med"/>
            </a:ln>
          </p:spPr>
        </p:sp>
        <p:sp>
          <p:nvSpPr>
            <p:cNvPr id="11287" name="Line 25"/>
            <p:cNvSpPr/>
            <p:nvPr/>
          </p:nvSpPr>
          <p:spPr>
            <a:xfrm>
              <a:off x="1141" y="1789"/>
              <a:ext cx="0" cy="369"/>
            </a:xfrm>
            <a:prstGeom prst="line">
              <a:avLst/>
            </a:prstGeom>
            <a:ln w="38100" cap="flat" cmpd="sng">
              <a:solidFill>
                <a:schemeClr val="bg1"/>
              </a:solidFill>
              <a:prstDash val="solid"/>
              <a:round/>
              <a:headEnd type="none" w="med" len="med"/>
              <a:tailEnd type="none" w="med" len="med"/>
            </a:ln>
          </p:spPr>
        </p:sp>
        <p:sp>
          <p:nvSpPr>
            <p:cNvPr id="11288" name="Oval 26"/>
            <p:cNvSpPr/>
            <p:nvPr/>
          </p:nvSpPr>
          <p:spPr>
            <a:xfrm>
              <a:off x="1103" y="2116"/>
              <a:ext cx="90" cy="89"/>
            </a:xfrm>
            <a:prstGeom prst="ellipse">
              <a:avLst/>
            </a:prstGeom>
            <a:solidFill>
              <a:schemeClr val="bg1"/>
            </a:solidFill>
            <a:ln w="952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1289" name="Oval 27"/>
            <p:cNvSpPr/>
            <p:nvPr/>
          </p:nvSpPr>
          <p:spPr>
            <a:xfrm>
              <a:off x="1090" y="946"/>
              <a:ext cx="90" cy="89"/>
            </a:xfrm>
            <a:prstGeom prst="ellipse">
              <a:avLst/>
            </a:prstGeom>
            <a:solidFill>
              <a:schemeClr val="bg1"/>
            </a:solidFill>
            <a:ln w="952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1290" name="Text Box 28"/>
            <p:cNvSpPr txBox="1"/>
            <p:nvPr/>
          </p:nvSpPr>
          <p:spPr>
            <a:xfrm>
              <a:off x="742" y="1270"/>
              <a:ext cx="412" cy="327"/>
            </a:xfrm>
            <a:prstGeom prst="rect">
              <a:avLst/>
            </a:prstGeom>
            <a:noFill/>
            <a:ln w="9525">
              <a:noFill/>
            </a:ln>
          </p:spPr>
          <p:txBody>
            <a:bodyPr anchor="t">
              <a:spAutoFit/>
            </a:bodyPr>
            <a:p>
              <a:pPr>
                <a:spcBef>
                  <a:spcPct val="50000"/>
                </a:spcBef>
              </a:pPr>
              <a:r>
                <a:rPr lang="en-US" altLang="zh-CN" i="1" dirty="0">
                  <a:solidFill>
                    <a:srgbClr val="FFFF3D"/>
                  </a:solidFill>
                  <a:latin typeface="Times New Roman" panose="02020603050405020304" pitchFamily="18" charset="0"/>
                  <a:ea typeface="宋体" panose="02010600030101010101" pitchFamily="2" charset="-122"/>
                </a:rPr>
                <a:t>G</a:t>
              </a:r>
              <a:r>
                <a:rPr lang="en-US" altLang="zh-CN" baseline="-25000" dirty="0">
                  <a:solidFill>
                    <a:srgbClr val="FFFF3D"/>
                  </a:solidFill>
                  <a:latin typeface="Times New Roman" panose="02020603050405020304" pitchFamily="18" charset="0"/>
                  <a:ea typeface="宋体" panose="02010600030101010101" pitchFamily="2" charset="-122"/>
                </a:rPr>
                <a:t>0</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1291" name="Line 29"/>
            <p:cNvSpPr/>
            <p:nvPr/>
          </p:nvSpPr>
          <p:spPr>
            <a:xfrm>
              <a:off x="1563" y="1127"/>
              <a:ext cx="0" cy="827"/>
            </a:xfrm>
            <a:prstGeom prst="line">
              <a:avLst/>
            </a:prstGeom>
            <a:ln w="38100" cap="flat" cmpd="sng">
              <a:solidFill>
                <a:schemeClr val="bg1"/>
              </a:solidFill>
              <a:prstDash val="solid"/>
              <a:round/>
              <a:headEnd type="none" w="med" len="med"/>
              <a:tailEnd type="stealth" w="sm" len="lg"/>
            </a:ln>
          </p:spPr>
        </p:sp>
        <p:sp>
          <p:nvSpPr>
            <p:cNvPr id="11292" name="Line 30"/>
            <p:cNvSpPr/>
            <p:nvPr/>
          </p:nvSpPr>
          <p:spPr>
            <a:xfrm>
              <a:off x="1276" y="860"/>
              <a:ext cx="447" cy="0"/>
            </a:xfrm>
            <a:prstGeom prst="line">
              <a:avLst/>
            </a:prstGeom>
            <a:ln w="38100" cap="flat" cmpd="sng">
              <a:solidFill>
                <a:schemeClr val="bg1"/>
              </a:solidFill>
              <a:prstDash val="solid"/>
              <a:round/>
              <a:headEnd type="none" w="med" len="med"/>
              <a:tailEnd type="stealth" w="sm" len="lg"/>
            </a:ln>
          </p:spPr>
        </p:sp>
        <p:sp>
          <p:nvSpPr>
            <p:cNvPr id="11293" name="Text Box 31"/>
            <p:cNvSpPr txBox="1"/>
            <p:nvPr/>
          </p:nvSpPr>
          <p:spPr>
            <a:xfrm>
              <a:off x="1344" y="1302"/>
              <a:ext cx="351" cy="326"/>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 </a:t>
              </a:r>
              <a:endParaRPr lang="en-US" altLang="zh-CN" dirty="0">
                <a:solidFill>
                  <a:srgbClr val="FFFF3D"/>
                </a:solidFill>
                <a:latin typeface="Monotype Corsiva" pitchFamily="66" charset="0"/>
                <a:ea typeface="宋体" panose="02010600030101010101" pitchFamily="2" charset="-122"/>
              </a:endParaRPr>
            </a:p>
          </p:txBody>
        </p:sp>
        <p:sp>
          <p:nvSpPr>
            <p:cNvPr id="11294" name="Text Box 32"/>
            <p:cNvSpPr txBox="1"/>
            <p:nvPr/>
          </p:nvSpPr>
          <p:spPr>
            <a:xfrm>
              <a:off x="1364" y="572"/>
              <a:ext cx="350" cy="326"/>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 </a:t>
              </a:r>
              <a:endParaRPr lang="en-US" altLang="zh-CN" dirty="0">
                <a:solidFill>
                  <a:srgbClr val="FFFF3D"/>
                </a:solidFill>
                <a:latin typeface="Monotype Corsiva" pitchFamily="66" charset="0"/>
                <a:ea typeface="宋体" panose="02010600030101010101" pitchFamily="2" charset="-122"/>
              </a:endParaRPr>
            </a:p>
          </p:txBody>
        </p:sp>
        <p:sp>
          <p:nvSpPr>
            <p:cNvPr id="11295" name="Text Box 33"/>
            <p:cNvSpPr txBox="1"/>
            <p:nvPr/>
          </p:nvSpPr>
          <p:spPr>
            <a:xfrm>
              <a:off x="0" y="1391"/>
              <a:ext cx="356" cy="326"/>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a:t>
              </a:r>
              <a:r>
                <a:rPr lang="en-US" altLang="zh-CN" baseline="-25000" dirty="0">
                  <a:solidFill>
                    <a:srgbClr val="FFFF3D"/>
                  </a:solidFill>
                  <a:latin typeface="Monotype Corsiva" pitchFamily="66" charset="0"/>
                  <a:ea typeface="宋体" panose="02010600030101010101" pitchFamily="2" charset="-122"/>
                </a:rPr>
                <a:t>s</a:t>
              </a:r>
              <a:endParaRPr lang="en-US" altLang="zh-CN" baseline="-25000" dirty="0">
                <a:solidFill>
                  <a:srgbClr val="FFFF3D"/>
                </a:solidFill>
                <a:latin typeface="Monotype Corsiva" pitchFamily="66" charset="0"/>
                <a:ea typeface="宋体" panose="02010600030101010101" pitchFamily="2" charset="-122"/>
              </a:endParaRPr>
            </a:p>
          </p:txBody>
        </p:sp>
        <p:sp>
          <p:nvSpPr>
            <p:cNvPr id="11296" name="Rectangle 34"/>
            <p:cNvSpPr/>
            <p:nvPr/>
          </p:nvSpPr>
          <p:spPr>
            <a:xfrm>
              <a:off x="1064" y="1328"/>
              <a:ext cx="160" cy="464"/>
            </a:xfrm>
            <a:prstGeom prst="rect">
              <a:avLst/>
            </a:prstGeom>
            <a:solidFill>
              <a:schemeClr val="bg1"/>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grpSp>
        <p:nvGrpSpPr>
          <p:cNvPr id="71725" name="Group 45"/>
          <p:cNvGrpSpPr/>
          <p:nvPr/>
        </p:nvGrpSpPr>
        <p:grpSpPr>
          <a:xfrm>
            <a:off x="6275705" y="1773873"/>
            <a:ext cx="2427288" cy="2390775"/>
            <a:chOff x="3800" y="436"/>
            <a:chExt cx="1529" cy="1506"/>
          </a:xfrm>
        </p:grpSpPr>
        <p:sp>
          <p:nvSpPr>
            <p:cNvPr id="11298" name="Line 36"/>
            <p:cNvSpPr/>
            <p:nvPr/>
          </p:nvSpPr>
          <p:spPr>
            <a:xfrm>
              <a:off x="3833" y="1627"/>
              <a:ext cx="1223" cy="0"/>
            </a:xfrm>
            <a:prstGeom prst="line">
              <a:avLst/>
            </a:prstGeom>
            <a:ln w="38100" cap="flat" cmpd="sng">
              <a:solidFill>
                <a:schemeClr val="bg1"/>
              </a:solidFill>
              <a:prstDash val="solid"/>
              <a:round/>
              <a:headEnd type="none" w="med" len="med"/>
              <a:tailEnd type="stealth" w="sm" len="lg"/>
            </a:ln>
          </p:spPr>
        </p:sp>
        <p:sp>
          <p:nvSpPr>
            <p:cNvPr id="11299" name="Line 37"/>
            <p:cNvSpPr/>
            <p:nvPr/>
          </p:nvSpPr>
          <p:spPr>
            <a:xfrm flipH="1">
              <a:off x="3833" y="581"/>
              <a:ext cx="0" cy="1046"/>
            </a:xfrm>
            <a:prstGeom prst="line">
              <a:avLst/>
            </a:prstGeom>
            <a:ln w="38100" cap="flat" cmpd="sng">
              <a:solidFill>
                <a:schemeClr val="bg1"/>
              </a:solidFill>
              <a:prstDash val="solid"/>
              <a:round/>
              <a:headEnd type="stealth" w="sm" len="lg"/>
              <a:tailEnd type="none" w="med" len="med"/>
            </a:ln>
          </p:spPr>
        </p:sp>
        <p:sp>
          <p:nvSpPr>
            <p:cNvPr id="11300" name="Line 38"/>
            <p:cNvSpPr/>
            <p:nvPr/>
          </p:nvSpPr>
          <p:spPr>
            <a:xfrm rot="-5400000">
              <a:off x="4047" y="1061"/>
              <a:ext cx="1051" cy="8"/>
            </a:xfrm>
            <a:prstGeom prst="line">
              <a:avLst/>
            </a:prstGeom>
            <a:ln w="38100" cap="flat" cmpd="sng">
              <a:solidFill>
                <a:srgbClr val="FFFF3D"/>
              </a:solidFill>
              <a:prstDash val="sysDot"/>
              <a:round/>
              <a:headEnd type="none" w="med" len="med"/>
              <a:tailEnd type="none" w="med" len="med"/>
            </a:ln>
          </p:spPr>
        </p:sp>
        <p:sp>
          <p:nvSpPr>
            <p:cNvPr id="11301" name="Line 39"/>
            <p:cNvSpPr/>
            <p:nvPr/>
          </p:nvSpPr>
          <p:spPr>
            <a:xfrm rot="6587174" flipH="1">
              <a:off x="3919" y="711"/>
              <a:ext cx="872" cy="780"/>
            </a:xfrm>
            <a:prstGeom prst="line">
              <a:avLst/>
            </a:prstGeom>
            <a:ln w="38100" cap="flat" cmpd="sng">
              <a:solidFill>
                <a:srgbClr val="FFFF3D"/>
              </a:solidFill>
              <a:prstDash val="solid"/>
              <a:round/>
              <a:headEnd type="none" w="med" len="med"/>
              <a:tailEnd type="none" w="med" len="med"/>
            </a:ln>
          </p:spPr>
        </p:sp>
        <p:sp>
          <p:nvSpPr>
            <p:cNvPr id="11302" name="Text Box 40"/>
            <p:cNvSpPr txBox="1"/>
            <p:nvPr/>
          </p:nvSpPr>
          <p:spPr>
            <a:xfrm>
              <a:off x="5017" y="1440"/>
              <a:ext cx="312"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 </a:t>
              </a:r>
              <a:endParaRPr lang="en-US" altLang="zh-CN" dirty="0">
                <a:solidFill>
                  <a:srgbClr val="FFFF3D"/>
                </a:solidFill>
                <a:latin typeface="Monotype Corsiva" pitchFamily="66" charset="0"/>
                <a:ea typeface="宋体" panose="02010600030101010101" pitchFamily="2" charset="-122"/>
              </a:endParaRPr>
            </a:p>
          </p:txBody>
        </p:sp>
        <p:sp>
          <p:nvSpPr>
            <p:cNvPr id="11303" name="Text Box 41"/>
            <p:cNvSpPr txBox="1"/>
            <p:nvPr/>
          </p:nvSpPr>
          <p:spPr>
            <a:xfrm>
              <a:off x="3806" y="436"/>
              <a:ext cx="352"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a:t>
              </a:r>
              <a:endParaRPr lang="en-US" altLang="zh-CN" dirty="0">
                <a:solidFill>
                  <a:srgbClr val="FFFF3D"/>
                </a:solidFill>
                <a:latin typeface="Monotype Corsiva" pitchFamily="66" charset="0"/>
                <a:ea typeface="宋体" panose="02010600030101010101" pitchFamily="2" charset="-122"/>
              </a:endParaRPr>
            </a:p>
          </p:txBody>
        </p:sp>
        <p:sp>
          <p:nvSpPr>
            <p:cNvPr id="11304" name="Line 42"/>
            <p:cNvSpPr/>
            <p:nvPr/>
          </p:nvSpPr>
          <p:spPr>
            <a:xfrm rot="-5400000">
              <a:off x="4083" y="827"/>
              <a:ext cx="0" cy="566"/>
            </a:xfrm>
            <a:prstGeom prst="line">
              <a:avLst/>
            </a:prstGeom>
            <a:ln w="38100" cap="flat" cmpd="sng">
              <a:solidFill>
                <a:schemeClr val="bg1"/>
              </a:solidFill>
              <a:prstDash val="solid"/>
              <a:round/>
              <a:headEnd type="stealth" w="sm" len="med"/>
              <a:tailEnd type="stealth" w="sm" len="med"/>
            </a:ln>
          </p:spPr>
        </p:sp>
        <p:sp>
          <p:nvSpPr>
            <p:cNvPr id="11305" name="Text Box 43"/>
            <p:cNvSpPr txBox="1"/>
            <p:nvPr/>
          </p:nvSpPr>
          <p:spPr>
            <a:xfrm>
              <a:off x="3958" y="1058"/>
              <a:ext cx="456"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a:t>
              </a:r>
              <a:endParaRPr lang="en-US" altLang="zh-CN" dirty="0">
                <a:solidFill>
                  <a:srgbClr val="FFFF3D"/>
                </a:solidFill>
                <a:latin typeface="Monotype Corsiva" pitchFamily="66" charset="0"/>
                <a:ea typeface="宋体" panose="02010600030101010101" pitchFamily="2" charset="-122"/>
              </a:endParaRPr>
            </a:p>
          </p:txBody>
        </p:sp>
        <p:sp>
          <p:nvSpPr>
            <p:cNvPr id="11306" name="Text Box 44"/>
            <p:cNvSpPr txBox="1"/>
            <p:nvPr/>
          </p:nvSpPr>
          <p:spPr>
            <a:xfrm>
              <a:off x="4440" y="1616"/>
              <a:ext cx="480" cy="326"/>
            </a:xfrm>
            <a:prstGeom prst="rect">
              <a:avLst/>
            </a:prstGeom>
            <a:noFill/>
            <a:ln w="38100">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a:t>
              </a:r>
              <a:r>
                <a:rPr lang="en-US" altLang="zh-CN" baseline="-25000" dirty="0">
                  <a:solidFill>
                    <a:srgbClr val="FFFF3D"/>
                  </a:solidFill>
                  <a:latin typeface="Monotype Corsiva" pitchFamily="66" charset="0"/>
                  <a:ea typeface="宋体" panose="02010600030101010101" pitchFamily="2" charset="-122"/>
                </a:rPr>
                <a:t>S</a:t>
              </a:r>
              <a:endParaRPr lang="en-US" altLang="zh-CN" baseline="-25000" dirty="0">
                <a:solidFill>
                  <a:srgbClr val="FFFF3D"/>
                </a:solidFill>
                <a:latin typeface="Monotype Corsiva" pitchFamily="66" charset="0"/>
                <a:ea typeface="宋体" panose="02010600030101010101" pitchFamily="2" charset="-122"/>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71682"/>
                                        </p:tgtEl>
                                        <p:attrNameLst>
                                          <p:attrName>style.visibility</p:attrName>
                                        </p:attrNameLst>
                                      </p:cBhvr>
                                      <p:to>
                                        <p:strVal val="visible"/>
                                      </p:to>
                                    </p:set>
                                    <p:anim calcmode="lin" valueType="num">
                                      <p:cBhvr additive="base">
                                        <p:cTn id="7" dur="500" fill="hold"/>
                                        <p:tgtEl>
                                          <p:spTgt spid="71682"/>
                                        </p:tgtEl>
                                        <p:attrNameLst>
                                          <p:attrName>ppt_x</p:attrName>
                                        </p:attrNameLst>
                                      </p:cBhvr>
                                      <p:tavLst>
                                        <p:tav tm="0">
                                          <p:val>
                                            <p:strVal val="0-#ppt_w/2"/>
                                          </p:val>
                                        </p:tav>
                                        <p:tav tm="100000">
                                          <p:val>
                                            <p:strVal val="#ppt_x"/>
                                          </p:val>
                                        </p:tav>
                                      </p:tavLst>
                                    </p:anim>
                                    <p:anim calcmode="lin" valueType="num">
                                      <p:cBhvr additive="base">
                                        <p:cTn id="8" dur="500" fill="hold"/>
                                        <p:tgtEl>
                                          <p:spTgt spid="7168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nodeType="clickEffect">
                                  <p:stCondLst>
                                    <p:cond delay="0"/>
                                  </p:stCondLst>
                                  <p:childTnLst>
                                    <p:set>
                                      <p:cBhvr>
                                        <p:cTn id="12" dur="1" fill="hold">
                                          <p:stCondLst>
                                            <p:cond delay="0"/>
                                          </p:stCondLst>
                                        </p:cTn>
                                        <p:tgtEl>
                                          <p:spTgt spid="71726"/>
                                        </p:tgtEl>
                                        <p:attrNameLst>
                                          <p:attrName>style.visibility</p:attrName>
                                        </p:attrNameLst>
                                      </p:cBhvr>
                                      <p:to>
                                        <p:strVal val="visible"/>
                                      </p:to>
                                    </p:set>
                                    <p:animEffect transition="in" filter="barn(outHorizontal)">
                                      <p:cBhvr>
                                        <p:cTn id="13" dur="500"/>
                                        <p:tgtEl>
                                          <p:spTgt spid="7172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71684"/>
                                        </p:tgtEl>
                                        <p:attrNameLst>
                                          <p:attrName>style.visibility</p:attrName>
                                        </p:attrNameLst>
                                      </p:cBhvr>
                                      <p:to>
                                        <p:strVal val="visible"/>
                                      </p:to>
                                    </p:set>
                                    <p:animEffect transition="in" filter="wipe(left)">
                                      <p:cBhvr>
                                        <p:cTn id="18" dur="300"/>
                                        <p:tgtEl>
                                          <p:spTgt spid="7168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71725"/>
                                        </p:tgtEl>
                                        <p:attrNameLst>
                                          <p:attrName>style.visibility</p:attrName>
                                        </p:attrNameLst>
                                      </p:cBhvr>
                                      <p:to>
                                        <p:strVal val="visible"/>
                                      </p:to>
                                    </p:set>
                                    <p:animEffect transition="in" filter="wipe(down)">
                                      <p:cBhvr>
                                        <p:cTn id="23" dur="500"/>
                                        <p:tgtEl>
                                          <p:spTgt spid="7172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1685"/>
                                        </p:tgtEl>
                                        <p:attrNameLst>
                                          <p:attrName>style.visibility</p:attrName>
                                        </p:attrNameLst>
                                      </p:cBhvr>
                                      <p:to>
                                        <p:strVal val="visible"/>
                                      </p:to>
                                    </p:set>
                                    <p:animEffect transition="in" filter="wipe(left)">
                                      <p:cBhvr>
                                        <p:cTn id="28" dur="500"/>
                                        <p:tgtEl>
                                          <p:spTgt spid="71685"/>
                                        </p:tgtEl>
                                      </p:cBhvr>
                                    </p:animEffect>
                                  </p:childTnLst>
                                </p:cTn>
                              </p:par>
                            </p:childTnLst>
                          </p:cTn>
                        </p:par>
                      </p:childTnLst>
                    </p:cTn>
                  </p:par>
                  <p:par>
                    <p:cTn id="29" fill="hold">
                      <p:stCondLst>
                        <p:cond delay="indefinite"/>
                      </p:stCondLst>
                      <p:childTnLst>
                        <p:par>
                          <p:cTn id="30" fill="hold">
                            <p:stCondLst>
                              <p:cond delay="0"/>
                            </p:stCondLst>
                            <p:childTnLst>
                              <p:par>
                                <p:cTn id="31" presetID="15" presetClass="entr" presetSubtype="0" fill="hold" grpId="0" nodeType="clickEffect">
                                  <p:stCondLst>
                                    <p:cond delay="0"/>
                                  </p:stCondLst>
                                  <p:childTnLst>
                                    <p:set>
                                      <p:cBhvr>
                                        <p:cTn id="32" dur="1" fill="hold">
                                          <p:stCondLst>
                                            <p:cond delay="0"/>
                                          </p:stCondLst>
                                        </p:cTn>
                                        <p:tgtEl>
                                          <p:spTgt spid="71688"/>
                                        </p:tgtEl>
                                        <p:attrNameLst>
                                          <p:attrName>style.visibility</p:attrName>
                                        </p:attrNameLst>
                                      </p:cBhvr>
                                      <p:to>
                                        <p:strVal val="visible"/>
                                      </p:to>
                                    </p:set>
                                    <p:anim calcmode="lin" valueType="num">
                                      <p:cBhvr>
                                        <p:cTn id="33" dur="1000" fill="hold"/>
                                        <p:tgtEl>
                                          <p:spTgt spid="71688"/>
                                        </p:tgtEl>
                                        <p:attrNameLst>
                                          <p:attrName>ppt_w</p:attrName>
                                        </p:attrNameLst>
                                      </p:cBhvr>
                                      <p:tavLst>
                                        <p:tav tm="0">
                                          <p:val>
                                            <p:fltVal val="0.000000"/>
                                          </p:val>
                                        </p:tav>
                                        <p:tav tm="100000">
                                          <p:val>
                                            <p:strVal val="#ppt_w"/>
                                          </p:val>
                                        </p:tav>
                                      </p:tavLst>
                                    </p:anim>
                                    <p:anim calcmode="lin" valueType="num">
                                      <p:cBhvr>
                                        <p:cTn id="34" dur="1000" fill="hold"/>
                                        <p:tgtEl>
                                          <p:spTgt spid="71688"/>
                                        </p:tgtEl>
                                        <p:attrNameLst>
                                          <p:attrName>ppt_h</p:attrName>
                                        </p:attrNameLst>
                                      </p:cBhvr>
                                      <p:tavLst>
                                        <p:tav tm="0">
                                          <p:val>
                                            <p:fltVal val="0.000000"/>
                                          </p:val>
                                        </p:tav>
                                        <p:tav tm="100000">
                                          <p:val>
                                            <p:strVal val="#ppt_h"/>
                                          </p:val>
                                        </p:tav>
                                      </p:tavLst>
                                    </p:anim>
                                    <p:anim calcmode="lin" valueType="num">
                                      <p:cBhvr>
                                        <p:cTn id="35" dur="1000" fill="hold"/>
                                        <p:tgtEl>
                                          <p:spTgt spid="71688"/>
                                        </p:tgtEl>
                                        <p:attrNameLst>
                                          <p:attrName>ppt_x</p:attrName>
                                        </p:attrNameLst>
                                      </p:cBhvr>
                                      <p:tavLst>
                                        <p:tav tm="0" fmla="#ppt_x+(cos(-2*pi*(1-$))*-#ppt_x-sin(-2*pi*(1-$))*(1-#ppt_y))*(1-$)">
                                          <p:val>
                                            <p:fltVal val="0.000000"/>
                                          </p:val>
                                        </p:tav>
                                        <p:tav tm="100000">
                                          <p:val>
                                            <p:fltVal val="1.000000"/>
                                          </p:val>
                                        </p:tav>
                                      </p:tavLst>
                                    </p:anim>
                                    <p:anim calcmode="lin" valueType="num">
                                      <p:cBhvr>
                                        <p:cTn id="36" dur="1000" fill="hold"/>
                                        <p:tgtEl>
                                          <p:spTgt spid="71688"/>
                                        </p:tgtEl>
                                        <p:attrNameLst>
                                          <p:attrName>ppt_y</p:attrName>
                                        </p:attrNameLst>
                                      </p:cBhvr>
                                      <p:tavLst>
                                        <p:tav tm="0" fmla="#ppt_y+(sin(-2*pi*(1-$))*-#ppt_x+cos(-2*pi*(1-$))*(1-#ppt_y))*(1-$)">
                                          <p:val>
                                            <p:fltVal val="0.000000"/>
                                          </p:val>
                                        </p:tav>
                                        <p:tav tm="100000">
                                          <p:val>
                                            <p:fltVal val="1.000000"/>
                                          </p:val>
                                        </p:tav>
                                      </p:tavLst>
                                    </p:anim>
                                  </p:childTnLst>
                                </p:cTn>
                              </p:par>
                            </p:childTnLst>
                          </p:cTn>
                        </p:par>
                        <p:par>
                          <p:cTn id="37" fill="hold">
                            <p:stCondLst>
                              <p:cond delay="1000"/>
                            </p:stCondLst>
                            <p:childTnLst>
                              <p:par>
                                <p:cTn id="38" presetID="22" presetClass="entr" presetSubtype="8" fill="hold" grpId="0" nodeType="afterEffect">
                                  <p:stCondLst>
                                    <p:cond delay="1000"/>
                                  </p:stCondLst>
                                  <p:childTnLst>
                                    <p:set>
                                      <p:cBhvr>
                                        <p:cTn id="39" dur="1" fill="hold">
                                          <p:stCondLst>
                                            <p:cond delay="0"/>
                                          </p:stCondLst>
                                        </p:cTn>
                                        <p:tgtEl>
                                          <p:spTgt spid="71686"/>
                                        </p:tgtEl>
                                        <p:attrNameLst>
                                          <p:attrName>style.visibility</p:attrName>
                                        </p:attrNameLst>
                                      </p:cBhvr>
                                      <p:to>
                                        <p:strVal val="visible"/>
                                      </p:to>
                                    </p:set>
                                    <p:animEffect transition="in" filter="wipe(left)">
                                      <p:cBhvr>
                                        <p:cTn id="40" dur="500"/>
                                        <p:tgtEl>
                                          <p:spTgt spid="71686"/>
                                        </p:tgtEl>
                                      </p:cBhvr>
                                    </p:animEffect>
                                  </p:childTnLst>
                                </p:cTn>
                              </p:par>
                            </p:childTnLst>
                          </p:cTn>
                        </p:par>
                      </p:childTnLst>
                    </p:cTn>
                  </p:par>
                  <p:par>
                    <p:cTn id="41" fill="hold">
                      <p:stCondLst>
                        <p:cond delay="indefinite"/>
                      </p:stCondLst>
                      <p:childTnLst>
                        <p:par>
                          <p:cTn id="42" fill="hold">
                            <p:stCondLst>
                              <p:cond delay="0"/>
                            </p:stCondLst>
                            <p:childTnLst>
                              <p:par>
                                <p:cTn id="43" presetID="17" presetClass="entr" presetSubtype="8" fill="hold" grpId="0" nodeType="clickEffect">
                                  <p:stCondLst>
                                    <p:cond delay="0"/>
                                  </p:stCondLst>
                                  <p:childTnLst>
                                    <p:set>
                                      <p:cBhvr>
                                        <p:cTn id="44" dur="1" fill="hold">
                                          <p:stCondLst>
                                            <p:cond delay="0"/>
                                          </p:stCondLst>
                                        </p:cTn>
                                        <p:tgtEl>
                                          <p:spTgt spid="71687"/>
                                        </p:tgtEl>
                                        <p:attrNameLst>
                                          <p:attrName>style.visibility</p:attrName>
                                        </p:attrNameLst>
                                      </p:cBhvr>
                                      <p:to>
                                        <p:strVal val="visible"/>
                                      </p:to>
                                    </p:set>
                                    <p:anim calcmode="lin" valueType="num">
                                      <p:cBhvr>
                                        <p:cTn id="45" dur="500" fill="hold"/>
                                        <p:tgtEl>
                                          <p:spTgt spid="71687"/>
                                        </p:tgtEl>
                                        <p:attrNameLst>
                                          <p:attrName>ppt_x</p:attrName>
                                        </p:attrNameLst>
                                      </p:cBhvr>
                                      <p:tavLst>
                                        <p:tav tm="0">
                                          <p:val>
                                            <p:strVal val="#ppt_x-#ppt_w/2"/>
                                          </p:val>
                                        </p:tav>
                                        <p:tav tm="100000">
                                          <p:val>
                                            <p:strVal val="#ppt_x"/>
                                          </p:val>
                                        </p:tav>
                                      </p:tavLst>
                                    </p:anim>
                                    <p:anim calcmode="lin" valueType="num">
                                      <p:cBhvr>
                                        <p:cTn id="46" dur="500" fill="hold"/>
                                        <p:tgtEl>
                                          <p:spTgt spid="71687"/>
                                        </p:tgtEl>
                                        <p:attrNameLst>
                                          <p:attrName>ppt_y</p:attrName>
                                        </p:attrNameLst>
                                      </p:cBhvr>
                                      <p:tavLst>
                                        <p:tav tm="0">
                                          <p:val>
                                            <p:strVal val="#ppt_y"/>
                                          </p:val>
                                        </p:tav>
                                        <p:tav tm="100000">
                                          <p:val>
                                            <p:strVal val="#ppt_y"/>
                                          </p:val>
                                        </p:tav>
                                      </p:tavLst>
                                    </p:anim>
                                    <p:anim calcmode="lin" valueType="num">
                                      <p:cBhvr>
                                        <p:cTn id="47" dur="500" fill="hold"/>
                                        <p:tgtEl>
                                          <p:spTgt spid="71687"/>
                                        </p:tgtEl>
                                        <p:attrNameLst>
                                          <p:attrName>ppt_w</p:attrName>
                                        </p:attrNameLst>
                                      </p:cBhvr>
                                      <p:tavLst>
                                        <p:tav tm="0">
                                          <p:val>
                                            <p:fltVal val="0.000000"/>
                                          </p:val>
                                        </p:tav>
                                        <p:tav tm="100000">
                                          <p:val>
                                            <p:strVal val="#ppt_w"/>
                                          </p:val>
                                        </p:tav>
                                      </p:tavLst>
                                    </p:anim>
                                    <p:anim calcmode="lin" valueType="num">
                                      <p:cBhvr>
                                        <p:cTn id="48" dur="500" fill="hold"/>
                                        <p:tgtEl>
                                          <p:spTgt spid="7168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p:bldP spid="71684" grpId="0"/>
      <p:bldP spid="71685" grpId="0"/>
      <p:bldP spid="71686" grpId="0"/>
      <p:bldP spid="71687" grpId="0"/>
      <p:bldP spid="71688"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lumOff val="50000"/>
          </a:schemeClr>
        </a:solidFill>
        <a:effectLst/>
      </p:bgPr>
    </p:bg>
    <p:spTree>
      <p:nvGrpSpPr>
        <p:cNvPr id="1" name=""/>
        <p:cNvGrpSpPr/>
        <p:nvPr/>
      </p:nvGrpSpPr>
      <p:grpSpPr/>
      <p:sp>
        <p:nvSpPr>
          <p:cNvPr id="75778" name="Rectangle 2"/>
          <p:cNvSpPr>
            <a:spLocks noGrp="1"/>
          </p:cNvSpPr>
          <p:nvPr>
            <p:ph type="title"/>
          </p:nvPr>
        </p:nvSpPr>
        <p:spPr>
          <a:xfrm>
            <a:off x="453708" y="453708"/>
            <a:ext cx="5187950" cy="522287"/>
          </a:xfrm>
        </p:spPr>
        <p:txBody>
          <a:bodyPr wrap="square" lIns="91440" tIns="45720" rIns="91440" bIns="45720" anchor="b"/>
          <a:p>
            <a:pPr>
              <a:spcBef>
                <a:spcPct val="50000"/>
              </a:spcBef>
            </a:pPr>
            <a:r>
              <a:rPr lang="zh-CN" altLang="en-US" sz="2400" b="1" dirty="0">
                <a:solidFill>
                  <a:schemeClr val="bg1"/>
                </a:solidFill>
                <a:latin typeface="黑体" panose="02010609060101010101" pitchFamily="2" charset="-122"/>
                <a:ea typeface="黑体" panose="02010609060101010101" pitchFamily="2" charset="-122"/>
              </a:rPr>
              <a:t>三、受控电源 </a:t>
            </a:r>
            <a:r>
              <a:rPr lang="en-US" altLang="zh-CN" sz="2400" b="1" dirty="0">
                <a:solidFill>
                  <a:schemeClr val="bg1"/>
                </a:solidFill>
                <a:latin typeface="黑体" panose="02010609060101010101" pitchFamily="2" charset="-122"/>
                <a:ea typeface="黑体" panose="02010609060101010101" pitchFamily="2" charset="-122"/>
              </a:rPr>
              <a:t>—— </a:t>
            </a:r>
            <a:r>
              <a:rPr lang="zh-CN" altLang="en-US" sz="2400" b="1" dirty="0">
                <a:solidFill>
                  <a:schemeClr val="bg1"/>
                </a:solidFill>
                <a:latin typeface="黑体" panose="02010609060101010101" pitchFamily="2" charset="-122"/>
                <a:ea typeface="黑体" panose="02010609060101010101" pitchFamily="2" charset="-122"/>
              </a:rPr>
              <a:t>非独立电源</a:t>
            </a:r>
            <a:endParaRPr lang="zh-CN" altLang="en-US" sz="2400" b="1" dirty="0">
              <a:solidFill>
                <a:schemeClr val="bg1"/>
              </a:solidFill>
              <a:latin typeface="黑体" panose="02010609060101010101" pitchFamily="2" charset="-122"/>
              <a:ea typeface="黑体" panose="02010609060101010101" pitchFamily="2" charset="-122"/>
            </a:endParaRPr>
          </a:p>
        </p:txBody>
      </p:sp>
      <p:grpSp>
        <p:nvGrpSpPr>
          <p:cNvPr id="75836" name="Group 60"/>
          <p:cNvGrpSpPr/>
          <p:nvPr/>
        </p:nvGrpSpPr>
        <p:grpSpPr>
          <a:xfrm>
            <a:off x="400050" y="1611630"/>
            <a:ext cx="3201988" cy="2130425"/>
            <a:chOff x="260" y="720"/>
            <a:chExt cx="2017" cy="1342"/>
          </a:xfrm>
        </p:grpSpPr>
        <p:grpSp>
          <p:nvGrpSpPr>
            <p:cNvPr id="12291" name="Group 5"/>
            <p:cNvGrpSpPr/>
            <p:nvPr/>
          </p:nvGrpSpPr>
          <p:grpSpPr>
            <a:xfrm>
              <a:off x="933" y="1257"/>
              <a:ext cx="400" cy="407"/>
              <a:chOff x="1253" y="1465"/>
              <a:chExt cx="400" cy="407"/>
            </a:xfrm>
          </p:grpSpPr>
          <p:sp>
            <p:nvSpPr>
              <p:cNvPr id="12292" name="Line 6"/>
              <p:cNvSpPr/>
              <p:nvPr/>
            </p:nvSpPr>
            <p:spPr>
              <a:xfrm>
                <a:off x="1386" y="1502"/>
                <a:ext cx="0" cy="333"/>
              </a:xfrm>
              <a:prstGeom prst="line">
                <a:avLst/>
              </a:prstGeom>
              <a:ln w="38100" cap="flat" cmpd="sng">
                <a:solidFill>
                  <a:schemeClr val="accent2"/>
                </a:solidFill>
                <a:prstDash val="solid"/>
                <a:round/>
                <a:headEnd type="none" w="med" len="med"/>
                <a:tailEnd type="none" w="med" len="med"/>
              </a:ln>
            </p:spPr>
          </p:sp>
          <p:sp>
            <p:nvSpPr>
              <p:cNvPr id="12293" name="Line 7"/>
              <p:cNvSpPr/>
              <p:nvPr/>
            </p:nvSpPr>
            <p:spPr>
              <a:xfrm flipV="1">
                <a:off x="1386" y="1465"/>
                <a:ext cx="255" cy="148"/>
              </a:xfrm>
              <a:prstGeom prst="line">
                <a:avLst/>
              </a:prstGeom>
              <a:ln w="38100" cap="flat" cmpd="sng">
                <a:solidFill>
                  <a:schemeClr val="accent2"/>
                </a:solidFill>
                <a:prstDash val="solid"/>
                <a:round/>
                <a:headEnd type="none" w="med" len="med"/>
                <a:tailEnd type="none" w="med" len="med"/>
              </a:ln>
            </p:spPr>
          </p:sp>
          <p:sp>
            <p:nvSpPr>
              <p:cNvPr id="12294" name="Line 8"/>
              <p:cNvSpPr/>
              <p:nvPr/>
            </p:nvSpPr>
            <p:spPr>
              <a:xfrm>
                <a:off x="1398" y="1724"/>
                <a:ext cx="255" cy="148"/>
              </a:xfrm>
              <a:prstGeom prst="line">
                <a:avLst/>
              </a:prstGeom>
              <a:ln w="38100" cap="flat" cmpd="sng">
                <a:solidFill>
                  <a:schemeClr val="accent2"/>
                </a:solidFill>
                <a:prstDash val="solid"/>
                <a:round/>
                <a:headEnd type="none" w="med" len="med"/>
                <a:tailEnd type="stealth" w="sm" len="lg"/>
              </a:ln>
            </p:spPr>
          </p:sp>
          <p:sp>
            <p:nvSpPr>
              <p:cNvPr id="12295" name="Line 9"/>
              <p:cNvSpPr/>
              <p:nvPr/>
            </p:nvSpPr>
            <p:spPr>
              <a:xfrm flipH="1">
                <a:off x="1253" y="1669"/>
                <a:ext cx="133" cy="0"/>
              </a:xfrm>
              <a:prstGeom prst="line">
                <a:avLst/>
              </a:prstGeom>
              <a:ln w="38100" cap="flat" cmpd="sng">
                <a:solidFill>
                  <a:schemeClr val="accent2"/>
                </a:solidFill>
                <a:prstDash val="solid"/>
                <a:round/>
                <a:headEnd type="none" w="med" len="med"/>
                <a:tailEnd type="none" w="med" len="med"/>
              </a:ln>
            </p:spPr>
          </p:sp>
        </p:grpSp>
        <p:sp>
          <p:nvSpPr>
            <p:cNvPr id="12296" name="Freeform 10"/>
            <p:cNvSpPr/>
            <p:nvPr/>
          </p:nvSpPr>
          <p:spPr>
            <a:xfrm>
              <a:off x="1321" y="720"/>
              <a:ext cx="476" cy="543"/>
            </a:xfrm>
            <a:custGeom>
              <a:avLst/>
              <a:gdLst/>
              <a:ahLst/>
              <a:cxnLst>
                <a:cxn ang="0">
                  <a:pos x="0" y="1755"/>
                </a:cxn>
                <a:cxn ang="0">
                  <a:pos x="0" y="0"/>
                </a:cxn>
                <a:cxn ang="0">
                  <a:pos x="1133" y="0"/>
                </a:cxn>
              </a:cxnLst>
              <a:pathLst>
                <a:path w="200" h="168">
                  <a:moveTo>
                    <a:pt x="0" y="168"/>
                  </a:moveTo>
                  <a:lnTo>
                    <a:pt x="0" y="0"/>
                  </a:lnTo>
                  <a:lnTo>
                    <a:pt x="200"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2297" name="Freeform 11"/>
            <p:cNvSpPr/>
            <p:nvPr/>
          </p:nvSpPr>
          <p:spPr>
            <a:xfrm>
              <a:off x="260" y="1658"/>
              <a:ext cx="1508" cy="370"/>
            </a:xfrm>
            <a:custGeom>
              <a:avLst/>
              <a:gdLst/>
              <a:ahLst/>
              <a:cxnLst>
                <a:cxn ang="0">
                  <a:pos x="2306" y="0"/>
                </a:cxn>
                <a:cxn ang="0">
                  <a:pos x="2306" y="856"/>
                </a:cxn>
                <a:cxn ang="0">
                  <a:pos x="3305" y="856"/>
                </a:cxn>
                <a:cxn ang="0">
                  <a:pos x="0" y="856"/>
                </a:cxn>
              </a:cxnLst>
              <a:pathLst>
                <a:path w="688" h="160">
                  <a:moveTo>
                    <a:pt x="480" y="0"/>
                  </a:moveTo>
                  <a:lnTo>
                    <a:pt x="480" y="160"/>
                  </a:lnTo>
                  <a:lnTo>
                    <a:pt x="688" y="160"/>
                  </a:lnTo>
                  <a:lnTo>
                    <a:pt x="0" y="16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2298" name="Line 12"/>
            <p:cNvSpPr/>
            <p:nvPr/>
          </p:nvSpPr>
          <p:spPr>
            <a:xfrm flipH="1">
              <a:off x="283" y="1460"/>
              <a:ext cx="656" cy="0"/>
            </a:xfrm>
            <a:prstGeom prst="line">
              <a:avLst/>
            </a:prstGeom>
            <a:ln w="38100" cap="flat" cmpd="sng">
              <a:solidFill>
                <a:schemeClr val="bg1"/>
              </a:solidFill>
              <a:prstDash val="solid"/>
              <a:round/>
              <a:headEnd type="none" w="med" len="med"/>
              <a:tailEnd type="none" w="med" len="med"/>
            </a:ln>
          </p:spPr>
        </p:sp>
        <p:sp>
          <p:nvSpPr>
            <p:cNvPr id="12299" name="Oval 13"/>
            <p:cNvSpPr/>
            <p:nvPr/>
          </p:nvSpPr>
          <p:spPr>
            <a:xfrm>
              <a:off x="1263" y="1976"/>
              <a:ext cx="82" cy="86"/>
            </a:xfrm>
            <a:prstGeom prst="ellipse">
              <a:avLst/>
            </a:prstGeom>
            <a:solidFill>
              <a:schemeClr val="bg1"/>
            </a:solidFill>
            <a:ln w="952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2300" name="Line 14"/>
            <p:cNvSpPr/>
            <p:nvPr/>
          </p:nvSpPr>
          <p:spPr>
            <a:xfrm>
              <a:off x="440" y="1386"/>
              <a:ext cx="533" cy="0"/>
            </a:xfrm>
            <a:prstGeom prst="line">
              <a:avLst/>
            </a:prstGeom>
            <a:ln w="38100" cap="flat" cmpd="sng">
              <a:solidFill>
                <a:schemeClr val="bg1"/>
              </a:solidFill>
              <a:prstDash val="solid"/>
              <a:round/>
              <a:headEnd type="none" w="med" len="med"/>
              <a:tailEnd type="stealth" w="sm" len="lg"/>
            </a:ln>
          </p:spPr>
        </p:sp>
        <p:sp>
          <p:nvSpPr>
            <p:cNvPr id="12301" name="Line 15"/>
            <p:cNvSpPr/>
            <p:nvPr/>
          </p:nvSpPr>
          <p:spPr>
            <a:xfrm>
              <a:off x="1426" y="806"/>
              <a:ext cx="0" cy="457"/>
            </a:xfrm>
            <a:prstGeom prst="line">
              <a:avLst/>
            </a:prstGeom>
            <a:ln w="38100" cap="flat" cmpd="sng">
              <a:solidFill>
                <a:schemeClr val="bg1"/>
              </a:solidFill>
              <a:prstDash val="solid"/>
              <a:round/>
              <a:headEnd type="none" w="med" len="med"/>
              <a:tailEnd type="stealth" w="sm" len="lg"/>
            </a:ln>
          </p:spPr>
        </p:sp>
        <p:sp>
          <p:nvSpPr>
            <p:cNvPr id="12302" name="Text Box 16"/>
            <p:cNvSpPr txBox="1"/>
            <p:nvPr/>
          </p:nvSpPr>
          <p:spPr>
            <a:xfrm>
              <a:off x="491" y="1062"/>
              <a:ext cx="410" cy="326"/>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i</a:t>
              </a:r>
              <a:r>
                <a:rPr lang="en-US" altLang="zh-CN" baseline="-25000" dirty="0">
                  <a:solidFill>
                    <a:srgbClr val="FFFF3D"/>
                  </a:solidFill>
                  <a:latin typeface="Times New Roman" panose="02020603050405020304" pitchFamily="18" charset="0"/>
                  <a:ea typeface="宋体" panose="02010600030101010101" pitchFamily="2" charset="-122"/>
                </a:rPr>
                <a:t>b</a:t>
              </a:r>
              <a:endParaRPr lang="en-US" altLang="zh-CN" dirty="0">
                <a:solidFill>
                  <a:srgbClr val="FFFF3D"/>
                </a:solidFill>
                <a:latin typeface="Times New Roman" panose="02020603050405020304" pitchFamily="18" charset="0"/>
                <a:ea typeface="宋体" panose="02010600030101010101" pitchFamily="2" charset="-122"/>
              </a:endParaRPr>
            </a:p>
          </p:txBody>
        </p:sp>
        <p:grpSp>
          <p:nvGrpSpPr>
            <p:cNvPr id="12303" name="Group 17"/>
            <p:cNvGrpSpPr/>
            <p:nvPr/>
          </p:nvGrpSpPr>
          <p:grpSpPr>
            <a:xfrm>
              <a:off x="1426" y="862"/>
              <a:ext cx="851" cy="336"/>
              <a:chOff x="1746" y="1070"/>
              <a:chExt cx="851" cy="336"/>
            </a:xfrm>
          </p:grpSpPr>
          <p:sp>
            <p:nvSpPr>
              <p:cNvPr id="12304" name="Text Box 18"/>
              <p:cNvSpPr txBox="1"/>
              <p:nvPr/>
            </p:nvSpPr>
            <p:spPr>
              <a:xfrm>
                <a:off x="2266" y="1080"/>
                <a:ext cx="331" cy="326"/>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i</a:t>
                </a:r>
                <a:r>
                  <a:rPr lang="en-US" altLang="zh-CN" baseline="-25000" dirty="0">
                    <a:solidFill>
                      <a:srgbClr val="FFFF3D"/>
                    </a:solidFill>
                    <a:latin typeface="Times New Roman" panose="02020603050405020304" pitchFamily="18" charset="0"/>
                    <a:ea typeface="宋体" panose="02010600030101010101" pitchFamily="2" charset="-122"/>
                  </a:rPr>
                  <a:t>b</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2305" name="Text Box 19"/>
              <p:cNvSpPr txBox="1"/>
              <p:nvPr/>
            </p:nvSpPr>
            <p:spPr>
              <a:xfrm>
                <a:off x="2047" y="1080"/>
                <a:ext cx="388" cy="326"/>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β</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2306" name="Text Box 20"/>
              <p:cNvSpPr txBox="1"/>
              <p:nvPr/>
            </p:nvSpPr>
            <p:spPr>
              <a:xfrm>
                <a:off x="1746" y="1070"/>
                <a:ext cx="417" cy="326"/>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i</a:t>
                </a:r>
                <a:r>
                  <a:rPr lang="en-US" altLang="zh-CN" baseline="-25000" dirty="0">
                    <a:solidFill>
                      <a:srgbClr val="FFFF3D"/>
                    </a:solidFill>
                    <a:latin typeface="Times New Roman" panose="02020603050405020304" pitchFamily="18" charset="0"/>
                    <a:ea typeface="宋体" panose="02010600030101010101" pitchFamily="2" charset="-122"/>
                  </a:rPr>
                  <a:t>c</a:t>
                </a: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grpSp>
      </p:grpSp>
      <p:sp>
        <p:nvSpPr>
          <p:cNvPr id="75797" name="AutoShape 21"/>
          <p:cNvSpPr/>
          <p:nvPr/>
        </p:nvSpPr>
        <p:spPr>
          <a:xfrm>
            <a:off x="3576320" y="2353310"/>
            <a:ext cx="1358900" cy="279400"/>
          </a:xfrm>
          <a:prstGeom prst="rightArrow">
            <a:avLst>
              <a:gd name="adj1" fmla="val 50000"/>
              <a:gd name="adj2" fmla="val 121523"/>
            </a:avLst>
          </a:prstGeom>
          <a:solidFill>
            <a:srgbClr val="FF66FF"/>
          </a:solidFill>
          <a:ln w="9525" cap="flat" cmpd="sng">
            <a:solidFill>
              <a:srgbClr val="FF66FF"/>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75798" name="Text Box 22"/>
          <p:cNvSpPr txBox="1"/>
          <p:nvPr/>
        </p:nvSpPr>
        <p:spPr>
          <a:xfrm>
            <a:off x="2980690" y="2887980"/>
            <a:ext cx="2057400" cy="946150"/>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电流</a:t>
            </a:r>
            <a:r>
              <a:rPr lang="zh-CN" altLang="en-US" dirty="0">
                <a:latin typeface="Times New Roman" panose="02020603050405020304" pitchFamily="18" charset="0"/>
                <a:ea typeface="宋体" panose="02010600030101010101" pitchFamily="2" charset="-122"/>
              </a:rPr>
              <a:t> </a:t>
            </a:r>
            <a:r>
              <a:rPr lang="en-US" altLang="zh-CN" dirty="0">
                <a:solidFill>
                  <a:srgbClr val="FFFF3D"/>
                </a:solidFill>
                <a:latin typeface="Times New Roman" panose="02020603050405020304" pitchFamily="18" charset="0"/>
                <a:ea typeface="宋体" panose="02010600030101010101" pitchFamily="2" charset="-122"/>
              </a:rPr>
              <a:t>i</a:t>
            </a:r>
            <a:r>
              <a:rPr lang="en-US" altLang="zh-CN" baseline="-25000" dirty="0">
                <a:solidFill>
                  <a:srgbClr val="FFFF3D"/>
                </a:solidFill>
                <a:latin typeface="Times New Roman" panose="02020603050405020304" pitchFamily="18" charset="0"/>
                <a:ea typeface="宋体" panose="02010600030101010101" pitchFamily="2" charset="-122"/>
              </a:rPr>
              <a:t>c</a:t>
            </a:r>
            <a:r>
              <a:rPr lang="zh-CN" altLang="en-US" sz="2400" dirty="0">
                <a:latin typeface="楷体" panose="02010609060101010101" charset="-122"/>
                <a:ea typeface="楷体" panose="02010609060101010101" charset="-122"/>
              </a:rPr>
              <a:t>受电流</a:t>
            </a:r>
            <a:r>
              <a:rPr lang="zh-CN" altLang="en-US" dirty="0">
                <a:latin typeface="Monotype Corsiva" pitchFamily="66" charset="0"/>
                <a:ea typeface="宋体" panose="02010600030101010101" pitchFamily="2" charset="-122"/>
              </a:rPr>
              <a:t> </a:t>
            </a:r>
            <a:r>
              <a:rPr lang="en-US" altLang="zh-CN" dirty="0">
                <a:solidFill>
                  <a:srgbClr val="FFFF3D"/>
                </a:solidFill>
                <a:latin typeface="Times New Roman" panose="02020603050405020304" pitchFamily="18" charset="0"/>
                <a:ea typeface="宋体" panose="02010600030101010101" pitchFamily="2" charset="-122"/>
              </a:rPr>
              <a:t>i</a:t>
            </a:r>
            <a:r>
              <a:rPr lang="en-US" altLang="zh-CN" baseline="-25000" dirty="0">
                <a:solidFill>
                  <a:srgbClr val="FFFF3D"/>
                </a:solidFill>
                <a:latin typeface="Times New Roman" panose="02020603050405020304" pitchFamily="18" charset="0"/>
                <a:ea typeface="宋体" panose="02010600030101010101" pitchFamily="2" charset="-122"/>
              </a:rPr>
              <a:t>b</a:t>
            </a:r>
            <a:r>
              <a:rPr lang="en-US" altLang="zh-CN" baseline="-25000" dirty="0">
                <a:latin typeface="Times New Roman" panose="02020603050405020304" pitchFamily="18" charset="0"/>
                <a:ea typeface="宋体" panose="02010600030101010101" pitchFamily="2" charset="-122"/>
              </a:rPr>
              <a:t> </a:t>
            </a:r>
            <a:r>
              <a:rPr lang="zh-CN" altLang="en-US" sz="2400" dirty="0">
                <a:latin typeface="楷体" panose="02010609060101010101" charset="-122"/>
                <a:ea typeface="楷体" panose="02010609060101010101" charset="-122"/>
              </a:rPr>
              <a:t>控制</a:t>
            </a:r>
            <a:endParaRPr lang="zh-CN" altLang="en-US" sz="2400" dirty="0">
              <a:latin typeface="楷体" panose="02010609060101010101" charset="-122"/>
              <a:ea typeface="楷体" panose="02010609060101010101" charset="-122"/>
            </a:endParaRPr>
          </a:p>
        </p:txBody>
      </p:sp>
      <p:sp>
        <p:nvSpPr>
          <p:cNvPr id="75799" name="Text Box 23"/>
          <p:cNvSpPr txBox="1"/>
          <p:nvPr/>
        </p:nvSpPr>
        <p:spPr>
          <a:xfrm>
            <a:off x="2209800" y="4525010"/>
            <a:ext cx="5638800" cy="1006475"/>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一条支路的电压（或电流）受另一</a:t>
            </a:r>
            <a:endParaRPr lang="zh-CN" altLang="en-US" sz="2400" dirty="0">
              <a:latin typeface="楷体" panose="02010609060101010101" charset="-122"/>
              <a:ea typeface="楷体" panose="02010609060101010101" charset="-122"/>
            </a:endParaRPr>
          </a:p>
          <a:p>
            <a:pPr>
              <a:spcBef>
                <a:spcPct val="50000"/>
              </a:spcBef>
            </a:pPr>
            <a:r>
              <a:rPr lang="zh-CN" altLang="en-US" sz="2400" dirty="0">
                <a:latin typeface="楷体" panose="02010609060101010101" charset="-122"/>
                <a:ea typeface="楷体" panose="02010609060101010101" charset="-122"/>
              </a:rPr>
              <a:t>条支路的 电压（或电流）控制。</a:t>
            </a:r>
            <a:endParaRPr lang="zh-CN" altLang="en-US" sz="2400" dirty="0">
              <a:latin typeface="楷体" panose="02010609060101010101" charset="-122"/>
              <a:ea typeface="楷体" panose="02010609060101010101" charset="-122"/>
            </a:endParaRPr>
          </a:p>
        </p:txBody>
      </p:sp>
      <p:grpSp>
        <p:nvGrpSpPr>
          <p:cNvPr id="75800" name="Group 24"/>
          <p:cNvGrpSpPr/>
          <p:nvPr/>
        </p:nvGrpSpPr>
        <p:grpSpPr>
          <a:xfrm>
            <a:off x="436563" y="5803900"/>
            <a:ext cx="2489200" cy="901700"/>
            <a:chOff x="456" y="3248"/>
            <a:chExt cx="1568" cy="568"/>
          </a:xfrm>
        </p:grpSpPr>
        <p:sp>
          <p:nvSpPr>
            <p:cNvPr id="12311" name="Text Box 25"/>
            <p:cNvSpPr txBox="1"/>
            <p:nvPr/>
          </p:nvSpPr>
          <p:spPr>
            <a:xfrm>
              <a:off x="456" y="3392"/>
              <a:ext cx="1072" cy="28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被控支路</a:t>
              </a:r>
              <a:r>
                <a:rPr lang="zh-CN" altLang="en-US"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
          <p:nvSpPr>
            <p:cNvPr id="12312" name="Text Box 26"/>
            <p:cNvSpPr txBox="1"/>
            <p:nvPr/>
          </p:nvSpPr>
          <p:spPr>
            <a:xfrm>
              <a:off x="1368" y="3248"/>
              <a:ext cx="656" cy="28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电压</a:t>
              </a:r>
              <a:endParaRPr lang="zh-CN" altLang="en-US" sz="2400" dirty="0">
                <a:latin typeface="楷体" panose="02010609060101010101" charset="-122"/>
                <a:ea typeface="楷体" panose="02010609060101010101" charset="-122"/>
              </a:endParaRPr>
            </a:p>
          </p:txBody>
        </p:sp>
        <p:sp>
          <p:nvSpPr>
            <p:cNvPr id="12313" name="Text Box 27"/>
            <p:cNvSpPr txBox="1"/>
            <p:nvPr/>
          </p:nvSpPr>
          <p:spPr>
            <a:xfrm>
              <a:off x="1368" y="3528"/>
              <a:ext cx="656" cy="28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电流</a:t>
              </a:r>
              <a:endParaRPr lang="zh-CN" altLang="en-US" sz="2400" dirty="0">
                <a:latin typeface="楷体" panose="02010609060101010101" charset="-122"/>
                <a:ea typeface="楷体" panose="02010609060101010101" charset="-122"/>
              </a:endParaRPr>
            </a:p>
          </p:txBody>
        </p:sp>
      </p:grpSp>
      <p:grpSp>
        <p:nvGrpSpPr>
          <p:cNvPr id="75804" name="Group 28"/>
          <p:cNvGrpSpPr/>
          <p:nvPr/>
        </p:nvGrpSpPr>
        <p:grpSpPr>
          <a:xfrm>
            <a:off x="5857875" y="5624195"/>
            <a:ext cx="2533650" cy="1071563"/>
            <a:chOff x="3612" y="3224"/>
            <a:chExt cx="1596" cy="675"/>
          </a:xfrm>
        </p:grpSpPr>
        <p:sp>
          <p:nvSpPr>
            <p:cNvPr id="12315" name="Text Box 29"/>
            <p:cNvSpPr txBox="1"/>
            <p:nvPr/>
          </p:nvSpPr>
          <p:spPr>
            <a:xfrm>
              <a:off x="4112" y="3401"/>
              <a:ext cx="1096" cy="28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控制支路</a:t>
              </a:r>
              <a:r>
                <a:rPr lang="zh-CN" altLang="en-US"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
          <p:nvSpPr>
            <p:cNvPr id="12316" name="Text Box 30"/>
            <p:cNvSpPr txBox="1"/>
            <p:nvPr/>
          </p:nvSpPr>
          <p:spPr>
            <a:xfrm>
              <a:off x="3612" y="3224"/>
              <a:ext cx="656" cy="28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电压</a:t>
              </a:r>
              <a:endParaRPr lang="zh-CN" altLang="en-US" sz="2400" dirty="0">
                <a:latin typeface="楷体" panose="02010609060101010101" charset="-122"/>
                <a:ea typeface="楷体" panose="02010609060101010101" charset="-122"/>
              </a:endParaRPr>
            </a:p>
          </p:txBody>
        </p:sp>
        <p:sp>
          <p:nvSpPr>
            <p:cNvPr id="12317" name="Text Box 31"/>
            <p:cNvSpPr txBox="1"/>
            <p:nvPr/>
          </p:nvSpPr>
          <p:spPr>
            <a:xfrm>
              <a:off x="3620" y="3611"/>
              <a:ext cx="656" cy="288"/>
            </a:xfrm>
            <a:prstGeom prst="rect">
              <a:avLst/>
            </a:prstGeom>
            <a:noFill/>
            <a:ln w="9525">
              <a:noFill/>
            </a:ln>
          </p:spPr>
          <p:txBody>
            <a:bodyPr anchor="t">
              <a:spAutoFit/>
            </a:bodyPr>
            <a:p>
              <a:pPr>
                <a:spcBef>
                  <a:spcPct val="50000"/>
                </a:spcBef>
              </a:pPr>
              <a:r>
                <a:rPr lang="zh-CN" altLang="en-US" sz="2400" dirty="0">
                  <a:latin typeface="楷体" panose="02010609060101010101" charset="-122"/>
                  <a:ea typeface="楷体" panose="02010609060101010101" charset="-122"/>
                </a:rPr>
                <a:t>电流</a:t>
              </a:r>
              <a:endParaRPr lang="zh-CN" altLang="en-US" sz="2400" dirty="0">
                <a:latin typeface="楷体" panose="02010609060101010101" charset="-122"/>
                <a:ea typeface="楷体" panose="02010609060101010101" charset="-122"/>
              </a:endParaRPr>
            </a:p>
          </p:txBody>
        </p:sp>
      </p:grpSp>
      <p:sp>
        <p:nvSpPr>
          <p:cNvPr id="75808" name="Line 32"/>
          <p:cNvSpPr/>
          <p:nvPr/>
        </p:nvSpPr>
        <p:spPr>
          <a:xfrm>
            <a:off x="3035300" y="5902960"/>
            <a:ext cx="2579688" cy="0"/>
          </a:xfrm>
          <a:prstGeom prst="line">
            <a:avLst/>
          </a:prstGeom>
          <a:ln w="28575" cap="flat" cmpd="sng">
            <a:solidFill>
              <a:schemeClr val="accent1"/>
            </a:solidFill>
            <a:prstDash val="solid"/>
            <a:round/>
            <a:headEnd type="stealth" w="sm" len="lg"/>
            <a:tailEnd type="none" w="med" len="med"/>
          </a:ln>
        </p:spPr>
      </p:sp>
      <p:sp>
        <p:nvSpPr>
          <p:cNvPr id="75809" name="Line 33"/>
          <p:cNvSpPr/>
          <p:nvPr/>
        </p:nvSpPr>
        <p:spPr>
          <a:xfrm>
            <a:off x="3076575" y="6501130"/>
            <a:ext cx="2579688" cy="0"/>
          </a:xfrm>
          <a:prstGeom prst="line">
            <a:avLst/>
          </a:prstGeom>
          <a:ln w="28575" cap="flat" cmpd="sng">
            <a:solidFill>
              <a:schemeClr val="accent1"/>
            </a:solidFill>
            <a:prstDash val="solid"/>
            <a:round/>
            <a:headEnd type="stealth" w="sm" len="lg"/>
            <a:tailEnd type="none" w="med" len="med"/>
          </a:ln>
        </p:spPr>
      </p:sp>
      <p:sp>
        <p:nvSpPr>
          <p:cNvPr id="75810" name="Line 34"/>
          <p:cNvSpPr/>
          <p:nvPr/>
        </p:nvSpPr>
        <p:spPr>
          <a:xfrm rot="759971">
            <a:off x="3105150" y="6289358"/>
            <a:ext cx="2579688" cy="1587"/>
          </a:xfrm>
          <a:prstGeom prst="line">
            <a:avLst/>
          </a:prstGeom>
          <a:ln w="28575" cap="flat" cmpd="sng">
            <a:solidFill>
              <a:schemeClr val="accent1"/>
            </a:solidFill>
            <a:prstDash val="solid"/>
            <a:round/>
            <a:headEnd type="stealth" w="sm" len="lg"/>
            <a:tailEnd type="none" w="med" len="med"/>
          </a:ln>
        </p:spPr>
      </p:sp>
      <p:sp>
        <p:nvSpPr>
          <p:cNvPr id="75811" name="Line 35"/>
          <p:cNvSpPr/>
          <p:nvPr/>
        </p:nvSpPr>
        <p:spPr>
          <a:xfrm rot="-818354" flipV="1">
            <a:off x="3100070" y="6182995"/>
            <a:ext cx="2578100" cy="1588"/>
          </a:xfrm>
          <a:prstGeom prst="line">
            <a:avLst/>
          </a:prstGeom>
          <a:ln w="28575" cap="flat" cmpd="sng">
            <a:solidFill>
              <a:schemeClr val="accent1"/>
            </a:solidFill>
            <a:prstDash val="solid"/>
            <a:round/>
            <a:headEnd type="stealth" w="sm" len="lg"/>
            <a:tailEnd type="none" w="med" len="med"/>
          </a:ln>
        </p:spPr>
      </p:sp>
      <p:sp>
        <p:nvSpPr>
          <p:cNvPr id="75812" name="Text Box 36"/>
          <p:cNvSpPr txBox="1"/>
          <p:nvPr/>
        </p:nvSpPr>
        <p:spPr>
          <a:xfrm rot="-900000">
            <a:off x="4740275" y="5869940"/>
            <a:ext cx="1220788" cy="457200"/>
          </a:xfrm>
          <a:prstGeom prst="rect">
            <a:avLst/>
          </a:prstGeom>
          <a:noFill/>
          <a:ln w="9525">
            <a:noFill/>
          </a:ln>
        </p:spPr>
        <p:txBody>
          <a:bodyPr anchor="t">
            <a:spAutoFit/>
          </a:bodyPr>
          <a:p>
            <a:pPr>
              <a:spcBef>
                <a:spcPct val="50000"/>
              </a:spcBef>
            </a:pPr>
            <a:r>
              <a:rPr lang="en-US" altLang="zh-CN" sz="2400" dirty="0">
                <a:solidFill>
                  <a:srgbClr val="FFFF3D"/>
                </a:solidFill>
                <a:latin typeface="Times New Roman" panose="02020603050405020304" pitchFamily="18" charset="0"/>
                <a:ea typeface="宋体" panose="02010600030101010101" pitchFamily="2" charset="-122"/>
              </a:rPr>
              <a:t>VCCS</a:t>
            </a:r>
            <a:endParaRPr lang="en-US" altLang="zh-CN" sz="2400" dirty="0">
              <a:solidFill>
                <a:srgbClr val="FFFF3D"/>
              </a:solidFill>
              <a:latin typeface="Times New Roman" panose="02020603050405020304" pitchFamily="18" charset="0"/>
              <a:ea typeface="宋体" panose="02010600030101010101" pitchFamily="2" charset="-122"/>
            </a:endParaRPr>
          </a:p>
        </p:txBody>
      </p:sp>
      <p:sp>
        <p:nvSpPr>
          <p:cNvPr id="75813" name="Text Box 37"/>
          <p:cNvSpPr txBox="1"/>
          <p:nvPr/>
        </p:nvSpPr>
        <p:spPr>
          <a:xfrm>
            <a:off x="3619500" y="5544820"/>
            <a:ext cx="1193800" cy="457200"/>
          </a:xfrm>
          <a:prstGeom prst="rect">
            <a:avLst/>
          </a:prstGeom>
          <a:noFill/>
          <a:ln w="9525">
            <a:noFill/>
          </a:ln>
        </p:spPr>
        <p:txBody>
          <a:bodyPr anchor="t">
            <a:spAutoFit/>
          </a:bodyPr>
          <a:p>
            <a:pPr>
              <a:spcBef>
                <a:spcPct val="50000"/>
              </a:spcBef>
            </a:pPr>
            <a:r>
              <a:rPr lang="en-US" altLang="zh-CN" sz="2400" dirty="0">
                <a:solidFill>
                  <a:srgbClr val="FFFF3D"/>
                </a:solidFill>
                <a:latin typeface="Times New Roman" panose="02020603050405020304" pitchFamily="18" charset="0"/>
                <a:ea typeface="宋体" panose="02010600030101010101" pitchFamily="2" charset="-122"/>
              </a:rPr>
              <a:t>VCVS</a:t>
            </a:r>
            <a:endParaRPr lang="en-US" altLang="zh-CN" sz="2400" dirty="0">
              <a:solidFill>
                <a:srgbClr val="FFFF3D"/>
              </a:solidFill>
              <a:latin typeface="Times New Roman" panose="02020603050405020304" pitchFamily="18" charset="0"/>
              <a:ea typeface="宋体" panose="02010600030101010101" pitchFamily="2" charset="-122"/>
            </a:endParaRPr>
          </a:p>
        </p:txBody>
      </p:sp>
      <p:sp>
        <p:nvSpPr>
          <p:cNvPr id="75814" name="Text Box 38"/>
          <p:cNvSpPr txBox="1"/>
          <p:nvPr/>
        </p:nvSpPr>
        <p:spPr>
          <a:xfrm>
            <a:off x="3683000" y="6436360"/>
            <a:ext cx="1181100" cy="457200"/>
          </a:xfrm>
          <a:prstGeom prst="rect">
            <a:avLst/>
          </a:prstGeom>
          <a:noFill/>
          <a:ln w="9525">
            <a:noFill/>
          </a:ln>
        </p:spPr>
        <p:txBody>
          <a:bodyPr anchor="t">
            <a:spAutoFit/>
          </a:bodyPr>
          <a:p>
            <a:pPr>
              <a:spcBef>
                <a:spcPct val="50000"/>
              </a:spcBef>
            </a:pPr>
            <a:r>
              <a:rPr lang="en-US" altLang="zh-CN" sz="2400" dirty="0">
                <a:solidFill>
                  <a:srgbClr val="FFFF3D"/>
                </a:solidFill>
                <a:latin typeface="Times New Roman" panose="02020603050405020304" pitchFamily="18" charset="0"/>
                <a:ea typeface="宋体" panose="02010600030101010101" pitchFamily="2" charset="-122"/>
              </a:rPr>
              <a:t>CCCS</a:t>
            </a:r>
            <a:endParaRPr lang="en-US" altLang="zh-CN" sz="2400" dirty="0">
              <a:solidFill>
                <a:srgbClr val="FFFF3D"/>
              </a:solidFill>
              <a:latin typeface="Times New Roman" panose="02020603050405020304" pitchFamily="18" charset="0"/>
              <a:ea typeface="宋体" panose="02010600030101010101" pitchFamily="2" charset="-122"/>
            </a:endParaRPr>
          </a:p>
        </p:txBody>
      </p:sp>
      <p:sp>
        <p:nvSpPr>
          <p:cNvPr id="75815" name="Text Box 39"/>
          <p:cNvSpPr txBox="1"/>
          <p:nvPr/>
        </p:nvSpPr>
        <p:spPr>
          <a:xfrm rot="900000">
            <a:off x="2846388" y="6085205"/>
            <a:ext cx="1130300" cy="457200"/>
          </a:xfrm>
          <a:prstGeom prst="rect">
            <a:avLst/>
          </a:prstGeom>
          <a:noFill/>
          <a:ln w="9525">
            <a:noFill/>
          </a:ln>
        </p:spPr>
        <p:txBody>
          <a:bodyPr anchor="t">
            <a:spAutoFit/>
          </a:bodyPr>
          <a:p>
            <a:pPr>
              <a:spcBef>
                <a:spcPct val="50000"/>
              </a:spcBef>
            </a:pPr>
            <a:r>
              <a:rPr lang="en-US" altLang="zh-CN" sz="2400" dirty="0">
                <a:solidFill>
                  <a:srgbClr val="FFFF3D"/>
                </a:solidFill>
                <a:latin typeface="Times New Roman" panose="02020603050405020304" pitchFamily="18" charset="0"/>
                <a:ea typeface="宋体" panose="02010600030101010101" pitchFamily="2" charset="-122"/>
              </a:rPr>
              <a:t>CCVS</a:t>
            </a:r>
            <a:endParaRPr lang="en-US" altLang="zh-CN" sz="2400" dirty="0">
              <a:solidFill>
                <a:srgbClr val="FFFF3D"/>
              </a:solidFill>
              <a:latin typeface="Times New Roman" panose="02020603050405020304" pitchFamily="18" charset="0"/>
              <a:ea typeface="宋体" panose="02010600030101010101" pitchFamily="2" charset="-122"/>
            </a:endParaRPr>
          </a:p>
        </p:txBody>
      </p:sp>
      <p:grpSp>
        <p:nvGrpSpPr>
          <p:cNvPr id="75837" name="Group 61"/>
          <p:cNvGrpSpPr/>
          <p:nvPr/>
        </p:nvGrpSpPr>
        <p:grpSpPr>
          <a:xfrm>
            <a:off x="5205413" y="919480"/>
            <a:ext cx="3471862" cy="2530475"/>
            <a:chOff x="3279" y="428"/>
            <a:chExt cx="2187" cy="1594"/>
          </a:xfrm>
        </p:grpSpPr>
        <p:sp>
          <p:nvSpPr>
            <p:cNvPr id="12327" name="Oval 41"/>
            <p:cNvSpPr/>
            <p:nvPr/>
          </p:nvSpPr>
          <p:spPr>
            <a:xfrm>
              <a:off x="4110" y="1939"/>
              <a:ext cx="80" cy="83"/>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2328" name="Freeform 42"/>
            <p:cNvSpPr/>
            <p:nvPr/>
          </p:nvSpPr>
          <p:spPr>
            <a:xfrm>
              <a:off x="3313" y="838"/>
              <a:ext cx="524" cy="261"/>
            </a:xfrm>
            <a:custGeom>
              <a:avLst/>
              <a:gdLst/>
              <a:ahLst/>
              <a:cxnLst>
                <a:cxn ang="0">
                  <a:pos x="0" y="0"/>
                </a:cxn>
                <a:cxn ang="0">
                  <a:pos x="746" y="0"/>
                </a:cxn>
                <a:cxn ang="0">
                  <a:pos x="746" y="387"/>
                </a:cxn>
              </a:cxnLst>
              <a:pathLst>
                <a:path w="368" h="176">
                  <a:moveTo>
                    <a:pt x="0" y="0"/>
                  </a:moveTo>
                  <a:lnTo>
                    <a:pt x="368" y="0"/>
                  </a:lnTo>
                  <a:lnTo>
                    <a:pt x="368" y="176"/>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2329" name="Freeform 43"/>
            <p:cNvSpPr/>
            <p:nvPr/>
          </p:nvSpPr>
          <p:spPr>
            <a:xfrm>
              <a:off x="4490" y="861"/>
              <a:ext cx="603" cy="190"/>
            </a:xfrm>
            <a:custGeom>
              <a:avLst/>
              <a:gdLst/>
              <a:ahLst/>
              <a:cxnLst>
                <a:cxn ang="0">
                  <a:pos x="0" y="282"/>
                </a:cxn>
                <a:cxn ang="0">
                  <a:pos x="0" y="0"/>
                </a:cxn>
                <a:cxn ang="0">
                  <a:pos x="858" y="0"/>
                </a:cxn>
              </a:cxnLst>
              <a:pathLst>
                <a:path w="424" h="128">
                  <a:moveTo>
                    <a:pt x="0" y="128"/>
                  </a:moveTo>
                  <a:lnTo>
                    <a:pt x="0" y="0"/>
                  </a:lnTo>
                  <a:lnTo>
                    <a:pt x="424"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2330" name="Freeform 44"/>
            <p:cNvSpPr/>
            <p:nvPr/>
          </p:nvSpPr>
          <p:spPr>
            <a:xfrm>
              <a:off x="3848" y="1514"/>
              <a:ext cx="638" cy="214"/>
            </a:xfrm>
            <a:custGeom>
              <a:avLst/>
              <a:gdLst/>
              <a:ahLst/>
              <a:cxnLst>
                <a:cxn ang="0">
                  <a:pos x="0" y="18"/>
                </a:cxn>
                <a:cxn ang="0">
                  <a:pos x="0" y="318"/>
                </a:cxn>
                <a:cxn ang="0">
                  <a:pos x="909" y="318"/>
                </a:cxn>
                <a:cxn ang="0">
                  <a:pos x="909" y="0"/>
                </a:cxn>
              </a:cxnLst>
              <a:pathLst>
                <a:path w="448" h="144">
                  <a:moveTo>
                    <a:pt x="0" y="8"/>
                  </a:moveTo>
                  <a:lnTo>
                    <a:pt x="0" y="144"/>
                  </a:lnTo>
                  <a:lnTo>
                    <a:pt x="448" y="144"/>
                  </a:lnTo>
                  <a:lnTo>
                    <a:pt x="448"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2331" name="Freeform 45"/>
            <p:cNvSpPr/>
            <p:nvPr/>
          </p:nvSpPr>
          <p:spPr>
            <a:xfrm>
              <a:off x="3381" y="1728"/>
              <a:ext cx="1753" cy="261"/>
            </a:xfrm>
            <a:custGeom>
              <a:avLst/>
              <a:gdLst/>
              <a:ahLst/>
              <a:cxnLst>
                <a:cxn ang="0">
                  <a:pos x="1101" y="0"/>
                </a:cxn>
                <a:cxn ang="0">
                  <a:pos x="1101" y="387"/>
                </a:cxn>
                <a:cxn ang="0">
                  <a:pos x="2494" y="387"/>
                </a:cxn>
                <a:cxn ang="0">
                  <a:pos x="0" y="387"/>
                </a:cxn>
              </a:cxnLst>
              <a:pathLst>
                <a:path w="1232" h="176">
                  <a:moveTo>
                    <a:pt x="544" y="0"/>
                  </a:moveTo>
                  <a:lnTo>
                    <a:pt x="544" y="176"/>
                  </a:lnTo>
                  <a:lnTo>
                    <a:pt x="1232" y="176"/>
                  </a:lnTo>
                  <a:lnTo>
                    <a:pt x="0" y="176"/>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2332" name="AutoShape 46"/>
            <p:cNvSpPr/>
            <p:nvPr/>
          </p:nvSpPr>
          <p:spPr>
            <a:xfrm>
              <a:off x="4354" y="1028"/>
              <a:ext cx="273" cy="510"/>
            </a:xfrm>
            <a:prstGeom prst="flowChartSort">
              <a:avLst/>
            </a:prstGeom>
            <a:no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2333" name="Oval 47"/>
            <p:cNvSpPr/>
            <p:nvPr/>
          </p:nvSpPr>
          <p:spPr>
            <a:xfrm>
              <a:off x="4110" y="1690"/>
              <a:ext cx="80" cy="83"/>
            </a:xfrm>
            <a:prstGeom prst="ellipse">
              <a:avLst/>
            </a:prstGeom>
            <a:solidFill>
              <a:schemeClr val="bg1"/>
            </a:solidFill>
            <a:ln w="952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2334" name="Line 48"/>
            <p:cNvSpPr/>
            <p:nvPr/>
          </p:nvSpPr>
          <p:spPr>
            <a:xfrm>
              <a:off x="4690" y="1004"/>
              <a:ext cx="0" cy="439"/>
            </a:xfrm>
            <a:prstGeom prst="line">
              <a:avLst/>
            </a:prstGeom>
            <a:ln w="38100" cap="flat" cmpd="sng">
              <a:solidFill>
                <a:schemeClr val="bg1"/>
              </a:solidFill>
              <a:prstDash val="solid"/>
              <a:round/>
              <a:headEnd type="none" w="med" len="med"/>
              <a:tailEnd type="stealth" w="sm" len="lg"/>
            </a:ln>
          </p:spPr>
        </p:sp>
        <p:sp>
          <p:nvSpPr>
            <p:cNvPr id="12335" name="Line 49"/>
            <p:cNvSpPr/>
            <p:nvPr/>
          </p:nvSpPr>
          <p:spPr>
            <a:xfrm>
              <a:off x="3279" y="755"/>
              <a:ext cx="524" cy="0"/>
            </a:xfrm>
            <a:prstGeom prst="line">
              <a:avLst/>
            </a:prstGeom>
            <a:ln w="38100" cap="flat" cmpd="sng">
              <a:solidFill>
                <a:schemeClr val="bg1"/>
              </a:solidFill>
              <a:prstDash val="solid"/>
              <a:round/>
              <a:headEnd type="none" w="med" len="med"/>
              <a:tailEnd type="stealth" w="sm" len="lg"/>
            </a:ln>
          </p:spPr>
        </p:sp>
        <p:sp>
          <p:nvSpPr>
            <p:cNvPr id="12336" name="Text Box 50"/>
            <p:cNvSpPr txBox="1"/>
            <p:nvPr/>
          </p:nvSpPr>
          <p:spPr>
            <a:xfrm>
              <a:off x="3288" y="428"/>
              <a:ext cx="402" cy="326"/>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i</a:t>
              </a:r>
              <a:r>
                <a:rPr lang="en-US" altLang="zh-CN" baseline="-25000" dirty="0">
                  <a:solidFill>
                    <a:srgbClr val="FFFF3D"/>
                  </a:solidFill>
                  <a:latin typeface="Times New Roman" panose="02020603050405020304" pitchFamily="18" charset="0"/>
                  <a:ea typeface="宋体" panose="02010600030101010101" pitchFamily="2" charset="-122"/>
                </a:rPr>
                <a:t>b</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2337" name="Text Box 51"/>
            <p:cNvSpPr txBox="1"/>
            <p:nvPr/>
          </p:nvSpPr>
          <p:spPr>
            <a:xfrm>
              <a:off x="5142" y="1051"/>
              <a:ext cx="324" cy="326"/>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i</a:t>
              </a:r>
              <a:r>
                <a:rPr lang="en-US" altLang="zh-CN" baseline="-25000" dirty="0">
                  <a:solidFill>
                    <a:srgbClr val="FFFF3D"/>
                  </a:solidFill>
                  <a:latin typeface="Times New Roman" panose="02020603050405020304" pitchFamily="18" charset="0"/>
                  <a:ea typeface="宋体" panose="02010600030101010101" pitchFamily="2" charset="-122"/>
                </a:rPr>
                <a:t>b</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2338" name="Text Box 52"/>
            <p:cNvSpPr txBox="1"/>
            <p:nvPr/>
          </p:nvSpPr>
          <p:spPr>
            <a:xfrm>
              <a:off x="4944" y="1099"/>
              <a:ext cx="441" cy="326"/>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β</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2339" name="Text Box 53"/>
            <p:cNvSpPr txBox="1"/>
            <p:nvPr/>
          </p:nvSpPr>
          <p:spPr>
            <a:xfrm>
              <a:off x="4690" y="1079"/>
              <a:ext cx="596" cy="326"/>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i</a:t>
              </a:r>
              <a:r>
                <a:rPr lang="en-US" altLang="zh-CN" baseline="-25000" dirty="0">
                  <a:solidFill>
                    <a:srgbClr val="FFFF3D"/>
                  </a:solidFill>
                  <a:latin typeface="Times New Roman" panose="02020603050405020304" pitchFamily="18" charset="0"/>
                  <a:ea typeface="宋体" panose="02010600030101010101" pitchFamily="2" charset="-122"/>
                </a:rPr>
                <a:t>c</a:t>
              </a: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2340" name="Rectangle 54"/>
            <p:cNvSpPr/>
            <p:nvPr/>
          </p:nvSpPr>
          <p:spPr>
            <a:xfrm>
              <a:off x="3752" y="1088"/>
              <a:ext cx="160" cy="440"/>
            </a:xfrm>
            <a:prstGeom prst="rect">
              <a:avLst/>
            </a:prstGeom>
            <a:solidFill>
              <a:schemeClr val="folHlink"/>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grpSp>
        <p:nvGrpSpPr>
          <p:cNvPr id="75831" name="Group 55"/>
          <p:cNvGrpSpPr/>
          <p:nvPr/>
        </p:nvGrpSpPr>
        <p:grpSpPr>
          <a:xfrm>
            <a:off x="7975600" y="2890520"/>
            <a:ext cx="882650" cy="1657350"/>
            <a:chOff x="5024" y="1648"/>
            <a:chExt cx="556" cy="1044"/>
          </a:xfrm>
        </p:grpSpPr>
        <p:sp>
          <p:nvSpPr>
            <p:cNvPr id="12342" name="AutoShape 56" descr="大纸屑"/>
            <p:cNvSpPr/>
            <p:nvPr/>
          </p:nvSpPr>
          <p:spPr>
            <a:xfrm rot="-5400000" flipH="1">
              <a:off x="4796" y="1908"/>
              <a:ext cx="1016" cy="552"/>
            </a:xfrm>
            <a:prstGeom prst="wedgeRoundRectCallout">
              <a:avLst>
                <a:gd name="adj1" fmla="val -68801"/>
                <a:gd name="adj2" fmla="val -118843"/>
                <a:gd name="adj3" fmla="val 16667"/>
              </a:avLst>
            </a:prstGeom>
            <a:pattFill prst="lgConfetti">
              <a:fgClr>
                <a:srgbClr val="66FFFF"/>
              </a:fgClr>
              <a:bgClr>
                <a:srgbClr val="FFFFFF"/>
              </a:bgClr>
            </a:pattFill>
            <a:ln w="38100" cap="flat" cmpd="sng">
              <a:solidFill>
                <a:srgbClr val="FF0000"/>
              </a:solidFill>
              <a:prstDash val="solid"/>
              <a:miter/>
              <a:headEnd type="none" w="med" len="med"/>
              <a:tailEnd type="none" w="med" len="med"/>
            </a:ln>
          </p:spPr>
          <p:txBody>
            <a:bodyPr vert="eaVert" anchor="ctr"/>
            <a:p>
              <a:endParaRPr lang="zh-CN" altLang="zh-CN" dirty="0">
                <a:solidFill>
                  <a:schemeClr val="tx1"/>
                </a:solidFill>
                <a:latin typeface="Times New Roman" panose="02020603050405020304" pitchFamily="18" charset="0"/>
                <a:ea typeface="宋体" panose="02010600030101010101" pitchFamily="2" charset="-122"/>
              </a:endParaRPr>
            </a:p>
          </p:txBody>
        </p:sp>
        <p:sp>
          <p:nvSpPr>
            <p:cNvPr id="12343" name="Text Box 57"/>
            <p:cNvSpPr txBox="1"/>
            <p:nvPr/>
          </p:nvSpPr>
          <p:spPr>
            <a:xfrm>
              <a:off x="5024" y="1648"/>
              <a:ext cx="520" cy="978"/>
            </a:xfrm>
            <a:prstGeom prst="rect">
              <a:avLst/>
            </a:prstGeom>
            <a:noFill/>
            <a:ln w="9525">
              <a:noFill/>
            </a:ln>
          </p:spPr>
          <p:txBody>
            <a:bodyPr anchor="t">
              <a:spAutoFit/>
            </a:bodyPr>
            <a:p>
              <a:pPr>
                <a:spcBef>
                  <a:spcPct val="50000"/>
                </a:spcBef>
              </a:pPr>
              <a:r>
                <a:rPr lang="zh-CN" altLang="en-US" sz="2400" dirty="0">
                  <a:solidFill>
                    <a:schemeClr val="tx1"/>
                  </a:solidFill>
                  <a:latin typeface="Times New Roman" panose="02020603050405020304" pitchFamily="18" charset="0"/>
                  <a:ea typeface="宋体" panose="02010600030101010101" pitchFamily="2" charset="-122"/>
                </a:rPr>
                <a:t>电流控制的电流源</a:t>
              </a:r>
              <a:endParaRPr lang="zh-CN" altLang="en-US" sz="2400" dirty="0">
                <a:solidFill>
                  <a:schemeClr val="tx1"/>
                </a:solidFill>
                <a:latin typeface="Times New Roman" panose="02020603050405020304" pitchFamily="18" charset="0"/>
                <a:ea typeface="宋体" panose="02010600030101010101" pitchFamily="2" charset="-122"/>
              </a:endParaRPr>
            </a:p>
          </p:txBody>
        </p:sp>
      </p:grpSp>
      <p:sp>
        <p:nvSpPr>
          <p:cNvPr id="75834" name="Text Box 58"/>
          <p:cNvSpPr txBox="1"/>
          <p:nvPr/>
        </p:nvSpPr>
        <p:spPr>
          <a:xfrm>
            <a:off x="254000" y="4536440"/>
            <a:ext cx="1295400" cy="457200"/>
          </a:xfrm>
          <a:prstGeom prst="rect">
            <a:avLst/>
          </a:prstGeom>
          <a:noFill/>
          <a:ln w="38100">
            <a:noFill/>
          </a:ln>
        </p:spPr>
        <p:txBody>
          <a:bodyPr anchor="t">
            <a:spAutoFit/>
          </a:bodyPr>
          <a:p>
            <a:pPr>
              <a:spcBef>
                <a:spcPct val="50000"/>
              </a:spcBef>
            </a:pPr>
            <a:r>
              <a:rPr lang="zh-CN" altLang="en-US" sz="2400" dirty="0">
                <a:solidFill>
                  <a:srgbClr val="FFFF3D"/>
                </a:solidFill>
                <a:latin typeface="黑体" panose="02010609060101010101" pitchFamily="2" charset="-122"/>
                <a:ea typeface="黑体" panose="02010609060101010101" pitchFamily="2" charset="-122"/>
              </a:rPr>
              <a:t>受控源</a:t>
            </a:r>
            <a:endParaRPr lang="zh-CN" altLang="en-US" sz="2400" dirty="0">
              <a:solidFill>
                <a:srgbClr val="FFFF3D"/>
              </a:solidFill>
              <a:latin typeface="黑体" panose="02010609060101010101" pitchFamily="2" charset="-122"/>
              <a:ea typeface="黑体" panose="02010609060101010101" pitchFamily="2" charset="-122"/>
            </a:endParaRPr>
          </a:p>
        </p:txBody>
      </p:sp>
      <p:sp>
        <p:nvSpPr>
          <p:cNvPr id="75835" name="Line 59"/>
          <p:cNvSpPr/>
          <p:nvPr/>
        </p:nvSpPr>
        <p:spPr>
          <a:xfrm>
            <a:off x="1536700" y="4754880"/>
            <a:ext cx="673100" cy="0"/>
          </a:xfrm>
          <a:prstGeom prst="line">
            <a:avLst/>
          </a:prstGeom>
          <a:ln w="38100" cap="flat" cmpd="sng">
            <a:solidFill>
              <a:schemeClr val="accent2"/>
            </a:solidFill>
            <a:prstDash val="solid"/>
            <a:round/>
            <a:headEnd type="none" w="med" len="med"/>
            <a:tailEnd type="none" w="med" len="med"/>
          </a:ln>
        </p:spPr>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75778"/>
                                        </p:tgtEl>
                                        <p:attrNameLst>
                                          <p:attrName>style.visibility</p:attrName>
                                        </p:attrNameLst>
                                      </p:cBhvr>
                                      <p:to>
                                        <p:strVal val="visible"/>
                                      </p:to>
                                    </p:set>
                                    <p:anim calcmode="lin" valueType="num">
                                      <p:cBhvr additive="base">
                                        <p:cTn id="7" dur="500" fill="hold"/>
                                        <p:tgtEl>
                                          <p:spTgt spid="75778"/>
                                        </p:tgtEl>
                                        <p:attrNameLst>
                                          <p:attrName>ppt_x</p:attrName>
                                        </p:attrNameLst>
                                      </p:cBhvr>
                                      <p:tavLst>
                                        <p:tav tm="0">
                                          <p:val>
                                            <p:strVal val="0-#ppt_w/2"/>
                                          </p:val>
                                        </p:tav>
                                        <p:tav tm="100000">
                                          <p:val>
                                            <p:strVal val="#ppt_x"/>
                                          </p:val>
                                        </p:tav>
                                      </p:tavLst>
                                    </p:anim>
                                    <p:anim calcmode="lin" valueType="num">
                                      <p:cBhvr additive="base">
                                        <p:cTn id="8" dur="500" fill="hold"/>
                                        <p:tgtEl>
                                          <p:spTgt spid="757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75836"/>
                                        </p:tgtEl>
                                        <p:attrNameLst>
                                          <p:attrName>style.visibility</p:attrName>
                                        </p:attrNameLst>
                                      </p:cBhvr>
                                      <p:to>
                                        <p:strVal val="visible"/>
                                      </p:to>
                                    </p:set>
                                    <p:animEffect transition="in" filter="dissolve">
                                      <p:cBhvr>
                                        <p:cTn id="13" dur="500"/>
                                        <p:tgtEl>
                                          <p:spTgt spid="7583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5797"/>
                                        </p:tgtEl>
                                        <p:attrNameLst>
                                          <p:attrName>style.visibility</p:attrName>
                                        </p:attrNameLst>
                                      </p:cBhvr>
                                      <p:to>
                                        <p:strVal val="visible"/>
                                      </p:to>
                                    </p:set>
                                    <p:animEffect transition="in" filter="wipe(left)">
                                      <p:cBhvr>
                                        <p:cTn id="18" dur="500"/>
                                        <p:tgtEl>
                                          <p:spTgt spid="7579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75798"/>
                                        </p:tgtEl>
                                        <p:attrNameLst>
                                          <p:attrName>style.visibility</p:attrName>
                                        </p:attrNameLst>
                                      </p:cBhvr>
                                      <p:to>
                                        <p:strVal val="visible"/>
                                      </p:to>
                                    </p:set>
                                    <p:animEffect transition="in" filter="wipe(left)">
                                      <p:cBhvr>
                                        <p:cTn id="23" dur="300"/>
                                        <p:tgtEl>
                                          <p:spTgt spid="75798"/>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75837"/>
                                        </p:tgtEl>
                                        <p:attrNameLst>
                                          <p:attrName>style.visibility</p:attrName>
                                        </p:attrNameLst>
                                      </p:cBhvr>
                                      <p:to>
                                        <p:strVal val="visible"/>
                                      </p:to>
                                    </p:set>
                                    <p:animEffect transition="in" filter="dissolve">
                                      <p:cBhvr>
                                        <p:cTn id="28" dur="500"/>
                                        <p:tgtEl>
                                          <p:spTgt spid="75837"/>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6" fill="hold" nodeType="clickEffect">
                                  <p:stCondLst>
                                    <p:cond delay="0"/>
                                  </p:stCondLst>
                                  <p:childTnLst>
                                    <p:set>
                                      <p:cBhvr>
                                        <p:cTn id="32" dur="1" fill="hold">
                                          <p:stCondLst>
                                            <p:cond delay="0"/>
                                          </p:stCondLst>
                                        </p:cTn>
                                        <p:tgtEl>
                                          <p:spTgt spid="75831"/>
                                        </p:tgtEl>
                                        <p:attrNameLst>
                                          <p:attrName>style.visibility</p:attrName>
                                        </p:attrNameLst>
                                      </p:cBhvr>
                                      <p:to>
                                        <p:strVal val="visible"/>
                                      </p:to>
                                    </p:set>
                                    <p:anim calcmode="lin" valueType="num">
                                      <p:cBhvr additive="base">
                                        <p:cTn id="33" dur="500" fill="hold"/>
                                        <p:tgtEl>
                                          <p:spTgt spid="75831"/>
                                        </p:tgtEl>
                                        <p:attrNameLst>
                                          <p:attrName>ppt_x</p:attrName>
                                        </p:attrNameLst>
                                      </p:cBhvr>
                                      <p:tavLst>
                                        <p:tav tm="0">
                                          <p:val>
                                            <p:strVal val="1+#ppt_w/2"/>
                                          </p:val>
                                        </p:tav>
                                        <p:tav tm="100000">
                                          <p:val>
                                            <p:strVal val="#ppt_x"/>
                                          </p:val>
                                        </p:tav>
                                      </p:tavLst>
                                    </p:anim>
                                    <p:anim calcmode="lin" valueType="num">
                                      <p:cBhvr additive="base">
                                        <p:cTn id="34" dur="500" fill="hold"/>
                                        <p:tgtEl>
                                          <p:spTgt spid="7583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75834"/>
                                        </p:tgtEl>
                                        <p:attrNameLst>
                                          <p:attrName>style.visibility</p:attrName>
                                        </p:attrNameLst>
                                      </p:cBhvr>
                                      <p:to>
                                        <p:strVal val="visible"/>
                                      </p:to>
                                    </p:set>
                                    <p:anim calcmode="lin" valueType="num">
                                      <p:cBhvr>
                                        <p:cTn id="39" dur="1000" fill="hold"/>
                                        <p:tgtEl>
                                          <p:spTgt spid="75834"/>
                                        </p:tgtEl>
                                        <p:attrNameLst>
                                          <p:attrName>ppt_w</p:attrName>
                                        </p:attrNameLst>
                                      </p:cBhvr>
                                      <p:tavLst>
                                        <p:tav tm="0">
                                          <p:val>
                                            <p:fltVal val="0.000000"/>
                                          </p:val>
                                        </p:tav>
                                        <p:tav tm="100000">
                                          <p:val>
                                            <p:strVal val="#ppt_w"/>
                                          </p:val>
                                        </p:tav>
                                      </p:tavLst>
                                    </p:anim>
                                    <p:anim calcmode="lin" valueType="num">
                                      <p:cBhvr>
                                        <p:cTn id="40" dur="1000" fill="hold"/>
                                        <p:tgtEl>
                                          <p:spTgt spid="75834"/>
                                        </p:tgtEl>
                                        <p:attrNameLst>
                                          <p:attrName>ppt_h</p:attrName>
                                        </p:attrNameLst>
                                      </p:cBhvr>
                                      <p:tavLst>
                                        <p:tav tm="0">
                                          <p:val>
                                            <p:fltVal val="0.000000"/>
                                          </p:val>
                                        </p:tav>
                                        <p:tav tm="100000">
                                          <p:val>
                                            <p:strVal val="#ppt_h"/>
                                          </p:val>
                                        </p:tav>
                                      </p:tavLst>
                                    </p:anim>
                                    <p:anim calcmode="lin" valueType="num">
                                      <p:cBhvr>
                                        <p:cTn id="41" dur="1000" fill="hold"/>
                                        <p:tgtEl>
                                          <p:spTgt spid="75834"/>
                                        </p:tgtEl>
                                        <p:attrNameLst>
                                          <p:attrName>ppt_x</p:attrName>
                                        </p:attrNameLst>
                                      </p:cBhvr>
                                      <p:tavLst>
                                        <p:tav tm="0" fmla="#ppt_x+(cos(-2*pi*(1-$))*-#ppt_x-sin(-2*pi*(1-$))*(1-#ppt_y))*(1-$)">
                                          <p:val>
                                            <p:fltVal val="0.000000"/>
                                          </p:val>
                                        </p:tav>
                                        <p:tav tm="100000">
                                          <p:val>
                                            <p:fltVal val="1.000000"/>
                                          </p:val>
                                        </p:tav>
                                      </p:tavLst>
                                    </p:anim>
                                    <p:anim calcmode="lin" valueType="num">
                                      <p:cBhvr>
                                        <p:cTn id="42" dur="1000" fill="hold"/>
                                        <p:tgtEl>
                                          <p:spTgt spid="75834"/>
                                        </p:tgtEl>
                                        <p:attrNameLst>
                                          <p:attrName>ppt_y</p:attrName>
                                        </p:attrNameLst>
                                      </p:cBhvr>
                                      <p:tavLst>
                                        <p:tav tm="0" fmla="#ppt_y+(sin(-2*pi*(1-$))*-#ppt_x+cos(-2*pi*(1-$))*(1-#ppt_y))*(1-$)">
                                          <p:val>
                                            <p:fltVal val="0.000000"/>
                                          </p:val>
                                        </p:tav>
                                        <p:tav tm="100000">
                                          <p:val>
                                            <p:fltVal val="1.000000"/>
                                          </p:val>
                                        </p:tav>
                                      </p:tavLst>
                                    </p:anim>
                                  </p:childTnLst>
                                </p:cTn>
                              </p:par>
                            </p:childTnLst>
                          </p:cTn>
                        </p:par>
                        <p:par>
                          <p:cTn id="43" fill="hold">
                            <p:stCondLst>
                              <p:cond delay="1000"/>
                            </p:stCondLst>
                            <p:childTnLst>
                              <p:par>
                                <p:cTn id="44" presetID="22" presetClass="entr" presetSubtype="8" fill="hold" nodeType="afterEffect">
                                  <p:stCondLst>
                                    <p:cond delay="1000"/>
                                  </p:stCondLst>
                                  <p:childTnLst>
                                    <p:set>
                                      <p:cBhvr>
                                        <p:cTn id="45" dur="1" fill="hold">
                                          <p:stCondLst>
                                            <p:cond delay="0"/>
                                          </p:stCondLst>
                                        </p:cTn>
                                        <p:tgtEl>
                                          <p:spTgt spid="75835"/>
                                        </p:tgtEl>
                                        <p:attrNameLst>
                                          <p:attrName>style.visibility</p:attrName>
                                        </p:attrNameLst>
                                      </p:cBhvr>
                                      <p:to>
                                        <p:strVal val="visible"/>
                                      </p:to>
                                    </p:set>
                                    <p:animEffect transition="in" filter="wipe(left)">
                                      <p:cBhvr>
                                        <p:cTn id="46" dur="500"/>
                                        <p:tgtEl>
                                          <p:spTgt spid="75835"/>
                                        </p:tgtEl>
                                      </p:cBhvr>
                                    </p:animEffect>
                                  </p:childTnLst>
                                </p:cTn>
                              </p:par>
                            </p:childTnLst>
                          </p:cTn>
                        </p:par>
                        <p:par>
                          <p:cTn id="47" fill="hold">
                            <p:stCondLst>
                              <p:cond delay="2500"/>
                            </p:stCondLst>
                            <p:childTnLst>
                              <p:par>
                                <p:cTn id="48" presetID="22" presetClass="entr" presetSubtype="8" fill="hold" grpId="0" nodeType="afterEffect">
                                  <p:stCondLst>
                                    <p:cond delay="1000"/>
                                  </p:stCondLst>
                                  <p:childTnLst>
                                    <p:set>
                                      <p:cBhvr>
                                        <p:cTn id="49" dur="1" fill="hold">
                                          <p:stCondLst>
                                            <p:cond delay="0"/>
                                          </p:stCondLst>
                                        </p:cTn>
                                        <p:tgtEl>
                                          <p:spTgt spid="75799"/>
                                        </p:tgtEl>
                                        <p:attrNameLst>
                                          <p:attrName>style.visibility</p:attrName>
                                        </p:attrNameLst>
                                      </p:cBhvr>
                                      <p:to>
                                        <p:strVal val="visible"/>
                                      </p:to>
                                    </p:set>
                                    <p:animEffect transition="in" filter="wipe(left)">
                                      <p:cBhvr>
                                        <p:cTn id="50" dur="500"/>
                                        <p:tgtEl>
                                          <p:spTgt spid="7579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75800"/>
                                        </p:tgtEl>
                                        <p:attrNameLst>
                                          <p:attrName>style.visibility</p:attrName>
                                        </p:attrNameLst>
                                      </p:cBhvr>
                                      <p:to>
                                        <p:strVal val="visible"/>
                                      </p:to>
                                    </p:set>
                                    <p:animEffect transition="in" filter="wipe(left)">
                                      <p:cBhvr>
                                        <p:cTn id="55" dur="500"/>
                                        <p:tgtEl>
                                          <p:spTgt spid="7580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75804"/>
                                        </p:tgtEl>
                                        <p:attrNameLst>
                                          <p:attrName>style.visibility</p:attrName>
                                        </p:attrNameLst>
                                      </p:cBhvr>
                                      <p:to>
                                        <p:strVal val="visible"/>
                                      </p:to>
                                    </p:set>
                                    <p:animEffect transition="in" filter="wipe(left)">
                                      <p:cBhvr>
                                        <p:cTn id="60" dur="500"/>
                                        <p:tgtEl>
                                          <p:spTgt spid="7580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2" fill="hold" nodeType="clickEffect">
                                  <p:stCondLst>
                                    <p:cond delay="0"/>
                                  </p:stCondLst>
                                  <p:childTnLst>
                                    <p:set>
                                      <p:cBhvr>
                                        <p:cTn id="64" dur="1" fill="hold">
                                          <p:stCondLst>
                                            <p:cond delay="0"/>
                                          </p:stCondLst>
                                        </p:cTn>
                                        <p:tgtEl>
                                          <p:spTgt spid="75808"/>
                                        </p:tgtEl>
                                        <p:attrNameLst>
                                          <p:attrName>style.visibility</p:attrName>
                                        </p:attrNameLst>
                                      </p:cBhvr>
                                      <p:to>
                                        <p:strVal val="visible"/>
                                      </p:to>
                                    </p:set>
                                    <p:animEffect transition="in" filter="wipe(right)">
                                      <p:cBhvr>
                                        <p:cTn id="65" dur="500"/>
                                        <p:tgtEl>
                                          <p:spTgt spid="75808"/>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1" fill="hold" grpId="0" nodeType="clickEffect">
                                  <p:stCondLst>
                                    <p:cond delay="0"/>
                                  </p:stCondLst>
                                  <p:childTnLst>
                                    <p:set>
                                      <p:cBhvr>
                                        <p:cTn id="69" dur="1" fill="hold">
                                          <p:stCondLst>
                                            <p:cond delay="0"/>
                                          </p:stCondLst>
                                        </p:cTn>
                                        <p:tgtEl>
                                          <p:spTgt spid="75813"/>
                                        </p:tgtEl>
                                        <p:attrNameLst>
                                          <p:attrName>style.visibility</p:attrName>
                                        </p:attrNameLst>
                                      </p:cBhvr>
                                      <p:to>
                                        <p:strVal val="visible"/>
                                      </p:to>
                                    </p:set>
                                    <p:animEffect transition="in" filter="slide(fromTop)">
                                      <p:cBhvr>
                                        <p:cTn id="70" dur="500"/>
                                        <p:tgtEl>
                                          <p:spTgt spid="7581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2" fill="hold" nodeType="clickEffect">
                                  <p:stCondLst>
                                    <p:cond delay="0"/>
                                  </p:stCondLst>
                                  <p:childTnLst>
                                    <p:set>
                                      <p:cBhvr>
                                        <p:cTn id="74" dur="1" fill="hold">
                                          <p:stCondLst>
                                            <p:cond delay="0"/>
                                          </p:stCondLst>
                                        </p:cTn>
                                        <p:tgtEl>
                                          <p:spTgt spid="75809"/>
                                        </p:tgtEl>
                                        <p:attrNameLst>
                                          <p:attrName>style.visibility</p:attrName>
                                        </p:attrNameLst>
                                      </p:cBhvr>
                                      <p:to>
                                        <p:strVal val="visible"/>
                                      </p:to>
                                    </p:set>
                                    <p:animEffect transition="in" filter="wipe(right)">
                                      <p:cBhvr>
                                        <p:cTn id="75" dur="500"/>
                                        <p:tgtEl>
                                          <p:spTgt spid="75809"/>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4" fill="hold" grpId="0" nodeType="clickEffect">
                                  <p:stCondLst>
                                    <p:cond delay="0"/>
                                  </p:stCondLst>
                                  <p:childTnLst>
                                    <p:set>
                                      <p:cBhvr>
                                        <p:cTn id="79" dur="1" fill="hold">
                                          <p:stCondLst>
                                            <p:cond delay="0"/>
                                          </p:stCondLst>
                                        </p:cTn>
                                        <p:tgtEl>
                                          <p:spTgt spid="75814"/>
                                        </p:tgtEl>
                                        <p:attrNameLst>
                                          <p:attrName>style.visibility</p:attrName>
                                        </p:attrNameLst>
                                      </p:cBhvr>
                                      <p:to>
                                        <p:strVal val="visible"/>
                                      </p:to>
                                    </p:set>
                                    <p:animEffect transition="in" filter="slide(fromBottom)">
                                      <p:cBhvr>
                                        <p:cTn id="80" dur="500"/>
                                        <p:tgtEl>
                                          <p:spTgt spid="75814"/>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2" fill="hold" nodeType="clickEffect">
                                  <p:stCondLst>
                                    <p:cond delay="0"/>
                                  </p:stCondLst>
                                  <p:childTnLst>
                                    <p:set>
                                      <p:cBhvr>
                                        <p:cTn id="84" dur="1" fill="hold">
                                          <p:stCondLst>
                                            <p:cond delay="0"/>
                                          </p:stCondLst>
                                        </p:cTn>
                                        <p:tgtEl>
                                          <p:spTgt spid="75810"/>
                                        </p:tgtEl>
                                        <p:attrNameLst>
                                          <p:attrName>style.visibility</p:attrName>
                                        </p:attrNameLst>
                                      </p:cBhvr>
                                      <p:to>
                                        <p:strVal val="visible"/>
                                      </p:to>
                                    </p:set>
                                    <p:animEffect transition="in" filter="wipe(right)">
                                      <p:cBhvr>
                                        <p:cTn id="85" dur="500"/>
                                        <p:tgtEl>
                                          <p:spTgt spid="75810"/>
                                        </p:tgtEl>
                                      </p:cBhvr>
                                    </p:animEffect>
                                  </p:childTnLst>
                                </p:cTn>
                              </p:par>
                            </p:childTnLst>
                          </p:cTn>
                        </p:par>
                      </p:childTnLst>
                    </p:cTn>
                  </p:par>
                  <p:par>
                    <p:cTn id="86" fill="hold">
                      <p:stCondLst>
                        <p:cond delay="indefinite"/>
                      </p:stCondLst>
                      <p:childTnLst>
                        <p:par>
                          <p:cTn id="87" fill="hold">
                            <p:stCondLst>
                              <p:cond delay="0"/>
                            </p:stCondLst>
                            <p:childTnLst>
                              <p:par>
                                <p:cTn id="88" presetID="12" presetClass="entr" presetSubtype="4" fill="hold" grpId="0" nodeType="clickEffect">
                                  <p:stCondLst>
                                    <p:cond delay="0"/>
                                  </p:stCondLst>
                                  <p:childTnLst>
                                    <p:set>
                                      <p:cBhvr>
                                        <p:cTn id="89" dur="1" fill="hold">
                                          <p:stCondLst>
                                            <p:cond delay="0"/>
                                          </p:stCondLst>
                                        </p:cTn>
                                        <p:tgtEl>
                                          <p:spTgt spid="75815"/>
                                        </p:tgtEl>
                                        <p:attrNameLst>
                                          <p:attrName>style.visibility</p:attrName>
                                        </p:attrNameLst>
                                      </p:cBhvr>
                                      <p:to>
                                        <p:strVal val="visible"/>
                                      </p:to>
                                    </p:set>
                                    <p:animEffect transition="in" filter="slide(fromBottom)">
                                      <p:cBhvr>
                                        <p:cTn id="90" dur="500"/>
                                        <p:tgtEl>
                                          <p:spTgt spid="75815"/>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2" fill="hold" nodeType="clickEffect">
                                  <p:stCondLst>
                                    <p:cond delay="0"/>
                                  </p:stCondLst>
                                  <p:childTnLst>
                                    <p:set>
                                      <p:cBhvr>
                                        <p:cTn id="94" dur="1" fill="hold">
                                          <p:stCondLst>
                                            <p:cond delay="0"/>
                                          </p:stCondLst>
                                        </p:cTn>
                                        <p:tgtEl>
                                          <p:spTgt spid="75811"/>
                                        </p:tgtEl>
                                        <p:attrNameLst>
                                          <p:attrName>style.visibility</p:attrName>
                                        </p:attrNameLst>
                                      </p:cBhvr>
                                      <p:to>
                                        <p:strVal val="visible"/>
                                      </p:to>
                                    </p:set>
                                    <p:animEffect transition="in" filter="wipe(right)">
                                      <p:cBhvr>
                                        <p:cTn id="95" dur="500"/>
                                        <p:tgtEl>
                                          <p:spTgt spid="75811"/>
                                        </p:tgtEl>
                                      </p:cBhvr>
                                    </p:animEffect>
                                  </p:childTnLst>
                                </p:cTn>
                              </p:par>
                            </p:childTnLst>
                          </p:cTn>
                        </p:par>
                      </p:childTnLst>
                    </p:cTn>
                  </p:par>
                  <p:par>
                    <p:cTn id="96" fill="hold">
                      <p:stCondLst>
                        <p:cond delay="indefinite"/>
                      </p:stCondLst>
                      <p:childTnLst>
                        <p:par>
                          <p:cTn id="97" fill="hold">
                            <p:stCondLst>
                              <p:cond delay="0"/>
                            </p:stCondLst>
                            <p:childTnLst>
                              <p:par>
                                <p:cTn id="98" presetID="12" presetClass="entr" presetSubtype="4" fill="hold" grpId="0" nodeType="clickEffect">
                                  <p:stCondLst>
                                    <p:cond delay="0"/>
                                  </p:stCondLst>
                                  <p:childTnLst>
                                    <p:set>
                                      <p:cBhvr>
                                        <p:cTn id="99" dur="1" fill="hold">
                                          <p:stCondLst>
                                            <p:cond delay="0"/>
                                          </p:stCondLst>
                                        </p:cTn>
                                        <p:tgtEl>
                                          <p:spTgt spid="75812"/>
                                        </p:tgtEl>
                                        <p:attrNameLst>
                                          <p:attrName>style.visibility</p:attrName>
                                        </p:attrNameLst>
                                      </p:cBhvr>
                                      <p:to>
                                        <p:strVal val="visible"/>
                                      </p:to>
                                    </p:set>
                                    <p:animEffect transition="in" filter="slide(fromBottom)">
                                      <p:cBhvr>
                                        <p:cTn id="100" dur="500"/>
                                        <p:tgtEl>
                                          <p:spTgt spid="75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P spid="75797" grpId="0" bldLvl="0" animBg="1"/>
      <p:bldP spid="75798" grpId="0"/>
      <p:bldP spid="75799" grpId="0"/>
      <p:bldP spid="75812" grpId="0"/>
      <p:bldP spid="75813" grpId="0"/>
      <p:bldP spid="75814" grpId="0"/>
      <p:bldP spid="75815" grpId="0"/>
      <p:bldP spid="75834"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lumOff val="50000"/>
          </a:schemeClr>
        </a:solidFill>
        <a:effectLst/>
      </p:bgPr>
    </p:bg>
    <p:spTree>
      <p:nvGrpSpPr>
        <p:cNvPr id="1" name=""/>
        <p:cNvGrpSpPr/>
        <p:nvPr/>
      </p:nvGrpSpPr>
      <p:grpSpPr/>
      <p:sp>
        <p:nvSpPr>
          <p:cNvPr id="76802" name="Rectangle 2"/>
          <p:cNvSpPr>
            <a:spLocks noGrp="1"/>
          </p:cNvSpPr>
          <p:nvPr>
            <p:ph type="title"/>
          </p:nvPr>
        </p:nvSpPr>
        <p:spPr>
          <a:xfrm>
            <a:off x="770573" y="488950"/>
            <a:ext cx="3203575" cy="469900"/>
          </a:xfrm>
        </p:spPr>
        <p:txBody>
          <a:bodyPr wrap="square" lIns="91440" tIns="45720" rIns="91440" bIns="45720" anchor="b"/>
          <a:p>
            <a:pPr>
              <a:spcBef>
                <a:spcPct val="50000"/>
              </a:spcBef>
            </a:pPr>
            <a:r>
              <a:rPr lang="zh-CN" altLang="en-US" sz="2400" b="1" dirty="0">
                <a:solidFill>
                  <a:schemeClr val="bg1"/>
                </a:solidFill>
                <a:latin typeface="楷体" panose="02010609060101010101" charset="-122"/>
                <a:ea typeface="楷体" panose="02010609060101010101" charset="-122"/>
              </a:rPr>
              <a:t>受控源的电路模型</a:t>
            </a:r>
            <a:endParaRPr lang="zh-CN" altLang="en-US" sz="2400" b="1" dirty="0">
              <a:solidFill>
                <a:schemeClr val="bg1"/>
              </a:solidFill>
              <a:latin typeface="楷体" panose="02010609060101010101" charset="-122"/>
              <a:ea typeface="楷体" panose="02010609060101010101" charset="-122"/>
            </a:endParaRPr>
          </a:p>
        </p:txBody>
      </p:sp>
      <p:sp>
        <p:nvSpPr>
          <p:cNvPr id="76862" name="Text Box 62"/>
          <p:cNvSpPr txBox="1"/>
          <p:nvPr/>
        </p:nvSpPr>
        <p:spPr>
          <a:xfrm>
            <a:off x="869633" y="5858828"/>
            <a:ext cx="8320087" cy="457200"/>
          </a:xfrm>
          <a:prstGeom prst="rect">
            <a:avLst/>
          </a:prstGeom>
          <a:noFill/>
          <a:ln w="9525">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图中的</a:t>
            </a:r>
            <a:r>
              <a:rPr lang="en-US" altLang="zh-CN" sz="2400" dirty="0">
                <a:solidFill>
                  <a:srgbClr val="FFFF3D"/>
                </a:solidFill>
                <a:latin typeface="Times New Roman" panose="02020603050405020304" pitchFamily="18" charset="0"/>
                <a:ea typeface="宋体" panose="02010600030101010101" pitchFamily="2" charset="-122"/>
              </a:rPr>
              <a:t>μ</a:t>
            </a:r>
            <a:r>
              <a:rPr lang="zh-CN" altLang="en-US" sz="2400" dirty="0">
                <a:solidFill>
                  <a:srgbClr val="FFFF3D"/>
                </a:solidFill>
                <a:latin typeface="Times New Roman" panose="02020603050405020304" pitchFamily="18" charset="0"/>
                <a:ea typeface="宋体" panose="02010600030101010101" pitchFamily="2" charset="-122"/>
              </a:rPr>
              <a:t>、 </a:t>
            </a:r>
            <a:r>
              <a:rPr lang="en-US" altLang="zh-CN" sz="2400" i="1" dirty="0">
                <a:solidFill>
                  <a:srgbClr val="FFFF3D"/>
                </a:solidFill>
                <a:latin typeface="Times New Roman" panose="02020603050405020304" pitchFamily="18" charset="0"/>
                <a:ea typeface="宋体" panose="02010600030101010101" pitchFamily="2" charset="-122"/>
              </a:rPr>
              <a:t>β</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没有单位，</a:t>
            </a:r>
            <a:r>
              <a:rPr lang="en-US" altLang="zh-CN" sz="2400" dirty="0">
                <a:solidFill>
                  <a:srgbClr val="FFFF3D"/>
                </a:solidFill>
                <a:latin typeface="Times New Roman" panose="02020603050405020304" pitchFamily="18" charset="0"/>
                <a:ea typeface="宋体" panose="02010600030101010101" pitchFamily="2" charset="-122"/>
              </a:rPr>
              <a:t>k</a:t>
            </a:r>
            <a:r>
              <a:rPr lang="zh-CN" altLang="en-US" sz="2400" dirty="0">
                <a:latin typeface="Times New Roman" panose="02020603050405020304" pitchFamily="18" charset="0"/>
                <a:ea typeface="宋体" panose="02010600030101010101" pitchFamily="2" charset="-122"/>
              </a:rPr>
              <a:t>的单位是</a:t>
            </a:r>
            <a:r>
              <a:rPr lang="en-US" altLang="zh-CN" sz="2400" dirty="0">
                <a:solidFill>
                  <a:srgbClr val="FFFF3D"/>
                </a:solidFill>
                <a:latin typeface="Times New Roman" panose="02020603050405020304" pitchFamily="18" charset="0"/>
                <a:ea typeface="宋体" panose="02010600030101010101" pitchFamily="2" charset="-122"/>
              </a:rPr>
              <a:t>Ω</a:t>
            </a:r>
            <a:r>
              <a:rPr lang="zh-CN" altLang="en-US" sz="2400" dirty="0">
                <a:latin typeface="Times New Roman" panose="02020603050405020304" pitchFamily="18" charset="0"/>
                <a:ea typeface="宋体" panose="02010600030101010101" pitchFamily="2" charset="-122"/>
              </a:rPr>
              <a:t>，</a:t>
            </a:r>
            <a:r>
              <a:rPr lang="en-US" altLang="zh-CN" sz="2400" dirty="0">
                <a:solidFill>
                  <a:srgbClr val="FFFF3D"/>
                </a:solidFill>
                <a:latin typeface="Times New Roman" panose="02020603050405020304" pitchFamily="18" charset="0"/>
                <a:ea typeface="宋体" panose="02010600030101010101" pitchFamily="2" charset="-122"/>
              </a:rPr>
              <a:t>g</a:t>
            </a:r>
            <a:r>
              <a:rPr lang="zh-CN" altLang="en-US" sz="2400" dirty="0">
                <a:latin typeface="Times New Roman" panose="02020603050405020304" pitchFamily="18" charset="0"/>
                <a:ea typeface="宋体" panose="02010600030101010101" pitchFamily="2" charset="-122"/>
              </a:rPr>
              <a:t>的单位是</a:t>
            </a:r>
            <a:r>
              <a:rPr lang="en-US" altLang="zh-CN" sz="2400" dirty="0">
                <a:solidFill>
                  <a:srgbClr val="FFFF3D"/>
                </a:solidFill>
                <a:latin typeface="Times New Roman" panose="02020603050405020304" pitchFamily="18" charset="0"/>
                <a:ea typeface="宋体" panose="02010600030101010101" pitchFamily="2" charset="-122"/>
              </a:rPr>
              <a:t>S</a:t>
            </a:r>
            <a:r>
              <a:rPr lang="zh-CN" altLang="en-US" sz="2400" dirty="0">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p:txBody>
      </p:sp>
      <p:sp>
        <p:nvSpPr>
          <p:cNvPr id="76863" name="Oval 63"/>
          <p:cNvSpPr/>
          <p:nvPr/>
        </p:nvSpPr>
        <p:spPr>
          <a:xfrm>
            <a:off x="357188" y="5967413"/>
            <a:ext cx="279400" cy="279400"/>
          </a:xfrm>
          <a:prstGeom prst="ellipse">
            <a:avLst/>
          </a:prstGeom>
          <a:solidFill>
            <a:schemeClr val="accent2"/>
          </a:solidFill>
          <a:ln w="38100" cap="flat" cmpd="sng">
            <a:solidFill>
              <a:schemeClr val="accent2"/>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76887" name="Group 87"/>
          <p:cNvGrpSpPr/>
          <p:nvPr/>
        </p:nvGrpSpPr>
        <p:grpSpPr>
          <a:xfrm>
            <a:off x="1440815" y="1186180"/>
            <a:ext cx="6823075" cy="4180951"/>
            <a:chOff x="598" y="318"/>
            <a:chExt cx="4663" cy="3394"/>
          </a:xfrm>
        </p:grpSpPr>
        <p:sp>
          <p:nvSpPr>
            <p:cNvPr id="13317" name="Line 5"/>
            <p:cNvSpPr/>
            <p:nvPr/>
          </p:nvSpPr>
          <p:spPr>
            <a:xfrm>
              <a:off x="682" y="715"/>
              <a:ext cx="675" cy="0"/>
            </a:xfrm>
            <a:prstGeom prst="line">
              <a:avLst/>
            </a:prstGeom>
            <a:ln w="38100" cap="flat" cmpd="sng">
              <a:solidFill>
                <a:schemeClr val="bg1"/>
              </a:solidFill>
              <a:prstDash val="solid"/>
              <a:round/>
              <a:headEnd type="none" w="med" len="med"/>
              <a:tailEnd type="none" w="med" len="med"/>
            </a:ln>
          </p:spPr>
        </p:sp>
        <p:sp>
          <p:nvSpPr>
            <p:cNvPr id="13318" name="Freeform 6"/>
            <p:cNvSpPr/>
            <p:nvPr/>
          </p:nvSpPr>
          <p:spPr>
            <a:xfrm>
              <a:off x="1812" y="702"/>
              <a:ext cx="799" cy="285"/>
            </a:xfrm>
            <a:custGeom>
              <a:avLst/>
              <a:gdLst/>
              <a:ahLst/>
              <a:cxnLst>
                <a:cxn ang="0">
                  <a:pos x="0" y="462"/>
                </a:cxn>
                <a:cxn ang="0">
                  <a:pos x="0" y="0"/>
                </a:cxn>
                <a:cxn ang="0">
                  <a:pos x="1376" y="0"/>
                </a:cxn>
              </a:cxnLst>
              <a:pathLst>
                <a:path w="464" h="176">
                  <a:moveTo>
                    <a:pt x="0" y="176"/>
                  </a:moveTo>
                  <a:lnTo>
                    <a:pt x="0" y="0"/>
                  </a:lnTo>
                  <a:lnTo>
                    <a:pt x="464"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3319" name="Freeform 7"/>
            <p:cNvSpPr/>
            <p:nvPr/>
          </p:nvSpPr>
          <p:spPr>
            <a:xfrm flipV="1">
              <a:off x="1812" y="1465"/>
              <a:ext cx="799" cy="285"/>
            </a:xfrm>
            <a:custGeom>
              <a:avLst/>
              <a:gdLst/>
              <a:ahLst/>
              <a:cxnLst>
                <a:cxn ang="0">
                  <a:pos x="0" y="462"/>
                </a:cxn>
                <a:cxn ang="0">
                  <a:pos x="0" y="0"/>
                </a:cxn>
                <a:cxn ang="0">
                  <a:pos x="1376" y="0"/>
                </a:cxn>
              </a:cxnLst>
              <a:pathLst>
                <a:path w="464" h="176">
                  <a:moveTo>
                    <a:pt x="0" y="176"/>
                  </a:moveTo>
                  <a:lnTo>
                    <a:pt x="0" y="0"/>
                  </a:lnTo>
                  <a:lnTo>
                    <a:pt x="464"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3320" name="Line 8"/>
            <p:cNvSpPr/>
            <p:nvPr/>
          </p:nvSpPr>
          <p:spPr>
            <a:xfrm>
              <a:off x="682" y="1750"/>
              <a:ext cx="675" cy="0"/>
            </a:xfrm>
            <a:prstGeom prst="line">
              <a:avLst/>
            </a:prstGeom>
            <a:ln w="38100" cap="flat" cmpd="sng">
              <a:solidFill>
                <a:schemeClr val="bg1"/>
              </a:solidFill>
              <a:prstDash val="solid"/>
              <a:round/>
              <a:headEnd type="none" w="med" len="med"/>
              <a:tailEnd type="none" w="med" len="med"/>
            </a:ln>
          </p:spPr>
        </p:sp>
        <p:sp>
          <p:nvSpPr>
            <p:cNvPr id="13321" name="Oval 9"/>
            <p:cNvSpPr/>
            <p:nvPr/>
          </p:nvSpPr>
          <p:spPr>
            <a:xfrm>
              <a:off x="1356" y="673"/>
              <a:ext cx="96"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22" name="Oval 10"/>
            <p:cNvSpPr/>
            <p:nvPr/>
          </p:nvSpPr>
          <p:spPr>
            <a:xfrm>
              <a:off x="1342" y="1708"/>
              <a:ext cx="96"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23" name="Oval 11"/>
            <p:cNvSpPr/>
            <p:nvPr/>
          </p:nvSpPr>
          <p:spPr>
            <a:xfrm>
              <a:off x="598" y="660"/>
              <a:ext cx="96" cy="91"/>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24" name="Oval 12"/>
            <p:cNvSpPr/>
            <p:nvPr/>
          </p:nvSpPr>
          <p:spPr>
            <a:xfrm>
              <a:off x="598" y="1695"/>
              <a:ext cx="96"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25" name="Oval 13"/>
            <p:cNvSpPr/>
            <p:nvPr/>
          </p:nvSpPr>
          <p:spPr>
            <a:xfrm>
              <a:off x="2582" y="660"/>
              <a:ext cx="96" cy="91"/>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26" name="Oval 14"/>
            <p:cNvSpPr/>
            <p:nvPr/>
          </p:nvSpPr>
          <p:spPr>
            <a:xfrm>
              <a:off x="2582" y="1695"/>
              <a:ext cx="96"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3327" name="Group 15"/>
            <p:cNvGrpSpPr/>
            <p:nvPr/>
          </p:nvGrpSpPr>
          <p:grpSpPr>
            <a:xfrm>
              <a:off x="1399" y="780"/>
              <a:ext cx="867" cy="903"/>
              <a:chOff x="1615" y="846"/>
              <a:chExt cx="867" cy="903"/>
            </a:xfrm>
          </p:grpSpPr>
          <p:grpSp>
            <p:nvGrpSpPr>
              <p:cNvPr id="13328" name="Group 16"/>
              <p:cNvGrpSpPr/>
              <p:nvPr/>
            </p:nvGrpSpPr>
            <p:grpSpPr>
              <a:xfrm>
                <a:off x="1904" y="1066"/>
                <a:ext cx="248" cy="465"/>
                <a:chOff x="1600" y="3000"/>
                <a:chExt cx="144" cy="288"/>
              </a:xfrm>
            </p:grpSpPr>
            <p:sp>
              <p:nvSpPr>
                <p:cNvPr id="13329" name="AutoShape 17"/>
                <p:cNvSpPr/>
                <p:nvPr/>
              </p:nvSpPr>
              <p:spPr>
                <a:xfrm>
                  <a:off x="1600" y="3000"/>
                  <a:ext cx="144" cy="288"/>
                </a:xfrm>
                <a:prstGeom prst="diamond">
                  <a:avLst/>
                </a:prstGeom>
                <a:noFill/>
                <a:ln w="38100" cap="flat" cmpd="sng">
                  <a:solidFill>
                    <a:srgbClr val="FF00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30" name="Line 18"/>
                <p:cNvSpPr/>
                <p:nvPr/>
              </p:nvSpPr>
              <p:spPr>
                <a:xfrm>
                  <a:off x="1672" y="3024"/>
                  <a:ext cx="0" cy="264"/>
                </a:xfrm>
                <a:prstGeom prst="line">
                  <a:avLst/>
                </a:prstGeom>
                <a:ln w="38100" cap="flat" cmpd="sng">
                  <a:solidFill>
                    <a:srgbClr val="FF0000"/>
                  </a:solidFill>
                  <a:prstDash val="solid"/>
                  <a:round/>
                  <a:headEnd type="none" w="med" len="med"/>
                  <a:tailEnd type="none" w="med" len="med"/>
                </a:ln>
              </p:spPr>
            </p:sp>
          </p:grpSp>
          <p:sp>
            <p:nvSpPr>
              <p:cNvPr id="13331" name="Line 19"/>
              <p:cNvSpPr/>
              <p:nvPr/>
            </p:nvSpPr>
            <p:spPr>
              <a:xfrm>
                <a:off x="1615" y="949"/>
                <a:ext cx="0" cy="763"/>
              </a:xfrm>
              <a:prstGeom prst="line">
                <a:avLst/>
              </a:prstGeom>
              <a:ln w="38100" cap="flat" cmpd="sng">
                <a:solidFill>
                  <a:schemeClr val="bg1"/>
                </a:solidFill>
                <a:prstDash val="solid"/>
                <a:round/>
                <a:headEnd type="none" w="med" len="med"/>
                <a:tailEnd type="stealth" w="sm" len="lg"/>
              </a:ln>
            </p:spPr>
          </p:sp>
          <p:sp>
            <p:nvSpPr>
              <p:cNvPr id="13332" name="Text Box 20"/>
              <p:cNvSpPr txBox="1"/>
              <p:nvPr/>
            </p:nvSpPr>
            <p:spPr>
              <a:xfrm>
                <a:off x="2001" y="846"/>
                <a:ext cx="481" cy="374"/>
              </a:xfrm>
              <a:prstGeom prst="rect">
                <a:avLst/>
              </a:prstGeom>
              <a:noFill/>
              <a:ln w="9525">
                <a:noFill/>
              </a:ln>
            </p:spPr>
            <p:txBody>
              <a:bodyPr anchor="t">
                <a:spAutoFit/>
              </a:bodyPr>
              <a:p>
                <a:pPr>
                  <a:spcBef>
                    <a:spcPct val="50000"/>
                  </a:spcBef>
                </a:pPr>
                <a:r>
                  <a:rPr lang="en-US" altLang="zh-CN" sz="2400" dirty="0">
                    <a:solidFill>
                      <a:srgbClr val="FFFF3D"/>
                    </a:solidFill>
                    <a:latin typeface="Times New Roman" panose="02020603050405020304" pitchFamily="18" charset="0"/>
                    <a:ea typeface="宋体" panose="02010600030101010101" pitchFamily="2" charset="-122"/>
                  </a:rPr>
                  <a:t>+</a:t>
                </a:r>
                <a:endParaRPr lang="en-US" altLang="zh-CN" sz="2400" dirty="0">
                  <a:solidFill>
                    <a:srgbClr val="FFFF3D"/>
                  </a:solidFill>
                  <a:latin typeface="Times New Roman" panose="02020603050405020304" pitchFamily="18" charset="0"/>
                  <a:ea typeface="宋体" panose="02010600030101010101" pitchFamily="2" charset="-122"/>
                </a:endParaRPr>
              </a:p>
            </p:txBody>
          </p:sp>
          <p:sp>
            <p:nvSpPr>
              <p:cNvPr id="13333" name="Text Box 21"/>
              <p:cNvSpPr txBox="1"/>
              <p:nvPr/>
            </p:nvSpPr>
            <p:spPr>
              <a:xfrm>
                <a:off x="2052" y="1375"/>
                <a:ext cx="314" cy="374"/>
              </a:xfrm>
              <a:prstGeom prst="rect">
                <a:avLst/>
              </a:prstGeom>
              <a:noFill/>
              <a:ln w="9525">
                <a:noFill/>
              </a:ln>
            </p:spPr>
            <p:txBody>
              <a:bodyPr anchor="t">
                <a:spAutoFit/>
              </a:bodyPr>
              <a:p>
                <a:pPr>
                  <a:spcBef>
                    <a:spcPct val="50000"/>
                  </a:spcBef>
                </a:pPr>
                <a:r>
                  <a:rPr lang="en-US" altLang="zh-CN" sz="2400" dirty="0">
                    <a:solidFill>
                      <a:srgbClr val="FFFF3D"/>
                    </a:solidFill>
                    <a:latin typeface="Times New Roman" panose="02020603050405020304" pitchFamily="18" charset="0"/>
                    <a:ea typeface="宋体" panose="02010600030101010101" pitchFamily="2" charset="-122"/>
                  </a:rPr>
                  <a:t>–</a:t>
                </a:r>
                <a:endParaRPr lang="en-US" altLang="zh-CN" sz="2400" dirty="0">
                  <a:solidFill>
                    <a:srgbClr val="FFFF3D"/>
                  </a:solidFill>
                  <a:latin typeface="Times New Roman" panose="02020603050405020304" pitchFamily="18" charset="0"/>
                  <a:ea typeface="宋体" panose="02010600030101010101" pitchFamily="2" charset="-122"/>
                </a:endParaRPr>
              </a:p>
            </p:txBody>
          </p:sp>
        </p:grpSp>
        <p:sp>
          <p:nvSpPr>
            <p:cNvPr id="13334" name="Text Box 22"/>
            <p:cNvSpPr txBox="1"/>
            <p:nvPr/>
          </p:nvSpPr>
          <p:spPr>
            <a:xfrm>
              <a:off x="1135" y="1024"/>
              <a:ext cx="360" cy="424"/>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 </a:t>
              </a:r>
              <a:endParaRPr lang="en-US" altLang="zh-CN" dirty="0">
                <a:solidFill>
                  <a:srgbClr val="FFFF3D"/>
                </a:solidFill>
                <a:latin typeface="Monotype Corsiva" pitchFamily="66" charset="0"/>
                <a:ea typeface="宋体" panose="02010600030101010101" pitchFamily="2" charset="-122"/>
              </a:endParaRPr>
            </a:p>
          </p:txBody>
        </p:sp>
        <p:sp>
          <p:nvSpPr>
            <p:cNvPr id="13335" name="Text Box 23"/>
            <p:cNvSpPr txBox="1"/>
            <p:nvPr/>
          </p:nvSpPr>
          <p:spPr>
            <a:xfrm>
              <a:off x="1935" y="1050"/>
              <a:ext cx="615" cy="424"/>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μ</a:t>
              </a:r>
              <a:r>
                <a:rPr lang="en-US" altLang="zh-CN" dirty="0">
                  <a:solidFill>
                    <a:srgbClr val="FFFF3D"/>
                  </a:solidFill>
                  <a:latin typeface="Monotype Corsiva" pitchFamily="66" charset="0"/>
                  <a:ea typeface="宋体" panose="02010600030101010101" pitchFamily="2" charset="-122"/>
                </a:rPr>
                <a:t>u</a:t>
              </a:r>
              <a:endParaRPr lang="en-US" altLang="zh-CN" dirty="0">
                <a:solidFill>
                  <a:srgbClr val="FFFF3D"/>
                </a:solidFill>
                <a:latin typeface="Monotype Corsiva" pitchFamily="66" charset="0"/>
                <a:ea typeface="宋体" panose="02010600030101010101" pitchFamily="2" charset="-122"/>
              </a:endParaRPr>
            </a:p>
          </p:txBody>
        </p:sp>
        <p:sp>
          <p:nvSpPr>
            <p:cNvPr id="13336" name="Text Box 24"/>
            <p:cNvSpPr txBox="1"/>
            <p:nvPr/>
          </p:nvSpPr>
          <p:spPr>
            <a:xfrm>
              <a:off x="1221" y="1785"/>
              <a:ext cx="778" cy="774"/>
            </a:xfrm>
            <a:prstGeom prst="rect">
              <a:avLst/>
            </a:prstGeom>
            <a:noFill/>
            <a:ln w="9525">
              <a:noFill/>
            </a:ln>
          </p:spPr>
          <p:txBody>
            <a:bodyPr anchor="t">
              <a:spAutoFit/>
            </a:bodyPr>
            <a:p>
              <a:pPr>
                <a:spcBef>
                  <a:spcPct val="50000"/>
                </a:spcBef>
              </a:pPr>
              <a:r>
                <a:rPr lang="en-US" altLang="zh-CN" dirty="0">
                  <a:latin typeface="Times New Roman" panose="02020603050405020304" pitchFamily="18" charset="0"/>
                  <a:ea typeface="宋体" panose="02010600030101010101" pitchFamily="2" charset="-122"/>
                </a:rPr>
                <a:t>VCVS</a:t>
              </a:r>
              <a:endParaRPr lang="en-US" altLang="zh-CN" dirty="0">
                <a:latin typeface="Times New Roman" panose="02020603050405020304" pitchFamily="18" charset="0"/>
                <a:ea typeface="宋体" panose="02010600030101010101" pitchFamily="2" charset="-122"/>
              </a:endParaRPr>
            </a:p>
          </p:txBody>
        </p:sp>
        <p:sp>
          <p:nvSpPr>
            <p:cNvPr id="13337" name="Line 26"/>
            <p:cNvSpPr/>
            <p:nvPr/>
          </p:nvSpPr>
          <p:spPr>
            <a:xfrm>
              <a:off x="704" y="2267"/>
              <a:ext cx="656" cy="0"/>
            </a:xfrm>
            <a:prstGeom prst="line">
              <a:avLst/>
            </a:prstGeom>
            <a:ln w="38100" cap="flat" cmpd="sng">
              <a:solidFill>
                <a:schemeClr val="bg1"/>
              </a:solidFill>
              <a:prstDash val="solid"/>
              <a:round/>
              <a:headEnd type="none" w="med" len="med"/>
              <a:tailEnd type="none" w="med" len="med"/>
            </a:ln>
          </p:spPr>
        </p:sp>
        <p:sp>
          <p:nvSpPr>
            <p:cNvPr id="13338" name="Freeform 27"/>
            <p:cNvSpPr/>
            <p:nvPr/>
          </p:nvSpPr>
          <p:spPr>
            <a:xfrm>
              <a:off x="1802" y="2254"/>
              <a:ext cx="777" cy="282"/>
            </a:xfrm>
            <a:custGeom>
              <a:avLst/>
              <a:gdLst/>
              <a:ahLst/>
              <a:cxnLst>
                <a:cxn ang="0">
                  <a:pos x="0" y="452"/>
                </a:cxn>
                <a:cxn ang="0">
                  <a:pos x="0" y="0"/>
                </a:cxn>
                <a:cxn ang="0">
                  <a:pos x="1301" y="0"/>
                </a:cxn>
              </a:cxnLst>
              <a:pathLst>
                <a:path w="464" h="176">
                  <a:moveTo>
                    <a:pt x="0" y="176"/>
                  </a:moveTo>
                  <a:lnTo>
                    <a:pt x="0" y="0"/>
                  </a:lnTo>
                  <a:lnTo>
                    <a:pt x="464"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3339" name="Freeform 28"/>
            <p:cNvSpPr/>
            <p:nvPr/>
          </p:nvSpPr>
          <p:spPr>
            <a:xfrm flipV="1">
              <a:off x="1802" y="3010"/>
              <a:ext cx="777" cy="283"/>
            </a:xfrm>
            <a:custGeom>
              <a:avLst/>
              <a:gdLst/>
              <a:ahLst/>
              <a:cxnLst>
                <a:cxn ang="0">
                  <a:pos x="0" y="455"/>
                </a:cxn>
                <a:cxn ang="0">
                  <a:pos x="0" y="0"/>
                </a:cxn>
                <a:cxn ang="0">
                  <a:pos x="1301" y="0"/>
                </a:cxn>
              </a:cxnLst>
              <a:pathLst>
                <a:path w="464" h="176">
                  <a:moveTo>
                    <a:pt x="0" y="176"/>
                  </a:moveTo>
                  <a:lnTo>
                    <a:pt x="0" y="0"/>
                  </a:lnTo>
                  <a:lnTo>
                    <a:pt x="464"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3340" name="Line 29"/>
            <p:cNvSpPr/>
            <p:nvPr/>
          </p:nvSpPr>
          <p:spPr>
            <a:xfrm>
              <a:off x="704" y="3293"/>
              <a:ext cx="656" cy="0"/>
            </a:xfrm>
            <a:prstGeom prst="line">
              <a:avLst/>
            </a:prstGeom>
            <a:ln w="38100" cap="flat" cmpd="sng">
              <a:solidFill>
                <a:schemeClr val="bg1"/>
              </a:solidFill>
              <a:prstDash val="solid"/>
              <a:round/>
              <a:headEnd type="none" w="med" len="med"/>
              <a:tailEnd type="none" w="med" len="med"/>
            </a:ln>
          </p:spPr>
        </p:sp>
        <p:sp>
          <p:nvSpPr>
            <p:cNvPr id="13341" name="Oval 30"/>
            <p:cNvSpPr/>
            <p:nvPr/>
          </p:nvSpPr>
          <p:spPr>
            <a:xfrm>
              <a:off x="1359" y="2225"/>
              <a:ext cx="93"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42" name="Oval 31"/>
            <p:cNvSpPr/>
            <p:nvPr/>
          </p:nvSpPr>
          <p:spPr>
            <a:xfrm>
              <a:off x="1345" y="3251"/>
              <a:ext cx="94"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43" name="Oval 32"/>
            <p:cNvSpPr/>
            <p:nvPr/>
          </p:nvSpPr>
          <p:spPr>
            <a:xfrm>
              <a:off x="614" y="2220"/>
              <a:ext cx="94"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44" name="Oval 33"/>
            <p:cNvSpPr/>
            <p:nvPr/>
          </p:nvSpPr>
          <p:spPr>
            <a:xfrm>
              <a:off x="614" y="3246"/>
              <a:ext cx="94"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45" name="Oval 34"/>
            <p:cNvSpPr/>
            <p:nvPr/>
          </p:nvSpPr>
          <p:spPr>
            <a:xfrm>
              <a:off x="2551" y="2212"/>
              <a:ext cx="93"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46" name="Oval 35"/>
            <p:cNvSpPr/>
            <p:nvPr/>
          </p:nvSpPr>
          <p:spPr>
            <a:xfrm>
              <a:off x="2551" y="3238"/>
              <a:ext cx="93"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47" name="Line 36"/>
            <p:cNvSpPr/>
            <p:nvPr/>
          </p:nvSpPr>
          <p:spPr>
            <a:xfrm>
              <a:off x="1400" y="2433"/>
              <a:ext cx="0" cy="757"/>
            </a:xfrm>
            <a:prstGeom prst="line">
              <a:avLst/>
            </a:prstGeom>
            <a:ln w="38100" cap="flat" cmpd="sng">
              <a:solidFill>
                <a:schemeClr val="bg1"/>
              </a:solidFill>
              <a:prstDash val="solid"/>
              <a:round/>
              <a:headEnd type="none" w="med" len="med"/>
              <a:tailEnd type="stealth" w="sm" len="lg"/>
            </a:ln>
          </p:spPr>
        </p:sp>
        <p:sp>
          <p:nvSpPr>
            <p:cNvPr id="13348" name="Text Box 37"/>
            <p:cNvSpPr txBox="1"/>
            <p:nvPr/>
          </p:nvSpPr>
          <p:spPr>
            <a:xfrm>
              <a:off x="1123" y="2581"/>
              <a:ext cx="330" cy="424"/>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 </a:t>
              </a:r>
              <a:endParaRPr lang="en-US" altLang="zh-CN" dirty="0">
                <a:solidFill>
                  <a:srgbClr val="FFFF3D"/>
                </a:solidFill>
                <a:latin typeface="Monotype Corsiva" pitchFamily="66" charset="0"/>
                <a:ea typeface="宋体" panose="02010600030101010101" pitchFamily="2" charset="-122"/>
              </a:endParaRPr>
            </a:p>
          </p:txBody>
        </p:sp>
        <p:sp>
          <p:nvSpPr>
            <p:cNvPr id="13349" name="Text Box 38"/>
            <p:cNvSpPr txBox="1"/>
            <p:nvPr/>
          </p:nvSpPr>
          <p:spPr>
            <a:xfrm>
              <a:off x="2008" y="2597"/>
              <a:ext cx="432" cy="424"/>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g</a:t>
              </a:r>
              <a:r>
                <a:rPr lang="en-US" altLang="zh-CN" dirty="0">
                  <a:solidFill>
                    <a:srgbClr val="FFFF3D"/>
                  </a:solidFill>
                  <a:latin typeface="Monotype Corsiva" pitchFamily="66" charset="0"/>
                  <a:ea typeface="宋体" panose="02010600030101010101" pitchFamily="2" charset="-122"/>
                </a:rPr>
                <a:t>u</a:t>
              </a:r>
              <a:endParaRPr lang="en-US" altLang="zh-CN" dirty="0">
                <a:solidFill>
                  <a:srgbClr val="FFFF3D"/>
                </a:solidFill>
                <a:latin typeface="Monotype Corsiva" pitchFamily="66" charset="0"/>
                <a:ea typeface="宋体" panose="02010600030101010101" pitchFamily="2" charset="-122"/>
              </a:endParaRPr>
            </a:p>
          </p:txBody>
        </p:sp>
        <p:sp>
          <p:nvSpPr>
            <p:cNvPr id="13350" name="Text Box 39"/>
            <p:cNvSpPr txBox="1"/>
            <p:nvPr/>
          </p:nvSpPr>
          <p:spPr>
            <a:xfrm>
              <a:off x="1239" y="3288"/>
              <a:ext cx="824" cy="424"/>
            </a:xfrm>
            <a:prstGeom prst="rect">
              <a:avLst/>
            </a:prstGeom>
            <a:noFill/>
            <a:ln w="9525">
              <a:noFill/>
            </a:ln>
          </p:spPr>
          <p:txBody>
            <a:bodyPr anchor="t">
              <a:spAutoFit/>
            </a:bodyPr>
            <a:p>
              <a:pPr>
                <a:spcBef>
                  <a:spcPct val="50000"/>
                </a:spcBef>
              </a:pPr>
              <a:r>
                <a:rPr lang="en-US" altLang="zh-CN" dirty="0">
                  <a:latin typeface="Times New Roman" panose="02020603050405020304" pitchFamily="18" charset="0"/>
                  <a:ea typeface="宋体" panose="02010600030101010101" pitchFamily="2" charset="-122"/>
                </a:rPr>
                <a:t>VCCS</a:t>
              </a:r>
              <a:endParaRPr lang="en-US" altLang="zh-CN" dirty="0">
                <a:latin typeface="Times New Roman" panose="02020603050405020304" pitchFamily="18" charset="0"/>
                <a:ea typeface="宋体" panose="02010600030101010101" pitchFamily="2" charset="-122"/>
              </a:endParaRPr>
            </a:p>
          </p:txBody>
        </p:sp>
        <p:sp>
          <p:nvSpPr>
            <p:cNvPr id="13351" name="AutoShape 40"/>
            <p:cNvSpPr/>
            <p:nvPr/>
          </p:nvSpPr>
          <p:spPr>
            <a:xfrm>
              <a:off x="1668" y="2523"/>
              <a:ext cx="268" cy="500"/>
            </a:xfrm>
            <a:prstGeom prst="flowChartSort">
              <a:avLst/>
            </a:prstGeom>
            <a:noFill/>
            <a:ln w="38100" cap="flat" cmpd="sng">
              <a:solidFill>
                <a:srgbClr val="FF00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52" name="Line 41"/>
            <p:cNvSpPr/>
            <p:nvPr/>
          </p:nvSpPr>
          <p:spPr>
            <a:xfrm>
              <a:off x="2017" y="2562"/>
              <a:ext cx="0" cy="513"/>
            </a:xfrm>
            <a:prstGeom prst="line">
              <a:avLst/>
            </a:prstGeom>
            <a:ln w="38100" cap="flat" cmpd="sng">
              <a:solidFill>
                <a:schemeClr val="bg1"/>
              </a:solidFill>
              <a:prstDash val="solid"/>
              <a:round/>
              <a:headEnd type="none" w="med" len="med"/>
              <a:tailEnd type="stealth" w="sm" len="lg"/>
            </a:ln>
          </p:spPr>
        </p:sp>
        <p:sp>
          <p:nvSpPr>
            <p:cNvPr id="13353" name="Line 43"/>
            <p:cNvSpPr/>
            <p:nvPr/>
          </p:nvSpPr>
          <p:spPr>
            <a:xfrm>
              <a:off x="3289" y="2244"/>
              <a:ext cx="660" cy="0"/>
            </a:xfrm>
            <a:prstGeom prst="line">
              <a:avLst/>
            </a:prstGeom>
            <a:ln w="38100" cap="flat" cmpd="sng">
              <a:solidFill>
                <a:schemeClr val="bg1"/>
              </a:solidFill>
              <a:prstDash val="solid"/>
              <a:round/>
              <a:headEnd type="none" w="med" len="med"/>
              <a:tailEnd type="none" w="med" len="med"/>
            </a:ln>
          </p:spPr>
        </p:sp>
        <p:sp>
          <p:nvSpPr>
            <p:cNvPr id="13354" name="Freeform 44"/>
            <p:cNvSpPr/>
            <p:nvPr/>
          </p:nvSpPr>
          <p:spPr>
            <a:xfrm>
              <a:off x="4393" y="2231"/>
              <a:ext cx="782" cy="284"/>
            </a:xfrm>
            <a:custGeom>
              <a:avLst/>
              <a:gdLst/>
              <a:ahLst/>
              <a:cxnLst>
                <a:cxn ang="0">
                  <a:pos x="0" y="458"/>
                </a:cxn>
                <a:cxn ang="0">
                  <a:pos x="0" y="0"/>
                </a:cxn>
                <a:cxn ang="0">
                  <a:pos x="1318" y="0"/>
                </a:cxn>
              </a:cxnLst>
              <a:pathLst>
                <a:path w="464" h="176">
                  <a:moveTo>
                    <a:pt x="0" y="176"/>
                  </a:moveTo>
                  <a:lnTo>
                    <a:pt x="0" y="0"/>
                  </a:lnTo>
                  <a:lnTo>
                    <a:pt x="464"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3355" name="Freeform 45"/>
            <p:cNvSpPr/>
            <p:nvPr/>
          </p:nvSpPr>
          <p:spPr>
            <a:xfrm flipV="1">
              <a:off x="4393" y="2992"/>
              <a:ext cx="782" cy="284"/>
            </a:xfrm>
            <a:custGeom>
              <a:avLst/>
              <a:gdLst/>
              <a:ahLst/>
              <a:cxnLst>
                <a:cxn ang="0">
                  <a:pos x="0" y="458"/>
                </a:cxn>
                <a:cxn ang="0">
                  <a:pos x="0" y="0"/>
                </a:cxn>
                <a:cxn ang="0">
                  <a:pos x="1318" y="0"/>
                </a:cxn>
              </a:cxnLst>
              <a:pathLst>
                <a:path w="464" h="176">
                  <a:moveTo>
                    <a:pt x="0" y="176"/>
                  </a:moveTo>
                  <a:lnTo>
                    <a:pt x="0" y="0"/>
                  </a:lnTo>
                  <a:lnTo>
                    <a:pt x="464"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3356" name="Line 46"/>
            <p:cNvSpPr/>
            <p:nvPr/>
          </p:nvSpPr>
          <p:spPr>
            <a:xfrm>
              <a:off x="3289" y="3276"/>
              <a:ext cx="660" cy="0"/>
            </a:xfrm>
            <a:prstGeom prst="line">
              <a:avLst/>
            </a:prstGeom>
            <a:ln w="38100" cap="flat" cmpd="sng">
              <a:solidFill>
                <a:schemeClr val="bg1"/>
              </a:solidFill>
              <a:prstDash val="solid"/>
              <a:round/>
              <a:headEnd type="none" w="med" len="med"/>
              <a:tailEnd type="none" w="med" len="med"/>
            </a:ln>
          </p:spPr>
        </p:sp>
        <p:sp>
          <p:nvSpPr>
            <p:cNvPr id="13357" name="Oval 47"/>
            <p:cNvSpPr/>
            <p:nvPr/>
          </p:nvSpPr>
          <p:spPr>
            <a:xfrm>
              <a:off x="3198" y="2197"/>
              <a:ext cx="94"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58" name="Oval 48"/>
            <p:cNvSpPr/>
            <p:nvPr/>
          </p:nvSpPr>
          <p:spPr>
            <a:xfrm>
              <a:off x="3198" y="3230"/>
              <a:ext cx="94"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59" name="Oval 49"/>
            <p:cNvSpPr/>
            <p:nvPr/>
          </p:nvSpPr>
          <p:spPr>
            <a:xfrm>
              <a:off x="5162" y="2197"/>
              <a:ext cx="94"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60" name="Oval 50"/>
            <p:cNvSpPr/>
            <p:nvPr/>
          </p:nvSpPr>
          <p:spPr>
            <a:xfrm>
              <a:off x="5154" y="3230"/>
              <a:ext cx="94" cy="90"/>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61" name="Rectangle 51"/>
            <p:cNvSpPr/>
            <p:nvPr/>
          </p:nvSpPr>
          <p:spPr>
            <a:xfrm rot="-5400000">
              <a:off x="3719" y="2651"/>
              <a:ext cx="456" cy="16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62" name="Line 52"/>
            <p:cNvSpPr/>
            <p:nvPr/>
          </p:nvSpPr>
          <p:spPr>
            <a:xfrm>
              <a:off x="3935" y="2244"/>
              <a:ext cx="0" cy="258"/>
            </a:xfrm>
            <a:prstGeom prst="line">
              <a:avLst/>
            </a:prstGeom>
            <a:ln w="38100" cap="flat" cmpd="sng">
              <a:solidFill>
                <a:schemeClr val="bg1"/>
              </a:solidFill>
              <a:prstDash val="solid"/>
              <a:round/>
              <a:headEnd type="none" w="med" len="med"/>
              <a:tailEnd type="none" w="med" len="med"/>
            </a:ln>
          </p:spPr>
        </p:sp>
        <p:sp>
          <p:nvSpPr>
            <p:cNvPr id="13363" name="Line 53"/>
            <p:cNvSpPr/>
            <p:nvPr/>
          </p:nvSpPr>
          <p:spPr>
            <a:xfrm>
              <a:off x="3935" y="2965"/>
              <a:ext cx="0" cy="326"/>
            </a:xfrm>
            <a:prstGeom prst="line">
              <a:avLst/>
            </a:prstGeom>
            <a:ln w="38100" cap="flat" cmpd="sng">
              <a:solidFill>
                <a:schemeClr val="bg1"/>
              </a:solidFill>
              <a:prstDash val="solid"/>
              <a:round/>
              <a:headEnd type="none" w="med" len="med"/>
              <a:tailEnd type="none" w="med" len="med"/>
            </a:ln>
          </p:spPr>
        </p:sp>
        <p:sp>
          <p:nvSpPr>
            <p:cNvPr id="13364" name="Text Box 54"/>
            <p:cNvSpPr txBox="1"/>
            <p:nvPr/>
          </p:nvSpPr>
          <p:spPr>
            <a:xfrm>
              <a:off x="3612" y="2568"/>
              <a:ext cx="539" cy="424"/>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R</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3365" name="Line 55"/>
            <p:cNvSpPr/>
            <p:nvPr/>
          </p:nvSpPr>
          <p:spPr>
            <a:xfrm>
              <a:off x="3383" y="2166"/>
              <a:ext cx="539" cy="0"/>
            </a:xfrm>
            <a:prstGeom prst="line">
              <a:avLst/>
            </a:prstGeom>
            <a:ln w="38100" cap="flat" cmpd="sng">
              <a:solidFill>
                <a:schemeClr val="bg1"/>
              </a:solidFill>
              <a:prstDash val="solid"/>
              <a:round/>
              <a:headEnd type="none" w="med" len="med"/>
              <a:tailEnd type="stealth" w="sm" len="lg"/>
            </a:ln>
          </p:spPr>
        </p:sp>
        <p:sp>
          <p:nvSpPr>
            <p:cNvPr id="13366" name="Text Box 56"/>
            <p:cNvSpPr txBox="1"/>
            <p:nvPr/>
          </p:nvSpPr>
          <p:spPr>
            <a:xfrm>
              <a:off x="3438" y="1892"/>
              <a:ext cx="477" cy="424"/>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 </a:t>
              </a:r>
              <a:endParaRPr lang="en-US" altLang="zh-CN" dirty="0">
                <a:solidFill>
                  <a:srgbClr val="FFFF3D"/>
                </a:solidFill>
                <a:latin typeface="Monotype Corsiva" pitchFamily="66" charset="0"/>
                <a:ea typeface="宋体" panose="02010600030101010101" pitchFamily="2" charset="-122"/>
              </a:endParaRPr>
            </a:p>
          </p:txBody>
        </p:sp>
        <p:sp>
          <p:nvSpPr>
            <p:cNvPr id="13367" name="AutoShape 57"/>
            <p:cNvSpPr/>
            <p:nvPr/>
          </p:nvSpPr>
          <p:spPr>
            <a:xfrm>
              <a:off x="4259" y="2489"/>
              <a:ext cx="269" cy="503"/>
            </a:xfrm>
            <a:prstGeom prst="flowChartSort">
              <a:avLst/>
            </a:prstGeom>
            <a:noFill/>
            <a:ln w="38100" cap="flat" cmpd="sng">
              <a:solidFill>
                <a:srgbClr val="FF00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68" name="Line 58"/>
            <p:cNvSpPr/>
            <p:nvPr/>
          </p:nvSpPr>
          <p:spPr>
            <a:xfrm>
              <a:off x="4609" y="2515"/>
              <a:ext cx="0" cy="516"/>
            </a:xfrm>
            <a:prstGeom prst="line">
              <a:avLst/>
            </a:prstGeom>
            <a:ln w="38100" cap="flat" cmpd="sng">
              <a:solidFill>
                <a:schemeClr val="bg1"/>
              </a:solidFill>
              <a:prstDash val="solid"/>
              <a:round/>
              <a:headEnd type="none" w="med" len="med"/>
              <a:tailEnd type="stealth" w="sm" len="lg"/>
            </a:ln>
          </p:spPr>
        </p:sp>
        <p:sp>
          <p:nvSpPr>
            <p:cNvPr id="13369" name="Text Box 59"/>
            <p:cNvSpPr txBox="1"/>
            <p:nvPr/>
          </p:nvSpPr>
          <p:spPr>
            <a:xfrm>
              <a:off x="4732" y="2590"/>
              <a:ext cx="276" cy="424"/>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 </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3370" name="Text Box 60"/>
            <p:cNvSpPr txBox="1"/>
            <p:nvPr/>
          </p:nvSpPr>
          <p:spPr>
            <a:xfrm>
              <a:off x="4543" y="2586"/>
              <a:ext cx="324" cy="424"/>
            </a:xfrm>
            <a:prstGeom prst="rect">
              <a:avLst/>
            </a:prstGeom>
            <a:noFill/>
            <a:ln w="9525">
              <a:noFill/>
            </a:ln>
          </p:spPr>
          <p:txBody>
            <a:bodyPr anchor="t">
              <a:spAutoFit/>
            </a:bodyPr>
            <a:p>
              <a:pPr>
                <a:spcBef>
                  <a:spcPct val="50000"/>
                </a:spcBef>
              </a:pPr>
              <a:r>
                <a:rPr lang="en-US" altLang="zh-CN" i="1" dirty="0">
                  <a:solidFill>
                    <a:srgbClr val="FFFF3D"/>
                  </a:solidFill>
                  <a:latin typeface="Times New Roman" panose="02020603050405020304" pitchFamily="18" charset="0"/>
                  <a:ea typeface="宋体" panose="02010600030101010101" pitchFamily="2" charset="-122"/>
                </a:rPr>
                <a:t>β</a:t>
              </a:r>
              <a:endParaRPr lang="en-US" altLang="zh-CN" i="1" dirty="0">
                <a:solidFill>
                  <a:srgbClr val="FFFF3D"/>
                </a:solidFill>
                <a:latin typeface="Times New Roman" panose="02020603050405020304" pitchFamily="18" charset="0"/>
                <a:ea typeface="宋体" panose="02010600030101010101" pitchFamily="2" charset="-122"/>
              </a:endParaRPr>
            </a:p>
          </p:txBody>
        </p:sp>
        <p:sp>
          <p:nvSpPr>
            <p:cNvPr id="13371" name="Text Box 61"/>
            <p:cNvSpPr txBox="1"/>
            <p:nvPr/>
          </p:nvSpPr>
          <p:spPr>
            <a:xfrm>
              <a:off x="3794" y="3273"/>
              <a:ext cx="799" cy="424"/>
            </a:xfrm>
            <a:prstGeom prst="rect">
              <a:avLst/>
            </a:prstGeom>
            <a:noFill/>
            <a:ln w="9525">
              <a:noFill/>
            </a:ln>
          </p:spPr>
          <p:txBody>
            <a:bodyPr anchor="t">
              <a:spAutoFit/>
            </a:bodyPr>
            <a:p>
              <a:pPr>
                <a:spcBef>
                  <a:spcPct val="50000"/>
                </a:spcBef>
              </a:pPr>
              <a:r>
                <a:rPr lang="en-US" altLang="zh-CN" dirty="0">
                  <a:latin typeface="Times New Roman" panose="02020603050405020304" pitchFamily="18" charset="0"/>
                  <a:ea typeface="宋体" panose="02010600030101010101" pitchFamily="2" charset="-122"/>
                </a:rPr>
                <a:t>CCCS</a:t>
              </a:r>
              <a:endParaRPr lang="en-US" altLang="zh-CN" dirty="0">
                <a:latin typeface="Times New Roman" panose="02020603050405020304" pitchFamily="18" charset="0"/>
                <a:ea typeface="宋体" panose="02010600030101010101" pitchFamily="2" charset="-122"/>
              </a:endParaRPr>
            </a:p>
          </p:txBody>
        </p:sp>
        <p:sp>
          <p:nvSpPr>
            <p:cNvPr id="13372" name="Text Box 65"/>
            <p:cNvSpPr txBox="1"/>
            <p:nvPr/>
          </p:nvSpPr>
          <p:spPr>
            <a:xfrm>
              <a:off x="3839" y="1721"/>
              <a:ext cx="825" cy="424"/>
            </a:xfrm>
            <a:prstGeom prst="rect">
              <a:avLst/>
            </a:prstGeom>
            <a:noFill/>
            <a:ln w="9525">
              <a:noFill/>
            </a:ln>
          </p:spPr>
          <p:txBody>
            <a:bodyPr anchor="t">
              <a:spAutoFit/>
            </a:bodyPr>
            <a:p>
              <a:pPr>
                <a:spcBef>
                  <a:spcPct val="50000"/>
                </a:spcBef>
              </a:pPr>
              <a:r>
                <a:rPr lang="en-US" altLang="zh-CN" dirty="0">
                  <a:latin typeface="Times New Roman" panose="02020603050405020304" pitchFamily="18" charset="0"/>
                  <a:ea typeface="宋体" panose="02010600030101010101" pitchFamily="2" charset="-122"/>
                </a:rPr>
                <a:t>CCVS</a:t>
              </a:r>
              <a:endParaRPr lang="en-US" altLang="zh-CN" dirty="0">
                <a:latin typeface="Times New Roman" panose="02020603050405020304" pitchFamily="18" charset="0"/>
                <a:ea typeface="宋体" panose="02010600030101010101" pitchFamily="2" charset="-122"/>
              </a:endParaRPr>
            </a:p>
          </p:txBody>
        </p:sp>
        <p:sp>
          <p:nvSpPr>
            <p:cNvPr id="13373" name="Line 66"/>
            <p:cNvSpPr/>
            <p:nvPr/>
          </p:nvSpPr>
          <p:spPr>
            <a:xfrm>
              <a:off x="3303" y="674"/>
              <a:ext cx="657" cy="0"/>
            </a:xfrm>
            <a:prstGeom prst="line">
              <a:avLst/>
            </a:prstGeom>
            <a:ln w="38100" cap="flat" cmpd="sng">
              <a:solidFill>
                <a:schemeClr val="bg1"/>
              </a:solidFill>
              <a:prstDash val="solid"/>
              <a:round/>
              <a:headEnd type="none" w="med" len="med"/>
              <a:tailEnd type="none" w="med" len="med"/>
            </a:ln>
          </p:spPr>
        </p:sp>
        <p:sp>
          <p:nvSpPr>
            <p:cNvPr id="13374" name="Freeform 67"/>
            <p:cNvSpPr/>
            <p:nvPr/>
          </p:nvSpPr>
          <p:spPr>
            <a:xfrm>
              <a:off x="4402" y="661"/>
              <a:ext cx="778" cy="286"/>
            </a:xfrm>
            <a:custGeom>
              <a:avLst/>
              <a:gdLst/>
              <a:ahLst/>
              <a:cxnLst>
                <a:cxn ang="0">
                  <a:pos x="0" y="465"/>
                </a:cxn>
                <a:cxn ang="0">
                  <a:pos x="0" y="0"/>
                </a:cxn>
                <a:cxn ang="0">
                  <a:pos x="1304" y="0"/>
                </a:cxn>
              </a:cxnLst>
              <a:pathLst>
                <a:path w="464" h="176">
                  <a:moveTo>
                    <a:pt x="0" y="176"/>
                  </a:moveTo>
                  <a:lnTo>
                    <a:pt x="0" y="0"/>
                  </a:lnTo>
                  <a:lnTo>
                    <a:pt x="464"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3375" name="Freeform 68"/>
            <p:cNvSpPr/>
            <p:nvPr/>
          </p:nvSpPr>
          <p:spPr>
            <a:xfrm flipV="1">
              <a:off x="4402" y="1428"/>
              <a:ext cx="778" cy="285"/>
            </a:xfrm>
            <a:custGeom>
              <a:avLst/>
              <a:gdLst/>
              <a:ahLst/>
              <a:cxnLst>
                <a:cxn ang="0">
                  <a:pos x="0" y="462"/>
                </a:cxn>
                <a:cxn ang="0">
                  <a:pos x="0" y="0"/>
                </a:cxn>
                <a:cxn ang="0">
                  <a:pos x="1304" y="0"/>
                </a:cxn>
              </a:cxnLst>
              <a:pathLst>
                <a:path w="464" h="176">
                  <a:moveTo>
                    <a:pt x="0" y="176"/>
                  </a:moveTo>
                  <a:lnTo>
                    <a:pt x="0" y="0"/>
                  </a:lnTo>
                  <a:lnTo>
                    <a:pt x="464" y="0"/>
                  </a:lnTo>
                </a:path>
              </a:pathLst>
            </a:custGeom>
            <a:noFill/>
            <a:ln w="38100" cap="flat" cmpd="sng">
              <a:solidFill>
                <a:schemeClr val="bg1"/>
              </a:solidFill>
              <a:prstDash val="solid"/>
              <a:round/>
              <a:headEnd type="none" w="med" len="med"/>
              <a:tailEnd type="none" w="med" len="med"/>
            </a:ln>
          </p:spPr>
          <p:txBody>
            <a:bodyPr/>
            <a:p>
              <a:endParaRPr lang="zh-CN" altLang="en-US"/>
            </a:p>
          </p:txBody>
        </p:sp>
        <p:sp>
          <p:nvSpPr>
            <p:cNvPr id="13376" name="Line 69"/>
            <p:cNvSpPr/>
            <p:nvPr/>
          </p:nvSpPr>
          <p:spPr>
            <a:xfrm>
              <a:off x="3303" y="1724"/>
              <a:ext cx="657" cy="0"/>
            </a:xfrm>
            <a:prstGeom prst="line">
              <a:avLst/>
            </a:prstGeom>
            <a:ln w="38100" cap="flat" cmpd="sng">
              <a:solidFill>
                <a:schemeClr val="bg1"/>
              </a:solidFill>
              <a:prstDash val="solid"/>
              <a:round/>
              <a:headEnd type="none" w="med" len="med"/>
              <a:tailEnd type="none" w="med" len="med"/>
            </a:ln>
          </p:spPr>
        </p:sp>
        <p:sp>
          <p:nvSpPr>
            <p:cNvPr id="13377" name="Oval 70"/>
            <p:cNvSpPr/>
            <p:nvPr/>
          </p:nvSpPr>
          <p:spPr>
            <a:xfrm>
              <a:off x="3213" y="627"/>
              <a:ext cx="94" cy="91"/>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78" name="Oval 71"/>
            <p:cNvSpPr/>
            <p:nvPr/>
          </p:nvSpPr>
          <p:spPr>
            <a:xfrm>
              <a:off x="3213" y="1658"/>
              <a:ext cx="94" cy="91"/>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79" name="Oval 72"/>
            <p:cNvSpPr/>
            <p:nvPr/>
          </p:nvSpPr>
          <p:spPr>
            <a:xfrm>
              <a:off x="5167" y="619"/>
              <a:ext cx="94" cy="91"/>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80" name="Oval 73"/>
            <p:cNvSpPr/>
            <p:nvPr/>
          </p:nvSpPr>
          <p:spPr>
            <a:xfrm>
              <a:off x="5159" y="1666"/>
              <a:ext cx="94" cy="91"/>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3381" name="Group 74"/>
            <p:cNvGrpSpPr/>
            <p:nvPr/>
          </p:nvGrpSpPr>
          <p:grpSpPr>
            <a:xfrm>
              <a:off x="4282" y="960"/>
              <a:ext cx="241" cy="468"/>
              <a:chOff x="1600" y="3000"/>
              <a:chExt cx="144" cy="288"/>
            </a:xfrm>
          </p:grpSpPr>
          <p:sp>
            <p:nvSpPr>
              <p:cNvPr id="13382" name="AutoShape 75"/>
              <p:cNvSpPr/>
              <p:nvPr/>
            </p:nvSpPr>
            <p:spPr>
              <a:xfrm>
                <a:off x="1600" y="3000"/>
                <a:ext cx="144" cy="288"/>
              </a:xfrm>
              <a:prstGeom prst="diamond">
                <a:avLst/>
              </a:prstGeom>
              <a:noFill/>
              <a:ln w="38100" cap="flat" cmpd="sng">
                <a:solidFill>
                  <a:srgbClr val="FF00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83" name="Line 76"/>
              <p:cNvSpPr/>
              <p:nvPr/>
            </p:nvSpPr>
            <p:spPr>
              <a:xfrm>
                <a:off x="1672" y="3024"/>
                <a:ext cx="0" cy="264"/>
              </a:xfrm>
              <a:prstGeom prst="line">
                <a:avLst/>
              </a:prstGeom>
              <a:ln w="38100" cap="flat" cmpd="sng">
                <a:solidFill>
                  <a:srgbClr val="FF0000"/>
                </a:solidFill>
                <a:prstDash val="solid"/>
                <a:round/>
                <a:headEnd type="none" w="med" len="med"/>
                <a:tailEnd type="none" w="med" len="med"/>
              </a:ln>
            </p:spPr>
          </p:sp>
        </p:grpSp>
        <p:sp>
          <p:nvSpPr>
            <p:cNvPr id="13384" name="Text Box 77"/>
            <p:cNvSpPr txBox="1"/>
            <p:nvPr/>
          </p:nvSpPr>
          <p:spPr>
            <a:xfrm>
              <a:off x="4375" y="739"/>
              <a:ext cx="470" cy="374"/>
            </a:xfrm>
            <a:prstGeom prst="rect">
              <a:avLst/>
            </a:prstGeom>
            <a:noFill/>
            <a:ln w="9525">
              <a:noFill/>
            </a:ln>
          </p:spPr>
          <p:txBody>
            <a:bodyPr anchor="t">
              <a:spAutoFit/>
            </a:bodyPr>
            <a:p>
              <a:pPr>
                <a:spcBef>
                  <a:spcPct val="50000"/>
                </a:spcBef>
              </a:pPr>
              <a:r>
                <a:rPr lang="en-US" altLang="zh-CN" sz="2400" dirty="0">
                  <a:solidFill>
                    <a:srgbClr val="FFFF3D"/>
                  </a:solidFill>
                  <a:latin typeface="Times New Roman" panose="02020603050405020304" pitchFamily="18" charset="0"/>
                  <a:ea typeface="宋体" panose="02010600030101010101" pitchFamily="2" charset="-122"/>
                </a:rPr>
                <a:t>+</a:t>
              </a:r>
              <a:endParaRPr lang="en-US" altLang="zh-CN" sz="2400" dirty="0">
                <a:solidFill>
                  <a:srgbClr val="FFFF3D"/>
                </a:solidFill>
                <a:latin typeface="Times New Roman" panose="02020603050405020304" pitchFamily="18" charset="0"/>
                <a:ea typeface="宋体" panose="02010600030101010101" pitchFamily="2" charset="-122"/>
              </a:endParaRPr>
            </a:p>
          </p:txBody>
        </p:sp>
        <p:sp>
          <p:nvSpPr>
            <p:cNvPr id="13385" name="Text Box 78"/>
            <p:cNvSpPr txBox="1"/>
            <p:nvPr/>
          </p:nvSpPr>
          <p:spPr>
            <a:xfrm>
              <a:off x="4402" y="1247"/>
              <a:ext cx="325" cy="374"/>
            </a:xfrm>
            <a:prstGeom prst="rect">
              <a:avLst/>
            </a:prstGeom>
            <a:noFill/>
            <a:ln w="9525">
              <a:noFill/>
            </a:ln>
          </p:spPr>
          <p:txBody>
            <a:bodyPr anchor="t">
              <a:spAutoFit/>
            </a:bodyPr>
            <a:p>
              <a:pPr>
                <a:spcBef>
                  <a:spcPct val="50000"/>
                </a:spcBef>
              </a:pPr>
              <a:r>
                <a:rPr lang="en-US" altLang="zh-CN" sz="2400" dirty="0">
                  <a:solidFill>
                    <a:srgbClr val="FFFF3D"/>
                  </a:solidFill>
                  <a:latin typeface="Times New Roman" panose="02020603050405020304" pitchFamily="18" charset="0"/>
                  <a:ea typeface="宋体" panose="02010600030101010101" pitchFamily="2" charset="-122"/>
                </a:rPr>
                <a:t>–</a:t>
              </a:r>
              <a:endParaRPr lang="en-US" altLang="zh-CN" sz="2400" dirty="0">
                <a:solidFill>
                  <a:srgbClr val="FFFF3D"/>
                </a:solidFill>
                <a:latin typeface="Times New Roman" panose="02020603050405020304" pitchFamily="18" charset="0"/>
                <a:ea typeface="宋体" panose="02010600030101010101" pitchFamily="2" charset="-122"/>
              </a:endParaRPr>
            </a:p>
          </p:txBody>
        </p:sp>
        <p:sp>
          <p:nvSpPr>
            <p:cNvPr id="13386" name="Text Box 79"/>
            <p:cNvSpPr txBox="1"/>
            <p:nvPr/>
          </p:nvSpPr>
          <p:spPr>
            <a:xfrm>
              <a:off x="4506" y="999"/>
              <a:ext cx="448" cy="424"/>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k</a:t>
              </a:r>
              <a:r>
                <a:rPr lang="en-US" altLang="zh-CN" dirty="0">
                  <a:solidFill>
                    <a:srgbClr val="FFFF3D"/>
                  </a:solidFill>
                  <a:latin typeface="Monotype Corsiva" pitchFamily="66" charset="0"/>
                  <a:ea typeface="宋体" panose="02010600030101010101" pitchFamily="2" charset="-122"/>
                </a:rPr>
                <a:t>i</a:t>
              </a:r>
              <a:endParaRPr lang="en-US" altLang="zh-CN" dirty="0">
                <a:solidFill>
                  <a:srgbClr val="FFFF3D"/>
                </a:solidFill>
                <a:latin typeface="Monotype Corsiva" pitchFamily="66" charset="0"/>
                <a:ea typeface="宋体" panose="02010600030101010101" pitchFamily="2" charset="-122"/>
              </a:endParaRPr>
            </a:p>
          </p:txBody>
        </p:sp>
        <p:sp>
          <p:nvSpPr>
            <p:cNvPr id="13387" name="Rectangle 80"/>
            <p:cNvSpPr/>
            <p:nvPr/>
          </p:nvSpPr>
          <p:spPr>
            <a:xfrm rot="-5400000">
              <a:off x="3725" y="1081"/>
              <a:ext cx="459" cy="16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3388" name="Line 81"/>
            <p:cNvSpPr/>
            <p:nvPr/>
          </p:nvSpPr>
          <p:spPr>
            <a:xfrm>
              <a:off x="3946" y="674"/>
              <a:ext cx="0" cy="260"/>
            </a:xfrm>
            <a:prstGeom prst="line">
              <a:avLst/>
            </a:prstGeom>
            <a:ln w="38100" cap="flat" cmpd="sng">
              <a:solidFill>
                <a:schemeClr val="bg1"/>
              </a:solidFill>
              <a:prstDash val="solid"/>
              <a:round/>
              <a:headEnd type="none" w="med" len="med"/>
              <a:tailEnd type="none" w="med" len="med"/>
            </a:ln>
          </p:spPr>
        </p:sp>
        <p:sp>
          <p:nvSpPr>
            <p:cNvPr id="13389" name="Line 82"/>
            <p:cNvSpPr/>
            <p:nvPr/>
          </p:nvSpPr>
          <p:spPr>
            <a:xfrm>
              <a:off x="3946" y="1389"/>
              <a:ext cx="0" cy="350"/>
            </a:xfrm>
            <a:prstGeom prst="line">
              <a:avLst/>
            </a:prstGeom>
            <a:ln w="38100" cap="flat" cmpd="sng">
              <a:solidFill>
                <a:schemeClr val="bg1"/>
              </a:solidFill>
              <a:prstDash val="solid"/>
              <a:round/>
              <a:headEnd type="none" w="med" len="med"/>
              <a:tailEnd type="none" w="med" len="med"/>
            </a:ln>
          </p:spPr>
        </p:sp>
        <p:sp>
          <p:nvSpPr>
            <p:cNvPr id="13390" name="Text Box 83"/>
            <p:cNvSpPr txBox="1"/>
            <p:nvPr/>
          </p:nvSpPr>
          <p:spPr>
            <a:xfrm>
              <a:off x="3601" y="960"/>
              <a:ext cx="536" cy="424"/>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R</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3391" name="Line 84"/>
            <p:cNvSpPr/>
            <p:nvPr/>
          </p:nvSpPr>
          <p:spPr>
            <a:xfrm>
              <a:off x="3397" y="596"/>
              <a:ext cx="536" cy="0"/>
            </a:xfrm>
            <a:prstGeom prst="line">
              <a:avLst/>
            </a:prstGeom>
            <a:ln w="38100" cap="flat" cmpd="sng">
              <a:solidFill>
                <a:schemeClr val="bg1"/>
              </a:solidFill>
              <a:prstDash val="solid"/>
              <a:round/>
              <a:headEnd type="none" w="med" len="med"/>
              <a:tailEnd type="stealth" w="sm" len="lg"/>
            </a:ln>
          </p:spPr>
        </p:sp>
        <p:sp>
          <p:nvSpPr>
            <p:cNvPr id="13392" name="Text Box 85"/>
            <p:cNvSpPr txBox="1"/>
            <p:nvPr/>
          </p:nvSpPr>
          <p:spPr>
            <a:xfrm>
              <a:off x="3442" y="318"/>
              <a:ext cx="282" cy="424"/>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 </a:t>
              </a:r>
              <a:endParaRPr lang="en-US" altLang="zh-CN" dirty="0">
                <a:solidFill>
                  <a:srgbClr val="FFFF3D"/>
                </a:solidFill>
                <a:latin typeface="Monotype Corsiva" pitchFamily="66" charset="0"/>
                <a:ea typeface="宋体" panose="02010600030101010101" pitchFamily="2" charset="-122"/>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2000"/>
                                  </p:stCondLst>
                                  <p:childTnLst>
                                    <p:set>
                                      <p:cBhvr>
                                        <p:cTn id="6" dur="1" fill="hold">
                                          <p:stCondLst>
                                            <p:cond delay="0"/>
                                          </p:stCondLst>
                                        </p:cTn>
                                        <p:tgtEl>
                                          <p:spTgt spid="76802"/>
                                        </p:tgtEl>
                                        <p:attrNameLst>
                                          <p:attrName>style.visibility</p:attrName>
                                        </p:attrNameLst>
                                      </p:cBhvr>
                                      <p:to>
                                        <p:strVal val="visible"/>
                                      </p:to>
                                    </p:set>
                                    <p:animEffect transition="in" filter="checkerboard(across)">
                                      <p:cBhvr>
                                        <p:cTn id="7" dur="500"/>
                                        <p:tgtEl>
                                          <p:spTgt spid="7680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6887"/>
                                        </p:tgtEl>
                                        <p:attrNameLst>
                                          <p:attrName>style.visibility</p:attrName>
                                        </p:attrNameLst>
                                      </p:cBhvr>
                                      <p:to>
                                        <p:strVal val="visible"/>
                                      </p:to>
                                    </p:set>
                                    <p:animEffect transition="in" filter="dissolve">
                                      <p:cBhvr>
                                        <p:cTn id="12" dur="500"/>
                                        <p:tgtEl>
                                          <p:spTgt spid="768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6863"/>
                                        </p:tgtEl>
                                        <p:attrNameLst>
                                          <p:attrName>style.visibility</p:attrName>
                                        </p:attrNameLst>
                                      </p:cBhvr>
                                      <p:to>
                                        <p:strVal val="visible"/>
                                      </p:to>
                                    </p:set>
                                    <p:animEffect transition="in" filter="wipe(up)">
                                      <p:cBhvr>
                                        <p:cTn id="17" dur="500"/>
                                        <p:tgtEl>
                                          <p:spTgt spid="76863"/>
                                        </p:tgtEl>
                                      </p:cBhvr>
                                    </p:animEffect>
                                  </p:childTnLst>
                                </p:cTn>
                              </p:par>
                            </p:childTnLst>
                          </p:cTn>
                        </p:par>
                        <p:par>
                          <p:cTn id="18" fill="hold">
                            <p:stCondLst>
                              <p:cond delay="500"/>
                            </p:stCondLst>
                            <p:childTnLst>
                              <p:par>
                                <p:cTn id="19" presetID="22" presetClass="entr" presetSubtype="8" fill="hold" grpId="0" nodeType="afterEffect">
                                  <p:stCondLst>
                                    <p:cond delay="1000"/>
                                  </p:stCondLst>
                                  <p:childTnLst>
                                    <p:set>
                                      <p:cBhvr>
                                        <p:cTn id="20" dur="1" fill="hold">
                                          <p:stCondLst>
                                            <p:cond delay="0"/>
                                          </p:stCondLst>
                                        </p:cTn>
                                        <p:tgtEl>
                                          <p:spTgt spid="76862"/>
                                        </p:tgtEl>
                                        <p:attrNameLst>
                                          <p:attrName>style.visibility</p:attrName>
                                        </p:attrNameLst>
                                      </p:cBhvr>
                                      <p:to>
                                        <p:strVal val="visible"/>
                                      </p:to>
                                    </p:set>
                                    <p:animEffect transition="in" filter="wipe(left)">
                                      <p:cBhvr>
                                        <p:cTn id="21" dur="500"/>
                                        <p:tgtEl>
                                          <p:spTgt spid="76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p:bldP spid="76862" grpId="0"/>
      <p:bldP spid="7686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3730" name="Rectangle 2"/>
          <p:cNvSpPr>
            <a:spLocks noGrp="1"/>
          </p:cNvSpPr>
          <p:nvPr>
            <p:ph type="title"/>
          </p:nvPr>
        </p:nvSpPr>
        <p:spPr>
          <a:xfrm>
            <a:off x="563880" y="722948"/>
            <a:ext cx="6757988" cy="503237"/>
          </a:xfrm>
        </p:spPr>
        <p:txBody>
          <a:bodyPr wrap="square" lIns="91440" tIns="45720" rIns="91440" bIns="45720" anchor="b"/>
          <a:p>
            <a:pPr>
              <a:spcBef>
                <a:spcPct val="50000"/>
              </a:spcBef>
            </a:pPr>
            <a:r>
              <a:rPr lang="zh-CN" altLang="en-US" sz="2400" b="1" dirty="0">
                <a:solidFill>
                  <a:schemeClr val="bg1"/>
                </a:solidFill>
                <a:latin typeface="黑体" panose="02010609060101010101" pitchFamily="2" charset="-122"/>
                <a:ea typeface="黑体" panose="02010609060101010101" pitchFamily="2" charset="-122"/>
              </a:rPr>
              <a:t>四、电压源和电流源的等效变换</a:t>
            </a:r>
            <a:endParaRPr lang="zh-CN" altLang="en-US" sz="2400" b="1" dirty="0">
              <a:solidFill>
                <a:schemeClr val="bg1"/>
              </a:solidFill>
              <a:latin typeface="黑体" panose="02010609060101010101" pitchFamily="2" charset="-122"/>
              <a:ea typeface="黑体" panose="02010609060101010101" pitchFamily="2" charset="-122"/>
            </a:endParaRPr>
          </a:p>
        </p:txBody>
      </p:sp>
      <p:sp>
        <p:nvSpPr>
          <p:cNvPr id="73732" name="Text Box 4"/>
          <p:cNvSpPr txBox="1"/>
          <p:nvPr/>
        </p:nvSpPr>
        <p:spPr>
          <a:xfrm>
            <a:off x="733108" y="1583055"/>
            <a:ext cx="2984500" cy="458788"/>
          </a:xfrm>
          <a:prstGeom prst="rect">
            <a:avLst/>
          </a:prstGeom>
          <a:noFill/>
          <a:ln w="38100">
            <a:noFill/>
          </a:ln>
        </p:spPr>
        <p:txBody>
          <a:bodyPr lIns="90000" tIns="46800" rIns="90000" bIns="46800" anchor="t">
            <a:spAutoFit/>
          </a:bodyPr>
          <a:p>
            <a:pPr>
              <a:spcBef>
                <a:spcPct val="50000"/>
              </a:spcBef>
            </a:pPr>
            <a:r>
              <a:rPr lang="zh-CN" altLang="en-US" sz="2400" dirty="0">
                <a:solidFill>
                  <a:srgbClr val="FFFF3D"/>
                </a:solidFill>
                <a:latin typeface="Times New Roman" panose="02020603050405020304" pitchFamily="18" charset="0"/>
                <a:ea typeface="宋体" panose="02010600030101010101" pitchFamily="2" charset="-122"/>
              </a:rPr>
              <a:t>等效电路的概念</a:t>
            </a:r>
            <a:endParaRPr lang="zh-CN" altLang="en-US" sz="2400" dirty="0">
              <a:solidFill>
                <a:srgbClr val="FFFF3D"/>
              </a:solidFill>
              <a:latin typeface="Times New Roman" panose="02020603050405020304" pitchFamily="18" charset="0"/>
              <a:ea typeface="宋体" panose="02010600030101010101" pitchFamily="2" charset="-122"/>
            </a:endParaRPr>
          </a:p>
        </p:txBody>
      </p:sp>
      <p:sp>
        <p:nvSpPr>
          <p:cNvPr id="73733" name="Text Box 5"/>
          <p:cNvSpPr txBox="1"/>
          <p:nvPr/>
        </p:nvSpPr>
        <p:spPr>
          <a:xfrm>
            <a:off x="339725" y="2678430"/>
            <a:ext cx="8529638" cy="822325"/>
          </a:xfrm>
          <a:prstGeom prst="rect">
            <a:avLst/>
          </a:prstGeom>
          <a:noFill/>
          <a:ln w="38100">
            <a:noFill/>
          </a:ln>
        </p:spPr>
        <p:txBody>
          <a:bodyPr anchor="t">
            <a:spAutoFit/>
          </a:bodyPr>
          <a:p>
            <a:pPr>
              <a:spcBef>
                <a:spcPct val="50000"/>
              </a:spcBef>
            </a:pPr>
            <a:r>
              <a:rPr lang="en-US" altLang="zh-CN" sz="2400" dirty="0">
                <a:latin typeface="楷体" panose="02010609060101010101" charset="-122"/>
                <a:ea typeface="楷体" panose="02010609060101010101" charset="-122"/>
              </a:rPr>
              <a:t>1.</a:t>
            </a:r>
            <a:r>
              <a:rPr lang="zh-CN" altLang="en-US" sz="2400" dirty="0">
                <a:latin typeface="楷体" panose="02010609060101010101" charset="-122"/>
                <a:ea typeface="楷体" panose="02010609060101010101" charset="-122"/>
              </a:rPr>
              <a:t>两个结构参数不同的电路在端子上有相同的电压、电流关系，因而可以互相代换；</a:t>
            </a:r>
            <a:endParaRPr lang="zh-CN" altLang="en-US" sz="2400" dirty="0">
              <a:latin typeface="楷体" panose="02010609060101010101" charset="-122"/>
              <a:ea typeface="楷体" panose="02010609060101010101" charset="-122"/>
            </a:endParaRPr>
          </a:p>
        </p:txBody>
      </p:sp>
      <p:sp>
        <p:nvSpPr>
          <p:cNvPr id="73734" name="Text Box 6"/>
          <p:cNvSpPr txBox="1"/>
          <p:nvPr/>
        </p:nvSpPr>
        <p:spPr>
          <a:xfrm>
            <a:off x="363855" y="3681095"/>
            <a:ext cx="8591550" cy="822325"/>
          </a:xfrm>
          <a:prstGeom prst="rect">
            <a:avLst/>
          </a:prstGeom>
          <a:noFill/>
          <a:ln w="38100">
            <a:noFill/>
          </a:ln>
        </p:spPr>
        <p:txBody>
          <a:bodyPr anchor="t">
            <a:spAutoFit/>
          </a:bodyPr>
          <a:p>
            <a:pPr>
              <a:spcBef>
                <a:spcPct val="50000"/>
              </a:spcBef>
            </a:pPr>
            <a:r>
              <a:rPr lang="en-US" altLang="zh-CN" sz="2400" dirty="0">
                <a:latin typeface="楷体" panose="02010609060101010101" charset="-122"/>
                <a:ea typeface="楷体" panose="02010609060101010101" charset="-122"/>
              </a:rPr>
              <a:t>2.</a:t>
            </a:r>
            <a:r>
              <a:rPr lang="zh-CN" altLang="en-US" sz="2400" dirty="0">
                <a:latin typeface="楷体" panose="02010609060101010101" charset="-122"/>
                <a:ea typeface="楷体" panose="02010609060101010101" charset="-122"/>
              </a:rPr>
              <a:t>代换的效果是不改变外电路（或电路未变化部分）中的电压、电流和功率。</a:t>
            </a:r>
            <a:endParaRPr lang="zh-CN" altLang="en-US" sz="2400" dirty="0">
              <a:latin typeface="楷体" panose="02010609060101010101" charset="-122"/>
              <a:ea typeface="楷体" panose="02010609060101010101" charset="-122"/>
            </a:endParaRPr>
          </a:p>
        </p:txBody>
      </p:sp>
      <p:sp>
        <p:nvSpPr>
          <p:cNvPr id="73735" name="Rectangle 7" descr="小网格"/>
          <p:cNvSpPr/>
          <p:nvPr/>
        </p:nvSpPr>
        <p:spPr>
          <a:xfrm>
            <a:off x="1884363" y="4783455"/>
            <a:ext cx="4787900" cy="1619250"/>
          </a:xfrm>
          <a:prstGeom prst="rect">
            <a:avLst/>
          </a:prstGeom>
          <a:pattFill prst="smGrid">
            <a:fgClr>
              <a:srgbClr val="FFD9FF"/>
            </a:fgClr>
            <a:bgClr>
              <a:srgbClr val="FFFFDD"/>
            </a:bgClr>
          </a:patt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73736" name="Text Box 8" descr="瓦形"/>
          <p:cNvSpPr txBox="1"/>
          <p:nvPr/>
        </p:nvSpPr>
        <p:spPr>
          <a:xfrm>
            <a:off x="2052638" y="5234305"/>
            <a:ext cx="4452937" cy="946150"/>
          </a:xfrm>
          <a:prstGeom prst="rect">
            <a:avLst/>
          </a:prstGeom>
          <a:noFill/>
          <a:ln w="28575">
            <a:noFill/>
          </a:ln>
        </p:spPr>
        <p:txBody>
          <a:bodyPr anchor="t">
            <a:spAutoFit/>
          </a:bodyPr>
          <a:p>
            <a:pPr>
              <a:spcBef>
                <a:spcPct val="50000"/>
              </a:spcBef>
            </a:pPr>
            <a:r>
              <a:rPr lang="zh-CN" altLang="en-US" dirty="0">
                <a:solidFill>
                  <a:schemeClr val="tx1"/>
                </a:solidFill>
                <a:latin typeface="Times New Roman" panose="02020603050405020304" pitchFamily="18" charset="0"/>
                <a:ea typeface="宋体" panose="02010600030101010101" pitchFamily="2" charset="-122"/>
              </a:rPr>
              <a:t>等效只是针对外电路而言，对其内部电路是不等效的。</a:t>
            </a:r>
            <a:endParaRPr lang="zh-CN" altLang="en-US" sz="24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afterEffect">
                                  <p:stCondLst>
                                    <p:cond delay="2000"/>
                                  </p:stCondLst>
                                  <p:childTnLst>
                                    <p:set>
                                      <p:cBhvr>
                                        <p:cTn id="6" dur="1" fill="hold">
                                          <p:stCondLst>
                                            <p:cond delay="0"/>
                                          </p:stCondLst>
                                        </p:cTn>
                                        <p:tgtEl>
                                          <p:spTgt spid="73730"/>
                                        </p:tgtEl>
                                        <p:attrNameLst>
                                          <p:attrName>style.visibility</p:attrName>
                                        </p:attrNameLst>
                                      </p:cBhvr>
                                      <p:to>
                                        <p:strVal val="visible"/>
                                      </p:to>
                                    </p:set>
                                    <p:animEffect transition="in" filter="blinds(vertical)">
                                      <p:cBhvr>
                                        <p:cTn id="7" dur="500"/>
                                        <p:tgtEl>
                                          <p:spTgt spid="7373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3732"/>
                                        </p:tgtEl>
                                        <p:attrNameLst>
                                          <p:attrName>style.visibility</p:attrName>
                                        </p:attrNameLst>
                                      </p:cBhvr>
                                      <p:to>
                                        <p:strVal val="visible"/>
                                      </p:to>
                                    </p:set>
                                    <p:anim calcmode="lin" valueType="num">
                                      <p:cBhvr additive="base">
                                        <p:cTn id="12" dur="500" fill="hold"/>
                                        <p:tgtEl>
                                          <p:spTgt spid="73732"/>
                                        </p:tgtEl>
                                        <p:attrNameLst>
                                          <p:attrName>ppt_x</p:attrName>
                                        </p:attrNameLst>
                                      </p:cBhvr>
                                      <p:tavLst>
                                        <p:tav tm="0">
                                          <p:val>
                                            <p:strVal val="0-#ppt_w/2"/>
                                          </p:val>
                                        </p:tav>
                                        <p:tav tm="100000">
                                          <p:val>
                                            <p:strVal val="#ppt_x"/>
                                          </p:val>
                                        </p:tav>
                                      </p:tavLst>
                                    </p:anim>
                                    <p:anim calcmode="lin" valueType="num">
                                      <p:cBhvr additive="base">
                                        <p:cTn id="13" dur="500" fill="hold"/>
                                        <p:tgtEl>
                                          <p:spTgt spid="7373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3733"/>
                                        </p:tgtEl>
                                        <p:attrNameLst>
                                          <p:attrName>style.visibility</p:attrName>
                                        </p:attrNameLst>
                                      </p:cBhvr>
                                      <p:to>
                                        <p:strVal val="visible"/>
                                      </p:to>
                                    </p:set>
                                    <p:animEffect transition="in" filter="wipe(left)">
                                      <p:cBhvr>
                                        <p:cTn id="18" dur="500"/>
                                        <p:tgtEl>
                                          <p:spTgt spid="7373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73734"/>
                                        </p:tgtEl>
                                        <p:attrNameLst>
                                          <p:attrName>style.visibility</p:attrName>
                                        </p:attrNameLst>
                                      </p:cBhvr>
                                      <p:to>
                                        <p:strVal val="visible"/>
                                      </p:to>
                                    </p:set>
                                    <p:animEffect transition="in" filter="blinds(vertical)">
                                      <p:cBhvr>
                                        <p:cTn id="23" dur="500"/>
                                        <p:tgtEl>
                                          <p:spTgt spid="7373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73736"/>
                                        </p:tgtEl>
                                        <p:attrNameLst>
                                          <p:attrName>style.visibility</p:attrName>
                                        </p:attrNameLst>
                                      </p:cBhvr>
                                      <p:to>
                                        <p:strVal val="visible"/>
                                      </p:to>
                                    </p:set>
                                    <p:animEffect transition="in" filter="wipe(left)">
                                      <p:cBhvr>
                                        <p:cTn id="28" dur="300"/>
                                        <p:tgtEl>
                                          <p:spTgt spid="73736"/>
                                        </p:tgtEl>
                                      </p:cBhvr>
                                    </p:animEffect>
                                  </p:childTnLst>
                                </p:cTn>
                              </p:par>
                            </p:childTnLst>
                          </p:cTn>
                        </p:par>
                        <p:par>
                          <p:cTn id="29" fill="hold">
                            <p:stCondLst>
                              <p:cond delay="7200"/>
                            </p:stCondLst>
                            <p:childTnLst>
                              <p:par>
                                <p:cTn id="30" presetID="16" presetClass="entr" presetSubtype="37" fill="hold" grpId="0" nodeType="afterEffect">
                                  <p:stCondLst>
                                    <p:cond delay="1000"/>
                                  </p:stCondLst>
                                  <p:childTnLst>
                                    <p:set>
                                      <p:cBhvr>
                                        <p:cTn id="31" dur="1" fill="hold">
                                          <p:stCondLst>
                                            <p:cond delay="0"/>
                                          </p:stCondLst>
                                        </p:cTn>
                                        <p:tgtEl>
                                          <p:spTgt spid="73735"/>
                                        </p:tgtEl>
                                        <p:attrNameLst>
                                          <p:attrName>style.visibility</p:attrName>
                                        </p:attrNameLst>
                                      </p:cBhvr>
                                      <p:to>
                                        <p:strVal val="visible"/>
                                      </p:to>
                                    </p:set>
                                    <p:animEffect transition="in" filter="barn(outVertical)">
                                      <p:cBhvr>
                                        <p:cTn id="32" dur="500"/>
                                        <p:tgtEl>
                                          <p:spTgt spid="737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p:bldP spid="73732" grpId="0"/>
      <p:bldP spid="73733" grpId="0"/>
      <p:bldP spid="73734" grpId="0"/>
      <p:bldP spid="73735" grpId="0" bldLvl="0" animBg="1"/>
      <p:bldP spid="73736"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4756" name="Rectangle 4"/>
          <p:cNvSpPr>
            <a:spLocks noGrp="1"/>
          </p:cNvSpPr>
          <p:nvPr>
            <p:ph type="title"/>
          </p:nvPr>
        </p:nvSpPr>
        <p:spPr>
          <a:xfrm>
            <a:off x="258763" y="220663"/>
            <a:ext cx="3808412" cy="522287"/>
          </a:xfrm>
        </p:spPr>
        <p:txBody>
          <a:bodyPr wrap="square" lIns="91440" tIns="45720" rIns="91440" bIns="45720" anchor="b"/>
          <a:p>
            <a:pPr eaLnBrk="1" hangingPunct="1"/>
            <a:r>
              <a:rPr lang="zh-CN" altLang="en-US" sz="2400" b="1" dirty="0">
                <a:solidFill>
                  <a:srgbClr val="FFFF3D"/>
                </a:solidFill>
              </a:rPr>
              <a:t>电压源与电流源变换公式：</a:t>
            </a:r>
            <a:endParaRPr lang="zh-CN" altLang="en-US" sz="2400" b="1" dirty="0">
              <a:solidFill>
                <a:srgbClr val="FFFF3D"/>
              </a:solidFill>
            </a:endParaRPr>
          </a:p>
        </p:txBody>
      </p:sp>
      <p:grpSp>
        <p:nvGrpSpPr>
          <p:cNvPr id="74854" name="Group 102"/>
          <p:cNvGrpSpPr/>
          <p:nvPr/>
        </p:nvGrpSpPr>
        <p:grpSpPr>
          <a:xfrm>
            <a:off x="5135563" y="835025"/>
            <a:ext cx="3402012" cy="2514600"/>
            <a:chOff x="3235" y="526"/>
            <a:chExt cx="2143" cy="1584"/>
          </a:xfrm>
        </p:grpSpPr>
        <p:grpSp>
          <p:nvGrpSpPr>
            <p:cNvPr id="17411" name="Group 6"/>
            <p:cNvGrpSpPr/>
            <p:nvPr/>
          </p:nvGrpSpPr>
          <p:grpSpPr>
            <a:xfrm>
              <a:off x="3587" y="1253"/>
              <a:ext cx="344" cy="336"/>
              <a:chOff x="656" y="1712"/>
              <a:chExt cx="344" cy="336"/>
            </a:xfrm>
          </p:grpSpPr>
          <p:sp>
            <p:nvSpPr>
              <p:cNvPr id="17412" name="Oval 7"/>
              <p:cNvSpPr/>
              <p:nvPr/>
            </p:nvSpPr>
            <p:spPr>
              <a:xfrm>
                <a:off x="656" y="1712"/>
                <a:ext cx="336" cy="336"/>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7413" name="Line 8"/>
              <p:cNvSpPr/>
              <p:nvPr/>
            </p:nvSpPr>
            <p:spPr>
              <a:xfrm>
                <a:off x="664" y="1880"/>
                <a:ext cx="336" cy="0"/>
              </a:xfrm>
              <a:prstGeom prst="line">
                <a:avLst/>
              </a:prstGeom>
              <a:ln w="38100" cap="flat" cmpd="sng">
                <a:solidFill>
                  <a:srgbClr val="FF3300"/>
                </a:solidFill>
                <a:prstDash val="solid"/>
                <a:miter/>
                <a:headEnd type="none" w="med" len="med"/>
                <a:tailEnd type="none" w="med" len="med"/>
              </a:ln>
            </p:spPr>
          </p:sp>
        </p:grpSp>
        <p:sp>
          <p:nvSpPr>
            <p:cNvPr id="17414" name="Freeform 9"/>
            <p:cNvSpPr/>
            <p:nvPr/>
          </p:nvSpPr>
          <p:spPr>
            <a:xfrm>
              <a:off x="3761" y="885"/>
              <a:ext cx="1073" cy="372"/>
            </a:xfrm>
            <a:custGeom>
              <a:avLst/>
              <a:gdLst/>
              <a:ahLst/>
              <a:cxnLst>
                <a:cxn ang="0">
                  <a:pos x="0" y="372"/>
                </a:cxn>
                <a:cxn ang="0">
                  <a:pos x="0" y="0"/>
                </a:cxn>
                <a:cxn ang="0">
                  <a:pos x="1073" y="0"/>
                </a:cxn>
              </a:cxnLst>
              <a:pathLst>
                <a:path w="1073" h="372">
                  <a:moveTo>
                    <a:pt x="0" y="372"/>
                  </a:moveTo>
                  <a:lnTo>
                    <a:pt x="0" y="0"/>
                  </a:lnTo>
                  <a:lnTo>
                    <a:pt x="1073" y="0"/>
                  </a:lnTo>
                </a:path>
              </a:pathLst>
            </a:custGeom>
            <a:noFill/>
            <a:ln w="38100" cap="flat" cmpd="sng">
              <a:solidFill>
                <a:schemeClr val="bg1"/>
              </a:solidFill>
              <a:prstDash val="solid"/>
              <a:miter/>
              <a:headEnd type="none" w="med" len="med"/>
              <a:tailEnd type="none" w="med" len="med"/>
            </a:ln>
          </p:spPr>
          <p:txBody>
            <a:bodyPr/>
            <a:p>
              <a:endParaRPr lang="zh-CN" altLang="en-US"/>
            </a:p>
          </p:txBody>
        </p:sp>
        <p:sp>
          <p:nvSpPr>
            <p:cNvPr id="17415" name="Freeform 10"/>
            <p:cNvSpPr/>
            <p:nvPr/>
          </p:nvSpPr>
          <p:spPr>
            <a:xfrm flipV="1">
              <a:off x="3749" y="1596"/>
              <a:ext cx="1073" cy="372"/>
            </a:xfrm>
            <a:custGeom>
              <a:avLst/>
              <a:gdLst/>
              <a:ahLst/>
              <a:cxnLst>
                <a:cxn ang="0">
                  <a:pos x="0" y="372"/>
                </a:cxn>
                <a:cxn ang="0">
                  <a:pos x="0" y="0"/>
                </a:cxn>
                <a:cxn ang="0">
                  <a:pos x="1073" y="0"/>
                </a:cxn>
              </a:cxnLst>
              <a:pathLst>
                <a:path w="1073" h="372">
                  <a:moveTo>
                    <a:pt x="0" y="372"/>
                  </a:moveTo>
                  <a:lnTo>
                    <a:pt x="0" y="0"/>
                  </a:lnTo>
                  <a:lnTo>
                    <a:pt x="1073" y="0"/>
                  </a:lnTo>
                </a:path>
              </a:pathLst>
            </a:custGeom>
            <a:noFill/>
            <a:ln w="38100" cap="flat" cmpd="sng">
              <a:solidFill>
                <a:schemeClr val="bg1"/>
              </a:solidFill>
              <a:prstDash val="solid"/>
              <a:miter/>
              <a:headEnd type="none" w="med" len="med"/>
              <a:tailEnd type="none" w="med" len="med"/>
            </a:ln>
          </p:spPr>
          <p:txBody>
            <a:bodyPr/>
            <a:p>
              <a:endParaRPr lang="zh-CN" altLang="en-US"/>
            </a:p>
          </p:txBody>
        </p:sp>
        <p:sp>
          <p:nvSpPr>
            <p:cNvPr id="17416" name="Oval 11"/>
            <p:cNvSpPr/>
            <p:nvPr/>
          </p:nvSpPr>
          <p:spPr>
            <a:xfrm>
              <a:off x="4823" y="818"/>
              <a:ext cx="124" cy="124"/>
            </a:xfrm>
            <a:prstGeom prst="ellipse">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7417" name="Oval 12"/>
            <p:cNvSpPr/>
            <p:nvPr/>
          </p:nvSpPr>
          <p:spPr>
            <a:xfrm>
              <a:off x="4812" y="1902"/>
              <a:ext cx="124" cy="124"/>
            </a:xfrm>
            <a:prstGeom prst="ellipse">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7418" name="Line 13"/>
            <p:cNvSpPr/>
            <p:nvPr/>
          </p:nvSpPr>
          <p:spPr>
            <a:xfrm>
              <a:off x="4326" y="885"/>
              <a:ext cx="0" cy="1084"/>
            </a:xfrm>
            <a:prstGeom prst="line">
              <a:avLst/>
            </a:prstGeom>
            <a:ln w="38100" cap="flat" cmpd="sng">
              <a:solidFill>
                <a:schemeClr val="bg1"/>
              </a:solidFill>
              <a:prstDash val="solid"/>
              <a:miter/>
              <a:headEnd type="none" w="med" len="med"/>
              <a:tailEnd type="none" w="med" len="med"/>
            </a:ln>
          </p:spPr>
        </p:sp>
        <p:sp>
          <p:nvSpPr>
            <p:cNvPr id="17419" name="Rectangle 14"/>
            <p:cNvSpPr/>
            <p:nvPr/>
          </p:nvSpPr>
          <p:spPr>
            <a:xfrm rot="-5400000">
              <a:off x="4098" y="1351"/>
              <a:ext cx="453" cy="148"/>
            </a:xfrm>
            <a:prstGeom prst="rect">
              <a:avLst/>
            </a:prstGeom>
            <a:solidFill>
              <a:srgbClr val="0000DC"/>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7420" name="Oval 15"/>
            <p:cNvSpPr/>
            <p:nvPr/>
          </p:nvSpPr>
          <p:spPr>
            <a:xfrm>
              <a:off x="4278" y="835"/>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7421" name="Oval 16"/>
            <p:cNvSpPr/>
            <p:nvPr/>
          </p:nvSpPr>
          <p:spPr>
            <a:xfrm>
              <a:off x="4289" y="1919"/>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5444" name="Line 17"/>
            <p:cNvSpPr>
              <a:spLocks noChangeShapeType="1"/>
            </p:cNvSpPr>
            <p:nvPr/>
          </p:nvSpPr>
          <p:spPr bwMode="auto">
            <a:xfrm>
              <a:off x="3536" y="1122"/>
              <a:ext cx="0" cy="553"/>
            </a:xfrm>
            <a:prstGeom prst="line">
              <a:avLst/>
            </a:prstGeom>
            <a:noFill/>
            <a:ln w="38100">
              <a:solidFill>
                <a:schemeClr val="accent5"/>
              </a:solidFill>
              <a:miter lim="800000"/>
              <a:head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7423" name="Text Box 18"/>
            <p:cNvSpPr txBox="1"/>
            <p:nvPr/>
          </p:nvSpPr>
          <p:spPr>
            <a:xfrm>
              <a:off x="3235" y="1237"/>
              <a:ext cx="395" cy="326"/>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a:t>
              </a:r>
              <a:r>
                <a:rPr lang="en-US" altLang="zh-CN" baseline="-25000" dirty="0">
                  <a:solidFill>
                    <a:srgbClr val="FFFF3D"/>
                  </a:solidFill>
                  <a:latin typeface="Times New Roman" panose="02020603050405020304" pitchFamily="18" charset="0"/>
                  <a:ea typeface="宋体" panose="02010600030101010101" pitchFamily="2" charset="-122"/>
                </a:rPr>
                <a:t>S</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24" name="Text Box 19"/>
            <p:cNvSpPr txBox="1"/>
            <p:nvPr/>
          </p:nvSpPr>
          <p:spPr>
            <a:xfrm>
              <a:off x="4937" y="1236"/>
              <a:ext cx="291"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 </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5447" name="Line 20"/>
            <p:cNvSpPr>
              <a:spLocks noChangeShapeType="1"/>
            </p:cNvSpPr>
            <p:nvPr/>
          </p:nvSpPr>
          <p:spPr bwMode="auto">
            <a:xfrm flipH="1">
              <a:off x="4871" y="1031"/>
              <a:ext cx="7" cy="769"/>
            </a:xfrm>
            <a:prstGeom prst="line">
              <a:avLst/>
            </a:prstGeom>
            <a:noFill/>
            <a:ln w="38100">
              <a:solidFill>
                <a:schemeClr val="accent5"/>
              </a:solidFill>
              <a:miter lim="800000"/>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7426" name="Text Box 21"/>
            <p:cNvSpPr txBox="1"/>
            <p:nvPr/>
          </p:nvSpPr>
          <p:spPr>
            <a:xfrm>
              <a:off x="5064" y="1225"/>
              <a:ext cx="314" cy="327"/>
            </a:xfrm>
            <a:prstGeom prst="rect">
              <a:avLst/>
            </a:prstGeom>
            <a:noFill/>
            <a:ln w="38100">
              <a:noFill/>
            </a:ln>
          </p:spPr>
          <p:txBody>
            <a:bodyPr anchor="t">
              <a:spAutoFit/>
            </a:bodyPr>
            <a:p>
              <a:pPr>
                <a:spcBef>
                  <a:spcPct val="50000"/>
                </a:spcBef>
              </a:pPr>
              <a:r>
                <a:rPr lang="en-US" altLang="zh-CN" baseline="30000" dirty="0">
                  <a:solidFill>
                    <a:srgbClr val="FFFF3D"/>
                  </a:solidFill>
                  <a:latin typeface="Monotype Corsiva" pitchFamily="66" charset="0"/>
                  <a:ea typeface="宋体" panose="02010600030101010101" pitchFamily="2" charset="-122"/>
                  <a:sym typeface="Symbol" panose="05050102010706020507" pitchFamily="18" charset="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27" name="Text Box 22"/>
            <p:cNvSpPr txBox="1"/>
            <p:nvPr/>
          </p:nvSpPr>
          <p:spPr>
            <a:xfrm>
              <a:off x="4432" y="526"/>
              <a:ext cx="395"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5450" name="Line 23"/>
            <p:cNvSpPr>
              <a:spLocks noChangeShapeType="1"/>
            </p:cNvSpPr>
            <p:nvPr/>
          </p:nvSpPr>
          <p:spPr bwMode="auto">
            <a:xfrm>
              <a:off x="4428" y="806"/>
              <a:ext cx="395" cy="0"/>
            </a:xfrm>
            <a:prstGeom prst="line">
              <a:avLst/>
            </a:prstGeom>
            <a:noFill/>
            <a:ln w="38100">
              <a:solidFill>
                <a:schemeClr val="accent5"/>
              </a:solidFill>
              <a:miter lim="800000"/>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7429" name="Text Box 24"/>
            <p:cNvSpPr txBox="1"/>
            <p:nvPr/>
          </p:nvSpPr>
          <p:spPr>
            <a:xfrm>
              <a:off x="4567" y="526"/>
              <a:ext cx="314" cy="327"/>
            </a:xfrm>
            <a:prstGeom prst="rect">
              <a:avLst/>
            </a:prstGeom>
            <a:noFill/>
            <a:ln w="38100">
              <a:noFill/>
            </a:ln>
          </p:spPr>
          <p:txBody>
            <a:bodyPr anchor="t">
              <a:spAutoFit/>
            </a:bodyPr>
            <a:p>
              <a:pPr>
                <a:spcBef>
                  <a:spcPct val="50000"/>
                </a:spcBef>
              </a:pPr>
              <a:r>
                <a:rPr lang="en-US" altLang="zh-CN" baseline="30000" dirty="0">
                  <a:solidFill>
                    <a:srgbClr val="FFFF3D"/>
                  </a:solidFill>
                  <a:latin typeface="Monotype Corsiva" pitchFamily="66" charset="0"/>
                  <a:ea typeface="宋体" panose="02010600030101010101" pitchFamily="2" charset="-122"/>
                  <a:sym typeface="Symbol" panose="05050102010706020507" pitchFamily="18" charset="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30" name="Text Box 25"/>
            <p:cNvSpPr txBox="1"/>
            <p:nvPr/>
          </p:nvSpPr>
          <p:spPr>
            <a:xfrm>
              <a:off x="4363" y="1235"/>
              <a:ext cx="304"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G</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31" name="Text Box 26"/>
            <p:cNvSpPr txBox="1"/>
            <p:nvPr/>
          </p:nvSpPr>
          <p:spPr>
            <a:xfrm>
              <a:off x="4916" y="613"/>
              <a:ext cx="304"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2</a:t>
              </a:r>
              <a:endParaRPr lang="en-US" altLang="zh-CN" dirty="0">
                <a:solidFill>
                  <a:srgbClr val="FFFF3D"/>
                </a:solidFill>
                <a:latin typeface="Times New Roman" panose="02020603050405020304" pitchFamily="18" charset="0"/>
                <a:ea typeface="宋体" panose="02010600030101010101" pitchFamily="2" charset="-122"/>
              </a:endParaRPr>
            </a:p>
          </p:txBody>
        </p:sp>
        <p:grpSp>
          <p:nvGrpSpPr>
            <p:cNvPr id="17432" name="Group 27"/>
            <p:cNvGrpSpPr/>
            <p:nvPr/>
          </p:nvGrpSpPr>
          <p:grpSpPr>
            <a:xfrm>
              <a:off x="4922" y="1745"/>
              <a:ext cx="422" cy="365"/>
              <a:chOff x="1703" y="1843"/>
              <a:chExt cx="422" cy="365"/>
            </a:xfrm>
          </p:grpSpPr>
          <p:sp>
            <p:nvSpPr>
              <p:cNvPr id="17433" name="Text Box 28"/>
              <p:cNvSpPr txBox="1"/>
              <p:nvPr/>
            </p:nvSpPr>
            <p:spPr>
              <a:xfrm>
                <a:off x="1703" y="1881"/>
                <a:ext cx="406"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2</a:t>
                </a:r>
                <a:endParaRPr lang="en-US" altLang="zh-CN" baseline="-25000" dirty="0">
                  <a:solidFill>
                    <a:srgbClr val="FFFF3D"/>
                  </a:solidFill>
                  <a:latin typeface="宋体" panose="02010600030101010101" pitchFamily="2" charset="-122"/>
                  <a:ea typeface="宋体" panose="02010600030101010101" pitchFamily="2" charset="-122"/>
                </a:endParaRPr>
              </a:p>
            </p:txBody>
          </p:sp>
          <p:sp>
            <p:nvSpPr>
              <p:cNvPr id="17434" name="Text Box 29"/>
              <p:cNvSpPr txBox="1"/>
              <p:nvPr/>
            </p:nvSpPr>
            <p:spPr>
              <a:xfrm>
                <a:off x="1811" y="1843"/>
                <a:ext cx="314" cy="327"/>
              </a:xfrm>
              <a:prstGeom prst="rect">
                <a:avLst/>
              </a:prstGeom>
              <a:noFill/>
              <a:ln w="38100">
                <a:noFill/>
              </a:ln>
            </p:spPr>
            <p:txBody>
              <a:bodyPr anchor="t">
                <a:spAutoFit/>
              </a:bodyPr>
              <a:p>
                <a:pPr>
                  <a:spcBef>
                    <a:spcPct val="50000"/>
                  </a:spcBef>
                </a:pPr>
                <a:r>
                  <a:rPr lang="en-US" altLang="zh-CN" baseline="30000" dirty="0">
                    <a:solidFill>
                      <a:srgbClr val="FFFF3D"/>
                    </a:solidFill>
                    <a:latin typeface="Monotype Corsiva" pitchFamily="66" charset="0"/>
                    <a:ea typeface="宋体" panose="02010600030101010101" pitchFamily="2" charset="-122"/>
                    <a:sym typeface="Symbol" panose="05050102010706020507" pitchFamily="18" charset="2"/>
                  </a:rPr>
                  <a:t></a:t>
                </a:r>
                <a:endParaRPr lang="en-US" altLang="zh-CN" dirty="0">
                  <a:solidFill>
                    <a:srgbClr val="FFFF3D"/>
                  </a:solidFill>
                  <a:latin typeface="Times New Roman" panose="02020603050405020304" pitchFamily="18" charset="0"/>
                  <a:ea typeface="宋体" panose="02010600030101010101" pitchFamily="2" charset="-122"/>
                </a:endParaRPr>
              </a:p>
            </p:txBody>
          </p:sp>
        </p:grpSp>
      </p:grpSp>
      <p:sp>
        <p:nvSpPr>
          <p:cNvPr id="74782" name="AutoShape 30"/>
          <p:cNvSpPr/>
          <p:nvPr/>
        </p:nvSpPr>
        <p:spPr>
          <a:xfrm>
            <a:off x="3441700" y="1887538"/>
            <a:ext cx="1739900" cy="287337"/>
          </a:xfrm>
          <a:prstGeom prst="leftRightArrow">
            <a:avLst>
              <a:gd name="adj1" fmla="val 50000"/>
              <a:gd name="adj2" fmla="val 121021"/>
            </a:avLst>
          </a:prstGeom>
          <a:solidFill>
            <a:srgbClr val="FF33CC"/>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74783" name="Text Box 31"/>
          <p:cNvSpPr txBox="1"/>
          <p:nvPr/>
        </p:nvSpPr>
        <p:spPr>
          <a:xfrm>
            <a:off x="3551238" y="1349375"/>
            <a:ext cx="1631950" cy="457200"/>
          </a:xfrm>
          <a:prstGeom prst="rect">
            <a:avLst/>
          </a:prstGeom>
          <a:noFill/>
          <a:ln w="38100">
            <a:noFill/>
          </a:ln>
        </p:spPr>
        <p:txBody>
          <a:bodyPr anchor="t">
            <a:spAutoFit/>
          </a:bodyPr>
          <a:p>
            <a:pPr>
              <a:spcBef>
                <a:spcPct val="50000"/>
              </a:spcBef>
            </a:pPr>
            <a:r>
              <a:rPr lang="zh-CN" altLang="en-US" sz="2400" dirty="0">
                <a:latin typeface="楷体" panose="02010609060101010101" charset="-122"/>
                <a:ea typeface="楷体" panose="02010609060101010101" charset="-122"/>
              </a:rPr>
              <a:t>变换条件</a:t>
            </a:r>
            <a:endParaRPr lang="zh-CN" altLang="en-US" sz="2400" dirty="0">
              <a:latin typeface="楷体" panose="02010609060101010101" charset="-122"/>
              <a:ea typeface="楷体" panose="02010609060101010101" charset="-122"/>
            </a:endParaRPr>
          </a:p>
        </p:txBody>
      </p:sp>
      <p:sp>
        <p:nvSpPr>
          <p:cNvPr id="74784" name="Text Box 32"/>
          <p:cNvSpPr txBox="1"/>
          <p:nvPr/>
        </p:nvSpPr>
        <p:spPr>
          <a:xfrm>
            <a:off x="3819525" y="2424113"/>
            <a:ext cx="1524000" cy="538162"/>
          </a:xfrm>
          <a:prstGeom prst="rect">
            <a:avLst/>
          </a:prstGeom>
          <a:noFill/>
          <a:ln w="38100">
            <a:noFill/>
          </a:ln>
        </p:spPr>
        <p:txBody>
          <a:bodyPr wrap="square" anchor="t">
            <a:spAutoFit/>
          </a:bodyPr>
          <a:p>
            <a:pPr>
              <a:spcBef>
                <a:spcPct val="50000"/>
              </a:spcBef>
            </a:pPr>
            <a:r>
              <a:rPr lang="en-US" altLang="zh-CN" dirty="0">
                <a:latin typeface="Monotype Corsiva" pitchFamily="66" charset="0"/>
                <a:ea typeface="宋体" panose="02010600030101010101" pitchFamily="2" charset="-122"/>
              </a:rPr>
              <a:t>u</a:t>
            </a:r>
            <a:r>
              <a:rPr lang="en-US" altLang="zh-CN" dirty="0">
                <a:latin typeface="Times New Roman" panose="02020603050405020304" pitchFamily="18" charset="0"/>
                <a:ea typeface="宋体" panose="02010600030101010101" pitchFamily="2" charset="-122"/>
              </a:rPr>
              <a:t> = </a:t>
            </a:r>
            <a:r>
              <a:rPr lang="en-US" altLang="zh-CN" dirty="0">
                <a:latin typeface="Monotype Corsiva" pitchFamily="66" charset="0"/>
                <a:ea typeface="宋体" panose="02010600030101010101" pitchFamily="2" charset="-122"/>
              </a:rPr>
              <a:t>u</a:t>
            </a:r>
            <a:r>
              <a:rPr lang="en-US" altLang="zh-CN" dirty="0">
                <a:latin typeface="Monotype Corsiva" pitchFamily="66" charset="0"/>
                <a:ea typeface="宋体" panose="02010600030101010101" pitchFamily="2" charset="-122"/>
                <a:sym typeface="Symbol" panose="05050102010706020507" pitchFamily="18" charset="2"/>
              </a:rPr>
              <a:t></a:t>
            </a:r>
            <a:endParaRPr lang="en-US" altLang="zh-CN" dirty="0">
              <a:latin typeface="Monotype Corsiva" pitchFamily="66" charset="0"/>
              <a:ea typeface="宋体" panose="02010600030101010101" pitchFamily="2" charset="-122"/>
            </a:endParaRPr>
          </a:p>
        </p:txBody>
      </p:sp>
      <p:sp>
        <p:nvSpPr>
          <p:cNvPr id="74785" name="Text Box 33"/>
          <p:cNvSpPr txBox="1"/>
          <p:nvPr/>
        </p:nvSpPr>
        <p:spPr>
          <a:xfrm>
            <a:off x="3854450" y="2047875"/>
            <a:ext cx="1489075" cy="536575"/>
          </a:xfrm>
          <a:prstGeom prst="rect">
            <a:avLst/>
          </a:prstGeom>
          <a:noFill/>
          <a:ln w="38100">
            <a:noFill/>
          </a:ln>
        </p:spPr>
        <p:txBody>
          <a:bodyPr wrap="square" anchor="t">
            <a:spAutoFit/>
          </a:bodyPr>
          <a:p>
            <a:pPr>
              <a:spcBef>
                <a:spcPct val="50000"/>
              </a:spcBef>
            </a:pPr>
            <a:r>
              <a:rPr lang="en-US" altLang="zh-CN" dirty="0">
                <a:latin typeface="Monotype Corsiva" pitchFamily="66"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 = </a:t>
            </a:r>
            <a:r>
              <a:rPr lang="en-US" altLang="zh-CN" dirty="0">
                <a:latin typeface="Monotype Corsiva" pitchFamily="66" charset="0"/>
                <a:ea typeface="宋体" panose="02010600030101010101" pitchFamily="2" charset="-122"/>
              </a:rPr>
              <a:t>i</a:t>
            </a:r>
            <a:r>
              <a:rPr lang="en-US" altLang="zh-CN" dirty="0">
                <a:latin typeface="Monotype Corsiva" pitchFamily="66" charset="0"/>
                <a:ea typeface="宋体" panose="02010600030101010101" pitchFamily="2" charset="-122"/>
                <a:sym typeface="Symbol" panose="05050102010706020507" pitchFamily="18" charset="2"/>
              </a:rPr>
              <a:t></a:t>
            </a:r>
            <a:endParaRPr lang="en-US" altLang="zh-CN" dirty="0">
              <a:latin typeface="Monotype Corsiva" pitchFamily="66" charset="0"/>
              <a:ea typeface="宋体" panose="02010600030101010101" pitchFamily="2" charset="-122"/>
            </a:endParaRPr>
          </a:p>
        </p:txBody>
      </p:sp>
      <p:grpSp>
        <p:nvGrpSpPr>
          <p:cNvPr id="74857" name="Group 105"/>
          <p:cNvGrpSpPr/>
          <p:nvPr/>
        </p:nvGrpSpPr>
        <p:grpSpPr>
          <a:xfrm>
            <a:off x="611188" y="3236913"/>
            <a:ext cx="3386137" cy="969962"/>
            <a:chOff x="385" y="2039"/>
            <a:chExt cx="2133" cy="611"/>
          </a:xfrm>
        </p:grpSpPr>
        <p:grpSp>
          <p:nvGrpSpPr>
            <p:cNvPr id="17440" name="Group 103"/>
            <p:cNvGrpSpPr/>
            <p:nvPr/>
          </p:nvGrpSpPr>
          <p:grpSpPr>
            <a:xfrm>
              <a:off x="1525" y="2050"/>
              <a:ext cx="371" cy="589"/>
              <a:chOff x="1525" y="2050"/>
              <a:chExt cx="371" cy="589"/>
            </a:xfrm>
          </p:grpSpPr>
          <p:sp>
            <p:nvSpPr>
              <p:cNvPr id="17441" name="Line 36"/>
              <p:cNvSpPr/>
              <p:nvPr/>
            </p:nvSpPr>
            <p:spPr>
              <a:xfrm>
                <a:off x="1525" y="2356"/>
                <a:ext cx="362" cy="0"/>
              </a:xfrm>
              <a:prstGeom prst="line">
                <a:avLst/>
              </a:prstGeom>
              <a:ln w="38100" cap="flat" cmpd="sng">
                <a:solidFill>
                  <a:srgbClr val="FFFF3D"/>
                </a:solidFill>
                <a:prstDash val="solid"/>
                <a:miter/>
                <a:headEnd type="none" w="med" len="med"/>
                <a:tailEnd type="none" w="med" len="med"/>
              </a:ln>
            </p:spPr>
          </p:sp>
          <p:sp>
            <p:nvSpPr>
              <p:cNvPr id="17442" name="Text Box 37"/>
              <p:cNvSpPr txBox="1"/>
              <p:nvPr/>
            </p:nvSpPr>
            <p:spPr>
              <a:xfrm>
                <a:off x="1541" y="2050"/>
                <a:ext cx="355"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a:t>
                </a:r>
                <a:r>
                  <a:rPr lang="en-US" altLang="zh-CN" baseline="-25000" dirty="0">
                    <a:solidFill>
                      <a:srgbClr val="FFFF3D"/>
                    </a:solidFill>
                    <a:latin typeface="Times New Roman" panose="02020603050405020304" pitchFamily="18" charset="0"/>
                    <a:ea typeface="宋体" panose="02010600030101010101" pitchFamily="2" charset="-122"/>
                  </a:rPr>
                  <a:t>S</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43" name="Text Box 38"/>
              <p:cNvSpPr txBox="1"/>
              <p:nvPr/>
            </p:nvSpPr>
            <p:spPr>
              <a:xfrm>
                <a:off x="1574" y="2312"/>
                <a:ext cx="304"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R</a:t>
                </a:r>
                <a:endParaRPr lang="en-US" altLang="zh-CN" dirty="0">
                  <a:solidFill>
                    <a:srgbClr val="FFFF3D"/>
                  </a:solidFill>
                  <a:latin typeface="Times New Roman" panose="02020603050405020304" pitchFamily="18" charset="0"/>
                  <a:ea typeface="宋体" panose="02010600030101010101" pitchFamily="2" charset="-122"/>
                </a:endParaRPr>
              </a:p>
            </p:txBody>
          </p:sp>
        </p:grpSp>
        <p:grpSp>
          <p:nvGrpSpPr>
            <p:cNvPr id="17444" name="Group 104"/>
            <p:cNvGrpSpPr/>
            <p:nvPr/>
          </p:nvGrpSpPr>
          <p:grpSpPr>
            <a:xfrm>
              <a:off x="385" y="2039"/>
              <a:ext cx="2133" cy="611"/>
              <a:chOff x="385" y="2039"/>
              <a:chExt cx="2133" cy="611"/>
            </a:xfrm>
          </p:grpSpPr>
          <p:sp>
            <p:nvSpPr>
              <p:cNvPr id="17445" name="Text Box 40"/>
              <p:cNvSpPr txBox="1"/>
              <p:nvPr/>
            </p:nvSpPr>
            <p:spPr>
              <a:xfrm>
                <a:off x="385" y="2197"/>
                <a:ext cx="1954" cy="326"/>
              </a:xfrm>
              <a:prstGeom prst="rect">
                <a:avLst/>
              </a:prstGeom>
              <a:noFill/>
              <a:ln w="38100">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a:t>
                </a:r>
                <a:r>
                  <a:rPr lang="en-US" altLang="zh-CN" dirty="0">
                    <a:solidFill>
                      <a:srgbClr val="FFFF3D"/>
                    </a:solidFill>
                    <a:latin typeface="Times New Roman" panose="02020603050405020304" pitchFamily="18" charset="0"/>
                    <a:ea typeface="宋体" panose="02010600030101010101" pitchFamily="2" charset="-122"/>
                  </a:rPr>
                  <a:t>=            =        –</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46" name="Line 41"/>
              <p:cNvSpPr/>
              <p:nvPr/>
            </p:nvSpPr>
            <p:spPr>
              <a:xfrm>
                <a:off x="723" y="2356"/>
                <a:ext cx="622" cy="0"/>
              </a:xfrm>
              <a:prstGeom prst="line">
                <a:avLst/>
              </a:prstGeom>
              <a:ln w="38100" cap="flat" cmpd="sng">
                <a:solidFill>
                  <a:srgbClr val="FFFF3D"/>
                </a:solidFill>
                <a:prstDash val="solid"/>
                <a:miter/>
                <a:headEnd type="none" w="med" len="med"/>
                <a:tailEnd type="none" w="med" len="med"/>
              </a:ln>
            </p:spPr>
          </p:sp>
          <p:sp>
            <p:nvSpPr>
              <p:cNvPr id="17447" name="Text Box 42"/>
              <p:cNvSpPr txBox="1"/>
              <p:nvPr/>
            </p:nvSpPr>
            <p:spPr>
              <a:xfrm>
                <a:off x="739" y="2039"/>
                <a:ext cx="717"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a:t>
                </a:r>
                <a:r>
                  <a:rPr lang="en-US" altLang="zh-CN" baseline="-25000" dirty="0">
                    <a:solidFill>
                      <a:srgbClr val="FFFF3D"/>
                    </a:solidFill>
                    <a:latin typeface="Times New Roman" panose="02020603050405020304" pitchFamily="18" charset="0"/>
                    <a:ea typeface="宋体" panose="02010600030101010101" pitchFamily="2" charset="-122"/>
                  </a:rPr>
                  <a:t>S </a:t>
                </a:r>
                <a:r>
                  <a:rPr lang="en-US" altLang="zh-CN" dirty="0">
                    <a:solidFill>
                      <a:srgbClr val="FFFF3D"/>
                    </a:solidFill>
                    <a:latin typeface="Times New Roman" panose="02020603050405020304" pitchFamily="18" charset="0"/>
                    <a:ea typeface="宋体" panose="02010600030101010101" pitchFamily="2" charset="-122"/>
                  </a:rPr>
                  <a:t>– </a:t>
                </a:r>
                <a:r>
                  <a:rPr lang="en-US" altLang="zh-CN" dirty="0">
                    <a:solidFill>
                      <a:srgbClr val="FFFF3D"/>
                    </a:solidFill>
                    <a:latin typeface="Monotype Corsiva" pitchFamily="66" charset="0"/>
                    <a:ea typeface="宋体" panose="02010600030101010101" pitchFamily="2" charset="-122"/>
                  </a:rPr>
                  <a:t>u</a:t>
                </a:r>
                <a:endParaRPr lang="en-US" altLang="zh-CN" dirty="0">
                  <a:solidFill>
                    <a:srgbClr val="FFFF3D"/>
                  </a:solidFill>
                  <a:latin typeface="Monotype Corsiva" pitchFamily="66" charset="0"/>
                  <a:ea typeface="宋体" panose="02010600030101010101" pitchFamily="2" charset="-122"/>
                </a:endParaRPr>
              </a:p>
            </p:txBody>
          </p:sp>
          <p:sp>
            <p:nvSpPr>
              <p:cNvPr id="17448" name="Text Box 43"/>
              <p:cNvSpPr txBox="1"/>
              <p:nvPr/>
            </p:nvSpPr>
            <p:spPr>
              <a:xfrm>
                <a:off x="885" y="2300"/>
                <a:ext cx="304"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R</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49" name="Line 44"/>
              <p:cNvSpPr/>
              <p:nvPr/>
            </p:nvSpPr>
            <p:spPr>
              <a:xfrm>
                <a:off x="2113" y="2367"/>
                <a:ext cx="362" cy="0"/>
              </a:xfrm>
              <a:prstGeom prst="line">
                <a:avLst/>
              </a:prstGeom>
              <a:ln w="38100" cap="flat" cmpd="sng">
                <a:solidFill>
                  <a:srgbClr val="FFFF3D"/>
                </a:solidFill>
                <a:prstDash val="solid"/>
                <a:miter/>
                <a:headEnd type="none" w="med" len="med"/>
                <a:tailEnd type="none" w="med" len="med"/>
              </a:ln>
            </p:spPr>
          </p:sp>
          <p:sp>
            <p:nvSpPr>
              <p:cNvPr id="17450" name="Text Box 45"/>
              <p:cNvSpPr txBox="1"/>
              <p:nvPr/>
            </p:nvSpPr>
            <p:spPr>
              <a:xfrm>
                <a:off x="2163" y="2061"/>
                <a:ext cx="355"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51" name="Text Box 46"/>
              <p:cNvSpPr txBox="1"/>
              <p:nvPr/>
            </p:nvSpPr>
            <p:spPr>
              <a:xfrm>
                <a:off x="2162" y="2323"/>
                <a:ext cx="304"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R</a:t>
                </a:r>
                <a:endParaRPr lang="en-US" altLang="zh-CN" dirty="0">
                  <a:solidFill>
                    <a:srgbClr val="FFFF3D"/>
                  </a:solidFill>
                  <a:latin typeface="Times New Roman" panose="02020603050405020304" pitchFamily="18" charset="0"/>
                  <a:ea typeface="宋体" panose="02010600030101010101" pitchFamily="2" charset="-122"/>
                </a:endParaRPr>
              </a:p>
            </p:txBody>
          </p:sp>
        </p:grpSp>
      </p:grpSp>
      <p:sp>
        <p:nvSpPr>
          <p:cNvPr id="74799" name="Text Box 47"/>
          <p:cNvSpPr txBox="1"/>
          <p:nvPr/>
        </p:nvSpPr>
        <p:spPr>
          <a:xfrm>
            <a:off x="5845175" y="3379788"/>
            <a:ext cx="2613025" cy="538162"/>
          </a:xfrm>
          <a:prstGeom prst="rect">
            <a:avLst/>
          </a:prstGeom>
          <a:noFill/>
          <a:ln w="38100">
            <a:noFill/>
          </a:ln>
        </p:spPr>
        <p:txBody>
          <a:bodyPr wrap="square"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a:t>
            </a:r>
            <a:r>
              <a:rPr lang="en-US" altLang="zh-CN" dirty="0">
                <a:solidFill>
                  <a:srgbClr val="FFFF3D"/>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rgbClr val="FFFF3D"/>
                </a:solidFill>
                <a:latin typeface="Monotype Corsiva" pitchFamily="66" charset="0"/>
                <a:ea typeface="宋体" panose="02010600030101010101" pitchFamily="2" charset="-122"/>
                <a:sym typeface="Symbol" panose="05050102010706020507" pitchFamily="18" charset="2"/>
              </a:rPr>
              <a:t>i</a:t>
            </a:r>
            <a:r>
              <a:rPr lang="en-US" altLang="zh-CN" dirty="0">
                <a:solidFill>
                  <a:srgbClr val="FFFF3D"/>
                </a:solidFill>
                <a:latin typeface="Times New Roman" panose="02020603050405020304" pitchFamily="18" charset="0"/>
                <a:ea typeface="宋体" panose="02010600030101010101" pitchFamily="2" charset="-122"/>
                <a:sym typeface="Symbol" panose="05050102010706020507" pitchFamily="18" charset="2"/>
              </a:rPr>
              <a:t> </a:t>
            </a:r>
            <a:r>
              <a:rPr lang="en-US" altLang="zh-CN" baseline="-25000" dirty="0">
                <a:solidFill>
                  <a:srgbClr val="FFFF3D"/>
                </a:solidFill>
                <a:latin typeface="Times New Roman" panose="02020603050405020304" pitchFamily="18" charset="0"/>
                <a:ea typeface="宋体" panose="02010600030101010101" pitchFamily="2" charset="-122"/>
                <a:sym typeface="Symbol" panose="05050102010706020507" pitchFamily="18" charset="2"/>
              </a:rPr>
              <a:t>S</a:t>
            </a:r>
            <a:r>
              <a:rPr lang="en-US" altLang="zh-CN" dirty="0">
                <a:solidFill>
                  <a:srgbClr val="FFFF3D"/>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rgbClr val="FFFF3D"/>
                </a:solidFill>
                <a:latin typeface="Monotype Corsiva" pitchFamily="66" charset="0"/>
                <a:ea typeface="宋体" panose="02010600030101010101" pitchFamily="2" charset="-122"/>
                <a:sym typeface="Symbol" panose="05050102010706020507" pitchFamily="18" charset="2"/>
              </a:rPr>
              <a:t>u</a:t>
            </a:r>
            <a:r>
              <a:rPr lang="en-US" altLang="zh-CN" dirty="0">
                <a:solidFill>
                  <a:srgbClr val="FFFF3D"/>
                </a:solidFill>
                <a:latin typeface="Times New Roman" panose="02020603050405020304" pitchFamily="18" charset="0"/>
                <a:ea typeface="宋体" panose="02010600030101010101" pitchFamily="2" charset="-122"/>
                <a:sym typeface="Symbol" panose="05050102010706020507" pitchFamily="18" charset="2"/>
              </a:rPr>
              <a:t>G</a:t>
            </a:r>
            <a:endParaRPr lang="en-US" altLang="zh-CN" dirty="0">
              <a:solidFill>
                <a:srgbClr val="FFFF3D"/>
              </a:solidFill>
              <a:latin typeface="Times New Roman" panose="02020603050405020304" pitchFamily="18" charset="0"/>
              <a:ea typeface="宋体" panose="02010600030101010101" pitchFamily="2" charset="-122"/>
            </a:endParaRPr>
          </a:p>
        </p:txBody>
      </p:sp>
      <p:grpSp>
        <p:nvGrpSpPr>
          <p:cNvPr id="74800" name="Group 48"/>
          <p:cNvGrpSpPr/>
          <p:nvPr/>
        </p:nvGrpSpPr>
        <p:grpSpPr>
          <a:xfrm>
            <a:off x="4392613" y="3057525"/>
            <a:ext cx="1290637" cy="698500"/>
            <a:chOff x="2767" y="2146"/>
            <a:chExt cx="813" cy="440"/>
          </a:xfrm>
        </p:grpSpPr>
        <p:sp>
          <p:nvSpPr>
            <p:cNvPr id="17454" name="Line 49"/>
            <p:cNvSpPr/>
            <p:nvPr/>
          </p:nvSpPr>
          <p:spPr>
            <a:xfrm>
              <a:off x="2767" y="2485"/>
              <a:ext cx="813" cy="0"/>
            </a:xfrm>
            <a:prstGeom prst="line">
              <a:avLst/>
            </a:prstGeom>
            <a:ln w="38100" cap="flat" cmpd="sng">
              <a:solidFill>
                <a:srgbClr val="FF3300"/>
              </a:solidFill>
              <a:prstDash val="solid"/>
              <a:miter/>
              <a:headEnd type="none" w="med" len="med"/>
              <a:tailEnd type="none" w="med" len="med"/>
            </a:ln>
          </p:spPr>
        </p:sp>
        <p:sp>
          <p:nvSpPr>
            <p:cNvPr id="17455" name="Line 50"/>
            <p:cNvSpPr/>
            <p:nvPr/>
          </p:nvSpPr>
          <p:spPr>
            <a:xfrm>
              <a:off x="2767" y="2586"/>
              <a:ext cx="813" cy="0"/>
            </a:xfrm>
            <a:prstGeom prst="line">
              <a:avLst/>
            </a:prstGeom>
            <a:ln w="38100" cap="flat" cmpd="sng">
              <a:solidFill>
                <a:srgbClr val="FF3300"/>
              </a:solidFill>
              <a:prstDash val="solid"/>
              <a:miter/>
              <a:headEnd type="none" w="med" len="med"/>
              <a:tailEnd type="none" w="med" len="med"/>
            </a:ln>
          </p:spPr>
        </p:sp>
        <p:sp>
          <p:nvSpPr>
            <p:cNvPr id="17456" name="Text Box 51"/>
            <p:cNvSpPr txBox="1"/>
            <p:nvPr/>
          </p:nvSpPr>
          <p:spPr>
            <a:xfrm>
              <a:off x="2925" y="2146"/>
              <a:ext cx="441" cy="288"/>
            </a:xfrm>
            <a:prstGeom prst="rect">
              <a:avLst/>
            </a:prstGeom>
            <a:noFill/>
            <a:ln w="38100">
              <a:noFill/>
            </a:ln>
          </p:spPr>
          <p:txBody>
            <a:bodyPr anchor="t">
              <a:spAutoFit/>
            </a:bodyPr>
            <a:p>
              <a:pPr>
                <a:spcBef>
                  <a:spcPct val="50000"/>
                </a:spcBef>
              </a:pPr>
              <a:r>
                <a:rPr lang="zh-CN" altLang="en-US" sz="2400" dirty="0">
                  <a:latin typeface="楷体" panose="02010609060101010101" charset="-122"/>
                  <a:ea typeface="楷体" panose="02010609060101010101" charset="-122"/>
                </a:rPr>
                <a:t>令</a:t>
              </a:r>
              <a:endParaRPr lang="zh-CN" altLang="en-US" sz="2400" dirty="0">
                <a:latin typeface="楷体" panose="02010609060101010101" charset="-122"/>
                <a:ea typeface="楷体" panose="02010609060101010101" charset="-122"/>
              </a:endParaRPr>
            </a:p>
          </p:txBody>
        </p:sp>
      </p:grpSp>
      <p:grpSp>
        <p:nvGrpSpPr>
          <p:cNvPr id="74859" name="Group 107"/>
          <p:cNvGrpSpPr/>
          <p:nvPr/>
        </p:nvGrpSpPr>
        <p:grpSpPr>
          <a:xfrm>
            <a:off x="4421188" y="3919538"/>
            <a:ext cx="1450975" cy="935037"/>
            <a:chOff x="2785" y="2469"/>
            <a:chExt cx="914" cy="589"/>
          </a:xfrm>
        </p:grpSpPr>
        <p:sp>
          <p:nvSpPr>
            <p:cNvPr id="17458" name="Text Box 53"/>
            <p:cNvSpPr txBox="1"/>
            <p:nvPr/>
          </p:nvSpPr>
          <p:spPr>
            <a:xfrm>
              <a:off x="2785" y="2635"/>
              <a:ext cx="914" cy="327"/>
            </a:xfrm>
            <a:prstGeom prst="rect">
              <a:avLst/>
            </a:prstGeom>
            <a:noFill/>
            <a:ln w="38100">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a:t>
              </a:r>
              <a:r>
                <a:rPr lang="en-US" altLang="zh-CN" dirty="0">
                  <a:solidFill>
                    <a:srgbClr val="FFFF3D"/>
                  </a:solidFill>
                  <a:latin typeface="Times New Roman" panose="02020603050405020304" pitchFamily="18" charset="0"/>
                  <a:ea typeface="宋体" panose="02010600030101010101" pitchFamily="2" charset="-122"/>
                </a:rPr>
                <a:t> </a:t>
              </a:r>
              <a:r>
                <a:rPr lang="en-US" altLang="zh-CN" baseline="-25000" dirty="0">
                  <a:solidFill>
                    <a:srgbClr val="FFFF3D"/>
                  </a:solidFill>
                  <a:latin typeface="Times New Roman" panose="02020603050405020304" pitchFamily="18" charset="0"/>
                  <a:ea typeface="宋体" panose="02010600030101010101" pitchFamily="2" charset="-122"/>
                </a:rPr>
                <a:t>S</a:t>
              </a: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grpSp>
          <p:nvGrpSpPr>
            <p:cNvPr id="17459" name="Group 106"/>
            <p:cNvGrpSpPr/>
            <p:nvPr/>
          </p:nvGrpSpPr>
          <p:grpSpPr>
            <a:xfrm>
              <a:off x="3236" y="2469"/>
              <a:ext cx="371" cy="589"/>
              <a:chOff x="3236" y="2469"/>
              <a:chExt cx="371" cy="589"/>
            </a:xfrm>
          </p:grpSpPr>
          <p:sp>
            <p:nvSpPr>
              <p:cNvPr id="17460" name="Line 55"/>
              <p:cNvSpPr/>
              <p:nvPr/>
            </p:nvSpPr>
            <p:spPr>
              <a:xfrm>
                <a:off x="3236" y="2786"/>
                <a:ext cx="362" cy="0"/>
              </a:xfrm>
              <a:prstGeom prst="line">
                <a:avLst/>
              </a:prstGeom>
              <a:ln w="38100" cap="flat" cmpd="sng">
                <a:solidFill>
                  <a:srgbClr val="FFFF3D"/>
                </a:solidFill>
                <a:prstDash val="solid"/>
                <a:miter/>
                <a:headEnd type="none" w="med" len="med"/>
                <a:tailEnd type="none" w="med" len="med"/>
              </a:ln>
            </p:spPr>
          </p:sp>
          <p:sp>
            <p:nvSpPr>
              <p:cNvPr id="17461" name="Text Box 56"/>
              <p:cNvSpPr txBox="1"/>
              <p:nvPr/>
            </p:nvSpPr>
            <p:spPr>
              <a:xfrm>
                <a:off x="3252" y="2469"/>
                <a:ext cx="355"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a:t>
                </a:r>
                <a:r>
                  <a:rPr lang="en-US" altLang="zh-CN" baseline="-25000" dirty="0">
                    <a:solidFill>
                      <a:srgbClr val="FFFF3D"/>
                    </a:solidFill>
                    <a:latin typeface="Times New Roman" panose="02020603050405020304" pitchFamily="18" charset="0"/>
                    <a:ea typeface="宋体" panose="02010600030101010101" pitchFamily="2" charset="-122"/>
                  </a:rPr>
                  <a:t>S</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62" name="Text Box 57"/>
              <p:cNvSpPr txBox="1"/>
              <p:nvPr/>
            </p:nvSpPr>
            <p:spPr>
              <a:xfrm>
                <a:off x="3285" y="2731"/>
                <a:ext cx="304"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R</a:t>
                </a:r>
                <a:endParaRPr lang="en-US" altLang="zh-CN" dirty="0">
                  <a:solidFill>
                    <a:srgbClr val="FFFF3D"/>
                  </a:solidFill>
                  <a:latin typeface="Times New Roman" panose="02020603050405020304" pitchFamily="18" charset="0"/>
                  <a:ea typeface="宋体" panose="02010600030101010101" pitchFamily="2" charset="-122"/>
                </a:endParaRPr>
              </a:p>
            </p:txBody>
          </p:sp>
        </p:grpSp>
      </p:grpSp>
      <p:grpSp>
        <p:nvGrpSpPr>
          <p:cNvPr id="74861" name="Group 109"/>
          <p:cNvGrpSpPr/>
          <p:nvPr/>
        </p:nvGrpSpPr>
        <p:grpSpPr>
          <a:xfrm>
            <a:off x="6296025" y="3878263"/>
            <a:ext cx="1703388" cy="928687"/>
            <a:chOff x="3966" y="2443"/>
            <a:chExt cx="1073" cy="585"/>
          </a:xfrm>
        </p:grpSpPr>
        <p:sp>
          <p:nvSpPr>
            <p:cNvPr id="17464" name="Text Box 59"/>
            <p:cNvSpPr txBox="1"/>
            <p:nvPr/>
          </p:nvSpPr>
          <p:spPr>
            <a:xfrm>
              <a:off x="3966" y="2591"/>
              <a:ext cx="1073"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G=</a:t>
              </a:r>
              <a:endParaRPr lang="en-US" altLang="zh-CN" dirty="0">
                <a:solidFill>
                  <a:srgbClr val="FFFF3D"/>
                </a:solidFill>
                <a:latin typeface="Times New Roman" panose="02020603050405020304" pitchFamily="18" charset="0"/>
                <a:ea typeface="宋体" panose="02010600030101010101" pitchFamily="2" charset="-122"/>
              </a:endParaRPr>
            </a:p>
          </p:txBody>
        </p:sp>
        <p:grpSp>
          <p:nvGrpSpPr>
            <p:cNvPr id="17465" name="Group 108"/>
            <p:cNvGrpSpPr/>
            <p:nvPr/>
          </p:nvGrpSpPr>
          <p:grpSpPr>
            <a:xfrm>
              <a:off x="4348" y="2443"/>
              <a:ext cx="382" cy="585"/>
              <a:chOff x="4348" y="2443"/>
              <a:chExt cx="382" cy="585"/>
            </a:xfrm>
          </p:grpSpPr>
          <p:sp>
            <p:nvSpPr>
              <p:cNvPr id="17466" name="Text Box 61"/>
              <p:cNvSpPr txBox="1"/>
              <p:nvPr/>
            </p:nvSpPr>
            <p:spPr>
              <a:xfrm>
                <a:off x="4366" y="2443"/>
                <a:ext cx="280"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67" name="Line 62"/>
              <p:cNvSpPr/>
              <p:nvPr/>
            </p:nvSpPr>
            <p:spPr>
              <a:xfrm>
                <a:off x="4348" y="2733"/>
                <a:ext cx="256" cy="0"/>
              </a:xfrm>
              <a:prstGeom prst="line">
                <a:avLst/>
              </a:prstGeom>
              <a:ln w="38100" cap="flat" cmpd="sng">
                <a:solidFill>
                  <a:srgbClr val="FFFF3D"/>
                </a:solidFill>
                <a:prstDash val="solid"/>
                <a:miter/>
                <a:headEnd type="none" w="med" len="med"/>
                <a:tailEnd type="none" w="med" len="med"/>
              </a:ln>
            </p:spPr>
          </p:sp>
          <p:sp>
            <p:nvSpPr>
              <p:cNvPr id="17468" name="Text Box 63"/>
              <p:cNvSpPr txBox="1"/>
              <p:nvPr/>
            </p:nvSpPr>
            <p:spPr>
              <a:xfrm>
                <a:off x="4370" y="2701"/>
                <a:ext cx="360"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R</a:t>
                </a:r>
                <a:endParaRPr lang="en-US" altLang="zh-CN" baseline="-25000" dirty="0">
                  <a:solidFill>
                    <a:srgbClr val="FFFF3D"/>
                  </a:solidFill>
                  <a:latin typeface="Times New Roman" panose="02020603050405020304" pitchFamily="18" charset="0"/>
                  <a:ea typeface="宋体" panose="02010600030101010101" pitchFamily="2" charset="-122"/>
                </a:endParaRPr>
              </a:p>
            </p:txBody>
          </p:sp>
        </p:grpSp>
      </p:grpSp>
      <p:grpSp>
        <p:nvGrpSpPr>
          <p:cNvPr id="74816" name="Group 64"/>
          <p:cNvGrpSpPr/>
          <p:nvPr/>
        </p:nvGrpSpPr>
        <p:grpSpPr>
          <a:xfrm>
            <a:off x="717550" y="4257675"/>
            <a:ext cx="3603625" cy="517525"/>
            <a:chOff x="757" y="2722"/>
            <a:chExt cx="2270" cy="326"/>
          </a:xfrm>
        </p:grpSpPr>
        <p:sp>
          <p:nvSpPr>
            <p:cNvPr id="17470" name="Text Box 65"/>
            <p:cNvSpPr txBox="1"/>
            <p:nvPr/>
          </p:nvSpPr>
          <p:spPr>
            <a:xfrm>
              <a:off x="757" y="2722"/>
              <a:ext cx="2270" cy="326"/>
            </a:xfrm>
            <a:prstGeom prst="rect">
              <a:avLst/>
            </a:prstGeom>
            <a:noFill/>
            <a:ln w="38100">
              <a:noFill/>
            </a:ln>
          </p:spPr>
          <p:txBody>
            <a:bodyPr anchor="t">
              <a:spAutoFit/>
            </a:bodyPr>
            <a:p>
              <a:pPr>
                <a:spcBef>
                  <a:spcPct val="50000"/>
                </a:spcBef>
              </a:pPr>
              <a:r>
                <a:rPr lang="en-US" altLang="zh-CN" sz="2400" dirty="0">
                  <a:latin typeface="楷体" panose="02010609060101010101" charset="-122"/>
                  <a:ea typeface="楷体" panose="02010609060101010101" charset="-122"/>
                </a:rPr>
                <a:t>1.</a:t>
              </a:r>
              <a:r>
                <a:rPr lang="zh-CN" altLang="en-US" sz="2400" dirty="0">
                  <a:latin typeface="楷体" panose="02010609060101010101" charset="-122"/>
                  <a:ea typeface="楷体" panose="02010609060101010101" charset="-122"/>
                </a:rPr>
                <a:t>电压源</a:t>
              </a:r>
              <a:r>
                <a:rPr lang="zh-CN" altLang="en-US" dirty="0">
                  <a:latin typeface="Times New Roman" panose="02020603050405020304" pitchFamily="18" charset="0"/>
                  <a:ea typeface="宋体" panose="02010600030101010101" pitchFamily="2" charset="-122"/>
                </a:rPr>
                <a:t>           </a:t>
              </a:r>
              <a:r>
                <a:rPr lang="zh-CN" altLang="en-US" sz="2400" dirty="0">
                  <a:latin typeface="楷体" panose="02010609060101010101" charset="-122"/>
                  <a:ea typeface="楷体" panose="02010609060101010101" charset="-122"/>
                </a:rPr>
                <a:t>电流源</a:t>
              </a:r>
              <a:endParaRPr lang="zh-CN" altLang="en-US" sz="2400" dirty="0">
                <a:latin typeface="楷体" panose="02010609060101010101" charset="-122"/>
                <a:ea typeface="楷体" panose="02010609060101010101" charset="-122"/>
              </a:endParaRPr>
            </a:p>
          </p:txBody>
        </p:sp>
        <p:sp>
          <p:nvSpPr>
            <p:cNvPr id="17471" name="AutoShape 66"/>
            <p:cNvSpPr/>
            <p:nvPr/>
          </p:nvSpPr>
          <p:spPr>
            <a:xfrm>
              <a:off x="1643" y="2848"/>
              <a:ext cx="497" cy="113"/>
            </a:xfrm>
            <a:prstGeom prst="rightArrow">
              <a:avLst>
                <a:gd name="adj1" fmla="val 50000"/>
                <a:gd name="adj2" fmla="val 109894"/>
              </a:avLst>
            </a:prstGeom>
            <a:solidFill>
              <a:schemeClr val="accent2"/>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grpSp>
      <p:sp>
        <p:nvSpPr>
          <p:cNvPr id="74819" name="Text Box 67"/>
          <p:cNvSpPr txBox="1"/>
          <p:nvPr/>
        </p:nvSpPr>
        <p:spPr>
          <a:xfrm>
            <a:off x="717550" y="4848225"/>
            <a:ext cx="6813550" cy="457200"/>
          </a:xfrm>
          <a:prstGeom prst="rect">
            <a:avLst/>
          </a:prstGeom>
          <a:noFill/>
          <a:ln w="38100">
            <a:noFill/>
          </a:ln>
        </p:spPr>
        <p:txBody>
          <a:bodyPr anchor="t">
            <a:spAutoFit/>
          </a:bodyPr>
          <a:p>
            <a:pPr>
              <a:spcBef>
                <a:spcPct val="50000"/>
              </a:spcBef>
            </a:pPr>
            <a:r>
              <a:rPr lang="zh-CN" altLang="en-US" sz="2400" dirty="0">
                <a:latin typeface="楷体" panose="02010609060101010101" charset="-122"/>
                <a:ea typeface="楷体" panose="02010609060101010101" charset="-122"/>
              </a:rPr>
              <a:t>即：</a:t>
            </a:r>
            <a:r>
              <a:rPr lang="en-US" altLang="zh-CN" sz="2400" dirty="0">
                <a:latin typeface="楷体" panose="02010609060101010101" charset="-122"/>
                <a:ea typeface="楷体" panose="02010609060101010101" charset="-122"/>
              </a:rPr>
              <a:t>i</a:t>
            </a:r>
            <a:r>
              <a:rPr lang="en-US" altLang="zh-CN" sz="2400" baseline="-25000" dirty="0">
                <a:latin typeface="楷体" panose="02010609060101010101" charset="-122"/>
                <a:ea typeface="楷体" panose="02010609060101010101" charset="-122"/>
              </a:rPr>
              <a:t>S</a:t>
            </a:r>
            <a:r>
              <a:rPr lang="zh-CN" altLang="en-US" sz="2400" dirty="0">
                <a:latin typeface="楷体" panose="02010609060101010101" charset="-122"/>
                <a:ea typeface="楷体" panose="02010609060101010101" charset="-122"/>
              </a:rPr>
              <a:t>为电压源的短路电流；电阻不变。</a:t>
            </a:r>
            <a:endParaRPr lang="zh-CN" altLang="en-US" sz="2400" dirty="0">
              <a:latin typeface="楷体" panose="02010609060101010101" charset="-122"/>
              <a:ea typeface="楷体" panose="02010609060101010101" charset="-122"/>
            </a:endParaRPr>
          </a:p>
        </p:txBody>
      </p:sp>
      <p:grpSp>
        <p:nvGrpSpPr>
          <p:cNvPr id="74820" name="Group 68"/>
          <p:cNvGrpSpPr/>
          <p:nvPr/>
        </p:nvGrpSpPr>
        <p:grpSpPr>
          <a:xfrm>
            <a:off x="722313" y="5457825"/>
            <a:ext cx="3603625" cy="517525"/>
            <a:chOff x="757" y="2722"/>
            <a:chExt cx="2270" cy="326"/>
          </a:xfrm>
        </p:grpSpPr>
        <p:sp>
          <p:nvSpPr>
            <p:cNvPr id="17474" name="Text Box 69"/>
            <p:cNvSpPr txBox="1"/>
            <p:nvPr/>
          </p:nvSpPr>
          <p:spPr>
            <a:xfrm>
              <a:off x="757" y="2722"/>
              <a:ext cx="2270" cy="326"/>
            </a:xfrm>
            <a:prstGeom prst="rect">
              <a:avLst/>
            </a:prstGeom>
            <a:noFill/>
            <a:ln w="38100">
              <a:noFill/>
            </a:ln>
          </p:spPr>
          <p:txBody>
            <a:bodyPr anchor="t">
              <a:spAutoFit/>
            </a:bodyPr>
            <a:p>
              <a:pPr>
                <a:spcBef>
                  <a:spcPct val="50000"/>
                </a:spcBef>
              </a:pPr>
              <a:r>
                <a:rPr lang="en-US" altLang="zh-CN" sz="2400" dirty="0">
                  <a:latin typeface="楷体" panose="02010609060101010101" charset="-122"/>
                  <a:ea typeface="楷体" panose="02010609060101010101" charset="-122"/>
                </a:rPr>
                <a:t>2.</a:t>
              </a:r>
              <a:r>
                <a:rPr lang="zh-CN" altLang="en-US" sz="2400" dirty="0">
                  <a:latin typeface="楷体" panose="02010609060101010101" charset="-122"/>
                  <a:ea typeface="楷体" panose="02010609060101010101" charset="-122"/>
                </a:rPr>
                <a:t>电流源</a:t>
              </a:r>
              <a:r>
                <a:rPr lang="zh-CN" altLang="en-US" dirty="0">
                  <a:latin typeface="Times New Roman" panose="02020603050405020304" pitchFamily="18" charset="0"/>
                  <a:ea typeface="宋体" panose="02010600030101010101" pitchFamily="2" charset="-122"/>
                </a:rPr>
                <a:t>           </a:t>
              </a:r>
              <a:r>
                <a:rPr lang="zh-CN" altLang="en-US" sz="2400" dirty="0">
                  <a:latin typeface="楷体" panose="02010609060101010101" charset="-122"/>
                  <a:ea typeface="楷体" panose="02010609060101010101" charset="-122"/>
                </a:rPr>
                <a:t>电压源</a:t>
              </a:r>
              <a:endParaRPr lang="zh-CN" altLang="en-US" sz="2400" dirty="0">
                <a:latin typeface="楷体" panose="02010609060101010101" charset="-122"/>
                <a:ea typeface="楷体" panose="02010609060101010101" charset="-122"/>
              </a:endParaRPr>
            </a:p>
          </p:txBody>
        </p:sp>
        <p:sp>
          <p:nvSpPr>
            <p:cNvPr id="17475" name="AutoShape 70"/>
            <p:cNvSpPr/>
            <p:nvPr/>
          </p:nvSpPr>
          <p:spPr>
            <a:xfrm>
              <a:off x="1656" y="2861"/>
              <a:ext cx="497" cy="113"/>
            </a:xfrm>
            <a:prstGeom prst="rightArrow">
              <a:avLst>
                <a:gd name="adj1" fmla="val 50000"/>
                <a:gd name="adj2" fmla="val 109894"/>
              </a:avLst>
            </a:prstGeom>
            <a:solidFill>
              <a:schemeClr val="accent2"/>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grpSp>
      <p:sp>
        <p:nvSpPr>
          <p:cNvPr id="74823" name="Text Box 71"/>
          <p:cNvSpPr txBox="1"/>
          <p:nvPr/>
        </p:nvSpPr>
        <p:spPr>
          <a:xfrm>
            <a:off x="4443413" y="5508625"/>
            <a:ext cx="1541462" cy="519113"/>
          </a:xfrm>
          <a:prstGeom prst="rect">
            <a:avLst/>
          </a:prstGeom>
          <a:noFill/>
          <a:ln w="38100">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a:t>
            </a:r>
            <a:r>
              <a:rPr lang="en-US" altLang="zh-CN" baseline="-25000" dirty="0">
                <a:solidFill>
                  <a:srgbClr val="FFFF3D"/>
                </a:solidFill>
                <a:latin typeface="Times New Roman" panose="02020603050405020304" pitchFamily="18" charset="0"/>
                <a:ea typeface="宋体" panose="02010600030101010101" pitchFamily="2" charset="-122"/>
              </a:rPr>
              <a:t>S</a:t>
            </a:r>
            <a:r>
              <a:rPr lang="en-US" altLang="zh-CN" dirty="0">
                <a:solidFill>
                  <a:srgbClr val="FFFF3D"/>
                </a:solidFill>
                <a:latin typeface="Times New Roman" panose="02020603050405020304" pitchFamily="18" charset="0"/>
                <a:ea typeface="宋体" panose="02010600030101010101" pitchFamily="2" charset="-122"/>
              </a:rPr>
              <a:t>=</a:t>
            </a:r>
            <a:r>
              <a:rPr lang="en-US" altLang="zh-CN" dirty="0">
                <a:solidFill>
                  <a:srgbClr val="FFFF3D"/>
                </a:solidFill>
                <a:latin typeface="Monotype Corsiva" pitchFamily="66" charset="0"/>
                <a:ea typeface="宋体" panose="02010600030101010101" pitchFamily="2" charset="-122"/>
              </a:rPr>
              <a:t>i</a:t>
            </a:r>
            <a:r>
              <a:rPr lang="en-US" altLang="zh-CN" dirty="0">
                <a:solidFill>
                  <a:srgbClr val="FFFF3D"/>
                </a:solidFill>
                <a:latin typeface="Times New Roman" panose="02020603050405020304" pitchFamily="18" charset="0"/>
                <a:ea typeface="宋体" panose="02010600030101010101" pitchFamily="2" charset="-122"/>
              </a:rPr>
              <a:t> </a:t>
            </a:r>
            <a:r>
              <a:rPr lang="en-US" altLang="zh-CN" baseline="-25000" dirty="0">
                <a:solidFill>
                  <a:srgbClr val="FFFF3D"/>
                </a:solidFill>
                <a:latin typeface="Times New Roman" panose="02020603050405020304" pitchFamily="18" charset="0"/>
                <a:ea typeface="宋体" panose="02010600030101010101" pitchFamily="2" charset="-122"/>
              </a:rPr>
              <a:t>S</a:t>
            </a:r>
            <a:r>
              <a:rPr lang="en-US" altLang="zh-CN" dirty="0">
                <a:solidFill>
                  <a:srgbClr val="FFFF3D"/>
                </a:solidFill>
                <a:latin typeface="Times New Roman" panose="02020603050405020304" pitchFamily="18" charset="0"/>
                <a:ea typeface="宋体" panose="02010600030101010101" pitchFamily="2" charset="-122"/>
              </a:rPr>
              <a:t>R</a:t>
            </a:r>
            <a:endParaRPr lang="en-US" altLang="zh-CN" dirty="0">
              <a:solidFill>
                <a:srgbClr val="FFFF3D"/>
              </a:solidFill>
              <a:latin typeface="Times New Roman" panose="02020603050405020304" pitchFamily="18" charset="0"/>
              <a:ea typeface="宋体" panose="02010600030101010101" pitchFamily="2" charset="-122"/>
            </a:endParaRPr>
          </a:p>
        </p:txBody>
      </p:sp>
      <p:grpSp>
        <p:nvGrpSpPr>
          <p:cNvPr id="74863" name="Group 111"/>
          <p:cNvGrpSpPr/>
          <p:nvPr/>
        </p:nvGrpSpPr>
        <p:grpSpPr>
          <a:xfrm>
            <a:off x="6348413" y="5257800"/>
            <a:ext cx="1703387" cy="928688"/>
            <a:chOff x="3999" y="3312"/>
            <a:chExt cx="1073" cy="585"/>
          </a:xfrm>
        </p:grpSpPr>
        <p:sp>
          <p:nvSpPr>
            <p:cNvPr id="17478" name="Text Box 73"/>
            <p:cNvSpPr txBox="1"/>
            <p:nvPr/>
          </p:nvSpPr>
          <p:spPr>
            <a:xfrm>
              <a:off x="3999" y="3460"/>
              <a:ext cx="1073"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R=</a:t>
              </a:r>
              <a:endParaRPr lang="en-US" altLang="zh-CN" dirty="0">
                <a:solidFill>
                  <a:srgbClr val="FFFF3D"/>
                </a:solidFill>
                <a:latin typeface="Times New Roman" panose="02020603050405020304" pitchFamily="18" charset="0"/>
                <a:ea typeface="宋体" panose="02010600030101010101" pitchFamily="2" charset="-122"/>
              </a:endParaRPr>
            </a:p>
          </p:txBody>
        </p:sp>
        <p:grpSp>
          <p:nvGrpSpPr>
            <p:cNvPr id="17479" name="Group 110"/>
            <p:cNvGrpSpPr/>
            <p:nvPr/>
          </p:nvGrpSpPr>
          <p:grpSpPr>
            <a:xfrm>
              <a:off x="4381" y="3312"/>
              <a:ext cx="382" cy="585"/>
              <a:chOff x="4381" y="3312"/>
              <a:chExt cx="382" cy="585"/>
            </a:xfrm>
          </p:grpSpPr>
          <p:sp>
            <p:nvSpPr>
              <p:cNvPr id="17480" name="Text Box 75"/>
              <p:cNvSpPr txBox="1"/>
              <p:nvPr/>
            </p:nvSpPr>
            <p:spPr>
              <a:xfrm>
                <a:off x="4399" y="3312"/>
                <a:ext cx="280"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81" name="Line 76"/>
              <p:cNvSpPr/>
              <p:nvPr/>
            </p:nvSpPr>
            <p:spPr>
              <a:xfrm>
                <a:off x="4381" y="3602"/>
                <a:ext cx="256" cy="0"/>
              </a:xfrm>
              <a:prstGeom prst="line">
                <a:avLst/>
              </a:prstGeom>
              <a:ln w="38100" cap="flat" cmpd="sng">
                <a:solidFill>
                  <a:srgbClr val="FFFF3D"/>
                </a:solidFill>
                <a:prstDash val="solid"/>
                <a:miter/>
                <a:headEnd type="none" w="med" len="med"/>
                <a:tailEnd type="none" w="med" len="med"/>
              </a:ln>
            </p:spPr>
          </p:sp>
          <p:sp>
            <p:nvSpPr>
              <p:cNvPr id="17482" name="Text Box 77"/>
              <p:cNvSpPr txBox="1"/>
              <p:nvPr/>
            </p:nvSpPr>
            <p:spPr>
              <a:xfrm>
                <a:off x="4403" y="3570"/>
                <a:ext cx="360"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G</a:t>
                </a:r>
                <a:endParaRPr lang="en-US" altLang="zh-CN" baseline="-25000" dirty="0">
                  <a:solidFill>
                    <a:srgbClr val="FFFF3D"/>
                  </a:solidFill>
                  <a:latin typeface="Times New Roman" panose="02020603050405020304" pitchFamily="18" charset="0"/>
                  <a:ea typeface="宋体" panose="02010600030101010101" pitchFamily="2" charset="-122"/>
                </a:endParaRPr>
              </a:p>
            </p:txBody>
          </p:sp>
        </p:grpSp>
      </p:grpSp>
      <p:sp>
        <p:nvSpPr>
          <p:cNvPr id="74830" name="Text Box 78"/>
          <p:cNvSpPr txBox="1"/>
          <p:nvPr/>
        </p:nvSpPr>
        <p:spPr>
          <a:xfrm>
            <a:off x="663575" y="6183313"/>
            <a:ext cx="6813550" cy="457200"/>
          </a:xfrm>
          <a:prstGeom prst="rect">
            <a:avLst/>
          </a:prstGeom>
          <a:noFill/>
          <a:ln w="38100">
            <a:noFill/>
          </a:ln>
        </p:spPr>
        <p:txBody>
          <a:bodyPr anchor="t">
            <a:spAutoFit/>
          </a:bodyPr>
          <a:p>
            <a:pPr>
              <a:spcBef>
                <a:spcPct val="50000"/>
              </a:spcBef>
            </a:pPr>
            <a:r>
              <a:rPr lang="zh-CN" altLang="en-US" sz="2400" dirty="0">
                <a:latin typeface="楷体" panose="02010609060101010101" charset="-122"/>
                <a:ea typeface="楷体" panose="02010609060101010101" charset="-122"/>
              </a:rPr>
              <a:t>即：</a:t>
            </a:r>
            <a:r>
              <a:rPr lang="en-US" altLang="zh-CN" sz="2400" dirty="0">
                <a:latin typeface="楷体" panose="02010609060101010101" charset="-122"/>
                <a:ea typeface="楷体" panose="02010609060101010101" charset="-122"/>
              </a:rPr>
              <a:t>u</a:t>
            </a:r>
            <a:r>
              <a:rPr lang="en-US" altLang="zh-CN" sz="2400" baseline="-25000" dirty="0">
                <a:latin typeface="楷体" panose="02010609060101010101" charset="-122"/>
                <a:ea typeface="楷体" panose="02010609060101010101" charset="-122"/>
              </a:rPr>
              <a:t>S</a:t>
            </a:r>
            <a:r>
              <a:rPr lang="zh-CN" altLang="en-US" sz="2400" dirty="0">
                <a:latin typeface="楷体" panose="02010609060101010101" charset="-122"/>
                <a:ea typeface="楷体" panose="02010609060101010101" charset="-122"/>
              </a:rPr>
              <a:t>为电流源的开路电压；电阻不变。</a:t>
            </a:r>
            <a:endParaRPr lang="zh-CN" altLang="en-US" sz="2400" dirty="0">
              <a:latin typeface="楷体" panose="02010609060101010101" charset="-122"/>
              <a:ea typeface="楷体" panose="02010609060101010101" charset="-122"/>
            </a:endParaRPr>
          </a:p>
        </p:txBody>
      </p:sp>
      <p:grpSp>
        <p:nvGrpSpPr>
          <p:cNvPr id="74853" name="Group 101"/>
          <p:cNvGrpSpPr/>
          <p:nvPr/>
        </p:nvGrpSpPr>
        <p:grpSpPr>
          <a:xfrm>
            <a:off x="779463" y="723900"/>
            <a:ext cx="2736850" cy="2678113"/>
            <a:chOff x="491" y="456"/>
            <a:chExt cx="1724" cy="1687"/>
          </a:xfrm>
        </p:grpSpPr>
        <p:sp>
          <p:nvSpPr>
            <p:cNvPr id="17485" name="Freeform 80"/>
            <p:cNvSpPr/>
            <p:nvPr/>
          </p:nvSpPr>
          <p:spPr>
            <a:xfrm>
              <a:off x="959" y="816"/>
              <a:ext cx="779" cy="1186"/>
            </a:xfrm>
            <a:custGeom>
              <a:avLst/>
              <a:gdLst/>
              <a:ahLst/>
              <a:cxnLst>
                <a:cxn ang="0">
                  <a:pos x="695" y="0"/>
                </a:cxn>
                <a:cxn ang="0">
                  <a:pos x="0" y="0"/>
                </a:cxn>
                <a:cxn ang="0">
                  <a:pos x="0" y="1186"/>
                </a:cxn>
                <a:cxn ang="0">
                  <a:pos x="746" y="1186"/>
                </a:cxn>
              </a:cxnLst>
              <a:pathLst>
                <a:path w="813" h="1186">
                  <a:moveTo>
                    <a:pt x="757" y="0"/>
                  </a:moveTo>
                  <a:lnTo>
                    <a:pt x="0" y="0"/>
                  </a:lnTo>
                  <a:lnTo>
                    <a:pt x="0" y="1186"/>
                  </a:lnTo>
                  <a:lnTo>
                    <a:pt x="813" y="1186"/>
                  </a:lnTo>
                </a:path>
              </a:pathLst>
            </a:custGeom>
            <a:noFill/>
            <a:ln w="38100" cap="flat" cmpd="sng">
              <a:solidFill>
                <a:schemeClr val="bg1"/>
              </a:solidFill>
              <a:prstDash val="solid"/>
              <a:miter/>
              <a:headEnd type="none" w="med" len="med"/>
              <a:tailEnd type="none" w="med" len="med"/>
            </a:ln>
          </p:spPr>
          <p:txBody>
            <a:bodyPr/>
            <a:p>
              <a:endParaRPr lang="zh-CN" altLang="en-US"/>
            </a:p>
          </p:txBody>
        </p:sp>
        <p:sp>
          <p:nvSpPr>
            <p:cNvPr id="17486" name="Rectangle 81"/>
            <p:cNvSpPr/>
            <p:nvPr/>
          </p:nvSpPr>
          <p:spPr>
            <a:xfrm rot="-5400000">
              <a:off x="732" y="1080"/>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7487" name="Group 82"/>
            <p:cNvGrpSpPr/>
            <p:nvPr/>
          </p:nvGrpSpPr>
          <p:grpSpPr>
            <a:xfrm>
              <a:off x="663" y="1343"/>
              <a:ext cx="465" cy="697"/>
              <a:chOff x="1423" y="2932"/>
              <a:chExt cx="465" cy="697"/>
            </a:xfrm>
          </p:grpSpPr>
          <p:grpSp>
            <p:nvGrpSpPr>
              <p:cNvPr id="17488" name="Group 83"/>
              <p:cNvGrpSpPr/>
              <p:nvPr/>
            </p:nvGrpSpPr>
            <p:grpSpPr>
              <a:xfrm rot="5400000">
                <a:off x="1560" y="3152"/>
                <a:ext cx="328" cy="328"/>
                <a:chOff x="4152" y="2848"/>
                <a:chExt cx="328" cy="328"/>
              </a:xfrm>
            </p:grpSpPr>
            <p:sp>
              <p:nvSpPr>
                <p:cNvPr id="17489" name="Oval 84"/>
                <p:cNvSpPr/>
                <p:nvPr/>
              </p:nvSpPr>
              <p:spPr>
                <a:xfrm>
                  <a:off x="4152" y="2848"/>
                  <a:ext cx="328" cy="32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7490" name="Line 85"/>
                <p:cNvSpPr/>
                <p:nvPr/>
              </p:nvSpPr>
              <p:spPr>
                <a:xfrm>
                  <a:off x="4152" y="3016"/>
                  <a:ext cx="328" cy="0"/>
                </a:xfrm>
                <a:prstGeom prst="line">
                  <a:avLst/>
                </a:prstGeom>
                <a:ln w="38100" cap="flat" cmpd="sng">
                  <a:solidFill>
                    <a:srgbClr val="FF3300"/>
                  </a:solidFill>
                  <a:prstDash val="solid"/>
                  <a:miter/>
                  <a:headEnd type="none" w="med" len="med"/>
                  <a:tailEnd type="none" w="med" len="med"/>
                </a:ln>
              </p:spPr>
            </p:sp>
          </p:grpSp>
          <p:sp>
            <p:nvSpPr>
              <p:cNvPr id="17491" name="Text Box 86"/>
              <p:cNvSpPr txBox="1"/>
              <p:nvPr/>
            </p:nvSpPr>
            <p:spPr>
              <a:xfrm flipH="1">
                <a:off x="1423" y="2932"/>
                <a:ext cx="280"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92" name="Text Box 87"/>
              <p:cNvSpPr txBox="1"/>
              <p:nvPr/>
            </p:nvSpPr>
            <p:spPr>
              <a:xfrm flipH="1">
                <a:off x="1432" y="3302"/>
                <a:ext cx="280"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grpSp>
        <p:sp>
          <p:nvSpPr>
            <p:cNvPr id="17493" name="Oval 88"/>
            <p:cNvSpPr/>
            <p:nvPr/>
          </p:nvSpPr>
          <p:spPr>
            <a:xfrm>
              <a:off x="1727" y="749"/>
              <a:ext cx="124" cy="124"/>
            </a:xfrm>
            <a:prstGeom prst="ellipse">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7494" name="Line 89"/>
            <p:cNvSpPr/>
            <p:nvPr/>
          </p:nvSpPr>
          <p:spPr>
            <a:xfrm>
              <a:off x="1772" y="985"/>
              <a:ext cx="0" cy="893"/>
            </a:xfrm>
            <a:prstGeom prst="line">
              <a:avLst/>
            </a:prstGeom>
            <a:ln w="38100" cap="flat" cmpd="sng">
              <a:solidFill>
                <a:schemeClr val="bg1"/>
              </a:solidFill>
              <a:prstDash val="solid"/>
              <a:miter/>
              <a:headEnd type="none" w="med" len="med"/>
              <a:tailEnd type="stealth" w="sm" len="lg"/>
            </a:ln>
          </p:spPr>
        </p:sp>
        <p:sp>
          <p:nvSpPr>
            <p:cNvPr id="17495" name="Line 90"/>
            <p:cNvSpPr/>
            <p:nvPr/>
          </p:nvSpPr>
          <p:spPr>
            <a:xfrm>
              <a:off x="1117" y="726"/>
              <a:ext cx="497" cy="0"/>
            </a:xfrm>
            <a:prstGeom prst="line">
              <a:avLst/>
            </a:prstGeom>
            <a:ln w="38100" cap="flat" cmpd="sng">
              <a:solidFill>
                <a:schemeClr val="bg1"/>
              </a:solidFill>
              <a:prstDash val="solid"/>
              <a:miter/>
              <a:headEnd type="none" w="med" len="med"/>
              <a:tailEnd type="stealth" w="sm" len="lg"/>
            </a:ln>
          </p:spPr>
        </p:sp>
        <p:sp>
          <p:nvSpPr>
            <p:cNvPr id="17496" name="Text Box 91"/>
            <p:cNvSpPr txBox="1"/>
            <p:nvPr/>
          </p:nvSpPr>
          <p:spPr>
            <a:xfrm>
              <a:off x="491" y="1492"/>
              <a:ext cx="355"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a:t>
              </a:r>
              <a:r>
                <a:rPr lang="en-US" altLang="zh-CN" baseline="-25000" dirty="0">
                  <a:solidFill>
                    <a:srgbClr val="FFFF3D"/>
                  </a:solidFill>
                  <a:latin typeface="Times New Roman" panose="02020603050405020304" pitchFamily="18" charset="0"/>
                  <a:ea typeface="宋体" panose="02010600030101010101" pitchFamily="2" charset="-122"/>
                </a:rPr>
                <a:t>S</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97" name="Text Box 92"/>
            <p:cNvSpPr txBox="1"/>
            <p:nvPr/>
          </p:nvSpPr>
          <p:spPr>
            <a:xfrm>
              <a:off x="635" y="930"/>
              <a:ext cx="304"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R</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98" name="Text Box 93"/>
            <p:cNvSpPr txBox="1"/>
            <p:nvPr/>
          </p:nvSpPr>
          <p:spPr>
            <a:xfrm>
              <a:off x="1537" y="1246"/>
              <a:ext cx="291"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u </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499" name="Text Box 94"/>
            <p:cNvSpPr txBox="1"/>
            <p:nvPr/>
          </p:nvSpPr>
          <p:spPr>
            <a:xfrm>
              <a:off x="1244" y="456"/>
              <a:ext cx="291" cy="327"/>
            </a:xfrm>
            <a:prstGeom prst="rect">
              <a:avLst/>
            </a:prstGeom>
            <a:noFill/>
            <a:ln w="9525">
              <a:noFill/>
            </a:ln>
          </p:spPr>
          <p:txBody>
            <a:bodyPr anchor="t">
              <a:spAutoFit/>
            </a:bodyPr>
            <a:p>
              <a:pPr>
                <a:spcBef>
                  <a:spcPct val="50000"/>
                </a:spcBef>
              </a:pPr>
              <a:r>
                <a:rPr lang="en-US" altLang="zh-CN" dirty="0">
                  <a:solidFill>
                    <a:srgbClr val="FFFF3D"/>
                  </a:solidFill>
                  <a:latin typeface="Monotype Corsiva" pitchFamily="66" charset="0"/>
                  <a:ea typeface="宋体" panose="02010600030101010101" pitchFamily="2" charset="-122"/>
                </a:rPr>
                <a:t>i </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500" name="Text Box 95"/>
            <p:cNvSpPr txBox="1"/>
            <p:nvPr/>
          </p:nvSpPr>
          <p:spPr>
            <a:xfrm>
              <a:off x="1810" y="567"/>
              <a:ext cx="304"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7501" name="Oval 96"/>
            <p:cNvSpPr/>
            <p:nvPr/>
          </p:nvSpPr>
          <p:spPr>
            <a:xfrm>
              <a:off x="1727" y="1935"/>
              <a:ext cx="124" cy="124"/>
            </a:xfrm>
            <a:prstGeom prst="ellipse">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7502" name="Group 97"/>
            <p:cNvGrpSpPr/>
            <p:nvPr/>
          </p:nvGrpSpPr>
          <p:grpSpPr>
            <a:xfrm>
              <a:off x="1793" y="1778"/>
              <a:ext cx="422" cy="365"/>
              <a:chOff x="1703" y="1843"/>
              <a:chExt cx="422" cy="365"/>
            </a:xfrm>
          </p:grpSpPr>
          <p:sp>
            <p:nvSpPr>
              <p:cNvPr id="17503" name="Text Box 98"/>
              <p:cNvSpPr txBox="1"/>
              <p:nvPr/>
            </p:nvSpPr>
            <p:spPr>
              <a:xfrm>
                <a:off x="1703" y="1881"/>
                <a:ext cx="406"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a:t>
                </a:r>
                <a:endParaRPr lang="en-US" altLang="zh-CN" baseline="-25000" dirty="0">
                  <a:solidFill>
                    <a:srgbClr val="FFFF3D"/>
                  </a:solidFill>
                  <a:latin typeface="宋体" panose="02010600030101010101" pitchFamily="2" charset="-122"/>
                  <a:ea typeface="宋体" panose="02010600030101010101" pitchFamily="2" charset="-122"/>
                </a:endParaRPr>
              </a:p>
            </p:txBody>
          </p:sp>
          <p:sp>
            <p:nvSpPr>
              <p:cNvPr id="17504" name="Text Box 99"/>
              <p:cNvSpPr txBox="1"/>
              <p:nvPr/>
            </p:nvSpPr>
            <p:spPr>
              <a:xfrm>
                <a:off x="1811" y="1843"/>
                <a:ext cx="314" cy="327"/>
              </a:xfrm>
              <a:prstGeom prst="rect">
                <a:avLst/>
              </a:prstGeom>
              <a:noFill/>
              <a:ln w="38100">
                <a:noFill/>
              </a:ln>
            </p:spPr>
            <p:txBody>
              <a:bodyPr anchor="t">
                <a:spAutoFit/>
              </a:bodyPr>
              <a:p>
                <a:pPr>
                  <a:spcBef>
                    <a:spcPct val="50000"/>
                  </a:spcBef>
                </a:pPr>
                <a:r>
                  <a:rPr lang="en-US" altLang="zh-CN" baseline="30000" dirty="0">
                    <a:solidFill>
                      <a:srgbClr val="FFFF3D"/>
                    </a:solidFill>
                    <a:latin typeface="Monotype Corsiva" pitchFamily="66" charset="0"/>
                    <a:ea typeface="宋体" panose="02010600030101010101" pitchFamily="2" charset="-122"/>
                    <a:sym typeface="Symbol" panose="05050102010706020507" pitchFamily="18" charset="2"/>
                  </a:rPr>
                  <a:t></a:t>
                </a:r>
                <a:endParaRPr lang="en-US" altLang="zh-CN" dirty="0">
                  <a:solidFill>
                    <a:srgbClr val="FFFF3D"/>
                  </a:solidFill>
                  <a:latin typeface="Times New Roman" panose="02020603050405020304" pitchFamily="18" charset="0"/>
                  <a:ea typeface="宋体" panose="02010600030101010101" pitchFamily="2" charset="-122"/>
                </a:endParaRPr>
              </a:p>
            </p:txBody>
          </p:sp>
        </p:grpSp>
        <p:sp>
          <p:nvSpPr>
            <p:cNvPr id="17505" name="Line 100"/>
            <p:cNvSpPr/>
            <p:nvPr/>
          </p:nvSpPr>
          <p:spPr>
            <a:xfrm>
              <a:off x="1288" y="813"/>
              <a:ext cx="440" cy="0"/>
            </a:xfrm>
            <a:prstGeom prst="line">
              <a:avLst/>
            </a:prstGeom>
            <a:ln w="38100" cap="flat" cmpd="sng">
              <a:solidFill>
                <a:schemeClr val="bg1"/>
              </a:solidFill>
              <a:prstDash val="solid"/>
              <a:miter/>
              <a:headEnd type="none" w="med" len="med"/>
              <a:tailEnd type="none" w="med" len="med"/>
            </a:ln>
          </p:spPr>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74756"/>
                                        </p:tgtEl>
                                        <p:attrNameLst>
                                          <p:attrName>style.visibility</p:attrName>
                                        </p:attrNameLst>
                                      </p:cBhvr>
                                      <p:to>
                                        <p:strVal val="visible"/>
                                      </p:to>
                                    </p:set>
                                    <p:animEffect transition="in" filter="wipe(left)">
                                      <p:cBhvr>
                                        <p:cTn id="7" dur="500"/>
                                        <p:tgtEl>
                                          <p:spTgt spid="747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4853"/>
                                        </p:tgtEl>
                                        <p:attrNameLst>
                                          <p:attrName>style.visibility</p:attrName>
                                        </p:attrNameLst>
                                      </p:cBhvr>
                                      <p:to>
                                        <p:strVal val="visible"/>
                                      </p:to>
                                    </p:set>
                                    <p:animEffect transition="in" filter="wipe(up)">
                                      <p:cBhvr>
                                        <p:cTn id="12" dur="500"/>
                                        <p:tgtEl>
                                          <p:spTgt spid="748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4854"/>
                                        </p:tgtEl>
                                        <p:attrNameLst>
                                          <p:attrName>style.visibility</p:attrName>
                                        </p:attrNameLst>
                                      </p:cBhvr>
                                      <p:to>
                                        <p:strVal val="visible"/>
                                      </p:to>
                                    </p:set>
                                    <p:animEffect transition="in" filter="wipe(up)">
                                      <p:cBhvr>
                                        <p:cTn id="17" dur="500"/>
                                        <p:tgtEl>
                                          <p:spTgt spid="7485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74782"/>
                                        </p:tgtEl>
                                        <p:attrNameLst>
                                          <p:attrName>style.visibility</p:attrName>
                                        </p:attrNameLst>
                                      </p:cBhvr>
                                      <p:to>
                                        <p:strVal val="visible"/>
                                      </p:to>
                                    </p:set>
                                    <p:animEffect transition="in" filter="barn(outVertical)">
                                      <p:cBhvr>
                                        <p:cTn id="22" dur="500"/>
                                        <p:tgtEl>
                                          <p:spTgt spid="74782"/>
                                        </p:tgtEl>
                                      </p:cBhvr>
                                    </p:animEffect>
                                  </p:childTnLst>
                                </p:cTn>
                              </p:par>
                            </p:childTnLst>
                          </p:cTn>
                        </p:par>
                        <p:par>
                          <p:cTn id="23" fill="hold">
                            <p:stCondLst>
                              <p:cond delay="500"/>
                            </p:stCondLst>
                            <p:childTnLst>
                              <p:par>
                                <p:cTn id="24" presetID="12" presetClass="entr" presetSubtype="1" fill="hold" grpId="0" nodeType="afterEffect">
                                  <p:stCondLst>
                                    <p:cond delay="1000"/>
                                  </p:stCondLst>
                                  <p:childTnLst>
                                    <p:set>
                                      <p:cBhvr>
                                        <p:cTn id="25" dur="1" fill="hold">
                                          <p:stCondLst>
                                            <p:cond delay="0"/>
                                          </p:stCondLst>
                                        </p:cTn>
                                        <p:tgtEl>
                                          <p:spTgt spid="74783"/>
                                        </p:tgtEl>
                                        <p:attrNameLst>
                                          <p:attrName>style.visibility</p:attrName>
                                        </p:attrNameLst>
                                      </p:cBhvr>
                                      <p:to>
                                        <p:strVal val="visible"/>
                                      </p:to>
                                    </p:set>
                                    <p:animEffect transition="in" filter="slide(fromTop)">
                                      <p:cBhvr>
                                        <p:cTn id="26" dur="500"/>
                                        <p:tgtEl>
                                          <p:spTgt spid="74783"/>
                                        </p:tgtEl>
                                      </p:cBhvr>
                                    </p:animEffect>
                                  </p:childTnLst>
                                </p:cTn>
                              </p:par>
                            </p:childTnLst>
                          </p:cTn>
                        </p:par>
                        <p:par>
                          <p:cTn id="27" fill="hold">
                            <p:stCondLst>
                              <p:cond delay="2000"/>
                            </p:stCondLst>
                            <p:childTnLst>
                              <p:par>
                                <p:cTn id="28" presetID="12" presetClass="entr" presetSubtype="4" fill="hold" grpId="0" nodeType="afterEffect">
                                  <p:stCondLst>
                                    <p:cond delay="1000"/>
                                  </p:stCondLst>
                                  <p:childTnLst>
                                    <p:set>
                                      <p:cBhvr>
                                        <p:cTn id="29" dur="1" fill="hold">
                                          <p:stCondLst>
                                            <p:cond delay="0"/>
                                          </p:stCondLst>
                                        </p:cTn>
                                        <p:tgtEl>
                                          <p:spTgt spid="74785"/>
                                        </p:tgtEl>
                                        <p:attrNameLst>
                                          <p:attrName>style.visibility</p:attrName>
                                        </p:attrNameLst>
                                      </p:cBhvr>
                                      <p:to>
                                        <p:strVal val="visible"/>
                                      </p:to>
                                    </p:set>
                                    <p:animEffect transition="in" filter="slide(fromBottom)">
                                      <p:cBhvr>
                                        <p:cTn id="30" dur="500"/>
                                        <p:tgtEl>
                                          <p:spTgt spid="74785"/>
                                        </p:tgtEl>
                                      </p:cBhvr>
                                    </p:animEffect>
                                  </p:childTnLst>
                                </p:cTn>
                              </p:par>
                            </p:childTnLst>
                          </p:cTn>
                        </p:par>
                        <p:par>
                          <p:cTn id="31" fill="hold">
                            <p:stCondLst>
                              <p:cond delay="3500"/>
                            </p:stCondLst>
                            <p:childTnLst>
                              <p:par>
                                <p:cTn id="32" presetID="12" presetClass="entr" presetSubtype="4" fill="hold" grpId="0" nodeType="afterEffect">
                                  <p:stCondLst>
                                    <p:cond delay="1000"/>
                                  </p:stCondLst>
                                  <p:childTnLst>
                                    <p:set>
                                      <p:cBhvr>
                                        <p:cTn id="33" dur="1" fill="hold">
                                          <p:stCondLst>
                                            <p:cond delay="0"/>
                                          </p:stCondLst>
                                        </p:cTn>
                                        <p:tgtEl>
                                          <p:spTgt spid="74784"/>
                                        </p:tgtEl>
                                        <p:attrNameLst>
                                          <p:attrName>style.visibility</p:attrName>
                                        </p:attrNameLst>
                                      </p:cBhvr>
                                      <p:to>
                                        <p:strVal val="visible"/>
                                      </p:to>
                                    </p:set>
                                    <p:animEffect transition="in" filter="slide(fromBottom)">
                                      <p:cBhvr>
                                        <p:cTn id="34" dur="500"/>
                                        <p:tgtEl>
                                          <p:spTgt spid="7478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74857"/>
                                        </p:tgtEl>
                                        <p:attrNameLst>
                                          <p:attrName>style.visibility</p:attrName>
                                        </p:attrNameLst>
                                      </p:cBhvr>
                                      <p:to>
                                        <p:strVal val="visible"/>
                                      </p:to>
                                    </p:set>
                                    <p:animEffect transition="in" filter="wipe(left)">
                                      <p:cBhvr>
                                        <p:cTn id="39" dur="500"/>
                                        <p:tgtEl>
                                          <p:spTgt spid="74857"/>
                                        </p:tgtEl>
                                      </p:cBhvr>
                                    </p:animEffect>
                                  </p:childTnLst>
                                </p:cTn>
                              </p:par>
                            </p:childTnLst>
                          </p:cTn>
                        </p:par>
                      </p:childTnLst>
                    </p:cTn>
                  </p:par>
                  <p:par>
                    <p:cTn id="40" fill="hold">
                      <p:stCondLst>
                        <p:cond delay="indefinite"/>
                      </p:stCondLst>
                      <p:childTnLst>
                        <p:par>
                          <p:cTn id="41" fill="hold">
                            <p:stCondLst>
                              <p:cond delay="0"/>
                            </p:stCondLst>
                            <p:childTnLst>
                              <p:par>
                                <p:cTn id="42" presetID="17" presetClass="entr" presetSubtype="4" fill="hold" nodeType="clickEffect">
                                  <p:stCondLst>
                                    <p:cond delay="0"/>
                                  </p:stCondLst>
                                  <p:childTnLst>
                                    <p:set>
                                      <p:cBhvr>
                                        <p:cTn id="43" dur="1" fill="hold">
                                          <p:stCondLst>
                                            <p:cond delay="0"/>
                                          </p:stCondLst>
                                        </p:cTn>
                                        <p:tgtEl>
                                          <p:spTgt spid="74800"/>
                                        </p:tgtEl>
                                        <p:attrNameLst>
                                          <p:attrName>style.visibility</p:attrName>
                                        </p:attrNameLst>
                                      </p:cBhvr>
                                      <p:to>
                                        <p:strVal val="visible"/>
                                      </p:to>
                                    </p:set>
                                    <p:anim calcmode="lin" valueType="num">
                                      <p:cBhvr>
                                        <p:cTn id="44" dur="500" fill="hold"/>
                                        <p:tgtEl>
                                          <p:spTgt spid="74800"/>
                                        </p:tgtEl>
                                        <p:attrNameLst>
                                          <p:attrName>ppt_x</p:attrName>
                                        </p:attrNameLst>
                                      </p:cBhvr>
                                      <p:tavLst>
                                        <p:tav tm="0">
                                          <p:val>
                                            <p:strVal val="#ppt_x"/>
                                          </p:val>
                                        </p:tav>
                                        <p:tav tm="100000">
                                          <p:val>
                                            <p:strVal val="#ppt_x"/>
                                          </p:val>
                                        </p:tav>
                                      </p:tavLst>
                                    </p:anim>
                                    <p:anim calcmode="lin" valueType="num">
                                      <p:cBhvr>
                                        <p:cTn id="45" dur="500" fill="hold"/>
                                        <p:tgtEl>
                                          <p:spTgt spid="74800"/>
                                        </p:tgtEl>
                                        <p:attrNameLst>
                                          <p:attrName>ppt_y</p:attrName>
                                        </p:attrNameLst>
                                      </p:cBhvr>
                                      <p:tavLst>
                                        <p:tav tm="0">
                                          <p:val>
                                            <p:strVal val="#ppt_y+#ppt_h/2"/>
                                          </p:val>
                                        </p:tav>
                                        <p:tav tm="100000">
                                          <p:val>
                                            <p:strVal val="#ppt_y"/>
                                          </p:val>
                                        </p:tav>
                                      </p:tavLst>
                                    </p:anim>
                                    <p:anim calcmode="lin" valueType="num">
                                      <p:cBhvr>
                                        <p:cTn id="46" dur="500" fill="hold"/>
                                        <p:tgtEl>
                                          <p:spTgt spid="74800"/>
                                        </p:tgtEl>
                                        <p:attrNameLst>
                                          <p:attrName>ppt_w</p:attrName>
                                        </p:attrNameLst>
                                      </p:cBhvr>
                                      <p:tavLst>
                                        <p:tav tm="0">
                                          <p:val>
                                            <p:strVal val="#ppt_w"/>
                                          </p:val>
                                        </p:tav>
                                        <p:tav tm="100000">
                                          <p:val>
                                            <p:strVal val="#ppt_w"/>
                                          </p:val>
                                        </p:tav>
                                      </p:tavLst>
                                    </p:anim>
                                    <p:anim calcmode="lin" valueType="num">
                                      <p:cBhvr>
                                        <p:cTn id="47" dur="500" fill="hold"/>
                                        <p:tgtEl>
                                          <p:spTgt spid="74800"/>
                                        </p:tgtEl>
                                        <p:attrNameLst>
                                          <p:attrName>ppt_h</p:attrName>
                                        </p:attrNameLst>
                                      </p:cBhvr>
                                      <p:tavLst>
                                        <p:tav tm="0">
                                          <p:val>
                                            <p:fltVal val="0.00000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74799"/>
                                        </p:tgtEl>
                                        <p:attrNameLst>
                                          <p:attrName>style.visibility</p:attrName>
                                        </p:attrNameLst>
                                      </p:cBhvr>
                                      <p:to>
                                        <p:strVal val="visible"/>
                                      </p:to>
                                    </p:set>
                                    <p:animEffect transition="in" filter="wipe(left)">
                                      <p:cBhvr>
                                        <p:cTn id="52" dur="300"/>
                                        <p:tgtEl>
                                          <p:spTgt spid="74799"/>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nodeType="clickEffect">
                                  <p:stCondLst>
                                    <p:cond delay="0"/>
                                  </p:stCondLst>
                                  <p:childTnLst>
                                    <p:set>
                                      <p:cBhvr>
                                        <p:cTn id="56" dur="1" fill="hold">
                                          <p:stCondLst>
                                            <p:cond delay="0"/>
                                          </p:stCondLst>
                                        </p:cTn>
                                        <p:tgtEl>
                                          <p:spTgt spid="74816"/>
                                        </p:tgtEl>
                                        <p:attrNameLst>
                                          <p:attrName>style.visibility</p:attrName>
                                        </p:attrNameLst>
                                      </p:cBhvr>
                                      <p:to>
                                        <p:strVal val="visible"/>
                                      </p:to>
                                    </p:set>
                                    <p:animEffect transition="in" filter="checkerboard(across)">
                                      <p:cBhvr>
                                        <p:cTn id="57" dur="500"/>
                                        <p:tgtEl>
                                          <p:spTgt spid="748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74859"/>
                                        </p:tgtEl>
                                        <p:attrNameLst>
                                          <p:attrName>style.visibility</p:attrName>
                                        </p:attrNameLst>
                                      </p:cBhvr>
                                      <p:to>
                                        <p:strVal val="visible"/>
                                      </p:to>
                                    </p:set>
                                    <p:animEffect transition="in" filter="wipe(left)">
                                      <p:cBhvr>
                                        <p:cTn id="62" dur="500"/>
                                        <p:tgtEl>
                                          <p:spTgt spid="74859"/>
                                        </p:tgtEl>
                                      </p:cBhvr>
                                    </p:animEffect>
                                  </p:childTnLst>
                                </p:cTn>
                              </p:par>
                            </p:childTnLst>
                          </p:cTn>
                        </p:par>
                        <p:par>
                          <p:cTn id="63" fill="hold">
                            <p:stCondLst>
                              <p:cond delay="500"/>
                            </p:stCondLst>
                            <p:childTnLst>
                              <p:par>
                                <p:cTn id="64" presetID="22" presetClass="entr" presetSubtype="8" fill="hold" nodeType="afterEffect">
                                  <p:stCondLst>
                                    <p:cond delay="1000"/>
                                  </p:stCondLst>
                                  <p:childTnLst>
                                    <p:set>
                                      <p:cBhvr>
                                        <p:cTn id="65" dur="1" fill="hold">
                                          <p:stCondLst>
                                            <p:cond delay="0"/>
                                          </p:stCondLst>
                                        </p:cTn>
                                        <p:tgtEl>
                                          <p:spTgt spid="74861"/>
                                        </p:tgtEl>
                                        <p:attrNameLst>
                                          <p:attrName>style.visibility</p:attrName>
                                        </p:attrNameLst>
                                      </p:cBhvr>
                                      <p:to>
                                        <p:strVal val="visible"/>
                                      </p:to>
                                    </p:set>
                                    <p:animEffect transition="in" filter="wipe(left)">
                                      <p:cBhvr>
                                        <p:cTn id="66" dur="500"/>
                                        <p:tgtEl>
                                          <p:spTgt spid="7486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74819"/>
                                        </p:tgtEl>
                                        <p:attrNameLst>
                                          <p:attrName>style.visibility</p:attrName>
                                        </p:attrNameLst>
                                      </p:cBhvr>
                                      <p:to>
                                        <p:strVal val="visible"/>
                                      </p:to>
                                    </p:set>
                                    <p:animEffect transition="in" filter="wipe(left)">
                                      <p:cBhvr>
                                        <p:cTn id="71" dur="500"/>
                                        <p:tgtEl>
                                          <p:spTgt spid="7481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74820"/>
                                        </p:tgtEl>
                                        <p:attrNameLst>
                                          <p:attrName>style.visibility</p:attrName>
                                        </p:attrNameLst>
                                      </p:cBhvr>
                                      <p:to>
                                        <p:strVal val="visible"/>
                                      </p:to>
                                    </p:set>
                                    <p:animEffect transition="in" filter="wipe(left)">
                                      <p:cBhvr>
                                        <p:cTn id="76" dur="500"/>
                                        <p:tgtEl>
                                          <p:spTgt spid="74820"/>
                                        </p:tgtEl>
                                      </p:cBhvr>
                                    </p:animEffect>
                                  </p:childTnLst>
                                </p:cTn>
                              </p:par>
                            </p:childTnLst>
                          </p:cTn>
                        </p:par>
                      </p:childTnLst>
                    </p:cTn>
                  </p:par>
                  <p:par>
                    <p:cTn id="77" fill="hold">
                      <p:stCondLst>
                        <p:cond delay="indefinite"/>
                      </p:stCondLst>
                      <p:childTnLst>
                        <p:par>
                          <p:cTn id="78" fill="hold">
                            <p:stCondLst>
                              <p:cond delay="0"/>
                            </p:stCondLst>
                            <p:childTnLst>
                              <p:par>
                                <p:cTn id="79" presetID="14" presetClass="entr" presetSubtype="10" fill="hold" grpId="0" nodeType="clickEffect">
                                  <p:stCondLst>
                                    <p:cond delay="0"/>
                                  </p:stCondLst>
                                  <p:iterate type="wd">
                                    <p:tmPct val="100000"/>
                                  </p:iterate>
                                  <p:childTnLst>
                                    <p:set>
                                      <p:cBhvr>
                                        <p:cTn id="80" dur="1" fill="hold">
                                          <p:stCondLst>
                                            <p:cond delay="0"/>
                                          </p:stCondLst>
                                        </p:cTn>
                                        <p:tgtEl>
                                          <p:spTgt spid="74823"/>
                                        </p:tgtEl>
                                        <p:attrNameLst>
                                          <p:attrName>style.visibility</p:attrName>
                                        </p:attrNameLst>
                                      </p:cBhvr>
                                      <p:to>
                                        <p:strVal val="visible"/>
                                      </p:to>
                                    </p:set>
                                    <p:animEffect transition="in" filter="randombar(horizontal)">
                                      <p:cBhvr>
                                        <p:cTn id="81" dur="300"/>
                                        <p:tgtEl>
                                          <p:spTgt spid="74823"/>
                                        </p:tgtEl>
                                      </p:cBhvr>
                                    </p:animEffect>
                                  </p:childTnLst>
                                </p:cTn>
                              </p:par>
                            </p:childTnLst>
                          </p:cTn>
                        </p:par>
                        <p:par>
                          <p:cTn id="82" fill="hold">
                            <p:stCondLst>
                              <p:cond delay="2100"/>
                            </p:stCondLst>
                            <p:childTnLst>
                              <p:par>
                                <p:cTn id="83" presetID="22" presetClass="entr" presetSubtype="8" fill="hold" nodeType="afterEffect">
                                  <p:stCondLst>
                                    <p:cond delay="1000"/>
                                  </p:stCondLst>
                                  <p:childTnLst>
                                    <p:set>
                                      <p:cBhvr>
                                        <p:cTn id="84" dur="1" fill="hold">
                                          <p:stCondLst>
                                            <p:cond delay="0"/>
                                          </p:stCondLst>
                                        </p:cTn>
                                        <p:tgtEl>
                                          <p:spTgt spid="74863"/>
                                        </p:tgtEl>
                                        <p:attrNameLst>
                                          <p:attrName>style.visibility</p:attrName>
                                        </p:attrNameLst>
                                      </p:cBhvr>
                                      <p:to>
                                        <p:strVal val="visible"/>
                                      </p:to>
                                    </p:set>
                                    <p:animEffect transition="in" filter="wipe(left)">
                                      <p:cBhvr>
                                        <p:cTn id="85" dur="500"/>
                                        <p:tgtEl>
                                          <p:spTgt spid="74863"/>
                                        </p:tgtEl>
                                      </p:cBhvr>
                                    </p:animEffect>
                                  </p:childTnLst>
                                </p:cTn>
                              </p:par>
                            </p:childTnLst>
                          </p:cTn>
                        </p:par>
                      </p:childTnLst>
                    </p:cTn>
                  </p:par>
                  <p:par>
                    <p:cTn id="86" fill="hold">
                      <p:stCondLst>
                        <p:cond delay="indefinite"/>
                      </p:stCondLst>
                      <p:childTnLst>
                        <p:par>
                          <p:cTn id="87" fill="hold">
                            <p:stCondLst>
                              <p:cond delay="0"/>
                            </p:stCondLst>
                            <p:childTnLst>
                              <p:par>
                                <p:cTn id="88" presetID="18" presetClass="entr" presetSubtype="6" fill="hold" grpId="0" nodeType="clickEffect">
                                  <p:stCondLst>
                                    <p:cond delay="0"/>
                                  </p:stCondLst>
                                  <p:childTnLst>
                                    <p:set>
                                      <p:cBhvr>
                                        <p:cTn id="89" dur="1" fill="hold">
                                          <p:stCondLst>
                                            <p:cond delay="0"/>
                                          </p:stCondLst>
                                        </p:cTn>
                                        <p:tgtEl>
                                          <p:spTgt spid="74830"/>
                                        </p:tgtEl>
                                        <p:attrNameLst>
                                          <p:attrName>style.visibility</p:attrName>
                                        </p:attrNameLst>
                                      </p:cBhvr>
                                      <p:to>
                                        <p:strVal val="visible"/>
                                      </p:to>
                                    </p:set>
                                    <p:animEffect transition="in" filter="strips(downRight)">
                                      <p:cBhvr>
                                        <p:cTn id="90" dur="500"/>
                                        <p:tgtEl>
                                          <p:spTgt spid="748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p:bldP spid="74782" grpId="0" bldLvl="0" animBg="1"/>
      <p:bldP spid="74783" grpId="0"/>
      <p:bldP spid="74784" grpId="0"/>
      <p:bldP spid="74785" grpId="0"/>
      <p:bldP spid="74799" grpId="0"/>
      <p:bldP spid="74819" grpId="0"/>
      <p:bldP spid="74823" grpId="0"/>
      <p:bldP spid="74830"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0900" name="Rectangle 4"/>
          <p:cNvSpPr>
            <a:spLocks noGrp="1"/>
          </p:cNvSpPr>
          <p:nvPr>
            <p:ph type="title"/>
          </p:nvPr>
        </p:nvSpPr>
        <p:spPr>
          <a:xfrm>
            <a:off x="252730" y="72390"/>
            <a:ext cx="1289050" cy="487363"/>
          </a:xfrm>
        </p:spPr>
        <p:txBody>
          <a:bodyPr wrap="square" lIns="91440" tIns="45720" rIns="91440" bIns="45720" anchor="b"/>
          <a:p>
            <a:pPr>
              <a:spcBef>
                <a:spcPct val="50000"/>
              </a:spcBef>
            </a:pPr>
            <a:r>
              <a:rPr lang="en-US" altLang="zh-CN" sz="2400" b="1" dirty="0">
                <a:solidFill>
                  <a:srgbClr val="FFFF3D"/>
                </a:solidFill>
                <a:latin typeface="宋体" panose="02010600030101010101" pitchFamily="2" charset="-122"/>
              </a:rPr>
              <a:t>[</a:t>
            </a:r>
            <a:r>
              <a:rPr lang="zh-CN" altLang="en-US" sz="2400" b="1" dirty="0">
                <a:solidFill>
                  <a:srgbClr val="FFFF3D"/>
                </a:solidFill>
                <a:latin typeface="宋体" panose="02010600030101010101" pitchFamily="2" charset="-122"/>
              </a:rPr>
              <a:t>例</a:t>
            </a:r>
            <a:r>
              <a:rPr lang="en-US" altLang="zh-CN" sz="2400" b="1" dirty="0">
                <a:solidFill>
                  <a:srgbClr val="FFFF3D"/>
                </a:solidFill>
                <a:latin typeface="宋体" panose="02010600030101010101" pitchFamily="2" charset="-122"/>
              </a:rPr>
              <a:t>1]</a:t>
            </a:r>
            <a:endParaRPr lang="en-US" altLang="zh-CN" sz="2400" b="1" dirty="0">
              <a:solidFill>
                <a:srgbClr val="FFFF3D"/>
              </a:solidFill>
              <a:latin typeface="宋体" panose="02010600030101010101" pitchFamily="2" charset="-122"/>
            </a:endParaRPr>
          </a:p>
        </p:txBody>
      </p:sp>
      <p:grpSp>
        <p:nvGrpSpPr>
          <p:cNvPr id="81007" name="Group 111"/>
          <p:cNvGrpSpPr/>
          <p:nvPr/>
        </p:nvGrpSpPr>
        <p:grpSpPr>
          <a:xfrm>
            <a:off x="2470468" y="287973"/>
            <a:ext cx="5813425" cy="3584575"/>
            <a:chOff x="181" y="59"/>
            <a:chExt cx="3662" cy="2258"/>
          </a:xfrm>
        </p:grpSpPr>
        <p:sp>
          <p:nvSpPr>
            <p:cNvPr id="19459" name="Rectangle 7"/>
            <p:cNvSpPr/>
            <p:nvPr/>
          </p:nvSpPr>
          <p:spPr>
            <a:xfrm>
              <a:off x="687" y="1005"/>
              <a:ext cx="2654" cy="1276"/>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60" name="Line 8"/>
            <p:cNvSpPr/>
            <p:nvPr/>
          </p:nvSpPr>
          <p:spPr>
            <a:xfrm>
              <a:off x="2709" y="994"/>
              <a:ext cx="0" cy="1299"/>
            </a:xfrm>
            <a:prstGeom prst="line">
              <a:avLst/>
            </a:prstGeom>
            <a:ln w="38100" cap="flat" cmpd="sng">
              <a:solidFill>
                <a:schemeClr val="bg1"/>
              </a:solidFill>
              <a:prstDash val="solid"/>
              <a:miter/>
              <a:headEnd type="none" w="med" len="med"/>
              <a:tailEnd type="none" w="med" len="med"/>
            </a:ln>
          </p:spPr>
        </p:sp>
        <p:sp>
          <p:nvSpPr>
            <p:cNvPr id="19461" name="Line 9"/>
            <p:cNvSpPr/>
            <p:nvPr/>
          </p:nvSpPr>
          <p:spPr>
            <a:xfrm>
              <a:off x="1974" y="1016"/>
              <a:ext cx="0" cy="1265"/>
            </a:xfrm>
            <a:prstGeom prst="line">
              <a:avLst/>
            </a:prstGeom>
            <a:ln w="38100" cap="flat" cmpd="sng">
              <a:solidFill>
                <a:schemeClr val="bg1"/>
              </a:solidFill>
              <a:prstDash val="solid"/>
              <a:miter/>
              <a:headEnd type="none" w="med" len="med"/>
              <a:tailEnd type="none" w="med" len="med"/>
            </a:ln>
          </p:spPr>
        </p:sp>
        <p:sp>
          <p:nvSpPr>
            <p:cNvPr id="19462" name="Line 10"/>
            <p:cNvSpPr/>
            <p:nvPr/>
          </p:nvSpPr>
          <p:spPr>
            <a:xfrm flipV="1">
              <a:off x="1320" y="1005"/>
              <a:ext cx="0" cy="497"/>
            </a:xfrm>
            <a:prstGeom prst="line">
              <a:avLst/>
            </a:prstGeom>
            <a:ln w="38100" cap="flat" cmpd="sng">
              <a:solidFill>
                <a:schemeClr val="bg1"/>
              </a:solidFill>
              <a:prstDash val="solid"/>
              <a:miter/>
              <a:headEnd type="none" w="med" len="med"/>
              <a:tailEnd type="none" w="med" len="med"/>
            </a:ln>
          </p:spPr>
        </p:sp>
        <p:sp>
          <p:nvSpPr>
            <p:cNvPr id="19463" name="Line 11"/>
            <p:cNvSpPr/>
            <p:nvPr/>
          </p:nvSpPr>
          <p:spPr>
            <a:xfrm flipH="1">
              <a:off x="1319" y="1818"/>
              <a:ext cx="1" cy="463"/>
            </a:xfrm>
            <a:prstGeom prst="line">
              <a:avLst/>
            </a:prstGeom>
            <a:ln w="38100" cap="flat" cmpd="sng">
              <a:solidFill>
                <a:schemeClr val="bg1"/>
              </a:solidFill>
              <a:prstDash val="solid"/>
              <a:miter/>
              <a:headEnd type="none" w="med" len="med"/>
              <a:tailEnd type="none" w="med" len="med"/>
            </a:ln>
          </p:spPr>
        </p:sp>
        <p:grpSp>
          <p:nvGrpSpPr>
            <p:cNvPr id="19464" name="Group 12"/>
            <p:cNvGrpSpPr/>
            <p:nvPr/>
          </p:nvGrpSpPr>
          <p:grpSpPr>
            <a:xfrm>
              <a:off x="1145" y="1486"/>
              <a:ext cx="344" cy="336"/>
              <a:chOff x="656" y="1712"/>
              <a:chExt cx="344" cy="336"/>
            </a:xfrm>
          </p:grpSpPr>
          <p:sp>
            <p:nvSpPr>
              <p:cNvPr id="19465" name="Oval 13"/>
              <p:cNvSpPr/>
              <p:nvPr/>
            </p:nvSpPr>
            <p:spPr>
              <a:xfrm>
                <a:off x="656" y="1712"/>
                <a:ext cx="336" cy="336"/>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66" name="Line 14"/>
              <p:cNvSpPr/>
              <p:nvPr/>
            </p:nvSpPr>
            <p:spPr>
              <a:xfrm>
                <a:off x="664" y="1880"/>
                <a:ext cx="336" cy="0"/>
              </a:xfrm>
              <a:prstGeom prst="line">
                <a:avLst/>
              </a:prstGeom>
              <a:ln w="38100" cap="flat" cmpd="sng">
                <a:solidFill>
                  <a:srgbClr val="FF3300"/>
                </a:solidFill>
                <a:prstDash val="solid"/>
                <a:miter/>
                <a:headEnd type="none" w="med" len="med"/>
                <a:tailEnd type="none" w="med" len="med"/>
              </a:ln>
            </p:spPr>
          </p:sp>
        </p:grpSp>
        <p:grpSp>
          <p:nvGrpSpPr>
            <p:cNvPr id="19467" name="Group 15"/>
            <p:cNvGrpSpPr/>
            <p:nvPr/>
          </p:nvGrpSpPr>
          <p:grpSpPr>
            <a:xfrm>
              <a:off x="397" y="912"/>
              <a:ext cx="465" cy="697"/>
              <a:chOff x="1423" y="2932"/>
              <a:chExt cx="465" cy="697"/>
            </a:xfrm>
          </p:grpSpPr>
          <p:grpSp>
            <p:nvGrpSpPr>
              <p:cNvPr id="19468" name="Group 16"/>
              <p:cNvGrpSpPr/>
              <p:nvPr/>
            </p:nvGrpSpPr>
            <p:grpSpPr>
              <a:xfrm rot="5400000">
                <a:off x="1560" y="3152"/>
                <a:ext cx="328" cy="328"/>
                <a:chOff x="4152" y="2848"/>
                <a:chExt cx="328" cy="328"/>
              </a:xfrm>
            </p:grpSpPr>
            <p:sp>
              <p:nvSpPr>
                <p:cNvPr id="19469" name="Oval 17"/>
                <p:cNvSpPr/>
                <p:nvPr/>
              </p:nvSpPr>
              <p:spPr>
                <a:xfrm>
                  <a:off x="4152" y="2848"/>
                  <a:ext cx="328" cy="32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70" name="Line 18"/>
                <p:cNvSpPr/>
                <p:nvPr/>
              </p:nvSpPr>
              <p:spPr>
                <a:xfrm>
                  <a:off x="4152" y="3016"/>
                  <a:ext cx="328" cy="0"/>
                </a:xfrm>
                <a:prstGeom prst="line">
                  <a:avLst/>
                </a:prstGeom>
                <a:ln w="38100" cap="flat" cmpd="sng">
                  <a:solidFill>
                    <a:srgbClr val="FF3300"/>
                  </a:solidFill>
                  <a:prstDash val="solid"/>
                  <a:miter/>
                  <a:headEnd type="none" w="med" len="med"/>
                  <a:tailEnd type="none" w="med" len="med"/>
                </a:ln>
              </p:spPr>
            </p:sp>
          </p:grpSp>
          <p:sp>
            <p:nvSpPr>
              <p:cNvPr id="19471" name="Text Box 19"/>
              <p:cNvSpPr txBox="1"/>
              <p:nvPr/>
            </p:nvSpPr>
            <p:spPr>
              <a:xfrm flipH="1">
                <a:off x="1423" y="2932"/>
                <a:ext cx="280"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472" name="Text Box 20"/>
              <p:cNvSpPr txBox="1"/>
              <p:nvPr/>
            </p:nvSpPr>
            <p:spPr>
              <a:xfrm flipH="1">
                <a:off x="1432" y="3302"/>
                <a:ext cx="280"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grpSp>
        <p:sp>
          <p:nvSpPr>
            <p:cNvPr id="19473" name="Rectangle 21"/>
            <p:cNvSpPr/>
            <p:nvPr/>
          </p:nvSpPr>
          <p:spPr>
            <a:xfrm rot="-5400000">
              <a:off x="460" y="1787"/>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74" name="Rectangle 22"/>
            <p:cNvSpPr/>
            <p:nvPr/>
          </p:nvSpPr>
          <p:spPr>
            <a:xfrm rot="-5400000">
              <a:off x="3103" y="1595"/>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75" name="Rectangle 23"/>
            <p:cNvSpPr/>
            <p:nvPr/>
          </p:nvSpPr>
          <p:spPr>
            <a:xfrm rot="-5400000">
              <a:off x="1736" y="1572"/>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76" name="Rectangle 24"/>
            <p:cNvSpPr/>
            <p:nvPr/>
          </p:nvSpPr>
          <p:spPr>
            <a:xfrm rot="10800000">
              <a:off x="2111" y="930"/>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77" name="Rectangle 25"/>
            <p:cNvSpPr/>
            <p:nvPr/>
          </p:nvSpPr>
          <p:spPr>
            <a:xfrm rot="-5400000">
              <a:off x="2470" y="1844"/>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9478" name="Group 26"/>
            <p:cNvGrpSpPr/>
            <p:nvPr/>
          </p:nvGrpSpPr>
          <p:grpSpPr>
            <a:xfrm rot="-5400000" flipH="1">
              <a:off x="2542" y="1199"/>
              <a:ext cx="328" cy="328"/>
              <a:chOff x="4152" y="2848"/>
              <a:chExt cx="328" cy="328"/>
            </a:xfrm>
          </p:grpSpPr>
          <p:sp>
            <p:nvSpPr>
              <p:cNvPr id="19479" name="Oval 27"/>
              <p:cNvSpPr/>
              <p:nvPr/>
            </p:nvSpPr>
            <p:spPr>
              <a:xfrm>
                <a:off x="4152" y="2848"/>
                <a:ext cx="328" cy="32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80" name="Line 28"/>
              <p:cNvSpPr/>
              <p:nvPr/>
            </p:nvSpPr>
            <p:spPr>
              <a:xfrm>
                <a:off x="4152" y="3016"/>
                <a:ext cx="328" cy="0"/>
              </a:xfrm>
              <a:prstGeom prst="line">
                <a:avLst/>
              </a:prstGeom>
              <a:ln w="38100" cap="flat" cmpd="sng">
                <a:solidFill>
                  <a:srgbClr val="FF3300"/>
                </a:solidFill>
                <a:prstDash val="solid"/>
                <a:miter/>
                <a:headEnd type="none" w="med" len="med"/>
                <a:tailEnd type="none" w="med" len="med"/>
              </a:ln>
            </p:spPr>
          </p:sp>
        </p:grpSp>
        <p:sp>
          <p:nvSpPr>
            <p:cNvPr id="19481" name="Text Box 29"/>
            <p:cNvSpPr txBox="1"/>
            <p:nvPr/>
          </p:nvSpPr>
          <p:spPr>
            <a:xfrm>
              <a:off x="2722" y="979"/>
              <a:ext cx="280"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482" name="Text Box 30"/>
            <p:cNvSpPr txBox="1"/>
            <p:nvPr/>
          </p:nvSpPr>
          <p:spPr>
            <a:xfrm>
              <a:off x="2746" y="1371"/>
              <a:ext cx="280"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483" name="Oval 31"/>
            <p:cNvSpPr/>
            <p:nvPr/>
          </p:nvSpPr>
          <p:spPr>
            <a:xfrm>
              <a:off x="1282" y="965"/>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84" name="Oval 32"/>
            <p:cNvSpPr/>
            <p:nvPr/>
          </p:nvSpPr>
          <p:spPr>
            <a:xfrm>
              <a:off x="1282" y="2230"/>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85" name="Oval 33"/>
            <p:cNvSpPr/>
            <p:nvPr/>
          </p:nvSpPr>
          <p:spPr>
            <a:xfrm>
              <a:off x="1937" y="2230"/>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86" name="Oval 34"/>
            <p:cNvSpPr/>
            <p:nvPr/>
          </p:nvSpPr>
          <p:spPr>
            <a:xfrm>
              <a:off x="2666" y="2237"/>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87" name="Oval 35"/>
            <p:cNvSpPr/>
            <p:nvPr/>
          </p:nvSpPr>
          <p:spPr>
            <a:xfrm>
              <a:off x="2660" y="965"/>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88" name="Oval 36"/>
            <p:cNvSpPr/>
            <p:nvPr/>
          </p:nvSpPr>
          <p:spPr>
            <a:xfrm>
              <a:off x="1932" y="965"/>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489" name="Line 37"/>
            <p:cNvSpPr/>
            <p:nvPr/>
          </p:nvSpPr>
          <p:spPr>
            <a:xfrm>
              <a:off x="1082" y="1377"/>
              <a:ext cx="0" cy="486"/>
            </a:xfrm>
            <a:prstGeom prst="line">
              <a:avLst/>
            </a:prstGeom>
            <a:ln w="38100" cap="flat" cmpd="sng">
              <a:solidFill>
                <a:schemeClr val="bg1"/>
              </a:solidFill>
              <a:prstDash val="solid"/>
              <a:miter/>
              <a:headEnd type="stealth" w="sm" len="lg"/>
              <a:tailEnd type="none" w="med" len="med"/>
            </a:ln>
          </p:spPr>
        </p:sp>
        <p:sp>
          <p:nvSpPr>
            <p:cNvPr id="19490" name="Line 38"/>
            <p:cNvSpPr/>
            <p:nvPr/>
          </p:nvSpPr>
          <p:spPr>
            <a:xfrm flipV="1">
              <a:off x="3431" y="937"/>
              <a:ext cx="0" cy="486"/>
            </a:xfrm>
            <a:prstGeom prst="line">
              <a:avLst/>
            </a:prstGeom>
            <a:ln w="38100" cap="flat" cmpd="sng">
              <a:solidFill>
                <a:schemeClr val="bg1"/>
              </a:solidFill>
              <a:prstDash val="solid"/>
              <a:miter/>
              <a:headEnd type="stealth" w="sm" len="lg"/>
              <a:tailEnd type="none" w="med" len="med"/>
            </a:ln>
          </p:spPr>
        </p:sp>
        <p:sp>
          <p:nvSpPr>
            <p:cNvPr id="19491" name="Text Box 39"/>
            <p:cNvSpPr txBox="1"/>
            <p:nvPr/>
          </p:nvSpPr>
          <p:spPr>
            <a:xfrm>
              <a:off x="181" y="1140"/>
              <a:ext cx="641"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6V</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492" name="Text Box 40"/>
            <p:cNvSpPr txBox="1"/>
            <p:nvPr/>
          </p:nvSpPr>
          <p:spPr>
            <a:xfrm>
              <a:off x="745" y="1467"/>
              <a:ext cx="641"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2A</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493" name="Text Box 41"/>
            <p:cNvSpPr txBox="1"/>
            <p:nvPr/>
          </p:nvSpPr>
          <p:spPr>
            <a:xfrm>
              <a:off x="2846" y="1208"/>
              <a:ext cx="449"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3V</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494" name="Text Box 42"/>
            <p:cNvSpPr txBox="1"/>
            <p:nvPr/>
          </p:nvSpPr>
          <p:spPr>
            <a:xfrm>
              <a:off x="3433" y="982"/>
              <a:ext cx="31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I</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495" name="Text Box 43"/>
            <p:cNvSpPr txBox="1"/>
            <p:nvPr/>
          </p:nvSpPr>
          <p:spPr>
            <a:xfrm>
              <a:off x="231" y="1694"/>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3Ω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496" name="Text Box 44"/>
            <p:cNvSpPr txBox="1"/>
            <p:nvPr/>
          </p:nvSpPr>
          <p:spPr>
            <a:xfrm>
              <a:off x="1518" y="1480"/>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6Ω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497" name="Text Box 45"/>
            <p:cNvSpPr txBox="1"/>
            <p:nvPr/>
          </p:nvSpPr>
          <p:spPr>
            <a:xfrm>
              <a:off x="2117" y="1028"/>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498" name="Text Box 46"/>
            <p:cNvSpPr txBox="1"/>
            <p:nvPr/>
          </p:nvSpPr>
          <p:spPr>
            <a:xfrm>
              <a:off x="2726" y="1751"/>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3Ω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499" name="Text Box 47"/>
            <p:cNvSpPr txBox="1"/>
            <p:nvPr/>
          </p:nvSpPr>
          <p:spPr>
            <a:xfrm>
              <a:off x="3359" y="1491"/>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1Ω</a:t>
              </a:r>
              <a:endParaRPr lang="en-US" altLang="zh-CN" dirty="0">
                <a:solidFill>
                  <a:srgbClr val="FFFF3D"/>
                </a:solidFill>
                <a:latin typeface="Times New Roman" panose="02020603050405020304" pitchFamily="18" charset="0"/>
                <a:ea typeface="宋体" panose="02010600030101010101" pitchFamily="2" charset="-122"/>
              </a:endParaRPr>
            </a:p>
          </p:txBody>
        </p:sp>
        <p:grpSp>
          <p:nvGrpSpPr>
            <p:cNvPr id="19500" name="Group 48"/>
            <p:cNvGrpSpPr/>
            <p:nvPr/>
          </p:nvGrpSpPr>
          <p:grpSpPr>
            <a:xfrm rot="5400000">
              <a:off x="2150" y="424"/>
              <a:ext cx="344" cy="336"/>
              <a:chOff x="656" y="1712"/>
              <a:chExt cx="344" cy="336"/>
            </a:xfrm>
          </p:grpSpPr>
          <p:sp>
            <p:nvSpPr>
              <p:cNvPr id="19501" name="Oval 49"/>
              <p:cNvSpPr/>
              <p:nvPr/>
            </p:nvSpPr>
            <p:spPr>
              <a:xfrm>
                <a:off x="656" y="1712"/>
                <a:ext cx="336" cy="336"/>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02" name="Line 50"/>
              <p:cNvSpPr/>
              <p:nvPr/>
            </p:nvSpPr>
            <p:spPr>
              <a:xfrm>
                <a:off x="664" y="1880"/>
                <a:ext cx="336" cy="0"/>
              </a:xfrm>
              <a:prstGeom prst="line">
                <a:avLst/>
              </a:prstGeom>
              <a:ln w="38100" cap="flat" cmpd="sng">
                <a:solidFill>
                  <a:srgbClr val="FF3300"/>
                </a:solidFill>
                <a:prstDash val="solid"/>
                <a:miter/>
                <a:headEnd type="none" w="med" len="med"/>
                <a:tailEnd type="none" w="med" len="med"/>
              </a:ln>
            </p:spPr>
          </p:sp>
        </p:grpSp>
        <p:sp>
          <p:nvSpPr>
            <p:cNvPr id="19503" name="Freeform 51"/>
            <p:cNvSpPr/>
            <p:nvPr/>
          </p:nvSpPr>
          <p:spPr>
            <a:xfrm>
              <a:off x="2494" y="587"/>
              <a:ext cx="215" cy="418"/>
            </a:xfrm>
            <a:custGeom>
              <a:avLst/>
              <a:gdLst/>
              <a:ahLst/>
              <a:cxnLst>
                <a:cxn ang="0">
                  <a:pos x="215" y="418"/>
                </a:cxn>
                <a:cxn ang="0">
                  <a:pos x="215" y="0"/>
                </a:cxn>
                <a:cxn ang="0">
                  <a:pos x="0" y="0"/>
                </a:cxn>
              </a:cxnLst>
              <a:pathLst>
                <a:path w="215" h="418">
                  <a:moveTo>
                    <a:pt x="215" y="418"/>
                  </a:moveTo>
                  <a:lnTo>
                    <a:pt x="215" y="0"/>
                  </a:lnTo>
                  <a:lnTo>
                    <a:pt x="0" y="0"/>
                  </a:lnTo>
                </a:path>
              </a:pathLst>
            </a:custGeom>
            <a:noFill/>
            <a:ln w="38100" cap="flat" cmpd="sng">
              <a:solidFill>
                <a:schemeClr val="bg1"/>
              </a:solidFill>
              <a:prstDash val="solid"/>
              <a:miter/>
              <a:headEnd type="none" w="med" len="med"/>
              <a:tailEnd type="none" w="med" len="med"/>
            </a:ln>
          </p:spPr>
          <p:txBody>
            <a:bodyPr/>
            <a:p>
              <a:endParaRPr lang="zh-CN" altLang="en-US"/>
            </a:p>
          </p:txBody>
        </p:sp>
        <p:sp>
          <p:nvSpPr>
            <p:cNvPr id="19504" name="Freeform 52"/>
            <p:cNvSpPr/>
            <p:nvPr/>
          </p:nvSpPr>
          <p:spPr>
            <a:xfrm>
              <a:off x="1975" y="576"/>
              <a:ext cx="180" cy="418"/>
            </a:xfrm>
            <a:custGeom>
              <a:avLst/>
              <a:gdLst/>
              <a:ahLst/>
              <a:cxnLst>
                <a:cxn ang="0">
                  <a:pos x="0" y="418"/>
                </a:cxn>
                <a:cxn ang="0">
                  <a:pos x="0" y="0"/>
                </a:cxn>
                <a:cxn ang="0">
                  <a:pos x="180" y="0"/>
                </a:cxn>
              </a:cxnLst>
              <a:pathLst>
                <a:path w="180" h="418">
                  <a:moveTo>
                    <a:pt x="0" y="418"/>
                  </a:moveTo>
                  <a:lnTo>
                    <a:pt x="0" y="0"/>
                  </a:lnTo>
                  <a:lnTo>
                    <a:pt x="180" y="0"/>
                  </a:lnTo>
                </a:path>
              </a:pathLst>
            </a:custGeom>
            <a:noFill/>
            <a:ln w="38100" cap="flat" cmpd="sng">
              <a:solidFill>
                <a:schemeClr val="bg1"/>
              </a:solidFill>
              <a:prstDash val="solid"/>
              <a:miter/>
              <a:headEnd type="none" w="med" len="med"/>
              <a:tailEnd type="none" w="med" len="med"/>
            </a:ln>
          </p:spPr>
          <p:txBody>
            <a:bodyPr/>
            <a:p>
              <a:endParaRPr lang="zh-CN" altLang="en-US"/>
            </a:p>
          </p:txBody>
        </p:sp>
        <p:sp>
          <p:nvSpPr>
            <p:cNvPr id="19505" name="Line 53"/>
            <p:cNvSpPr/>
            <p:nvPr/>
          </p:nvSpPr>
          <p:spPr>
            <a:xfrm>
              <a:off x="2089" y="349"/>
              <a:ext cx="451" cy="0"/>
            </a:xfrm>
            <a:prstGeom prst="line">
              <a:avLst/>
            </a:prstGeom>
            <a:ln w="38100" cap="flat" cmpd="sng">
              <a:solidFill>
                <a:schemeClr val="bg1"/>
              </a:solidFill>
              <a:prstDash val="solid"/>
              <a:miter/>
              <a:headEnd type="stealth" w="sm" len="lg"/>
              <a:tailEnd type="none" w="med" len="med"/>
            </a:ln>
          </p:spPr>
        </p:sp>
        <p:sp>
          <p:nvSpPr>
            <p:cNvPr id="19506" name="Text Box 54"/>
            <p:cNvSpPr txBox="1"/>
            <p:nvPr/>
          </p:nvSpPr>
          <p:spPr>
            <a:xfrm>
              <a:off x="2179" y="59"/>
              <a:ext cx="641"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2A</a:t>
              </a:r>
              <a:endParaRPr lang="en-US" altLang="zh-CN" dirty="0">
                <a:solidFill>
                  <a:srgbClr val="FFFF3D"/>
                </a:solidFill>
                <a:latin typeface="Times New Roman" panose="02020603050405020304" pitchFamily="18" charset="0"/>
                <a:ea typeface="宋体" panose="02010600030101010101" pitchFamily="2" charset="-122"/>
              </a:endParaRPr>
            </a:p>
          </p:txBody>
        </p:sp>
      </p:grpSp>
      <p:sp>
        <p:nvSpPr>
          <p:cNvPr id="80951" name="Text Box 55"/>
          <p:cNvSpPr txBox="1"/>
          <p:nvPr/>
        </p:nvSpPr>
        <p:spPr>
          <a:xfrm>
            <a:off x="628650" y="583248"/>
            <a:ext cx="2041525" cy="823912"/>
          </a:xfrm>
          <a:prstGeom prst="rect">
            <a:avLst/>
          </a:prstGeom>
          <a:noFill/>
          <a:ln w="38100">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试利用电源的等效变换求</a:t>
            </a:r>
            <a:r>
              <a:rPr lang="en-US" altLang="zh-CN" sz="2400" dirty="0">
                <a:latin typeface="Times New Roman" panose="02020603050405020304" pitchFamily="18" charset="0"/>
                <a:ea typeface="宋体" panose="02010600030101010101" pitchFamily="2" charset="-122"/>
              </a:rPr>
              <a:t>I</a:t>
            </a:r>
            <a:r>
              <a:rPr lang="zh-CN" altLang="en-US" sz="2400" dirty="0">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p:txBody>
      </p:sp>
      <p:grpSp>
        <p:nvGrpSpPr>
          <p:cNvPr id="80952" name="Group 56"/>
          <p:cNvGrpSpPr/>
          <p:nvPr/>
        </p:nvGrpSpPr>
        <p:grpSpPr>
          <a:xfrm>
            <a:off x="698500" y="4106863"/>
            <a:ext cx="842963" cy="1433512"/>
            <a:chOff x="587" y="2632"/>
            <a:chExt cx="531" cy="609"/>
          </a:xfrm>
        </p:grpSpPr>
        <p:sp>
          <p:nvSpPr>
            <p:cNvPr id="19509" name="Rectangle 57"/>
            <p:cNvSpPr/>
            <p:nvPr/>
          </p:nvSpPr>
          <p:spPr>
            <a:xfrm>
              <a:off x="587" y="2632"/>
              <a:ext cx="102" cy="542"/>
            </a:xfrm>
            <a:prstGeom prst="rect">
              <a:avLst/>
            </a:prstGeom>
            <a:solidFill>
              <a:schemeClr val="accent1"/>
            </a:solidFill>
            <a:ln w="38100" cap="flat" cmpd="sng">
              <a:solidFill>
                <a:schemeClr val="accent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10" name="AutoShape 58"/>
            <p:cNvSpPr/>
            <p:nvPr/>
          </p:nvSpPr>
          <p:spPr>
            <a:xfrm>
              <a:off x="588" y="3072"/>
              <a:ext cx="530" cy="169"/>
            </a:xfrm>
            <a:prstGeom prst="rightArrow">
              <a:avLst>
                <a:gd name="adj1" fmla="val 50000"/>
                <a:gd name="adj2" fmla="val 78358"/>
              </a:avLst>
            </a:prstGeom>
            <a:solidFill>
              <a:schemeClr val="accent1"/>
            </a:solidFill>
            <a:ln w="38100" cap="flat" cmpd="sng">
              <a:solidFill>
                <a:schemeClr val="accent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grpSp>
        <p:nvGrpSpPr>
          <p:cNvPr id="81006" name="Group 110"/>
          <p:cNvGrpSpPr/>
          <p:nvPr/>
        </p:nvGrpSpPr>
        <p:grpSpPr>
          <a:xfrm>
            <a:off x="1501775" y="3813175"/>
            <a:ext cx="7148513" cy="2667000"/>
            <a:chOff x="946" y="2402"/>
            <a:chExt cx="4503" cy="1680"/>
          </a:xfrm>
        </p:grpSpPr>
        <p:grpSp>
          <p:nvGrpSpPr>
            <p:cNvPr id="19512" name="Group 60"/>
            <p:cNvGrpSpPr/>
            <p:nvPr/>
          </p:nvGrpSpPr>
          <p:grpSpPr>
            <a:xfrm>
              <a:off x="2412" y="3236"/>
              <a:ext cx="344" cy="336"/>
              <a:chOff x="656" y="1712"/>
              <a:chExt cx="344" cy="336"/>
            </a:xfrm>
          </p:grpSpPr>
          <p:sp>
            <p:nvSpPr>
              <p:cNvPr id="19513" name="Oval 61"/>
              <p:cNvSpPr/>
              <p:nvPr/>
            </p:nvSpPr>
            <p:spPr>
              <a:xfrm>
                <a:off x="656" y="1712"/>
                <a:ext cx="336" cy="336"/>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14" name="Line 62"/>
              <p:cNvSpPr/>
              <p:nvPr/>
            </p:nvSpPr>
            <p:spPr>
              <a:xfrm>
                <a:off x="664" y="1880"/>
                <a:ext cx="336" cy="0"/>
              </a:xfrm>
              <a:prstGeom prst="line">
                <a:avLst/>
              </a:prstGeom>
              <a:ln w="38100" cap="flat" cmpd="sng">
                <a:solidFill>
                  <a:srgbClr val="FF3300"/>
                </a:solidFill>
                <a:prstDash val="solid"/>
                <a:miter/>
                <a:headEnd type="none" w="med" len="med"/>
                <a:tailEnd type="none" w="med" len="med"/>
              </a:ln>
            </p:spPr>
          </p:sp>
        </p:grpSp>
        <p:sp>
          <p:nvSpPr>
            <p:cNvPr id="19515" name="Rectangle 63"/>
            <p:cNvSpPr/>
            <p:nvPr/>
          </p:nvSpPr>
          <p:spPr>
            <a:xfrm>
              <a:off x="2021" y="2856"/>
              <a:ext cx="2947" cy="1185"/>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16" name="Freeform 64"/>
            <p:cNvSpPr/>
            <p:nvPr/>
          </p:nvSpPr>
          <p:spPr>
            <a:xfrm>
              <a:off x="1501" y="2856"/>
              <a:ext cx="520" cy="395"/>
            </a:xfrm>
            <a:custGeom>
              <a:avLst/>
              <a:gdLst/>
              <a:ahLst/>
              <a:cxnLst>
                <a:cxn ang="0">
                  <a:pos x="683" y="0"/>
                </a:cxn>
                <a:cxn ang="0">
                  <a:pos x="0" y="0"/>
                </a:cxn>
                <a:cxn ang="0">
                  <a:pos x="0" y="395"/>
                </a:cxn>
              </a:cxnLst>
              <a:pathLst>
                <a:path w="396" h="395">
                  <a:moveTo>
                    <a:pt x="396" y="0"/>
                  </a:moveTo>
                  <a:lnTo>
                    <a:pt x="0" y="0"/>
                  </a:lnTo>
                  <a:lnTo>
                    <a:pt x="0" y="395"/>
                  </a:lnTo>
                </a:path>
              </a:pathLst>
            </a:custGeom>
            <a:noFill/>
            <a:ln w="38100" cap="flat" cmpd="sng">
              <a:solidFill>
                <a:schemeClr val="bg1"/>
              </a:solidFill>
              <a:prstDash val="solid"/>
              <a:miter/>
              <a:headEnd type="none" w="med" len="med"/>
              <a:tailEnd type="none" w="med" len="med"/>
            </a:ln>
          </p:spPr>
          <p:txBody>
            <a:bodyPr/>
            <a:p>
              <a:endParaRPr lang="zh-CN" altLang="en-US"/>
            </a:p>
          </p:txBody>
        </p:sp>
        <p:sp>
          <p:nvSpPr>
            <p:cNvPr id="19517" name="Freeform 65"/>
            <p:cNvSpPr/>
            <p:nvPr/>
          </p:nvSpPr>
          <p:spPr>
            <a:xfrm>
              <a:off x="1501" y="3579"/>
              <a:ext cx="543" cy="463"/>
            </a:xfrm>
            <a:custGeom>
              <a:avLst/>
              <a:gdLst/>
              <a:ahLst/>
              <a:cxnLst>
                <a:cxn ang="0">
                  <a:pos x="669" y="576"/>
                </a:cxn>
                <a:cxn ang="0">
                  <a:pos x="0" y="576"/>
                </a:cxn>
                <a:cxn ang="0">
                  <a:pos x="0" y="0"/>
                </a:cxn>
              </a:cxnLst>
              <a:pathLst>
                <a:path w="441" h="372">
                  <a:moveTo>
                    <a:pt x="441" y="372"/>
                  </a:moveTo>
                  <a:lnTo>
                    <a:pt x="0" y="372"/>
                  </a:lnTo>
                  <a:lnTo>
                    <a:pt x="0" y="0"/>
                  </a:lnTo>
                </a:path>
              </a:pathLst>
            </a:custGeom>
            <a:noFill/>
            <a:ln w="38100" cap="flat" cmpd="sng">
              <a:solidFill>
                <a:schemeClr val="bg1"/>
              </a:solidFill>
              <a:prstDash val="solid"/>
              <a:miter/>
              <a:headEnd type="none" w="med" len="med"/>
              <a:tailEnd type="none" w="med" len="med"/>
            </a:ln>
          </p:spPr>
          <p:txBody>
            <a:bodyPr/>
            <a:p>
              <a:endParaRPr lang="zh-CN" altLang="en-US"/>
            </a:p>
          </p:txBody>
        </p:sp>
        <p:sp>
          <p:nvSpPr>
            <p:cNvPr id="19518" name="Line 66"/>
            <p:cNvSpPr/>
            <p:nvPr/>
          </p:nvSpPr>
          <p:spPr>
            <a:xfrm flipV="1">
              <a:off x="2597" y="2856"/>
              <a:ext cx="0" cy="384"/>
            </a:xfrm>
            <a:prstGeom prst="line">
              <a:avLst/>
            </a:prstGeom>
            <a:ln w="38100" cap="flat" cmpd="sng">
              <a:solidFill>
                <a:schemeClr val="bg1"/>
              </a:solidFill>
              <a:prstDash val="solid"/>
              <a:miter/>
              <a:headEnd type="none" w="med" len="med"/>
              <a:tailEnd type="none" w="med" len="med"/>
            </a:ln>
          </p:spPr>
        </p:sp>
        <p:sp>
          <p:nvSpPr>
            <p:cNvPr id="19519" name="Line 67"/>
            <p:cNvSpPr/>
            <p:nvPr/>
          </p:nvSpPr>
          <p:spPr>
            <a:xfrm>
              <a:off x="2586" y="3579"/>
              <a:ext cx="0" cy="440"/>
            </a:xfrm>
            <a:prstGeom prst="line">
              <a:avLst/>
            </a:prstGeom>
            <a:ln w="38100" cap="flat" cmpd="sng">
              <a:solidFill>
                <a:schemeClr val="bg1"/>
              </a:solidFill>
              <a:prstDash val="solid"/>
              <a:miter/>
              <a:headEnd type="none" w="med" len="med"/>
              <a:tailEnd type="none" w="med" len="med"/>
            </a:ln>
          </p:spPr>
        </p:sp>
        <p:sp>
          <p:nvSpPr>
            <p:cNvPr id="19520" name="Line 68"/>
            <p:cNvSpPr/>
            <p:nvPr/>
          </p:nvSpPr>
          <p:spPr>
            <a:xfrm>
              <a:off x="3139" y="2856"/>
              <a:ext cx="0" cy="1196"/>
            </a:xfrm>
            <a:prstGeom prst="line">
              <a:avLst/>
            </a:prstGeom>
            <a:ln w="38100" cap="flat" cmpd="sng">
              <a:solidFill>
                <a:schemeClr val="bg1"/>
              </a:solidFill>
              <a:prstDash val="solid"/>
              <a:miter/>
              <a:headEnd type="none" w="med" len="med"/>
              <a:tailEnd type="none" w="med" len="med"/>
            </a:ln>
          </p:spPr>
        </p:sp>
        <p:grpSp>
          <p:nvGrpSpPr>
            <p:cNvPr id="19521" name="Group 69"/>
            <p:cNvGrpSpPr/>
            <p:nvPr/>
          </p:nvGrpSpPr>
          <p:grpSpPr>
            <a:xfrm>
              <a:off x="3054" y="2536"/>
              <a:ext cx="674" cy="480"/>
              <a:chOff x="3970" y="2007"/>
              <a:chExt cx="674" cy="480"/>
            </a:xfrm>
          </p:grpSpPr>
          <p:sp>
            <p:nvSpPr>
              <p:cNvPr id="19522" name="Oval 70"/>
              <p:cNvSpPr/>
              <p:nvPr/>
            </p:nvSpPr>
            <p:spPr>
              <a:xfrm rot="-10800000" flipH="1">
                <a:off x="4190" y="2159"/>
                <a:ext cx="328" cy="32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23" name="Line 71"/>
              <p:cNvSpPr/>
              <p:nvPr/>
            </p:nvSpPr>
            <p:spPr>
              <a:xfrm rot="-10800000" flipH="1">
                <a:off x="4189" y="2329"/>
                <a:ext cx="328" cy="0"/>
              </a:xfrm>
              <a:prstGeom prst="line">
                <a:avLst/>
              </a:prstGeom>
              <a:ln w="38100" cap="flat" cmpd="sng">
                <a:solidFill>
                  <a:srgbClr val="FF3300"/>
                </a:solidFill>
                <a:prstDash val="solid"/>
                <a:miter/>
                <a:headEnd type="none" w="med" len="med"/>
                <a:tailEnd type="none" w="med" len="med"/>
              </a:ln>
            </p:spPr>
          </p:sp>
          <p:sp>
            <p:nvSpPr>
              <p:cNvPr id="19524" name="Text Box 72"/>
              <p:cNvSpPr txBox="1"/>
              <p:nvPr/>
            </p:nvSpPr>
            <p:spPr>
              <a:xfrm rot="-5400000">
                <a:off x="3990" y="1995"/>
                <a:ext cx="280"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525" name="Text Box 73"/>
              <p:cNvSpPr txBox="1"/>
              <p:nvPr/>
            </p:nvSpPr>
            <p:spPr>
              <a:xfrm rot="10800000">
                <a:off x="4364" y="2007"/>
                <a:ext cx="280"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grpSp>
        <p:sp>
          <p:nvSpPr>
            <p:cNvPr id="19526" name="Rectangle 74"/>
            <p:cNvSpPr/>
            <p:nvPr/>
          </p:nvSpPr>
          <p:spPr>
            <a:xfrm rot="10800000">
              <a:off x="3706" y="2785"/>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27" name="Line 75"/>
            <p:cNvSpPr/>
            <p:nvPr/>
          </p:nvSpPr>
          <p:spPr>
            <a:xfrm>
              <a:off x="4381" y="2856"/>
              <a:ext cx="0" cy="1197"/>
            </a:xfrm>
            <a:prstGeom prst="line">
              <a:avLst/>
            </a:prstGeom>
            <a:ln w="38100" cap="flat" cmpd="sng">
              <a:solidFill>
                <a:schemeClr val="bg1"/>
              </a:solidFill>
              <a:prstDash val="solid"/>
              <a:miter/>
              <a:headEnd type="none" w="med" len="med"/>
              <a:tailEnd type="none" w="med" len="med"/>
            </a:ln>
          </p:spPr>
        </p:sp>
        <p:sp>
          <p:nvSpPr>
            <p:cNvPr id="19528" name="Rectangle 76"/>
            <p:cNvSpPr/>
            <p:nvPr/>
          </p:nvSpPr>
          <p:spPr>
            <a:xfrm rot="-5400000">
              <a:off x="1794" y="3346"/>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29" name="Rectangle 77"/>
            <p:cNvSpPr/>
            <p:nvPr/>
          </p:nvSpPr>
          <p:spPr>
            <a:xfrm rot="-5400000">
              <a:off x="2901" y="3380"/>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30" name="Rectangle 78"/>
            <p:cNvSpPr/>
            <p:nvPr/>
          </p:nvSpPr>
          <p:spPr>
            <a:xfrm rot="-5400000">
              <a:off x="4132" y="3626"/>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9531" name="Group 79"/>
            <p:cNvGrpSpPr/>
            <p:nvPr/>
          </p:nvGrpSpPr>
          <p:grpSpPr>
            <a:xfrm rot="5400000">
              <a:off x="4223" y="3014"/>
              <a:ext cx="328" cy="328"/>
              <a:chOff x="4152" y="2848"/>
              <a:chExt cx="328" cy="328"/>
            </a:xfrm>
          </p:grpSpPr>
          <p:sp>
            <p:nvSpPr>
              <p:cNvPr id="19532" name="Oval 80"/>
              <p:cNvSpPr/>
              <p:nvPr/>
            </p:nvSpPr>
            <p:spPr>
              <a:xfrm>
                <a:off x="4152" y="2848"/>
                <a:ext cx="328" cy="32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33" name="Line 81"/>
              <p:cNvSpPr/>
              <p:nvPr/>
            </p:nvSpPr>
            <p:spPr>
              <a:xfrm>
                <a:off x="4152" y="3016"/>
                <a:ext cx="328" cy="0"/>
              </a:xfrm>
              <a:prstGeom prst="line">
                <a:avLst/>
              </a:prstGeom>
              <a:ln w="38100" cap="flat" cmpd="sng">
                <a:solidFill>
                  <a:srgbClr val="FF3300"/>
                </a:solidFill>
                <a:prstDash val="solid"/>
                <a:miter/>
                <a:headEnd type="none" w="med" len="med"/>
                <a:tailEnd type="none" w="med" len="med"/>
              </a:ln>
            </p:spPr>
          </p:sp>
        </p:grpSp>
        <p:sp>
          <p:nvSpPr>
            <p:cNvPr id="19534" name="Text Box 82"/>
            <p:cNvSpPr txBox="1"/>
            <p:nvPr/>
          </p:nvSpPr>
          <p:spPr>
            <a:xfrm flipH="1">
              <a:off x="4119" y="2816"/>
              <a:ext cx="280"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535" name="Text Box 83"/>
            <p:cNvSpPr txBox="1"/>
            <p:nvPr/>
          </p:nvSpPr>
          <p:spPr>
            <a:xfrm flipH="1">
              <a:off x="4117" y="3175"/>
              <a:ext cx="280"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536" name="Rectangle 84"/>
            <p:cNvSpPr/>
            <p:nvPr/>
          </p:nvSpPr>
          <p:spPr>
            <a:xfrm rot="-5400000">
              <a:off x="4731" y="3411"/>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7432" name="Line 85"/>
            <p:cNvSpPr>
              <a:spLocks noChangeShapeType="1"/>
            </p:cNvSpPr>
            <p:nvPr/>
          </p:nvSpPr>
          <p:spPr bwMode="auto">
            <a:xfrm>
              <a:off x="1304" y="3070"/>
              <a:ext cx="0" cy="610"/>
            </a:xfrm>
            <a:prstGeom prst="line">
              <a:avLst/>
            </a:prstGeom>
            <a:noFill/>
            <a:ln w="38100">
              <a:solidFill>
                <a:schemeClr val="accent5"/>
              </a:solidFill>
              <a:miter lim="800000"/>
              <a:head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7433" name="Line 86"/>
            <p:cNvSpPr>
              <a:spLocks noChangeShapeType="1"/>
            </p:cNvSpPr>
            <p:nvPr/>
          </p:nvSpPr>
          <p:spPr bwMode="auto">
            <a:xfrm>
              <a:off x="2372" y="3138"/>
              <a:ext cx="0" cy="610"/>
            </a:xfrm>
            <a:prstGeom prst="line">
              <a:avLst/>
            </a:prstGeom>
            <a:noFill/>
            <a:ln w="38100">
              <a:solidFill>
                <a:schemeClr val="accent5"/>
              </a:solidFill>
              <a:miter lim="800000"/>
              <a:head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7434" name="Line 87"/>
            <p:cNvSpPr>
              <a:spLocks noChangeShapeType="1"/>
            </p:cNvSpPr>
            <p:nvPr/>
          </p:nvSpPr>
          <p:spPr bwMode="auto">
            <a:xfrm flipV="1">
              <a:off x="5049" y="2710"/>
              <a:ext cx="1" cy="496"/>
            </a:xfrm>
            <a:prstGeom prst="line">
              <a:avLst/>
            </a:prstGeom>
            <a:noFill/>
            <a:ln w="38100">
              <a:solidFill>
                <a:schemeClr val="accent5"/>
              </a:solidFill>
              <a:miter lim="800000"/>
              <a:head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9540" name="Oval 88"/>
            <p:cNvSpPr/>
            <p:nvPr/>
          </p:nvSpPr>
          <p:spPr>
            <a:xfrm>
              <a:off x="1978" y="2812"/>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41" name="Oval 89"/>
            <p:cNvSpPr/>
            <p:nvPr/>
          </p:nvSpPr>
          <p:spPr>
            <a:xfrm>
              <a:off x="2554" y="2812"/>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42" name="Oval 90"/>
            <p:cNvSpPr/>
            <p:nvPr/>
          </p:nvSpPr>
          <p:spPr>
            <a:xfrm>
              <a:off x="3096" y="2812"/>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43" name="Oval 91"/>
            <p:cNvSpPr/>
            <p:nvPr/>
          </p:nvSpPr>
          <p:spPr>
            <a:xfrm>
              <a:off x="4338" y="2812"/>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44" name="Oval 92"/>
            <p:cNvSpPr/>
            <p:nvPr/>
          </p:nvSpPr>
          <p:spPr>
            <a:xfrm>
              <a:off x="4338" y="3997"/>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45" name="Oval 93"/>
            <p:cNvSpPr/>
            <p:nvPr/>
          </p:nvSpPr>
          <p:spPr>
            <a:xfrm>
              <a:off x="3102" y="3998"/>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46" name="Oval 94"/>
            <p:cNvSpPr/>
            <p:nvPr/>
          </p:nvSpPr>
          <p:spPr>
            <a:xfrm>
              <a:off x="2549" y="4002"/>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47" name="Oval 95"/>
            <p:cNvSpPr/>
            <p:nvPr/>
          </p:nvSpPr>
          <p:spPr>
            <a:xfrm>
              <a:off x="1972" y="4002"/>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48" name="Text Box 96"/>
            <p:cNvSpPr txBox="1"/>
            <p:nvPr/>
          </p:nvSpPr>
          <p:spPr>
            <a:xfrm>
              <a:off x="946" y="3216"/>
              <a:ext cx="471"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2A</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549" name="Text Box 97"/>
            <p:cNvSpPr txBox="1"/>
            <p:nvPr/>
          </p:nvSpPr>
          <p:spPr>
            <a:xfrm>
              <a:off x="2041" y="3250"/>
              <a:ext cx="471"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2A</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550" name="Text Box 98"/>
            <p:cNvSpPr txBox="1"/>
            <p:nvPr/>
          </p:nvSpPr>
          <p:spPr>
            <a:xfrm>
              <a:off x="1556" y="3442"/>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3Ω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551" name="Text Box 99"/>
            <p:cNvSpPr txBox="1"/>
            <p:nvPr/>
          </p:nvSpPr>
          <p:spPr>
            <a:xfrm>
              <a:off x="2674" y="3363"/>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6Ω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552" name="Text Box 100"/>
            <p:cNvSpPr txBox="1"/>
            <p:nvPr/>
          </p:nvSpPr>
          <p:spPr>
            <a:xfrm>
              <a:off x="3700" y="2512"/>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553" name="Text Box 101"/>
            <p:cNvSpPr txBox="1"/>
            <p:nvPr/>
          </p:nvSpPr>
          <p:spPr>
            <a:xfrm>
              <a:off x="4965" y="3330"/>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554" name="Text Box 102"/>
            <p:cNvSpPr txBox="1"/>
            <p:nvPr/>
          </p:nvSpPr>
          <p:spPr>
            <a:xfrm>
              <a:off x="3881" y="3548"/>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3Ω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555" name="Text Box 103"/>
            <p:cNvSpPr txBox="1"/>
            <p:nvPr/>
          </p:nvSpPr>
          <p:spPr>
            <a:xfrm>
              <a:off x="3243" y="2402"/>
              <a:ext cx="641"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2V</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556" name="Text Box 104"/>
            <p:cNvSpPr txBox="1"/>
            <p:nvPr/>
          </p:nvSpPr>
          <p:spPr>
            <a:xfrm>
              <a:off x="3865" y="3011"/>
              <a:ext cx="641"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3V</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9557" name="Text Box 105"/>
            <p:cNvSpPr txBox="1"/>
            <p:nvPr/>
          </p:nvSpPr>
          <p:spPr>
            <a:xfrm>
              <a:off x="5063" y="2775"/>
              <a:ext cx="31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I</a:t>
              </a:r>
              <a:endParaRPr lang="en-US" altLang="zh-CN" dirty="0">
                <a:solidFill>
                  <a:srgbClr val="FFFF3D"/>
                </a:solidFill>
                <a:latin typeface="Times New Roman" panose="02020603050405020304" pitchFamily="18" charset="0"/>
                <a:ea typeface="宋体" panose="02010600030101010101" pitchFamily="2" charset="-122"/>
              </a:endParaRPr>
            </a:p>
          </p:txBody>
        </p:sp>
        <p:grpSp>
          <p:nvGrpSpPr>
            <p:cNvPr id="19558" name="Group 106"/>
            <p:cNvGrpSpPr/>
            <p:nvPr/>
          </p:nvGrpSpPr>
          <p:grpSpPr>
            <a:xfrm>
              <a:off x="1338" y="3236"/>
              <a:ext cx="344" cy="336"/>
              <a:chOff x="656" y="1712"/>
              <a:chExt cx="344" cy="336"/>
            </a:xfrm>
          </p:grpSpPr>
          <p:sp>
            <p:nvSpPr>
              <p:cNvPr id="19559" name="Oval 107"/>
              <p:cNvSpPr/>
              <p:nvPr/>
            </p:nvSpPr>
            <p:spPr>
              <a:xfrm>
                <a:off x="656" y="1712"/>
                <a:ext cx="336" cy="336"/>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9560" name="Line 108"/>
              <p:cNvSpPr/>
              <p:nvPr/>
            </p:nvSpPr>
            <p:spPr>
              <a:xfrm>
                <a:off x="664" y="1880"/>
                <a:ext cx="336" cy="0"/>
              </a:xfrm>
              <a:prstGeom prst="line">
                <a:avLst/>
              </a:prstGeom>
              <a:ln w="38100" cap="flat" cmpd="sng">
                <a:solidFill>
                  <a:srgbClr val="FF3300"/>
                </a:solidFill>
                <a:prstDash val="solid"/>
                <a:miter/>
                <a:headEnd type="none" w="med" len="med"/>
                <a:tailEnd type="none" w="med" len="med"/>
              </a:ln>
            </p:spPr>
          </p:sp>
        </p:gr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2000"/>
                                  </p:stCondLst>
                                  <p:childTnLst>
                                    <p:set>
                                      <p:cBhvr>
                                        <p:cTn id="6" dur="1" fill="hold">
                                          <p:stCondLst>
                                            <p:cond delay="0"/>
                                          </p:stCondLst>
                                        </p:cTn>
                                        <p:tgtEl>
                                          <p:spTgt spid="80900"/>
                                        </p:tgtEl>
                                        <p:attrNameLst>
                                          <p:attrName>style.visibility</p:attrName>
                                        </p:attrNameLst>
                                      </p:cBhvr>
                                      <p:to>
                                        <p:strVal val="visible"/>
                                      </p:to>
                                    </p:set>
                                    <p:anim calcmode="lin" valueType="num">
                                      <p:cBhvr>
                                        <p:cTn id="7" dur="1000" fill="hold"/>
                                        <p:tgtEl>
                                          <p:spTgt spid="80900"/>
                                        </p:tgtEl>
                                        <p:attrNameLst>
                                          <p:attrName>ppt_w</p:attrName>
                                        </p:attrNameLst>
                                      </p:cBhvr>
                                      <p:tavLst>
                                        <p:tav tm="0">
                                          <p:val>
                                            <p:fltVal val="0.000000"/>
                                          </p:val>
                                        </p:tav>
                                        <p:tav tm="100000">
                                          <p:val>
                                            <p:strVal val="#ppt_w"/>
                                          </p:val>
                                        </p:tav>
                                      </p:tavLst>
                                    </p:anim>
                                    <p:anim calcmode="lin" valueType="num">
                                      <p:cBhvr>
                                        <p:cTn id="8" dur="1000" fill="hold"/>
                                        <p:tgtEl>
                                          <p:spTgt spid="80900"/>
                                        </p:tgtEl>
                                        <p:attrNameLst>
                                          <p:attrName>ppt_h</p:attrName>
                                        </p:attrNameLst>
                                      </p:cBhvr>
                                      <p:tavLst>
                                        <p:tav tm="0">
                                          <p:val>
                                            <p:fltVal val="0.000000"/>
                                          </p:val>
                                        </p:tav>
                                        <p:tav tm="100000">
                                          <p:val>
                                            <p:strVal val="#ppt_h"/>
                                          </p:val>
                                        </p:tav>
                                      </p:tavLst>
                                    </p:anim>
                                    <p:anim calcmode="lin" valueType="num">
                                      <p:cBhvr>
                                        <p:cTn id="9" dur="1000" fill="hold"/>
                                        <p:tgtEl>
                                          <p:spTgt spid="80900"/>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80900"/>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3000"/>
                            </p:stCondLst>
                            <p:childTnLst>
                              <p:par>
                                <p:cTn id="12" presetID="3" presetClass="entr" presetSubtype="10" fill="hold" grpId="0" nodeType="afterEffect">
                                  <p:stCondLst>
                                    <p:cond delay="1000"/>
                                  </p:stCondLst>
                                  <p:childTnLst>
                                    <p:set>
                                      <p:cBhvr>
                                        <p:cTn id="13" dur="1" fill="hold">
                                          <p:stCondLst>
                                            <p:cond delay="0"/>
                                          </p:stCondLst>
                                        </p:cTn>
                                        <p:tgtEl>
                                          <p:spTgt spid="80951"/>
                                        </p:tgtEl>
                                        <p:attrNameLst>
                                          <p:attrName>style.visibility</p:attrName>
                                        </p:attrNameLst>
                                      </p:cBhvr>
                                      <p:to>
                                        <p:strVal val="visible"/>
                                      </p:to>
                                    </p:set>
                                    <p:animEffect transition="in" filter="blinds(horizontal)">
                                      <p:cBhvr>
                                        <p:cTn id="14" dur="500"/>
                                        <p:tgtEl>
                                          <p:spTgt spid="80951"/>
                                        </p:tgtEl>
                                      </p:cBhvr>
                                    </p:animEffect>
                                  </p:childTnLst>
                                </p:cTn>
                              </p:par>
                            </p:childTnLst>
                          </p:cTn>
                        </p:par>
                        <p:par>
                          <p:cTn id="15" fill="hold">
                            <p:stCondLst>
                              <p:cond delay="4500"/>
                            </p:stCondLst>
                            <p:childTnLst>
                              <p:par>
                                <p:cTn id="16" presetID="22" presetClass="entr" presetSubtype="8" fill="hold" nodeType="afterEffect">
                                  <p:stCondLst>
                                    <p:cond delay="1000"/>
                                  </p:stCondLst>
                                  <p:childTnLst>
                                    <p:set>
                                      <p:cBhvr>
                                        <p:cTn id="17" dur="1" fill="hold">
                                          <p:stCondLst>
                                            <p:cond delay="0"/>
                                          </p:stCondLst>
                                        </p:cTn>
                                        <p:tgtEl>
                                          <p:spTgt spid="81007"/>
                                        </p:tgtEl>
                                        <p:attrNameLst>
                                          <p:attrName>style.visibility</p:attrName>
                                        </p:attrNameLst>
                                      </p:cBhvr>
                                      <p:to>
                                        <p:strVal val="visible"/>
                                      </p:to>
                                    </p:set>
                                    <p:animEffect transition="in" filter="wipe(left)">
                                      <p:cBhvr>
                                        <p:cTn id="18" dur="500"/>
                                        <p:tgtEl>
                                          <p:spTgt spid="8100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80952"/>
                                        </p:tgtEl>
                                        <p:attrNameLst>
                                          <p:attrName>style.visibility</p:attrName>
                                        </p:attrNameLst>
                                      </p:cBhvr>
                                      <p:to>
                                        <p:strVal val="visible"/>
                                      </p:to>
                                    </p:set>
                                    <p:animEffect transition="in" filter="wipe(up)">
                                      <p:cBhvr>
                                        <p:cTn id="23" dur="500"/>
                                        <p:tgtEl>
                                          <p:spTgt spid="80952"/>
                                        </p:tgtEl>
                                      </p:cBhvr>
                                    </p:animEffect>
                                  </p:childTnLst>
                                </p:cTn>
                              </p:par>
                            </p:childTnLst>
                          </p:cTn>
                        </p:par>
                        <p:par>
                          <p:cTn id="24" fill="hold">
                            <p:stCondLst>
                              <p:cond delay="500"/>
                            </p:stCondLst>
                            <p:childTnLst>
                              <p:par>
                                <p:cTn id="25" presetID="22" presetClass="entr" presetSubtype="8" fill="hold" nodeType="afterEffect">
                                  <p:stCondLst>
                                    <p:cond delay="1000"/>
                                  </p:stCondLst>
                                  <p:childTnLst>
                                    <p:set>
                                      <p:cBhvr>
                                        <p:cTn id="26" dur="1" fill="hold">
                                          <p:stCondLst>
                                            <p:cond delay="0"/>
                                          </p:stCondLst>
                                        </p:cTn>
                                        <p:tgtEl>
                                          <p:spTgt spid="81006"/>
                                        </p:tgtEl>
                                        <p:attrNameLst>
                                          <p:attrName>style.visibility</p:attrName>
                                        </p:attrNameLst>
                                      </p:cBhvr>
                                      <p:to>
                                        <p:strVal val="visible"/>
                                      </p:to>
                                    </p:set>
                                    <p:animEffect transition="in" filter="wipe(left)">
                                      <p:cBhvr>
                                        <p:cTn id="27" dur="500"/>
                                        <p:tgtEl>
                                          <p:spTgt spid="8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0" grpId="0"/>
      <p:bldP spid="80951"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481" name="Rectangle 4"/>
          <p:cNvSpPr>
            <a:spLocks noGrp="1"/>
          </p:cNvSpPr>
          <p:nvPr>
            <p:ph type="title"/>
          </p:nvPr>
        </p:nvSpPr>
        <p:spPr>
          <a:xfrm>
            <a:off x="655955" y="553085"/>
            <a:ext cx="1616075" cy="590550"/>
          </a:xfrm>
        </p:spPr>
        <p:txBody>
          <a:bodyPr wrap="square" lIns="91440" tIns="45720" rIns="91440" bIns="45720" anchor="b"/>
          <a:p>
            <a:pPr eaLnBrk="1" hangingPunct="1"/>
            <a:r>
              <a:rPr lang="zh-CN" altLang="en-US" sz="2400" b="1" dirty="0">
                <a:solidFill>
                  <a:schemeClr val="bg1"/>
                </a:solidFill>
              </a:rPr>
              <a:t>续前：</a:t>
            </a:r>
            <a:endParaRPr lang="zh-CN" altLang="en-US" sz="2400" b="1" dirty="0">
              <a:solidFill>
                <a:schemeClr val="bg1"/>
              </a:solidFill>
            </a:endParaRPr>
          </a:p>
        </p:txBody>
      </p:sp>
      <p:grpSp>
        <p:nvGrpSpPr>
          <p:cNvPr id="82057" name="Group 137"/>
          <p:cNvGrpSpPr/>
          <p:nvPr/>
        </p:nvGrpSpPr>
        <p:grpSpPr>
          <a:xfrm>
            <a:off x="808131" y="1443496"/>
            <a:ext cx="3731675" cy="2018739"/>
            <a:chOff x="-235" y="296"/>
            <a:chExt cx="3094" cy="1683"/>
          </a:xfrm>
        </p:grpSpPr>
        <p:grpSp>
          <p:nvGrpSpPr>
            <p:cNvPr id="20483" name="Group 6"/>
            <p:cNvGrpSpPr/>
            <p:nvPr/>
          </p:nvGrpSpPr>
          <p:grpSpPr>
            <a:xfrm>
              <a:off x="369" y="1087"/>
              <a:ext cx="327" cy="318"/>
              <a:chOff x="656" y="1712"/>
              <a:chExt cx="344" cy="336"/>
            </a:xfrm>
          </p:grpSpPr>
          <p:sp>
            <p:nvSpPr>
              <p:cNvPr id="20484" name="Oval 7"/>
              <p:cNvSpPr/>
              <p:nvPr/>
            </p:nvSpPr>
            <p:spPr>
              <a:xfrm>
                <a:off x="656" y="1712"/>
                <a:ext cx="336" cy="336"/>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485" name="Line 8"/>
              <p:cNvSpPr/>
              <p:nvPr/>
            </p:nvSpPr>
            <p:spPr>
              <a:xfrm>
                <a:off x="664" y="1880"/>
                <a:ext cx="336" cy="0"/>
              </a:xfrm>
              <a:prstGeom prst="line">
                <a:avLst/>
              </a:prstGeom>
              <a:ln w="38100" cap="flat" cmpd="sng">
                <a:solidFill>
                  <a:srgbClr val="FF3300"/>
                </a:solidFill>
                <a:prstDash val="solid"/>
                <a:miter/>
                <a:headEnd type="none" w="med" len="med"/>
                <a:tailEnd type="none" w="med" len="med"/>
              </a:ln>
            </p:spPr>
          </p:sp>
        </p:grpSp>
        <p:sp>
          <p:nvSpPr>
            <p:cNvPr id="20486" name="Rectangle 9"/>
            <p:cNvSpPr/>
            <p:nvPr/>
          </p:nvSpPr>
          <p:spPr>
            <a:xfrm>
              <a:off x="1060" y="728"/>
              <a:ext cx="1738" cy="1121"/>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487" name="Line 10"/>
            <p:cNvSpPr/>
            <p:nvPr/>
          </p:nvSpPr>
          <p:spPr>
            <a:xfrm flipV="1">
              <a:off x="544" y="728"/>
              <a:ext cx="0" cy="363"/>
            </a:xfrm>
            <a:prstGeom prst="line">
              <a:avLst/>
            </a:prstGeom>
            <a:ln w="38100" cap="flat" cmpd="sng">
              <a:solidFill>
                <a:schemeClr val="bg1"/>
              </a:solidFill>
              <a:prstDash val="solid"/>
              <a:miter/>
              <a:headEnd type="none" w="med" len="med"/>
              <a:tailEnd type="none" w="med" len="med"/>
            </a:ln>
          </p:spPr>
        </p:sp>
        <p:sp>
          <p:nvSpPr>
            <p:cNvPr id="20488" name="Line 11"/>
            <p:cNvSpPr/>
            <p:nvPr/>
          </p:nvSpPr>
          <p:spPr>
            <a:xfrm>
              <a:off x="534" y="1420"/>
              <a:ext cx="0" cy="427"/>
            </a:xfrm>
            <a:prstGeom prst="line">
              <a:avLst/>
            </a:prstGeom>
            <a:ln w="38100" cap="flat" cmpd="sng">
              <a:solidFill>
                <a:schemeClr val="bg1"/>
              </a:solidFill>
              <a:prstDash val="solid"/>
              <a:miter/>
              <a:headEnd type="none" w="med" len="med"/>
              <a:tailEnd type="none" w="med" len="med"/>
            </a:ln>
          </p:spPr>
        </p:sp>
        <p:sp>
          <p:nvSpPr>
            <p:cNvPr id="20489" name="Line 12"/>
            <p:cNvSpPr/>
            <p:nvPr/>
          </p:nvSpPr>
          <p:spPr>
            <a:xfrm>
              <a:off x="1060" y="728"/>
              <a:ext cx="0" cy="1131"/>
            </a:xfrm>
            <a:prstGeom prst="line">
              <a:avLst/>
            </a:prstGeom>
            <a:ln w="38100" cap="flat" cmpd="sng">
              <a:solidFill>
                <a:schemeClr val="bg1"/>
              </a:solidFill>
              <a:prstDash val="solid"/>
              <a:miter/>
              <a:headEnd type="none" w="med" len="med"/>
              <a:tailEnd type="none" w="med" len="med"/>
            </a:ln>
          </p:spPr>
        </p:sp>
        <p:grpSp>
          <p:nvGrpSpPr>
            <p:cNvPr id="20490" name="Group 13"/>
            <p:cNvGrpSpPr/>
            <p:nvPr/>
          </p:nvGrpSpPr>
          <p:grpSpPr>
            <a:xfrm>
              <a:off x="926" y="399"/>
              <a:ext cx="692" cy="472"/>
              <a:chOff x="3914" y="1988"/>
              <a:chExt cx="729" cy="499"/>
            </a:xfrm>
          </p:grpSpPr>
          <p:sp>
            <p:nvSpPr>
              <p:cNvPr id="20491" name="Oval 14"/>
              <p:cNvSpPr/>
              <p:nvPr/>
            </p:nvSpPr>
            <p:spPr>
              <a:xfrm rot="-10800000" flipH="1">
                <a:off x="4190" y="2159"/>
                <a:ext cx="328" cy="32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492" name="Line 15"/>
              <p:cNvSpPr/>
              <p:nvPr/>
            </p:nvSpPr>
            <p:spPr>
              <a:xfrm rot="-10800000" flipH="1">
                <a:off x="4189" y="2329"/>
                <a:ext cx="328" cy="0"/>
              </a:xfrm>
              <a:prstGeom prst="line">
                <a:avLst/>
              </a:prstGeom>
              <a:ln w="38100" cap="flat" cmpd="sng">
                <a:solidFill>
                  <a:srgbClr val="FF3300"/>
                </a:solidFill>
                <a:prstDash val="solid"/>
                <a:miter/>
                <a:headEnd type="none" w="med" len="med"/>
                <a:tailEnd type="none" w="med" len="med"/>
              </a:ln>
            </p:spPr>
          </p:sp>
          <p:sp>
            <p:nvSpPr>
              <p:cNvPr id="20493" name="Text Box 16"/>
              <p:cNvSpPr txBox="1"/>
              <p:nvPr/>
            </p:nvSpPr>
            <p:spPr>
              <a:xfrm rot="-5400000">
                <a:off x="4002" y="1990"/>
                <a:ext cx="280" cy="456"/>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494" name="Text Box 17"/>
              <p:cNvSpPr txBox="1"/>
              <p:nvPr/>
            </p:nvSpPr>
            <p:spPr>
              <a:xfrm rot="10800000">
                <a:off x="4363" y="1988"/>
                <a:ext cx="280" cy="460"/>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grpSp>
        <p:sp>
          <p:nvSpPr>
            <p:cNvPr id="20495" name="Rectangle 18"/>
            <p:cNvSpPr/>
            <p:nvPr/>
          </p:nvSpPr>
          <p:spPr>
            <a:xfrm rot="10800000">
              <a:off x="1598" y="660"/>
              <a:ext cx="431" cy="140"/>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496" name="Line 19"/>
            <p:cNvSpPr/>
            <p:nvPr/>
          </p:nvSpPr>
          <p:spPr>
            <a:xfrm>
              <a:off x="2240" y="728"/>
              <a:ext cx="0" cy="1132"/>
            </a:xfrm>
            <a:prstGeom prst="line">
              <a:avLst/>
            </a:prstGeom>
            <a:ln w="38100" cap="flat" cmpd="sng">
              <a:solidFill>
                <a:schemeClr val="bg1"/>
              </a:solidFill>
              <a:prstDash val="solid"/>
              <a:miter/>
              <a:headEnd type="none" w="med" len="med"/>
              <a:tailEnd type="none" w="med" len="med"/>
            </a:ln>
          </p:spPr>
        </p:sp>
        <p:sp>
          <p:nvSpPr>
            <p:cNvPr id="20497" name="Rectangle 20"/>
            <p:cNvSpPr/>
            <p:nvPr/>
          </p:nvSpPr>
          <p:spPr>
            <a:xfrm rot="-5400000">
              <a:off x="834" y="1223"/>
              <a:ext cx="429" cy="140"/>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498" name="Rectangle 21"/>
            <p:cNvSpPr/>
            <p:nvPr/>
          </p:nvSpPr>
          <p:spPr>
            <a:xfrm rot="-5400000">
              <a:off x="2004" y="1456"/>
              <a:ext cx="429" cy="140"/>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20499" name="Group 22"/>
            <p:cNvGrpSpPr/>
            <p:nvPr/>
          </p:nvGrpSpPr>
          <p:grpSpPr>
            <a:xfrm rot="5400000">
              <a:off x="2087" y="873"/>
              <a:ext cx="311" cy="312"/>
              <a:chOff x="4152" y="2848"/>
              <a:chExt cx="328" cy="328"/>
            </a:xfrm>
          </p:grpSpPr>
          <p:sp>
            <p:nvSpPr>
              <p:cNvPr id="20500" name="Oval 23"/>
              <p:cNvSpPr/>
              <p:nvPr/>
            </p:nvSpPr>
            <p:spPr>
              <a:xfrm>
                <a:off x="4152" y="2848"/>
                <a:ext cx="328" cy="32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01" name="Line 24"/>
              <p:cNvSpPr/>
              <p:nvPr/>
            </p:nvSpPr>
            <p:spPr>
              <a:xfrm>
                <a:off x="4152" y="3016"/>
                <a:ext cx="328" cy="0"/>
              </a:xfrm>
              <a:prstGeom prst="line">
                <a:avLst/>
              </a:prstGeom>
              <a:ln w="38100" cap="flat" cmpd="sng">
                <a:solidFill>
                  <a:srgbClr val="FF3300"/>
                </a:solidFill>
                <a:prstDash val="solid"/>
                <a:miter/>
                <a:headEnd type="none" w="med" len="med"/>
                <a:tailEnd type="none" w="med" len="med"/>
              </a:ln>
            </p:spPr>
          </p:sp>
        </p:grpSp>
        <p:sp>
          <p:nvSpPr>
            <p:cNvPr id="20502" name="Text Box 25"/>
            <p:cNvSpPr txBox="1"/>
            <p:nvPr/>
          </p:nvSpPr>
          <p:spPr>
            <a:xfrm flipH="1">
              <a:off x="1991" y="690"/>
              <a:ext cx="266" cy="435"/>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03" name="Text Box 26"/>
            <p:cNvSpPr txBox="1"/>
            <p:nvPr/>
          </p:nvSpPr>
          <p:spPr>
            <a:xfrm flipH="1">
              <a:off x="1989" y="1029"/>
              <a:ext cx="266" cy="435"/>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04" name="Rectangle 27"/>
            <p:cNvSpPr/>
            <p:nvPr/>
          </p:nvSpPr>
          <p:spPr>
            <a:xfrm rot="-5400000">
              <a:off x="2574" y="1252"/>
              <a:ext cx="428" cy="141"/>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05" name="Line 28"/>
            <p:cNvSpPr/>
            <p:nvPr/>
          </p:nvSpPr>
          <p:spPr>
            <a:xfrm>
              <a:off x="331" y="994"/>
              <a:ext cx="0" cy="578"/>
            </a:xfrm>
            <a:prstGeom prst="line">
              <a:avLst/>
            </a:prstGeom>
            <a:ln w="38100" cap="flat" cmpd="sng">
              <a:solidFill>
                <a:schemeClr val="bg1"/>
              </a:solidFill>
              <a:prstDash val="solid"/>
              <a:miter/>
              <a:headEnd type="stealth" w="sm" len="lg"/>
              <a:tailEnd type="none" w="med" len="med"/>
            </a:ln>
          </p:spPr>
        </p:sp>
        <p:sp>
          <p:nvSpPr>
            <p:cNvPr id="20506" name="Line 29"/>
            <p:cNvSpPr/>
            <p:nvPr/>
          </p:nvSpPr>
          <p:spPr>
            <a:xfrm flipV="1">
              <a:off x="2744" y="774"/>
              <a:ext cx="1" cy="293"/>
            </a:xfrm>
            <a:prstGeom prst="line">
              <a:avLst/>
            </a:prstGeom>
            <a:ln w="38100" cap="flat" cmpd="sng">
              <a:solidFill>
                <a:srgbClr val="FF3300"/>
              </a:solidFill>
              <a:prstDash val="solid"/>
              <a:miter/>
              <a:headEnd type="stealth" w="sm" len="lg"/>
              <a:tailEnd type="none" w="med" len="med"/>
            </a:ln>
          </p:spPr>
        </p:sp>
        <p:sp>
          <p:nvSpPr>
            <p:cNvPr id="20507" name="Oval 30"/>
            <p:cNvSpPr/>
            <p:nvPr/>
          </p:nvSpPr>
          <p:spPr>
            <a:xfrm>
              <a:off x="1027" y="688"/>
              <a:ext cx="76" cy="76"/>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08" name="Oval 31"/>
            <p:cNvSpPr/>
            <p:nvPr/>
          </p:nvSpPr>
          <p:spPr>
            <a:xfrm>
              <a:off x="2199" y="686"/>
              <a:ext cx="76" cy="76"/>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09" name="Oval 32"/>
            <p:cNvSpPr/>
            <p:nvPr/>
          </p:nvSpPr>
          <p:spPr>
            <a:xfrm>
              <a:off x="2199" y="1807"/>
              <a:ext cx="76" cy="76"/>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10" name="Oval 33"/>
            <p:cNvSpPr/>
            <p:nvPr/>
          </p:nvSpPr>
          <p:spPr>
            <a:xfrm>
              <a:off x="1032" y="1816"/>
              <a:ext cx="76" cy="76"/>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11" name="Text Box 34"/>
            <p:cNvSpPr txBox="1"/>
            <p:nvPr/>
          </p:nvSpPr>
          <p:spPr>
            <a:xfrm>
              <a:off x="-235" y="1116"/>
              <a:ext cx="634" cy="435"/>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4A</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12" name="Text Box 35"/>
            <p:cNvSpPr txBox="1"/>
            <p:nvPr/>
          </p:nvSpPr>
          <p:spPr>
            <a:xfrm>
              <a:off x="591" y="1266"/>
              <a:ext cx="707" cy="435"/>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2Ω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13" name="Text Box 36"/>
            <p:cNvSpPr txBox="1"/>
            <p:nvPr/>
          </p:nvSpPr>
          <p:spPr>
            <a:xfrm>
              <a:off x="1593" y="296"/>
              <a:ext cx="736" cy="435"/>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14" name="Text Box 37"/>
            <p:cNvSpPr txBox="1"/>
            <p:nvPr/>
          </p:nvSpPr>
          <p:spPr>
            <a:xfrm>
              <a:off x="2329" y="1184"/>
              <a:ext cx="460" cy="795"/>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15" name="Text Box 38"/>
            <p:cNvSpPr txBox="1"/>
            <p:nvPr/>
          </p:nvSpPr>
          <p:spPr>
            <a:xfrm>
              <a:off x="1622" y="1352"/>
              <a:ext cx="608" cy="435"/>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3Ω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16" name="Text Box 39"/>
            <p:cNvSpPr txBox="1"/>
            <p:nvPr/>
          </p:nvSpPr>
          <p:spPr>
            <a:xfrm>
              <a:off x="1158" y="298"/>
              <a:ext cx="610" cy="435"/>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2V</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17" name="Text Box 40"/>
            <p:cNvSpPr txBox="1"/>
            <p:nvPr/>
          </p:nvSpPr>
          <p:spPr>
            <a:xfrm>
              <a:off x="1750" y="874"/>
              <a:ext cx="609" cy="435"/>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3V</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18" name="Text Box 41"/>
            <p:cNvSpPr txBox="1"/>
            <p:nvPr/>
          </p:nvSpPr>
          <p:spPr>
            <a:xfrm>
              <a:off x="2543" y="733"/>
              <a:ext cx="299" cy="435"/>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I</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19" name="Line 42"/>
            <p:cNvSpPr/>
            <p:nvPr/>
          </p:nvSpPr>
          <p:spPr>
            <a:xfrm flipH="1">
              <a:off x="534" y="721"/>
              <a:ext cx="568" cy="0"/>
            </a:xfrm>
            <a:prstGeom prst="line">
              <a:avLst/>
            </a:prstGeom>
            <a:ln w="38100" cap="flat" cmpd="sng">
              <a:solidFill>
                <a:schemeClr val="bg1"/>
              </a:solidFill>
              <a:prstDash val="solid"/>
              <a:miter/>
              <a:headEnd type="none" w="med" len="med"/>
              <a:tailEnd type="none" w="med" len="med"/>
            </a:ln>
          </p:spPr>
        </p:sp>
        <p:sp>
          <p:nvSpPr>
            <p:cNvPr id="20520" name="Line 43"/>
            <p:cNvSpPr/>
            <p:nvPr/>
          </p:nvSpPr>
          <p:spPr>
            <a:xfrm flipH="1">
              <a:off x="524" y="1851"/>
              <a:ext cx="568" cy="0"/>
            </a:xfrm>
            <a:prstGeom prst="line">
              <a:avLst/>
            </a:prstGeom>
            <a:ln w="38100" cap="flat" cmpd="sng">
              <a:solidFill>
                <a:schemeClr val="bg1"/>
              </a:solidFill>
              <a:prstDash val="solid"/>
              <a:miter/>
              <a:headEnd type="none" w="med" len="med"/>
              <a:tailEnd type="none" w="med" len="med"/>
            </a:ln>
          </p:spPr>
        </p:sp>
      </p:grpSp>
      <p:grpSp>
        <p:nvGrpSpPr>
          <p:cNvPr id="82060" name="Group 140"/>
          <p:cNvGrpSpPr/>
          <p:nvPr/>
        </p:nvGrpSpPr>
        <p:grpSpPr>
          <a:xfrm>
            <a:off x="5573346" y="1341120"/>
            <a:ext cx="3251181" cy="2136427"/>
            <a:chOff x="3043" y="293"/>
            <a:chExt cx="2515" cy="1619"/>
          </a:xfrm>
        </p:grpSpPr>
        <p:sp>
          <p:nvSpPr>
            <p:cNvPr id="20522" name="Rectangle 45"/>
            <p:cNvSpPr/>
            <p:nvPr/>
          </p:nvSpPr>
          <p:spPr>
            <a:xfrm>
              <a:off x="3606" y="724"/>
              <a:ext cx="1892" cy="1098"/>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20523" name="Group 139"/>
            <p:cNvGrpSpPr/>
            <p:nvPr/>
          </p:nvGrpSpPr>
          <p:grpSpPr>
            <a:xfrm>
              <a:off x="3664" y="447"/>
              <a:ext cx="704" cy="426"/>
              <a:chOff x="3664" y="447"/>
              <a:chExt cx="704" cy="426"/>
            </a:xfrm>
          </p:grpSpPr>
          <p:sp>
            <p:nvSpPr>
              <p:cNvPr id="20524" name="Oval 47"/>
              <p:cNvSpPr/>
              <p:nvPr/>
            </p:nvSpPr>
            <p:spPr>
              <a:xfrm rot="-10800000" flipH="1">
                <a:off x="3913" y="569"/>
                <a:ext cx="306" cy="304"/>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25" name="Line 48"/>
              <p:cNvSpPr/>
              <p:nvPr/>
            </p:nvSpPr>
            <p:spPr>
              <a:xfrm rot="-10800000" flipH="1">
                <a:off x="3912" y="727"/>
                <a:ext cx="306" cy="0"/>
              </a:xfrm>
              <a:prstGeom prst="line">
                <a:avLst/>
              </a:prstGeom>
              <a:ln w="38100" cap="flat" cmpd="sng">
                <a:solidFill>
                  <a:srgbClr val="FF3300"/>
                </a:solidFill>
                <a:prstDash val="solid"/>
                <a:miter/>
                <a:headEnd type="none" w="med" len="med"/>
                <a:tailEnd type="none" w="med" len="med"/>
              </a:ln>
            </p:spPr>
          </p:sp>
          <p:sp>
            <p:nvSpPr>
              <p:cNvPr id="20526" name="Text Box 49"/>
              <p:cNvSpPr txBox="1"/>
              <p:nvPr/>
            </p:nvSpPr>
            <p:spPr>
              <a:xfrm rot="-5400000">
                <a:off x="3736" y="403"/>
                <a:ext cx="260" cy="404"/>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27" name="Text Box 50"/>
              <p:cNvSpPr txBox="1"/>
              <p:nvPr/>
            </p:nvSpPr>
            <p:spPr>
              <a:xfrm rot="10800000">
                <a:off x="4106" y="447"/>
                <a:ext cx="262" cy="396"/>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grpSp>
        <p:sp>
          <p:nvSpPr>
            <p:cNvPr id="20528" name="Rectangle 51"/>
            <p:cNvSpPr/>
            <p:nvPr/>
          </p:nvSpPr>
          <p:spPr>
            <a:xfrm rot="10800000">
              <a:off x="4317" y="659"/>
              <a:ext cx="424" cy="137"/>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29" name="Line 52"/>
            <p:cNvSpPr/>
            <p:nvPr/>
          </p:nvSpPr>
          <p:spPr>
            <a:xfrm>
              <a:off x="4948" y="724"/>
              <a:ext cx="0" cy="1109"/>
            </a:xfrm>
            <a:prstGeom prst="line">
              <a:avLst/>
            </a:prstGeom>
            <a:ln w="38100" cap="flat" cmpd="sng">
              <a:solidFill>
                <a:schemeClr val="bg1"/>
              </a:solidFill>
              <a:prstDash val="solid"/>
              <a:miter/>
              <a:headEnd type="none" w="med" len="med"/>
              <a:tailEnd type="none" w="med" len="med"/>
            </a:ln>
          </p:spPr>
        </p:sp>
        <p:sp>
          <p:nvSpPr>
            <p:cNvPr id="20530" name="Rectangle 53"/>
            <p:cNvSpPr/>
            <p:nvPr/>
          </p:nvSpPr>
          <p:spPr>
            <a:xfrm rot="-5400000">
              <a:off x="4741" y="1436"/>
              <a:ext cx="420" cy="139"/>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20531" name="Group 54"/>
            <p:cNvGrpSpPr/>
            <p:nvPr/>
          </p:nvGrpSpPr>
          <p:grpSpPr>
            <a:xfrm rot="5400000">
              <a:off x="4801" y="867"/>
              <a:ext cx="303" cy="307"/>
              <a:chOff x="4152" y="2848"/>
              <a:chExt cx="328" cy="328"/>
            </a:xfrm>
          </p:grpSpPr>
          <p:sp>
            <p:nvSpPr>
              <p:cNvPr id="20532" name="Oval 55"/>
              <p:cNvSpPr/>
              <p:nvPr/>
            </p:nvSpPr>
            <p:spPr>
              <a:xfrm>
                <a:off x="4152" y="2848"/>
                <a:ext cx="328" cy="32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33" name="Line 56"/>
              <p:cNvSpPr/>
              <p:nvPr/>
            </p:nvSpPr>
            <p:spPr>
              <a:xfrm>
                <a:off x="4152" y="3016"/>
                <a:ext cx="328" cy="0"/>
              </a:xfrm>
              <a:prstGeom prst="line">
                <a:avLst/>
              </a:prstGeom>
              <a:ln w="38100" cap="flat" cmpd="sng">
                <a:solidFill>
                  <a:srgbClr val="FF3300"/>
                </a:solidFill>
                <a:prstDash val="solid"/>
                <a:miter/>
                <a:headEnd type="none" w="med" len="med"/>
                <a:tailEnd type="none" w="med" len="med"/>
              </a:ln>
            </p:spPr>
          </p:sp>
        </p:grpSp>
        <p:sp>
          <p:nvSpPr>
            <p:cNvPr id="20534" name="Text Box 57"/>
            <p:cNvSpPr txBox="1"/>
            <p:nvPr/>
          </p:nvSpPr>
          <p:spPr>
            <a:xfrm flipH="1">
              <a:off x="4703" y="687"/>
              <a:ext cx="262" cy="396"/>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35" name="Text Box 58"/>
            <p:cNvSpPr txBox="1"/>
            <p:nvPr/>
          </p:nvSpPr>
          <p:spPr>
            <a:xfrm flipH="1">
              <a:off x="4701" y="1020"/>
              <a:ext cx="262" cy="396"/>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36" name="Rectangle 59"/>
            <p:cNvSpPr/>
            <p:nvPr/>
          </p:nvSpPr>
          <p:spPr>
            <a:xfrm rot="-5400000">
              <a:off x="5278" y="1237"/>
              <a:ext cx="420" cy="139"/>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37" name="Line 60"/>
            <p:cNvSpPr/>
            <p:nvPr/>
          </p:nvSpPr>
          <p:spPr>
            <a:xfrm flipV="1">
              <a:off x="5434" y="746"/>
              <a:ext cx="3" cy="294"/>
            </a:xfrm>
            <a:prstGeom prst="line">
              <a:avLst/>
            </a:prstGeom>
            <a:ln w="38100" cap="flat" cmpd="sng">
              <a:solidFill>
                <a:srgbClr val="FF3300"/>
              </a:solidFill>
              <a:prstDash val="solid"/>
              <a:miter/>
              <a:headEnd type="stealth" w="sm" len="lg"/>
              <a:tailEnd type="none" w="med" len="med"/>
            </a:ln>
          </p:spPr>
        </p:sp>
        <p:sp>
          <p:nvSpPr>
            <p:cNvPr id="20538" name="Oval 61"/>
            <p:cNvSpPr/>
            <p:nvPr/>
          </p:nvSpPr>
          <p:spPr>
            <a:xfrm>
              <a:off x="4916" y="692"/>
              <a:ext cx="75" cy="74"/>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39" name="Oval 62"/>
            <p:cNvSpPr/>
            <p:nvPr/>
          </p:nvSpPr>
          <p:spPr>
            <a:xfrm>
              <a:off x="4916" y="1781"/>
              <a:ext cx="75" cy="74"/>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40" name="Text Box 63"/>
            <p:cNvSpPr txBox="1"/>
            <p:nvPr/>
          </p:nvSpPr>
          <p:spPr>
            <a:xfrm>
              <a:off x="4346" y="318"/>
              <a:ext cx="703" cy="396"/>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41" name="Text Box 64"/>
            <p:cNvSpPr txBox="1"/>
            <p:nvPr/>
          </p:nvSpPr>
          <p:spPr>
            <a:xfrm>
              <a:off x="4951" y="1290"/>
              <a:ext cx="507" cy="396"/>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42" name="Text Box 65"/>
            <p:cNvSpPr txBox="1"/>
            <p:nvPr/>
          </p:nvSpPr>
          <p:spPr>
            <a:xfrm>
              <a:off x="4409" y="1310"/>
              <a:ext cx="510" cy="396"/>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3Ω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43" name="Text Box 66"/>
            <p:cNvSpPr txBox="1"/>
            <p:nvPr/>
          </p:nvSpPr>
          <p:spPr>
            <a:xfrm>
              <a:off x="3851" y="293"/>
              <a:ext cx="600" cy="396"/>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2V</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44" name="Text Box 67"/>
            <p:cNvSpPr txBox="1"/>
            <p:nvPr/>
          </p:nvSpPr>
          <p:spPr>
            <a:xfrm>
              <a:off x="4324" y="868"/>
              <a:ext cx="545" cy="396"/>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3V</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45" name="Text Box 68"/>
            <p:cNvSpPr txBox="1"/>
            <p:nvPr/>
          </p:nvSpPr>
          <p:spPr>
            <a:xfrm>
              <a:off x="5233" y="698"/>
              <a:ext cx="294" cy="396"/>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I</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46" name="Rectangle 69"/>
            <p:cNvSpPr/>
            <p:nvPr/>
          </p:nvSpPr>
          <p:spPr>
            <a:xfrm rot="-5400000">
              <a:off x="3388" y="991"/>
              <a:ext cx="419" cy="13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20547" name="Group 70"/>
            <p:cNvGrpSpPr/>
            <p:nvPr/>
          </p:nvGrpSpPr>
          <p:grpSpPr>
            <a:xfrm>
              <a:off x="3331" y="1173"/>
              <a:ext cx="433" cy="739"/>
              <a:chOff x="3276" y="1107"/>
              <a:chExt cx="433" cy="739"/>
            </a:xfrm>
          </p:grpSpPr>
          <p:grpSp>
            <p:nvGrpSpPr>
              <p:cNvPr id="20548" name="Group 71"/>
              <p:cNvGrpSpPr/>
              <p:nvPr/>
            </p:nvGrpSpPr>
            <p:grpSpPr>
              <a:xfrm rot="5400000">
                <a:off x="3404" y="1308"/>
                <a:ext cx="303" cy="307"/>
                <a:chOff x="4152" y="2848"/>
                <a:chExt cx="328" cy="328"/>
              </a:xfrm>
            </p:grpSpPr>
            <p:sp>
              <p:nvSpPr>
                <p:cNvPr id="20549" name="Oval 72"/>
                <p:cNvSpPr/>
                <p:nvPr/>
              </p:nvSpPr>
              <p:spPr>
                <a:xfrm>
                  <a:off x="4152" y="2848"/>
                  <a:ext cx="328" cy="32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50" name="Line 73"/>
                <p:cNvSpPr/>
                <p:nvPr/>
              </p:nvSpPr>
              <p:spPr>
                <a:xfrm>
                  <a:off x="4152" y="3016"/>
                  <a:ext cx="328" cy="0"/>
                </a:xfrm>
                <a:prstGeom prst="line">
                  <a:avLst/>
                </a:prstGeom>
                <a:ln w="38100" cap="flat" cmpd="sng">
                  <a:solidFill>
                    <a:srgbClr val="FF3300"/>
                  </a:solidFill>
                  <a:prstDash val="solid"/>
                  <a:miter/>
                  <a:headEnd type="none" w="med" len="med"/>
                  <a:tailEnd type="none" w="med" len="med"/>
                </a:ln>
              </p:spPr>
            </p:sp>
          </p:grpSp>
          <p:sp>
            <p:nvSpPr>
              <p:cNvPr id="20551" name="Text Box 74"/>
              <p:cNvSpPr txBox="1"/>
              <p:nvPr/>
            </p:nvSpPr>
            <p:spPr>
              <a:xfrm flipH="1">
                <a:off x="3276" y="1107"/>
                <a:ext cx="262" cy="396"/>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52" name="Text Box 75"/>
              <p:cNvSpPr txBox="1"/>
              <p:nvPr/>
            </p:nvSpPr>
            <p:spPr>
              <a:xfrm flipH="1">
                <a:off x="3283" y="1450"/>
                <a:ext cx="261" cy="396"/>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a:t>
                </a:r>
                <a:endParaRPr lang="en-US" altLang="zh-CN" dirty="0">
                  <a:solidFill>
                    <a:srgbClr val="FFFF3D"/>
                  </a:solidFill>
                  <a:latin typeface="Times New Roman" panose="02020603050405020304" pitchFamily="18" charset="0"/>
                  <a:ea typeface="宋体" panose="02010600030101010101" pitchFamily="2" charset="-122"/>
                </a:endParaRPr>
              </a:p>
            </p:txBody>
          </p:sp>
        </p:grpSp>
        <p:sp>
          <p:nvSpPr>
            <p:cNvPr id="20553" name="Text Box 76"/>
            <p:cNvSpPr txBox="1"/>
            <p:nvPr/>
          </p:nvSpPr>
          <p:spPr>
            <a:xfrm>
              <a:off x="3043" y="874"/>
              <a:ext cx="572" cy="396"/>
            </a:xfrm>
            <a:prstGeom prst="rect">
              <a:avLst/>
            </a:prstGeom>
            <a:noFill/>
            <a:ln w="9525">
              <a:noFill/>
            </a:ln>
          </p:spPr>
          <p:txBody>
            <a:bodyPr wrap="square"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2Ω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54" name="Text Box 77"/>
            <p:cNvSpPr txBox="1"/>
            <p:nvPr/>
          </p:nvSpPr>
          <p:spPr>
            <a:xfrm>
              <a:off x="3129" y="1364"/>
              <a:ext cx="518" cy="396"/>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8V</a:t>
              </a:r>
              <a:endParaRPr lang="en-US" altLang="zh-CN" dirty="0">
                <a:solidFill>
                  <a:srgbClr val="FFFF3D"/>
                </a:solidFill>
                <a:latin typeface="Times New Roman" panose="02020603050405020304" pitchFamily="18" charset="0"/>
                <a:ea typeface="宋体" panose="02010600030101010101" pitchFamily="2" charset="-122"/>
              </a:endParaRPr>
            </a:p>
          </p:txBody>
        </p:sp>
      </p:grpSp>
      <p:grpSp>
        <p:nvGrpSpPr>
          <p:cNvPr id="82061" name="Group 141"/>
          <p:cNvGrpSpPr/>
          <p:nvPr/>
        </p:nvGrpSpPr>
        <p:grpSpPr>
          <a:xfrm>
            <a:off x="269875" y="3813175"/>
            <a:ext cx="4859338" cy="1830388"/>
            <a:chOff x="170" y="2330"/>
            <a:chExt cx="3061" cy="1153"/>
          </a:xfrm>
        </p:grpSpPr>
        <p:grpSp>
          <p:nvGrpSpPr>
            <p:cNvPr id="20556" name="Group 79"/>
            <p:cNvGrpSpPr/>
            <p:nvPr/>
          </p:nvGrpSpPr>
          <p:grpSpPr>
            <a:xfrm>
              <a:off x="560" y="2710"/>
              <a:ext cx="344" cy="336"/>
              <a:chOff x="656" y="1712"/>
              <a:chExt cx="344" cy="336"/>
            </a:xfrm>
          </p:grpSpPr>
          <p:sp>
            <p:nvSpPr>
              <p:cNvPr id="20557" name="Oval 80"/>
              <p:cNvSpPr/>
              <p:nvPr/>
            </p:nvSpPr>
            <p:spPr>
              <a:xfrm>
                <a:off x="656" y="1712"/>
                <a:ext cx="336" cy="336"/>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58" name="Line 81"/>
              <p:cNvSpPr/>
              <p:nvPr/>
            </p:nvSpPr>
            <p:spPr>
              <a:xfrm>
                <a:off x="664" y="1880"/>
                <a:ext cx="336" cy="0"/>
              </a:xfrm>
              <a:prstGeom prst="line">
                <a:avLst/>
              </a:prstGeom>
              <a:ln w="38100" cap="flat" cmpd="sng">
                <a:solidFill>
                  <a:srgbClr val="FF3300"/>
                </a:solidFill>
                <a:prstDash val="solid"/>
                <a:miter/>
                <a:headEnd type="none" w="med" len="med"/>
                <a:tailEnd type="none" w="med" len="med"/>
              </a:ln>
            </p:spPr>
          </p:sp>
        </p:grpSp>
        <p:sp>
          <p:nvSpPr>
            <p:cNvPr id="20559" name="Rectangle 82"/>
            <p:cNvSpPr/>
            <p:nvPr/>
          </p:nvSpPr>
          <p:spPr>
            <a:xfrm>
              <a:off x="1311" y="2465"/>
              <a:ext cx="1570" cy="971"/>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20560" name="Group 83"/>
            <p:cNvGrpSpPr/>
            <p:nvPr/>
          </p:nvGrpSpPr>
          <p:grpSpPr>
            <a:xfrm>
              <a:off x="1715" y="2789"/>
              <a:ext cx="344" cy="336"/>
              <a:chOff x="656" y="1712"/>
              <a:chExt cx="344" cy="336"/>
            </a:xfrm>
          </p:grpSpPr>
          <p:sp>
            <p:nvSpPr>
              <p:cNvPr id="20561" name="Oval 84"/>
              <p:cNvSpPr/>
              <p:nvPr/>
            </p:nvSpPr>
            <p:spPr>
              <a:xfrm>
                <a:off x="656" y="1712"/>
                <a:ext cx="336" cy="336"/>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62" name="Line 85"/>
              <p:cNvSpPr/>
              <p:nvPr/>
            </p:nvSpPr>
            <p:spPr>
              <a:xfrm>
                <a:off x="664" y="1880"/>
                <a:ext cx="336" cy="0"/>
              </a:xfrm>
              <a:prstGeom prst="line">
                <a:avLst/>
              </a:prstGeom>
              <a:ln w="38100" cap="flat" cmpd="sng">
                <a:solidFill>
                  <a:srgbClr val="FF3300"/>
                </a:solidFill>
                <a:prstDash val="solid"/>
                <a:miter/>
                <a:headEnd type="none" w="med" len="med"/>
                <a:tailEnd type="none" w="med" len="med"/>
              </a:ln>
            </p:spPr>
          </p:sp>
        </p:grpSp>
        <p:sp>
          <p:nvSpPr>
            <p:cNvPr id="20563" name="Line 86"/>
            <p:cNvSpPr/>
            <p:nvPr/>
          </p:nvSpPr>
          <p:spPr>
            <a:xfrm>
              <a:off x="2451" y="2476"/>
              <a:ext cx="0" cy="972"/>
            </a:xfrm>
            <a:prstGeom prst="line">
              <a:avLst/>
            </a:prstGeom>
            <a:ln w="38100" cap="flat" cmpd="sng">
              <a:solidFill>
                <a:schemeClr val="bg1"/>
              </a:solidFill>
              <a:prstDash val="solid"/>
              <a:miter/>
              <a:headEnd type="none" w="med" len="med"/>
              <a:tailEnd type="none" w="med" len="med"/>
            </a:ln>
          </p:spPr>
        </p:sp>
        <p:sp>
          <p:nvSpPr>
            <p:cNvPr id="20564" name="Freeform 87"/>
            <p:cNvSpPr/>
            <p:nvPr/>
          </p:nvSpPr>
          <p:spPr>
            <a:xfrm>
              <a:off x="735" y="2465"/>
              <a:ext cx="565" cy="248"/>
            </a:xfrm>
            <a:custGeom>
              <a:avLst/>
              <a:gdLst/>
              <a:ahLst/>
              <a:cxnLst>
                <a:cxn ang="0">
                  <a:pos x="565" y="0"/>
                </a:cxn>
                <a:cxn ang="0">
                  <a:pos x="0" y="0"/>
                </a:cxn>
                <a:cxn ang="0">
                  <a:pos x="0" y="248"/>
                </a:cxn>
              </a:cxnLst>
              <a:pathLst>
                <a:path w="565" h="248">
                  <a:moveTo>
                    <a:pt x="565" y="0"/>
                  </a:moveTo>
                  <a:lnTo>
                    <a:pt x="0" y="0"/>
                  </a:lnTo>
                  <a:lnTo>
                    <a:pt x="0" y="248"/>
                  </a:lnTo>
                </a:path>
              </a:pathLst>
            </a:custGeom>
            <a:noFill/>
            <a:ln w="38100" cap="flat" cmpd="sng">
              <a:solidFill>
                <a:schemeClr val="bg1"/>
              </a:solidFill>
              <a:prstDash val="solid"/>
              <a:miter/>
              <a:headEnd type="none" w="med" len="med"/>
              <a:tailEnd type="none" w="med" len="med"/>
            </a:ln>
          </p:spPr>
          <p:txBody>
            <a:bodyPr/>
            <a:p>
              <a:endParaRPr lang="zh-CN" altLang="en-US"/>
            </a:p>
          </p:txBody>
        </p:sp>
        <p:sp>
          <p:nvSpPr>
            <p:cNvPr id="20565" name="Freeform 88"/>
            <p:cNvSpPr/>
            <p:nvPr/>
          </p:nvSpPr>
          <p:spPr>
            <a:xfrm>
              <a:off x="724" y="3052"/>
              <a:ext cx="587" cy="385"/>
            </a:xfrm>
            <a:custGeom>
              <a:avLst/>
              <a:gdLst/>
              <a:ahLst/>
              <a:cxnLst>
                <a:cxn ang="0">
                  <a:pos x="0" y="0"/>
                </a:cxn>
                <a:cxn ang="0">
                  <a:pos x="0" y="411"/>
                </a:cxn>
                <a:cxn ang="0">
                  <a:pos x="587" y="411"/>
                </a:cxn>
              </a:cxnLst>
              <a:pathLst>
                <a:path w="587" h="361">
                  <a:moveTo>
                    <a:pt x="0" y="0"/>
                  </a:moveTo>
                  <a:lnTo>
                    <a:pt x="0" y="361"/>
                  </a:lnTo>
                  <a:lnTo>
                    <a:pt x="587" y="361"/>
                  </a:lnTo>
                </a:path>
              </a:pathLst>
            </a:custGeom>
            <a:noFill/>
            <a:ln w="38100" cap="flat" cmpd="sng">
              <a:solidFill>
                <a:schemeClr val="bg1"/>
              </a:solidFill>
              <a:prstDash val="solid"/>
              <a:miter/>
              <a:headEnd type="none" w="med" len="med"/>
              <a:tailEnd type="none" w="med" len="med"/>
            </a:ln>
          </p:spPr>
          <p:txBody>
            <a:bodyPr/>
            <a:p>
              <a:endParaRPr lang="zh-CN" altLang="en-US"/>
            </a:p>
          </p:txBody>
        </p:sp>
        <p:sp>
          <p:nvSpPr>
            <p:cNvPr id="20566" name="Line 89"/>
            <p:cNvSpPr/>
            <p:nvPr/>
          </p:nvSpPr>
          <p:spPr>
            <a:xfrm flipV="1">
              <a:off x="1877" y="2453"/>
              <a:ext cx="0" cy="350"/>
            </a:xfrm>
            <a:prstGeom prst="line">
              <a:avLst/>
            </a:prstGeom>
            <a:ln w="38100" cap="flat" cmpd="sng">
              <a:solidFill>
                <a:schemeClr val="bg1"/>
              </a:solidFill>
              <a:prstDash val="solid"/>
              <a:miter/>
              <a:headEnd type="none" w="med" len="med"/>
              <a:tailEnd type="none" w="med" len="med"/>
            </a:ln>
          </p:spPr>
        </p:sp>
        <p:sp>
          <p:nvSpPr>
            <p:cNvPr id="20567" name="Line 90"/>
            <p:cNvSpPr/>
            <p:nvPr/>
          </p:nvSpPr>
          <p:spPr>
            <a:xfrm>
              <a:off x="1888" y="3131"/>
              <a:ext cx="0" cy="305"/>
            </a:xfrm>
            <a:prstGeom prst="line">
              <a:avLst/>
            </a:prstGeom>
            <a:ln w="38100" cap="flat" cmpd="sng">
              <a:solidFill>
                <a:schemeClr val="bg1"/>
              </a:solidFill>
              <a:prstDash val="solid"/>
              <a:miter/>
              <a:headEnd type="none" w="med" len="med"/>
              <a:tailEnd type="none" w="med" len="med"/>
            </a:ln>
          </p:spPr>
        </p:sp>
        <p:sp>
          <p:nvSpPr>
            <p:cNvPr id="20568" name="Rectangle 91"/>
            <p:cNvSpPr/>
            <p:nvPr/>
          </p:nvSpPr>
          <p:spPr>
            <a:xfrm rot="-5400000">
              <a:off x="1073" y="2842"/>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69" name="Rectangle 92"/>
            <p:cNvSpPr/>
            <p:nvPr/>
          </p:nvSpPr>
          <p:spPr>
            <a:xfrm rot="-5400000">
              <a:off x="2214" y="2887"/>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70" name="Rectangle 93"/>
            <p:cNvSpPr/>
            <p:nvPr/>
          </p:nvSpPr>
          <p:spPr>
            <a:xfrm rot="-5400000">
              <a:off x="2654" y="2864"/>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475" name="Line 94"/>
            <p:cNvSpPr>
              <a:spLocks noChangeShapeType="1"/>
            </p:cNvSpPr>
            <p:nvPr/>
          </p:nvSpPr>
          <p:spPr bwMode="auto">
            <a:xfrm>
              <a:off x="509" y="2657"/>
              <a:ext cx="0" cy="429"/>
            </a:xfrm>
            <a:prstGeom prst="line">
              <a:avLst/>
            </a:prstGeom>
            <a:noFill/>
            <a:ln w="38100">
              <a:solidFill>
                <a:schemeClr val="accent5"/>
              </a:solidFill>
              <a:miter lim="800000"/>
              <a:head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8476" name="Line 95"/>
            <p:cNvSpPr>
              <a:spLocks noChangeShapeType="1"/>
            </p:cNvSpPr>
            <p:nvPr/>
          </p:nvSpPr>
          <p:spPr bwMode="auto">
            <a:xfrm>
              <a:off x="1674" y="2714"/>
              <a:ext cx="0" cy="429"/>
            </a:xfrm>
            <a:prstGeom prst="line">
              <a:avLst/>
            </a:prstGeom>
            <a:noFill/>
            <a:ln w="38100">
              <a:solidFill>
                <a:schemeClr val="accent5"/>
              </a:solidFill>
              <a:miter lim="800000"/>
              <a:head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20573" name="Oval 96"/>
            <p:cNvSpPr/>
            <p:nvPr/>
          </p:nvSpPr>
          <p:spPr>
            <a:xfrm>
              <a:off x="1271" y="2427"/>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74" name="Oval 97"/>
            <p:cNvSpPr/>
            <p:nvPr/>
          </p:nvSpPr>
          <p:spPr>
            <a:xfrm>
              <a:off x="1263" y="3398"/>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75" name="Oval 98"/>
            <p:cNvSpPr/>
            <p:nvPr/>
          </p:nvSpPr>
          <p:spPr>
            <a:xfrm>
              <a:off x="1840" y="3403"/>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76" name="Oval 99"/>
            <p:cNvSpPr/>
            <p:nvPr/>
          </p:nvSpPr>
          <p:spPr>
            <a:xfrm>
              <a:off x="1837" y="2432"/>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77" name="Oval 100"/>
            <p:cNvSpPr/>
            <p:nvPr/>
          </p:nvSpPr>
          <p:spPr>
            <a:xfrm>
              <a:off x="2415" y="2427"/>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78" name="Oval 101"/>
            <p:cNvSpPr/>
            <p:nvPr/>
          </p:nvSpPr>
          <p:spPr>
            <a:xfrm>
              <a:off x="2404" y="3403"/>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79" name="Text Box 102"/>
            <p:cNvSpPr txBox="1"/>
            <p:nvPr/>
          </p:nvSpPr>
          <p:spPr>
            <a:xfrm>
              <a:off x="170" y="2735"/>
              <a:ext cx="518"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2A</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80" name="Text Box 103"/>
            <p:cNvSpPr txBox="1"/>
            <p:nvPr/>
          </p:nvSpPr>
          <p:spPr>
            <a:xfrm>
              <a:off x="868" y="2735"/>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3Ω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81" name="Text Box 104"/>
            <p:cNvSpPr txBox="1"/>
            <p:nvPr/>
          </p:nvSpPr>
          <p:spPr>
            <a:xfrm>
              <a:off x="1322" y="2780"/>
              <a:ext cx="495"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1A</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82" name="Text Box 105"/>
            <p:cNvSpPr txBox="1"/>
            <p:nvPr/>
          </p:nvSpPr>
          <p:spPr>
            <a:xfrm>
              <a:off x="2008" y="2791"/>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3Ω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83" name="Text Box 106"/>
            <p:cNvSpPr txBox="1"/>
            <p:nvPr/>
          </p:nvSpPr>
          <p:spPr>
            <a:xfrm>
              <a:off x="2459" y="2759"/>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8488" name="Line 107"/>
            <p:cNvSpPr>
              <a:spLocks noChangeShapeType="1"/>
            </p:cNvSpPr>
            <p:nvPr/>
          </p:nvSpPr>
          <p:spPr bwMode="auto">
            <a:xfrm flipV="1">
              <a:off x="2996" y="2330"/>
              <a:ext cx="0" cy="429"/>
            </a:xfrm>
            <a:prstGeom prst="line">
              <a:avLst/>
            </a:prstGeom>
            <a:noFill/>
            <a:ln w="38100">
              <a:solidFill>
                <a:schemeClr val="accent5"/>
              </a:solidFill>
              <a:miter lim="800000"/>
              <a:head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20585" name="Text Box 108"/>
            <p:cNvSpPr txBox="1"/>
            <p:nvPr/>
          </p:nvSpPr>
          <p:spPr>
            <a:xfrm>
              <a:off x="3006" y="2373"/>
              <a:ext cx="225"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I</a:t>
              </a:r>
              <a:endParaRPr lang="en-US" altLang="zh-CN" dirty="0">
                <a:solidFill>
                  <a:srgbClr val="FFFF3D"/>
                </a:solidFill>
                <a:latin typeface="Times New Roman" panose="02020603050405020304" pitchFamily="18" charset="0"/>
                <a:ea typeface="宋体" panose="02010600030101010101" pitchFamily="2" charset="-122"/>
              </a:endParaRPr>
            </a:p>
          </p:txBody>
        </p:sp>
      </p:grpSp>
      <p:grpSp>
        <p:nvGrpSpPr>
          <p:cNvPr id="82063" name="Group 143"/>
          <p:cNvGrpSpPr/>
          <p:nvPr/>
        </p:nvGrpSpPr>
        <p:grpSpPr>
          <a:xfrm>
            <a:off x="5245100" y="3882708"/>
            <a:ext cx="3373438" cy="1751012"/>
            <a:chOff x="3304" y="2237"/>
            <a:chExt cx="2125" cy="1103"/>
          </a:xfrm>
        </p:grpSpPr>
        <p:grpSp>
          <p:nvGrpSpPr>
            <p:cNvPr id="20587" name="Group 110"/>
            <p:cNvGrpSpPr/>
            <p:nvPr/>
          </p:nvGrpSpPr>
          <p:grpSpPr>
            <a:xfrm>
              <a:off x="3729" y="2572"/>
              <a:ext cx="344" cy="336"/>
              <a:chOff x="656" y="1712"/>
              <a:chExt cx="344" cy="336"/>
            </a:xfrm>
          </p:grpSpPr>
          <p:sp>
            <p:nvSpPr>
              <p:cNvPr id="20588" name="Oval 111"/>
              <p:cNvSpPr/>
              <p:nvPr/>
            </p:nvSpPr>
            <p:spPr>
              <a:xfrm>
                <a:off x="656" y="1712"/>
                <a:ext cx="336" cy="336"/>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89" name="Line 112"/>
              <p:cNvSpPr/>
              <p:nvPr/>
            </p:nvSpPr>
            <p:spPr>
              <a:xfrm>
                <a:off x="664" y="1880"/>
                <a:ext cx="336" cy="0"/>
              </a:xfrm>
              <a:prstGeom prst="line">
                <a:avLst/>
              </a:prstGeom>
              <a:ln w="38100" cap="flat" cmpd="sng">
                <a:solidFill>
                  <a:srgbClr val="FF3300"/>
                </a:solidFill>
                <a:prstDash val="solid"/>
                <a:miter/>
                <a:headEnd type="none" w="med" len="med"/>
                <a:tailEnd type="none" w="med" len="med"/>
              </a:ln>
            </p:spPr>
          </p:sp>
        </p:grpSp>
        <p:sp>
          <p:nvSpPr>
            <p:cNvPr id="20590" name="Rectangle 113"/>
            <p:cNvSpPr/>
            <p:nvPr/>
          </p:nvSpPr>
          <p:spPr>
            <a:xfrm>
              <a:off x="4480" y="2327"/>
              <a:ext cx="576" cy="971"/>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91" name="Freeform 114"/>
            <p:cNvSpPr/>
            <p:nvPr/>
          </p:nvSpPr>
          <p:spPr>
            <a:xfrm>
              <a:off x="3904" y="2327"/>
              <a:ext cx="565" cy="248"/>
            </a:xfrm>
            <a:custGeom>
              <a:avLst/>
              <a:gdLst/>
              <a:ahLst/>
              <a:cxnLst>
                <a:cxn ang="0">
                  <a:pos x="565" y="0"/>
                </a:cxn>
                <a:cxn ang="0">
                  <a:pos x="0" y="0"/>
                </a:cxn>
                <a:cxn ang="0">
                  <a:pos x="0" y="248"/>
                </a:cxn>
              </a:cxnLst>
              <a:pathLst>
                <a:path w="565" h="248">
                  <a:moveTo>
                    <a:pt x="565" y="0"/>
                  </a:moveTo>
                  <a:lnTo>
                    <a:pt x="0" y="0"/>
                  </a:lnTo>
                  <a:lnTo>
                    <a:pt x="0" y="248"/>
                  </a:lnTo>
                </a:path>
              </a:pathLst>
            </a:custGeom>
            <a:noFill/>
            <a:ln w="38100" cap="flat" cmpd="sng">
              <a:solidFill>
                <a:schemeClr val="bg1"/>
              </a:solidFill>
              <a:prstDash val="solid"/>
              <a:miter/>
              <a:headEnd type="none" w="med" len="med"/>
              <a:tailEnd type="none" w="med" len="med"/>
            </a:ln>
          </p:spPr>
          <p:txBody>
            <a:bodyPr/>
            <a:p>
              <a:endParaRPr lang="zh-CN" altLang="en-US"/>
            </a:p>
          </p:txBody>
        </p:sp>
        <p:sp>
          <p:nvSpPr>
            <p:cNvPr id="20592" name="Freeform 115"/>
            <p:cNvSpPr/>
            <p:nvPr/>
          </p:nvSpPr>
          <p:spPr>
            <a:xfrm>
              <a:off x="3893" y="2914"/>
              <a:ext cx="587" cy="385"/>
            </a:xfrm>
            <a:custGeom>
              <a:avLst/>
              <a:gdLst/>
              <a:ahLst/>
              <a:cxnLst>
                <a:cxn ang="0">
                  <a:pos x="0" y="0"/>
                </a:cxn>
                <a:cxn ang="0">
                  <a:pos x="0" y="411"/>
                </a:cxn>
                <a:cxn ang="0">
                  <a:pos x="587" y="411"/>
                </a:cxn>
              </a:cxnLst>
              <a:pathLst>
                <a:path w="587" h="361">
                  <a:moveTo>
                    <a:pt x="0" y="0"/>
                  </a:moveTo>
                  <a:lnTo>
                    <a:pt x="0" y="361"/>
                  </a:lnTo>
                  <a:lnTo>
                    <a:pt x="587" y="361"/>
                  </a:lnTo>
                </a:path>
              </a:pathLst>
            </a:custGeom>
            <a:noFill/>
            <a:ln w="38100" cap="flat" cmpd="sng">
              <a:solidFill>
                <a:schemeClr val="bg1"/>
              </a:solidFill>
              <a:prstDash val="solid"/>
              <a:miter/>
              <a:headEnd type="none" w="med" len="med"/>
              <a:tailEnd type="none" w="med" len="med"/>
            </a:ln>
          </p:spPr>
          <p:txBody>
            <a:bodyPr/>
            <a:p>
              <a:endParaRPr lang="zh-CN" altLang="en-US"/>
            </a:p>
          </p:txBody>
        </p:sp>
        <p:sp>
          <p:nvSpPr>
            <p:cNvPr id="20593" name="Rectangle 116"/>
            <p:cNvSpPr/>
            <p:nvPr/>
          </p:nvSpPr>
          <p:spPr>
            <a:xfrm rot="-5400000">
              <a:off x="4253" y="2704"/>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94" name="Rectangle 117"/>
            <p:cNvSpPr/>
            <p:nvPr/>
          </p:nvSpPr>
          <p:spPr>
            <a:xfrm rot="-5400000">
              <a:off x="4829" y="2737"/>
              <a:ext cx="453" cy="148"/>
            </a:xfrm>
            <a:prstGeom prst="rect">
              <a:avLst/>
            </a:prstGeom>
            <a:solidFill>
              <a:srgbClr val="0000DC"/>
            </a:solidFill>
            <a:ln w="38100" cap="flat" cmpd="sng">
              <a:solidFill>
                <a:srgbClr val="FFFF3D"/>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454" name="Line 118"/>
            <p:cNvSpPr>
              <a:spLocks noChangeShapeType="1"/>
            </p:cNvSpPr>
            <p:nvPr/>
          </p:nvSpPr>
          <p:spPr bwMode="auto">
            <a:xfrm>
              <a:off x="3678" y="2519"/>
              <a:ext cx="0" cy="429"/>
            </a:xfrm>
            <a:prstGeom prst="line">
              <a:avLst/>
            </a:prstGeom>
            <a:noFill/>
            <a:ln w="38100">
              <a:solidFill>
                <a:schemeClr val="accent2">
                  <a:lumMod val="20000"/>
                  <a:lumOff val="80000"/>
                </a:schemeClr>
              </a:solidFill>
              <a:miter lim="800000"/>
              <a:head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20596" name="Oval 119"/>
            <p:cNvSpPr/>
            <p:nvPr/>
          </p:nvSpPr>
          <p:spPr>
            <a:xfrm>
              <a:off x="4443" y="2289"/>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97" name="Oval 120"/>
            <p:cNvSpPr/>
            <p:nvPr/>
          </p:nvSpPr>
          <p:spPr>
            <a:xfrm>
              <a:off x="4443" y="3260"/>
              <a:ext cx="80" cy="80"/>
            </a:xfrm>
            <a:prstGeom prst="ellipse">
              <a:avLst/>
            </a:prstGeom>
            <a:solidFill>
              <a:schemeClr val="bg1"/>
            </a:solid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98" name="Text Box 121"/>
            <p:cNvSpPr txBox="1"/>
            <p:nvPr/>
          </p:nvSpPr>
          <p:spPr>
            <a:xfrm>
              <a:off x="3304" y="2575"/>
              <a:ext cx="427"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3A</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599" name="Text Box 122"/>
            <p:cNvSpPr txBox="1"/>
            <p:nvPr/>
          </p:nvSpPr>
          <p:spPr>
            <a:xfrm>
              <a:off x="3868" y="2865"/>
              <a:ext cx="73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1.5Ω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600" name="Text Box 123"/>
            <p:cNvSpPr txBox="1"/>
            <p:nvPr/>
          </p:nvSpPr>
          <p:spPr>
            <a:xfrm>
              <a:off x="4623" y="2632"/>
              <a:ext cx="484"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1Ω</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18460" name="Line 124"/>
            <p:cNvSpPr>
              <a:spLocks noChangeShapeType="1"/>
            </p:cNvSpPr>
            <p:nvPr/>
          </p:nvSpPr>
          <p:spPr bwMode="auto">
            <a:xfrm flipV="1">
              <a:off x="5194" y="2237"/>
              <a:ext cx="0" cy="429"/>
            </a:xfrm>
            <a:prstGeom prst="line">
              <a:avLst/>
            </a:prstGeom>
            <a:noFill/>
            <a:ln w="38100">
              <a:solidFill>
                <a:schemeClr val="accent2">
                  <a:lumMod val="20000"/>
                  <a:lumOff val="80000"/>
                </a:schemeClr>
              </a:solidFill>
              <a:miter lim="800000"/>
              <a:head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20602" name="Text Box 125"/>
            <p:cNvSpPr txBox="1"/>
            <p:nvPr/>
          </p:nvSpPr>
          <p:spPr>
            <a:xfrm>
              <a:off x="5204" y="2280"/>
              <a:ext cx="225"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I</a:t>
              </a:r>
              <a:endParaRPr lang="en-US" altLang="zh-CN" dirty="0">
                <a:solidFill>
                  <a:srgbClr val="FFFF3D"/>
                </a:solidFill>
                <a:latin typeface="Times New Roman" panose="02020603050405020304" pitchFamily="18" charset="0"/>
                <a:ea typeface="宋体" panose="02010600030101010101" pitchFamily="2" charset="-122"/>
              </a:endParaRPr>
            </a:p>
          </p:txBody>
        </p:sp>
      </p:grpSp>
      <p:grpSp>
        <p:nvGrpSpPr>
          <p:cNvPr id="82056" name="Group 136"/>
          <p:cNvGrpSpPr/>
          <p:nvPr/>
        </p:nvGrpSpPr>
        <p:grpSpPr>
          <a:xfrm>
            <a:off x="6505575" y="5726748"/>
            <a:ext cx="1436688" cy="890587"/>
            <a:chOff x="4046" y="3547"/>
            <a:chExt cx="905" cy="561"/>
          </a:xfrm>
        </p:grpSpPr>
        <p:sp>
          <p:nvSpPr>
            <p:cNvPr id="20604" name="Text Box 127"/>
            <p:cNvSpPr txBox="1"/>
            <p:nvPr/>
          </p:nvSpPr>
          <p:spPr>
            <a:xfrm>
              <a:off x="4046" y="3662"/>
              <a:ext cx="905" cy="327"/>
            </a:xfrm>
            <a:prstGeom prst="rect">
              <a:avLst/>
            </a:prstGeom>
            <a:noFill/>
            <a:ln w="38100">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I=      A</a:t>
              </a:r>
              <a:endParaRPr lang="en-US" altLang="zh-CN" dirty="0">
                <a:solidFill>
                  <a:srgbClr val="FFFF3D"/>
                </a:solidFill>
                <a:latin typeface="Times New Roman" panose="02020603050405020304" pitchFamily="18" charset="0"/>
                <a:ea typeface="宋体" panose="02010600030101010101" pitchFamily="2" charset="-122"/>
              </a:endParaRPr>
            </a:p>
          </p:txBody>
        </p:sp>
        <p:grpSp>
          <p:nvGrpSpPr>
            <p:cNvPr id="20605" name="Group 135"/>
            <p:cNvGrpSpPr/>
            <p:nvPr/>
          </p:nvGrpSpPr>
          <p:grpSpPr>
            <a:xfrm>
              <a:off x="4359" y="3547"/>
              <a:ext cx="248" cy="561"/>
              <a:chOff x="4359" y="3547"/>
              <a:chExt cx="248" cy="561"/>
            </a:xfrm>
          </p:grpSpPr>
          <p:sp>
            <p:nvSpPr>
              <p:cNvPr id="20606" name="Text Box 129"/>
              <p:cNvSpPr txBox="1"/>
              <p:nvPr/>
            </p:nvSpPr>
            <p:spPr>
              <a:xfrm>
                <a:off x="4359" y="3547"/>
                <a:ext cx="238"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9</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607" name="Text Box 130"/>
              <p:cNvSpPr txBox="1"/>
              <p:nvPr/>
            </p:nvSpPr>
            <p:spPr>
              <a:xfrm>
                <a:off x="4369" y="3781"/>
                <a:ext cx="238" cy="327"/>
              </a:xfrm>
              <a:prstGeom prst="rect">
                <a:avLst/>
              </a:prstGeom>
              <a:noFill/>
              <a:ln w="9525">
                <a:noFill/>
              </a:ln>
            </p:spPr>
            <p:txBody>
              <a:bodyPr anchor="t">
                <a:spAutoFit/>
              </a:bodyPr>
              <a:p>
                <a:pPr>
                  <a:spcBef>
                    <a:spcPct val="50000"/>
                  </a:spcBef>
                </a:pPr>
                <a:r>
                  <a:rPr lang="en-US" altLang="zh-CN" dirty="0">
                    <a:solidFill>
                      <a:srgbClr val="FFFF3D"/>
                    </a:solidFill>
                    <a:latin typeface="Times New Roman" panose="02020603050405020304" pitchFamily="18" charset="0"/>
                    <a:ea typeface="宋体" panose="02010600030101010101" pitchFamily="2" charset="-122"/>
                  </a:rPr>
                  <a:t>5</a:t>
                </a:r>
                <a:endParaRPr lang="en-US" altLang="zh-CN" dirty="0">
                  <a:solidFill>
                    <a:srgbClr val="FFFF3D"/>
                  </a:solidFill>
                  <a:latin typeface="Times New Roman" panose="02020603050405020304" pitchFamily="18" charset="0"/>
                  <a:ea typeface="宋体" panose="02010600030101010101" pitchFamily="2" charset="-122"/>
                </a:endParaRPr>
              </a:p>
            </p:txBody>
          </p:sp>
          <p:sp>
            <p:nvSpPr>
              <p:cNvPr id="20608" name="Line 131"/>
              <p:cNvSpPr/>
              <p:nvPr/>
            </p:nvSpPr>
            <p:spPr>
              <a:xfrm>
                <a:off x="4377" y="3827"/>
                <a:ext cx="225" cy="0"/>
              </a:xfrm>
              <a:prstGeom prst="line">
                <a:avLst/>
              </a:prstGeom>
              <a:ln w="38100" cap="flat" cmpd="sng">
                <a:solidFill>
                  <a:srgbClr val="FFFF3D"/>
                </a:solidFill>
                <a:prstDash val="solid"/>
                <a:round/>
                <a:headEnd type="none" w="med" len="med"/>
                <a:tailEnd type="none" w="med" len="med"/>
              </a:ln>
            </p:spPr>
          </p:sp>
        </p:grpSp>
      </p:grpSp>
      <p:sp>
        <p:nvSpPr>
          <p:cNvPr id="82052" name="AutoShape 132"/>
          <p:cNvSpPr/>
          <p:nvPr/>
        </p:nvSpPr>
        <p:spPr>
          <a:xfrm rot="-5400000">
            <a:off x="5167948" y="4695508"/>
            <a:ext cx="184150" cy="627062"/>
          </a:xfrm>
          <a:prstGeom prst="downArrow">
            <a:avLst>
              <a:gd name="adj1" fmla="val 50000"/>
              <a:gd name="adj2" fmla="val 85081"/>
            </a:avLst>
          </a:prstGeom>
          <a:solidFill>
            <a:srgbClr val="FFFF3D"/>
          </a:solidFill>
          <a:ln w="38100" cap="flat" cmpd="sng">
            <a:solidFill>
              <a:srgbClr val="FF66FF"/>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82053" name="AutoShape 133"/>
          <p:cNvSpPr/>
          <p:nvPr/>
        </p:nvSpPr>
        <p:spPr>
          <a:xfrm rot="-5400000">
            <a:off x="4892675" y="2169795"/>
            <a:ext cx="184150" cy="625475"/>
          </a:xfrm>
          <a:prstGeom prst="downArrow">
            <a:avLst>
              <a:gd name="adj1" fmla="val 50000"/>
              <a:gd name="adj2" fmla="val 84866"/>
            </a:avLst>
          </a:prstGeom>
          <a:solidFill>
            <a:srgbClr val="FFFF3D"/>
          </a:solidFill>
          <a:ln w="38100" cap="flat" cmpd="sng">
            <a:solidFill>
              <a:srgbClr val="FF66FF"/>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82054" name="AutoShape 134"/>
          <p:cNvSpPr/>
          <p:nvPr/>
        </p:nvSpPr>
        <p:spPr>
          <a:xfrm rot="2700000">
            <a:off x="5243513" y="3036888"/>
            <a:ext cx="176212" cy="912812"/>
          </a:xfrm>
          <a:prstGeom prst="downArrow">
            <a:avLst>
              <a:gd name="adj1" fmla="val 50000"/>
              <a:gd name="adj2" fmla="val 129432"/>
            </a:avLst>
          </a:prstGeom>
          <a:solidFill>
            <a:srgbClr val="FFFF3D"/>
          </a:solidFill>
          <a:ln w="38100" cap="flat" cmpd="sng">
            <a:solidFill>
              <a:srgbClr val="FF66FF"/>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2057"/>
                                        </p:tgtEl>
                                        <p:attrNameLst>
                                          <p:attrName>style.visibility</p:attrName>
                                        </p:attrNameLst>
                                      </p:cBhvr>
                                      <p:to>
                                        <p:strVal val="visible"/>
                                      </p:to>
                                    </p:set>
                                    <p:animEffect transition="in" filter="wipe(left)">
                                      <p:cBhvr>
                                        <p:cTn id="7" dur="500"/>
                                        <p:tgtEl>
                                          <p:spTgt spid="820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053"/>
                                        </p:tgtEl>
                                        <p:attrNameLst>
                                          <p:attrName>style.visibility</p:attrName>
                                        </p:attrNameLst>
                                      </p:cBhvr>
                                      <p:to>
                                        <p:strVal val="visible"/>
                                      </p:to>
                                    </p:set>
                                    <p:animEffect transition="in" filter="wipe(left)">
                                      <p:cBhvr>
                                        <p:cTn id="12" dur="500"/>
                                        <p:tgtEl>
                                          <p:spTgt spid="82053"/>
                                        </p:tgtEl>
                                      </p:cBhvr>
                                    </p:animEffect>
                                  </p:childTnLst>
                                </p:cTn>
                              </p:par>
                            </p:childTnLst>
                          </p:cTn>
                        </p:par>
                        <p:par>
                          <p:cTn id="13" fill="hold">
                            <p:stCondLst>
                              <p:cond delay="500"/>
                            </p:stCondLst>
                            <p:childTnLst>
                              <p:par>
                                <p:cTn id="14" presetID="22" presetClass="entr" presetSubtype="8" fill="hold" nodeType="afterEffect">
                                  <p:stCondLst>
                                    <p:cond delay="1000"/>
                                  </p:stCondLst>
                                  <p:childTnLst>
                                    <p:set>
                                      <p:cBhvr>
                                        <p:cTn id="15" dur="1" fill="hold">
                                          <p:stCondLst>
                                            <p:cond delay="0"/>
                                          </p:stCondLst>
                                        </p:cTn>
                                        <p:tgtEl>
                                          <p:spTgt spid="82060"/>
                                        </p:tgtEl>
                                        <p:attrNameLst>
                                          <p:attrName>style.visibility</p:attrName>
                                        </p:attrNameLst>
                                      </p:cBhvr>
                                      <p:to>
                                        <p:strVal val="visible"/>
                                      </p:to>
                                    </p:set>
                                    <p:animEffect transition="in" filter="wipe(left)">
                                      <p:cBhvr>
                                        <p:cTn id="16" dur="500"/>
                                        <p:tgtEl>
                                          <p:spTgt spid="8206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2054"/>
                                        </p:tgtEl>
                                        <p:attrNameLst>
                                          <p:attrName>style.visibility</p:attrName>
                                        </p:attrNameLst>
                                      </p:cBhvr>
                                      <p:to>
                                        <p:strVal val="visible"/>
                                      </p:to>
                                    </p:set>
                                    <p:animEffect transition="in" filter="wipe(up)">
                                      <p:cBhvr>
                                        <p:cTn id="21" dur="500"/>
                                        <p:tgtEl>
                                          <p:spTgt spid="82054"/>
                                        </p:tgtEl>
                                      </p:cBhvr>
                                    </p:animEffect>
                                  </p:childTnLst>
                                </p:cTn>
                              </p:par>
                            </p:childTnLst>
                          </p:cTn>
                        </p:par>
                        <p:par>
                          <p:cTn id="22" fill="hold">
                            <p:stCondLst>
                              <p:cond delay="500"/>
                            </p:stCondLst>
                            <p:childTnLst>
                              <p:par>
                                <p:cTn id="23" presetID="22" presetClass="entr" presetSubtype="8" fill="hold" nodeType="afterEffect">
                                  <p:stCondLst>
                                    <p:cond delay="1000"/>
                                  </p:stCondLst>
                                  <p:childTnLst>
                                    <p:set>
                                      <p:cBhvr>
                                        <p:cTn id="24" dur="1" fill="hold">
                                          <p:stCondLst>
                                            <p:cond delay="0"/>
                                          </p:stCondLst>
                                        </p:cTn>
                                        <p:tgtEl>
                                          <p:spTgt spid="82061"/>
                                        </p:tgtEl>
                                        <p:attrNameLst>
                                          <p:attrName>style.visibility</p:attrName>
                                        </p:attrNameLst>
                                      </p:cBhvr>
                                      <p:to>
                                        <p:strVal val="visible"/>
                                      </p:to>
                                    </p:set>
                                    <p:animEffect transition="in" filter="wipe(left)">
                                      <p:cBhvr>
                                        <p:cTn id="25" dur="500"/>
                                        <p:tgtEl>
                                          <p:spTgt spid="8206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2052"/>
                                        </p:tgtEl>
                                        <p:attrNameLst>
                                          <p:attrName>style.visibility</p:attrName>
                                        </p:attrNameLst>
                                      </p:cBhvr>
                                      <p:to>
                                        <p:strVal val="visible"/>
                                      </p:to>
                                    </p:set>
                                    <p:animEffect transition="in" filter="wipe(left)">
                                      <p:cBhvr>
                                        <p:cTn id="30" dur="500"/>
                                        <p:tgtEl>
                                          <p:spTgt spid="8205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2063"/>
                                        </p:tgtEl>
                                        <p:attrNameLst>
                                          <p:attrName>style.visibility</p:attrName>
                                        </p:attrNameLst>
                                      </p:cBhvr>
                                      <p:to>
                                        <p:strVal val="visible"/>
                                      </p:to>
                                    </p:set>
                                    <p:animEffect transition="in" filter="wipe(left)">
                                      <p:cBhvr>
                                        <p:cTn id="35" dur="2000"/>
                                        <p:tgtEl>
                                          <p:spTgt spid="8206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82056"/>
                                        </p:tgtEl>
                                        <p:attrNameLst>
                                          <p:attrName>style.visibility</p:attrName>
                                        </p:attrNameLst>
                                      </p:cBhvr>
                                      <p:to>
                                        <p:strVal val="visible"/>
                                      </p:to>
                                    </p:set>
                                    <p:animEffect transition="in" filter="wipe(left)">
                                      <p:cBhvr>
                                        <p:cTn id="40" dur="500"/>
                                        <p:tgtEl>
                                          <p:spTgt spid="82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52" grpId="0" bldLvl="0" animBg="1"/>
      <p:bldP spid="82053" grpId="0" bldLvl="0" animBg="1"/>
      <p:bldP spid="82054"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4210" name="Rectangle 2"/>
          <p:cNvSpPr>
            <a:spLocks noGrp="1" noChangeArrowheads="1"/>
          </p:cNvSpPr>
          <p:nvPr>
            <p:ph type="title"/>
          </p:nvPr>
        </p:nvSpPr>
        <p:spPr>
          <a:xfrm>
            <a:off x="1828800" y="577850"/>
            <a:ext cx="5486400" cy="609600"/>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sz="3200" b="1" noProof="0" smtClean="0">
                <a:ln>
                  <a:noFill/>
                </a:ln>
                <a:solidFill>
                  <a:srgbClr val="FFFF3D"/>
                </a:solidFill>
                <a:effectLst>
                  <a:outerShdw blurRad="38100" dist="38100" dir="2700000" algn="tl">
                    <a:srgbClr val="000000"/>
                  </a:outerShdw>
                </a:effectLst>
                <a:uLnTx/>
                <a:uFillTx/>
                <a:latin typeface="黑体" panose="02010609060101010101" pitchFamily="2" charset="-122"/>
                <a:ea typeface="黑体" panose="02010609060101010101" pitchFamily="2" charset="-122"/>
                <a:sym typeface="+mn-ea"/>
              </a:rPr>
              <a:t>§1— 4</a:t>
            </a:r>
            <a:r>
              <a:rPr kumimoji="1" lang="zh-CN" altLang="en-US" sz="3200" b="1" i="0" u="none" strike="noStrike" kern="0" cap="none" spc="0" normalizeH="0" baseline="0" noProof="0" smtClean="0">
                <a:ln>
                  <a:noFill/>
                </a:ln>
                <a:solidFill>
                  <a:srgbClr val="FF9933"/>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rPr>
              <a:t>    电路分析基础</a:t>
            </a:r>
            <a:endParaRPr kumimoji="1" lang="zh-CN" altLang="en-US" sz="3200" b="1" i="0" u="none" strike="noStrike" kern="0" cap="none" spc="0" normalizeH="0" baseline="0" noProof="0" smtClean="0">
              <a:ln>
                <a:noFill/>
              </a:ln>
              <a:solidFill>
                <a:srgbClr val="FF9933"/>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endParaRPr>
          </a:p>
        </p:txBody>
      </p:sp>
      <p:sp>
        <p:nvSpPr>
          <p:cNvPr id="94211" name="Rectangle 3"/>
          <p:cNvSpPr>
            <a:spLocks noChangeArrowheads="1"/>
          </p:cNvSpPr>
          <p:nvPr/>
        </p:nvSpPr>
        <p:spPr bwMode="auto">
          <a:xfrm>
            <a:off x="304483" y="1451610"/>
            <a:ext cx="441960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b="1" i="0" u="none" strike="noStrike" kern="1200" cap="none" spc="0" normalizeH="0" baseline="0" noProof="0">
                <a:ln>
                  <a:noFill/>
                </a:ln>
                <a:solidFill>
                  <a:srgbClr val="FFFF99"/>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一、基尔霍夫定律</a:t>
            </a:r>
            <a:endParaRPr kumimoji="1" lang="zh-CN" altLang="en-US" b="1" i="0" u="none" strike="noStrike" kern="1200" cap="none" spc="0" normalizeH="0" baseline="0" noProof="0">
              <a:ln>
                <a:noFill/>
              </a:ln>
              <a:solidFill>
                <a:srgbClr val="FFFF99"/>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endParaRPr>
          </a:p>
        </p:txBody>
      </p:sp>
      <p:sp>
        <p:nvSpPr>
          <p:cNvPr id="94212" name="Text Box 4"/>
          <p:cNvSpPr txBox="1"/>
          <p:nvPr/>
        </p:nvSpPr>
        <p:spPr>
          <a:xfrm>
            <a:off x="304800" y="2168525"/>
            <a:ext cx="8534400" cy="1116013"/>
          </a:xfrm>
          <a:prstGeom prst="rect">
            <a:avLst/>
          </a:prstGeom>
          <a:noFill/>
          <a:ln w="28575">
            <a:noFill/>
          </a:ln>
        </p:spPr>
        <p:txBody>
          <a:bodyPr anchor="t">
            <a:spAutoFit/>
          </a:bodyPr>
          <a:p>
            <a:pPr eaLnBrk="0" hangingPunct="0">
              <a:lnSpc>
                <a:spcPct val="120000"/>
              </a:lnSpc>
            </a:pPr>
            <a:r>
              <a:rPr lang="en-US" altLang="zh-CN" sz="3200" dirty="0">
                <a:solidFill>
                  <a:schemeClr val="tx2"/>
                </a:solidFill>
                <a:latin typeface="隶书" pitchFamily="49" charset="-122"/>
                <a:ea typeface="幼圆" pitchFamily="49" charset="-122"/>
              </a:rPr>
              <a:t>    </a:t>
            </a:r>
            <a:r>
              <a:rPr lang="zh-CN" altLang="en-US" sz="2400" dirty="0">
                <a:latin typeface="楷体" panose="02010609060101010101" charset="-122"/>
                <a:ea typeface="楷体" panose="02010609060101010101" charset="-122"/>
              </a:rPr>
              <a:t>基尔霍夫定律是电路作为一个整体所服从的基本规律，它阐述了电路各部分电压或各部分电流相互之间的内在联系。</a:t>
            </a:r>
            <a:endParaRPr lang="zh-CN" altLang="en-US" sz="2400" dirty="0">
              <a:latin typeface="楷体" panose="02010609060101010101" charset="-122"/>
              <a:ea typeface="楷体" panose="02010609060101010101" charset="-122"/>
            </a:endParaRPr>
          </a:p>
        </p:txBody>
      </p:sp>
      <p:grpSp>
        <p:nvGrpSpPr>
          <p:cNvPr id="94213" name="Group 5"/>
          <p:cNvGrpSpPr/>
          <p:nvPr/>
        </p:nvGrpSpPr>
        <p:grpSpPr>
          <a:xfrm>
            <a:off x="1649413" y="3940175"/>
            <a:ext cx="4514850" cy="2049463"/>
            <a:chOff x="793" y="2404"/>
            <a:chExt cx="2844" cy="1291"/>
          </a:xfrm>
        </p:grpSpPr>
        <p:sp>
          <p:nvSpPr>
            <p:cNvPr id="22533" name="Rectangle 6"/>
            <p:cNvSpPr/>
            <p:nvPr/>
          </p:nvSpPr>
          <p:spPr>
            <a:xfrm>
              <a:off x="991" y="2404"/>
              <a:ext cx="2364" cy="365"/>
            </a:xfrm>
            <a:prstGeom prst="rect">
              <a:avLst/>
            </a:prstGeom>
            <a:noFill/>
            <a:ln w="9525">
              <a:noFill/>
            </a:ln>
          </p:spPr>
          <p:txBody>
            <a:bodyPr wrap="none" anchor="t">
              <a:spAutoFit/>
            </a:bodyPr>
            <a:p>
              <a:pPr eaLnBrk="0" hangingPunct="0"/>
              <a:r>
                <a:rPr lang="en-US" altLang="zh-CN" sz="3200" dirty="0">
                  <a:solidFill>
                    <a:schemeClr val="tx1"/>
                  </a:solidFill>
                  <a:latin typeface="幼圆" pitchFamily="49" charset="-122"/>
                  <a:ea typeface="幼圆" pitchFamily="49" charset="-122"/>
                </a:rPr>
                <a:t> </a:t>
              </a:r>
              <a:r>
                <a:rPr lang="zh-CN" altLang="en-US" sz="2400" dirty="0">
                  <a:latin typeface="幼圆" pitchFamily="49" charset="-122"/>
                  <a:ea typeface="幼圆" pitchFamily="49" charset="-122"/>
                </a:rPr>
                <a:t>基尔霍夫电流定律</a:t>
              </a:r>
              <a:r>
                <a:rPr lang="en-US" altLang="zh-CN" sz="2400" dirty="0">
                  <a:latin typeface="幼圆" pitchFamily="49" charset="-122"/>
                  <a:ea typeface="幼圆" pitchFamily="49" charset="-122"/>
                </a:rPr>
                <a:t>(</a:t>
              </a:r>
              <a:r>
                <a:rPr lang="en-US" altLang="zh-CN" sz="2400" b="0" dirty="0">
                  <a:latin typeface="Times New Roman" panose="02020603050405020304" pitchFamily="18" charset="0"/>
                  <a:ea typeface="幼圆" pitchFamily="49" charset="-122"/>
                </a:rPr>
                <a:t>KCL</a:t>
              </a:r>
              <a:r>
                <a:rPr lang="en-US" altLang="zh-CN" sz="2400" dirty="0">
                  <a:latin typeface="幼圆" pitchFamily="49" charset="-122"/>
                  <a:ea typeface="幼圆" pitchFamily="49" charset="-122"/>
                </a:rPr>
                <a:t>)</a:t>
              </a:r>
              <a:endParaRPr lang="en-US" altLang="zh-CN" sz="2400" dirty="0">
                <a:latin typeface="幼圆" pitchFamily="49" charset="-122"/>
                <a:ea typeface="幼圆" pitchFamily="49" charset="-122"/>
              </a:endParaRPr>
            </a:p>
          </p:txBody>
        </p:sp>
        <p:sp>
          <p:nvSpPr>
            <p:cNvPr id="22534" name="Rectangle 7"/>
            <p:cNvSpPr/>
            <p:nvPr/>
          </p:nvSpPr>
          <p:spPr>
            <a:xfrm>
              <a:off x="1135" y="2704"/>
              <a:ext cx="2502" cy="288"/>
            </a:xfrm>
            <a:prstGeom prst="rect">
              <a:avLst/>
            </a:prstGeom>
            <a:noFill/>
            <a:ln w="9525">
              <a:noFill/>
            </a:ln>
          </p:spPr>
          <p:txBody>
            <a:bodyPr wrap="none" anchor="t">
              <a:spAutoFit/>
            </a:bodyPr>
            <a:p>
              <a:pPr eaLnBrk="0" hangingPunct="0"/>
              <a:r>
                <a:rPr lang="en-US" altLang="zh-CN" sz="2400" dirty="0">
                  <a:latin typeface="宋体" panose="02010600030101010101" pitchFamily="2" charset="-122"/>
                  <a:ea typeface="宋体" panose="02010600030101010101" pitchFamily="2" charset="-122"/>
                </a:rPr>
                <a:t>(</a:t>
              </a:r>
              <a:r>
                <a:rPr lang="en-US" altLang="zh-CN" sz="2400" i="1" dirty="0">
                  <a:latin typeface="宋体" panose="02010600030101010101" pitchFamily="2" charset="-122"/>
                  <a:ea typeface="宋体" panose="02010600030101010101" pitchFamily="2" charset="-122"/>
                </a:rPr>
                <a:t>Kirchhoff</a:t>
              </a:r>
              <a:r>
                <a:rPr lang="en-US" altLang="zh-CN" sz="2400" i="1" dirty="0">
                  <a:latin typeface="Times New Roman" panose="02020603050405020304" pitchFamily="18" charset="0"/>
                  <a:ea typeface="宋体" panose="02010600030101010101" pitchFamily="2" charset="-122"/>
                </a:rPr>
                <a:t>’</a:t>
              </a:r>
              <a:r>
                <a:rPr lang="en-US" altLang="zh-CN" sz="2400" i="1" dirty="0">
                  <a:latin typeface="宋体" panose="02010600030101010101" pitchFamily="2" charset="-122"/>
                  <a:ea typeface="宋体" panose="02010600030101010101" pitchFamily="2" charset="-122"/>
                </a:rPr>
                <a:t>s Current Law</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p:txBody>
        </p:sp>
        <p:sp>
          <p:nvSpPr>
            <p:cNvPr id="22535" name="Rectangle 8"/>
            <p:cNvSpPr/>
            <p:nvPr/>
          </p:nvSpPr>
          <p:spPr>
            <a:xfrm>
              <a:off x="1135" y="3113"/>
              <a:ext cx="2246" cy="288"/>
            </a:xfrm>
            <a:prstGeom prst="rect">
              <a:avLst/>
            </a:prstGeom>
            <a:noFill/>
            <a:ln w="9525">
              <a:noFill/>
            </a:ln>
          </p:spPr>
          <p:txBody>
            <a:bodyPr wrap="none" anchor="t">
              <a:spAutoFit/>
            </a:bodyPr>
            <a:p>
              <a:pPr eaLnBrk="0" hangingPunct="0"/>
              <a:r>
                <a:rPr lang="zh-CN" altLang="en-US" sz="2400" dirty="0">
                  <a:latin typeface="幼圆" pitchFamily="49" charset="-122"/>
                  <a:ea typeface="幼圆" pitchFamily="49" charset="-122"/>
                </a:rPr>
                <a:t>基尔霍夫电压定律</a:t>
              </a:r>
              <a:r>
                <a:rPr lang="en-US" altLang="zh-CN" sz="2400" dirty="0">
                  <a:latin typeface="楷体_GB2312" pitchFamily="49" charset="-122"/>
                  <a:ea typeface="楷体_GB2312" pitchFamily="49" charset="-122"/>
                </a:rPr>
                <a:t>(</a:t>
              </a:r>
              <a:r>
                <a:rPr lang="en-US" altLang="zh-CN" sz="2400" b="0" dirty="0">
                  <a:latin typeface="Times New Roman" panose="02020603050405020304" pitchFamily="18" charset="0"/>
                  <a:ea typeface="楷体_GB2312" pitchFamily="49" charset="-122"/>
                </a:rPr>
                <a:t>KVL</a:t>
              </a:r>
              <a:r>
                <a:rPr lang="en-US" altLang="zh-CN" sz="2400" dirty="0">
                  <a:latin typeface="楷体_GB2312" pitchFamily="49" charset="-122"/>
                  <a:ea typeface="楷体_GB2312" pitchFamily="49" charset="-122"/>
                </a:rPr>
                <a:t>)</a:t>
              </a:r>
              <a:endParaRPr lang="en-US" altLang="zh-CN" sz="2400" dirty="0">
                <a:latin typeface="楷体_GB2312" pitchFamily="49" charset="-122"/>
                <a:ea typeface="楷体_GB2312" pitchFamily="49" charset="-122"/>
              </a:endParaRPr>
            </a:p>
          </p:txBody>
        </p:sp>
        <p:sp>
          <p:nvSpPr>
            <p:cNvPr id="22536" name="Rectangle 9"/>
            <p:cNvSpPr/>
            <p:nvPr/>
          </p:nvSpPr>
          <p:spPr>
            <a:xfrm>
              <a:off x="1135" y="3407"/>
              <a:ext cx="2502" cy="288"/>
            </a:xfrm>
            <a:prstGeom prst="rect">
              <a:avLst/>
            </a:prstGeom>
            <a:noFill/>
            <a:ln w="9525">
              <a:noFill/>
            </a:ln>
          </p:spPr>
          <p:txBody>
            <a:bodyPr wrap="none" anchor="t">
              <a:spAutoFit/>
            </a:bodyPr>
            <a:p>
              <a:pPr eaLnBrk="0" hangingPunct="0"/>
              <a:r>
                <a:rPr lang="en-US" altLang="zh-CN" sz="2400" dirty="0">
                  <a:latin typeface="宋体" panose="02010600030101010101" pitchFamily="2" charset="-122"/>
                  <a:ea typeface="宋体" panose="02010600030101010101" pitchFamily="2" charset="-122"/>
                </a:rPr>
                <a:t>(</a:t>
              </a:r>
              <a:r>
                <a:rPr lang="en-US" altLang="zh-CN" sz="2400" i="1" dirty="0">
                  <a:latin typeface="宋体" panose="02010600030101010101" pitchFamily="2" charset="-122"/>
                  <a:ea typeface="宋体" panose="02010600030101010101" pitchFamily="2" charset="-122"/>
                </a:rPr>
                <a:t>Kirchhoff</a:t>
              </a:r>
              <a:r>
                <a:rPr lang="en-US" altLang="zh-CN" sz="2400" i="1" dirty="0">
                  <a:latin typeface="Times New Roman" panose="02020603050405020304" pitchFamily="18" charset="0"/>
                  <a:ea typeface="宋体" panose="02010600030101010101" pitchFamily="2" charset="-122"/>
                </a:rPr>
                <a:t>’</a:t>
              </a:r>
              <a:r>
                <a:rPr lang="en-US" altLang="zh-CN" sz="2400" i="1" dirty="0">
                  <a:latin typeface="宋体" panose="02010600030101010101" pitchFamily="2" charset="-122"/>
                  <a:ea typeface="宋体" panose="02010600030101010101" pitchFamily="2" charset="-122"/>
                </a:rPr>
                <a:t>s Voltage Law</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p:txBody>
        </p:sp>
        <p:sp>
          <p:nvSpPr>
            <p:cNvPr id="22537" name="AutoShape 10"/>
            <p:cNvSpPr/>
            <p:nvPr/>
          </p:nvSpPr>
          <p:spPr>
            <a:xfrm>
              <a:off x="793" y="2591"/>
              <a:ext cx="288" cy="1047"/>
            </a:xfrm>
            <a:prstGeom prst="leftBrace">
              <a:avLst>
                <a:gd name="adj1" fmla="val 30244"/>
                <a:gd name="adj2" fmla="val 50000"/>
              </a:avLst>
            </a:prstGeom>
            <a:noFill/>
            <a:ln w="38100" cap="flat" cmpd="sng">
              <a:solidFill>
                <a:srgbClr val="CCFFFF"/>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2000"/>
                                  </p:stCondLst>
                                  <p:childTnLst>
                                    <p:set>
                                      <p:cBhvr>
                                        <p:cTn id="6" dur="1" fill="hold">
                                          <p:stCondLst>
                                            <p:cond delay="0"/>
                                          </p:stCondLst>
                                        </p:cTn>
                                        <p:tgtEl>
                                          <p:spTgt spid="94210"/>
                                        </p:tgtEl>
                                        <p:attrNameLst>
                                          <p:attrName>style.visibility</p:attrName>
                                        </p:attrNameLst>
                                      </p:cBhvr>
                                      <p:to>
                                        <p:strVal val="visible"/>
                                      </p:to>
                                    </p:set>
                                    <p:anim calcmode="lin" valueType="num">
                                      <p:cBhvr>
                                        <p:cTn id="7" dur="500" fill="hold"/>
                                        <p:tgtEl>
                                          <p:spTgt spid="94210"/>
                                        </p:tgtEl>
                                        <p:attrNameLst>
                                          <p:attrName>ppt_w</p:attrName>
                                        </p:attrNameLst>
                                      </p:cBhvr>
                                      <p:tavLst>
                                        <p:tav tm="0">
                                          <p:val>
                                            <p:fltVal val="0.000000"/>
                                          </p:val>
                                        </p:tav>
                                        <p:tav tm="100000">
                                          <p:val>
                                            <p:strVal val="#ppt_w"/>
                                          </p:val>
                                        </p:tav>
                                      </p:tavLst>
                                    </p:anim>
                                    <p:anim calcmode="lin" valueType="num">
                                      <p:cBhvr>
                                        <p:cTn id="8" dur="500" fill="hold"/>
                                        <p:tgtEl>
                                          <p:spTgt spid="94210"/>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94211"/>
                                        </p:tgtEl>
                                        <p:attrNameLst>
                                          <p:attrName>style.visibility</p:attrName>
                                        </p:attrNameLst>
                                      </p:cBhvr>
                                      <p:to>
                                        <p:strVal val="visible"/>
                                      </p:to>
                                    </p:set>
                                    <p:animEffect transition="in" filter="wipe(left)">
                                      <p:cBhvr>
                                        <p:cTn id="13" dur="500"/>
                                        <p:tgtEl>
                                          <p:spTgt spid="9421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94212"/>
                                        </p:tgtEl>
                                        <p:attrNameLst>
                                          <p:attrName>style.visibility</p:attrName>
                                        </p:attrNameLst>
                                      </p:cBhvr>
                                      <p:to>
                                        <p:strVal val="visible"/>
                                      </p:to>
                                    </p:set>
                                    <p:animEffect transition="in" filter="blinds(horizontal)">
                                      <p:cBhvr>
                                        <p:cTn id="18" dur="500"/>
                                        <p:tgtEl>
                                          <p:spTgt spid="942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94213"/>
                                        </p:tgtEl>
                                        <p:attrNameLst>
                                          <p:attrName>style.visibility</p:attrName>
                                        </p:attrNameLst>
                                      </p:cBhvr>
                                      <p:to>
                                        <p:strVal val="visible"/>
                                      </p:to>
                                    </p:set>
                                    <p:animEffect transition="in" filter="wipe(left)">
                                      <p:cBhvr>
                                        <p:cTn id="23" dur="500"/>
                                        <p:tgtEl>
                                          <p:spTgt spid="94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p:bldP spid="94211" grpId="0" bldLvl="0" animBg="1"/>
      <p:bldP spid="94212" grpId="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6258" name="Rectangle 2"/>
          <p:cNvSpPr>
            <a:spLocks noGrp="1"/>
          </p:cNvSpPr>
          <p:nvPr>
            <p:ph type="title"/>
          </p:nvPr>
        </p:nvSpPr>
        <p:spPr>
          <a:xfrm>
            <a:off x="228600" y="0"/>
            <a:ext cx="4451350" cy="609600"/>
          </a:xfrm>
        </p:spPr>
        <p:txBody>
          <a:bodyPr wrap="square" lIns="91440" tIns="45720" rIns="91440" bIns="45720" anchor="ctr"/>
          <a:p>
            <a:pPr eaLnBrk="1" hangingPunct="1"/>
            <a:r>
              <a:rPr lang="zh-CN" altLang="en-US" sz="2400" b="1" dirty="0">
                <a:solidFill>
                  <a:srgbClr val="FFFF03"/>
                </a:solidFill>
                <a:latin typeface="黑体" panose="02010609060101010101" pitchFamily="2" charset="-122"/>
                <a:ea typeface="黑体" panose="02010609060101010101" pitchFamily="2" charset="-122"/>
              </a:rPr>
              <a:t>二、基尔霍夫电流定律（</a:t>
            </a:r>
            <a:r>
              <a:rPr lang="en-US" altLang="zh-CN" sz="2400" b="1" dirty="0">
                <a:solidFill>
                  <a:srgbClr val="FFFF03"/>
                </a:solidFill>
                <a:latin typeface="黑体" panose="02010609060101010101" pitchFamily="2" charset="-122"/>
                <a:ea typeface="黑体" panose="02010609060101010101" pitchFamily="2" charset="-122"/>
              </a:rPr>
              <a:t>KCL</a:t>
            </a:r>
            <a:r>
              <a:rPr lang="zh-CN" altLang="en-US" sz="2400" b="1" dirty="0">
                <a:solidFill>
                  <a:srgbClr val="FFFF03"/>
                </a:solidFill>
                <a:latin typeface="黑体" panose="02010609060101010101" pitchFamily="2" charset="-122"/>
                <a:ea typeface="黑体" panose="02010609060101010101" pitchFamily="2" charset="-122"/>
              </a:rPr>
              <a:t>）</a:t>
            </a:r>
            <a:endParaRPr lang="zh-CN" altLang="en-US" sz="2400" b="1" dirty="0">
              <a:solidFill>
                <a:srgbClr val="FFFF03"/>
              </a:solidFill>
              <a:latin typeface="黑体" panose="02010609060101010101" pitchFamily="2" charset="-122"/>
              <a:ea typeface="黑体" panose="02010609060101010101" pitchFamily="2" charset="-122"/>
            </a:endParaRPr>
          </a:p>
        </p:txBody>
      </p:sp>
      <p:sp>
        <p:nvSpPr>
          <p:cNvPr id="96259" name="Rectangle 3" descr="之字形"/>
          <p:cNvSpPr/>
          <p:nvPr/>
        </p:nvSpPr>
        <p:spPr>
          <a:xfrm>
            <a:off x="6613525" y="4668838"/>
            <a:ext cx="2360613" cy="1563687"/>
          </a:xfrm>
          <a:prstGeom prst="rect">
            <a:avLst/>
          </a:prstGeom>
          <a:pattFill prst="zigZag">
            <a:fgClr>
              <a:srgbClr val="FFFF6D"/>
            </a:fgClr>
            <a:bgClr>
              <a:srgbClr val="E2E2E2"/>
            </a:bgClr>
          </a:pattFill>
          <a:ln w="38100" cap="flat" cmpd="sng">
            <a:solidFill>
              <a:srgbClr val="FF00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96260" name="Text Box 4" descr="大棋盘"/>
          <p:cNvSpPr txBox="1"/>
          <p:nvPr/>
        </p:nvSpPr>
        <p:spPr>
          <a:xfrm>
            <a:off x="142875" y="746125"/>
            <a:ext cx="3536950" cy="1555750"/>
          </a:xfrm>
          <a:prstGeom prst="rect">
            <a:avLst/>
          </a:prstGeom>
          <a:pattFill prst="lgCheck">
            <a:fgClr>
              <a:srgbClr val="BFFF9F"/>
            </a:fgClr>
            <a:bgClr>
              <a:srgbClr val="F5F5F5"/>
            </a:bgClr>
          </a:pattFill>
          <a:ln w="38100" cap="flat" cmpd="sng">
            <a:solidFill>
              <a:srgbClr val="FF0000"/>
            </a:solidFill>
            <a:prstDash val="solid"/>
            <a:miter/>
            <a:headEnd type="none" w="med" len="med"/>
            <a:tailEnd type="none" w="med" len="med"/>
          </a:ln>
        </p:spPr>
        <p:txBody>
          <a:bodyPr wrap="square" anchor="t">
            <a:spAutoFit/>
          </a:bodyPr>
          <a:p>
            <a:pPr>
              <a:spcBef>
                <a:spcPct val="50000"/>
              </a:spcBef>
            </a:pPr>
            <a:r>
              <a:rPr lang="zh-CN" altLang="en-US" sz="2400" dirty="0">
                <a:solidFill>
                  <a:schemeClr val="tx1"/>
                </a:solidFill>
                <a:latin typeface="楷体" panose="02010609060101010101" charset="-122"/>
                <a:ea typeface="楷体" panose="02010609060101010101" charset="-122"/>
              </a:rPr>
              <a:t>任一时刻，对任一结点，</a:t>
            </a:r>
            <a:endParaRPr lang="zh-CN" altLang="en-US" sz="2400" dirty="0">
              <a:solidFill>
                <a:schemeClr val="tx1"/>
              </a:solidFill>
              <a:latin typeface="楷体" panose="02010609060101010101" charset="-122"/>
              <a:ea typeface="楷体" panose="02010609060101010101" charset="-122"/>
            </a:endParaRPr>
          </a:p>
          <a:p>
            <a:pPr>
              <a:spcBef>
                <a:spcPct val="50000"/>
              </a:spcBef>
            </a:pPr>
            <a:r>
              <a:rPr lang="zh-CN" altLang="en-US" sz="2400" dirty="0">
                <a:solidFill>
                  <a:schemeClr val="tx1"/>
                </a:solidFill>
                <a:latin typeface="楷体" panose="02010609060101010101" charset="-122"/>
                <a:ea typeface="楷体" panose="02010609060101010101" charset="-122"/>
              </a:rPr>
              <a:t>所有流出结点的支路电</a:t>
            </a:r>
            <a:endParaRPr lang="zh-CN" altLang="en-US" sz="2400" dirty="0">
              <a:solidFill>
                <a:schemeClr val="tx1"/>
              </a:solidFill>
              <a:latin typeface="楷体" panose="02010609060101010101" charset="-122"/>
              <a:ea typeface="楷体" panose="02010609060101010101" charset="-122"/>
            </a:endParaRPr>
          </a:p>
          <a:p>
            <a:pPr>
              <a:spcBef>
                <a:spcPct val="50000"/>
              </a:spcBef>
            </a:pPr>
            <a:r>
              <a:rPr lang="zh-CN" altLang="en-US" sz="2400" dirty="0">
                <a:solidFill>
                  <a:schemeClr val="tx1"/>
                </a:solidFill>
                <a:latin typeface="楷体" panose="02010609060101010101" charset="-122"/>
                <a:ea typeface="楷体" panose="02010609060101010101" charset="-122"/>
              </a:rPr>
              <a:t>流的代数和恒等于零。</a:t>
            </a:r>
            <a:endParaRPr lang="zh-CN" altLang="en-US" sz="2400" dirty="0">
              <a:solidFill>
                <a:schemeClr val="tx1"/>
              </a:solidFill>
              <a:latin typeface="楷体" panose="02010609060101010101" charset="-122"/>
              <a:ea typeface="楷体" panose="02010609060101010101" charset="-122"/>
            </a:endParaRPr>
          </a:p>
        </p:txBody>
      </p:sp>
      <p:sp>
        <p:nvSpPr>
          <p:cNvPr id="96261" name="Text Box 5"/>
          <p:cNvSpPr txBox="1"/>
          <p:nvPr/>
        </p:nvSpPr>
        <p:spPr>
          <a:xfrm>
            <a:off x="30163" y="4079875"/>
            <a:ext cx="6738937" cy="457200"/>
          </a:xfrm>
          <a:prstGeom prst="rect">
            <a:avLst/>
          </a:prstGeom>
          <a:noFill/>
          <a:ln w="38100">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设：流出结点的电流为“</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，流入为“</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96262" name="Text Box 6"/>
          <p:cNvSpPr txBox="1"/>
          <p:nvPr/>
        </p:nvSpPr>
        <p:spPr>
          <a:xfrm>
            <a:off x="0" y="4781550"/>
            <a:ext cx="1176338" cy="457200"/>
          </a:xfrm>
          <a:prstGeom prst="rect">
            <a:avLst/>
          </a:prstGeom>
          <a:noFill/>
          <a:ln w="38100">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结点</a:t>
            </a:r>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96263" name="Text Box 7"/>
          <p:cNvSpPr txBox="1"/>
          <p:nvPr/>
        </p:nvSpPr>
        <p:spPr>
          <a:xfrm>
            <a:off x="1219200" y="4721225"/>
            <a:ext cx="2311400" cy="579438"/>
          </a:xfrm>
          <a:prstGeom prst="rect">
            <a:avLst/>
          </a:prstGeom>
          <a:noFill/>
          <a:ln w="38100">
            <a:noFill/>
          </a:ln>
        </p:spPr>
        <p:txBody>
          <a:bodyPr anchor="t">
            <a:spAutoFit/>
          </a:bodyPr>
          <a:p>
            <a:pPr>
              <a:spcBef>
                <a:spcPct val="50000"/>
              </a:spcBef>
            </a:pPr>
            <a:r>
              <a:rPr lang="en-US" altLang="zh-CN" sz="3200" dirty="0">
                <a:solidFill>
                  <a:srgbClr val="FFFF03"/>
                </a:solidFill>
                <a:latin typeface="Times New Roman" panose="02020603050405020304" pitchFamily="18" charset="0"/>
                <a:ea typeface="宋体" panose="02010600030101010101" pitchFamily="2" charset="-122"/>
              </a:rPr>
              <a:t>–</a:t>
            </a: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4 </a:t>
            </a:r>
            <a:r>
              <a:rPr lang="en-US" altLang="zh-CN" sz="3200" dirty="0">
                <a:solidFill>
                  <a:srgbClr val="FFFF03"/>
                </a:solidFill>
                <a:latin typeface="Times New Roman" panose="02020603050405020304" pitchFamily="18" charset="0"/>
                <a:ea typeface="宋体" panose="02010600030101010101" pitchFamily="2" charset="-122"/>
              </a:rPr>
              <a:t>– </a:t>
            </a: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5</a:t>
            </a: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6</a:t>
            </a:r>
            <a:r>
              <a:rPr lang="en-US" altLang="zh-CN" dirty="0">
                <a:solidFill>
                  <a:srgbClr val="FFFF03"/>
                </a:solidFill>
                <a:latin typeface="Times New Roman" panose="02020603050405020304" pitchFamily="18" charset="0"/>
                <a:ea typeface="宋体" panose="02010600030101010101" pitchFamily="2" charset="-122"/>
              </a:rPr>
              <a:t>=0</a:t>
            </a:r>
            <a:r>
              <a:rPr lang="en-US" altLang="zh-CN" sz="2400" dirty="0">
                <a:solidFill>
                  <a:srgbClr val="FFFF03"/>
                </a:solidFill>
                <a:latin typeface="Times New Roman" panose="02020603050405020304" pitchFamily="18" charset="0"/>
                <a:ea typeface="宋体" panose="02010600030101010101" pitchFamily="2" charset="-122"/>
              </a:rPr>
              <a:t> </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96264" name="Text Box 8"/>
          <p:cNvSpPr txBox="1"/>
          <p:nvPr/>
        </p:nvSpPr>
        <p:spPr>
          <a:xfrm>
            <a:off x="0" y="5449888"/>
            <a:ext cx="1176338" cy="457200"/>
          </a:xfrm>
          <a:prstGeom prst="rect">
            <a:avLst/>
          </a:prstGeom>
          <a:noFill/>
          <a:ln w="38100">
            <a:noFill/>
          </a:ln>
        </p:spPr>
        <p:txBody>
          <a:bodyPr anchor="t">
            <a:spAutoFit/>
          </a:bodyPr>
          <a:p>
            <a:pPr>
              <a:spcBef>
                <a:spcPct val="50000"/>
              </a:spcBef>
            </a:pPr>
            <a:r>
              <a:rPr lang="zh-CN" altLang="en-US" sz="2400" dirty="0">
                <a:latin typeface="Times New Roman" panose="02020603050405020304" pitchFamily="18" charset="0"/>
                <a:ea typeface="宋体" panose="02010600030101010101" pitchFamily="2" charset="-122"/>
              </a:rPr>
              <a:t>结点</a:t>
            </a:r>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96265" name="Text Box 9"/>
          <p:cNvSpPr txBox="1"/>
          <p:nvPr/>
        </p:nvSpPr>
        <p:spPr>
          <a:xfrm>
            <a:off x="1089025" y="5422900"/>
            <a:ext cx="2590800" cy="579438"/>
          </a:xfrm>
          <a:prstGeom prst="rect">
            <a:avLst/>
          </a:prstGeom>
          <a:noFill/>
          <a:ln w="38100">
            <a:noFill/>
          </a:ln>
        </p:spPr>
        <p:txBody>
          <a:bodyPr anchor="t">
            <a:spAutoFit/>
          </a:bodyPr>
          <a:p>
            <a:pPr>
              <a:spcBef>
                <a:spcPct val="50000"/>
              </a:spcBef>
            </a:pPr>
            <a:r>
              <a:rPr lang="en-US" altLang="zh-CN" sz="3200" dirty="0">
                <a:solidFill>
                  <a:srgbClr val="FFFF03"/>
                </a:solidFill>
                <a:latin typeface="Times New Roman" panose="02020603050405020304" pitchFamily="18" charset="0"/>
                <a:ea typeface="宋体" panose="02010600030101010101" pitchFamily="2" charset="-122"/>
              </a:rPr>
              <a:t>– </a:t>
            </a: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1</a:t>
            </a: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2</a:t>
            </a: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3</a:t>
            </a: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4</a:t>
            </a:r>
            <a:r>
              <a:rPr lang="en-US" altLang="zh-CN" dirty="0">
                <a:solidFill>
                  <a:srgbClr val="FFFF03"/>
                </a:solidFill>
                <a:latin typeface="Times New Roman" panose="02020603050405020304" pitchFamily="18" charset="0"/>
                <a:ea typeface="宋体" panose="02010600030101010101" pitchFamily="2" charset="-122"/>
              </a:rPr>
              <a:t>=0 </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96266" name="AutoShape 10"/>
          <p:cNvSpPr/>
          <p:nvPr/>
        </p:nvSpPr>
        <p:spPr>
          <a:xfrm>
            <a:off x="3382963" y="5222875"/>
            <a:ext cx="1108075" cy="288925"/>
          </a:xfrm>
          <a:prstGeom prst="rightArrow">
            <a:avLst>
              <a:gd name="adj1" fmla="val 50000"/>
              <a:gd name="adj2" fmla="val 95825"/>
            </a:avLst>
          </a:prstGeom>
          <a:solidFill>
            <a:srgbClr val="FF0000"/>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96267" name="Text Box 11"/>
          <p:cNvSpPr txBox="1"/>
          <p:nvPr/>
        </p:nvSpPr>
        <p:spPr>
          <a:xfrm>
            <a:off x="4394200" y="4814888"/>
            <a:ext cx="1741488" cy="519112"/>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4</a:t>
            </a: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5</a:t>
            </a: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6</a:t>
            </a:r>
            <a:r>
              <a:rPr lang="en-US" altLang="zh-CN" sz="2400" dirty="0">
                <a:solidFill>
                  <a:srgbClr val="FFFF03"/>
                </a:solidFill>
                <a:latin typeface="Times New Roman" panose="02020603050405020304" pitchFamily="18" charset="0"/>
                <a:ea typeface="宋体" panose="02010600030101010101" pitchFamily="2" charset="-122"/>
              </a:rPr>
              <a:t> </a:t>
            </a:r>
            <a:endParaRPr lang="en-US" altLang="zh-CN" sz="2400" dirty="0">
              <a:solidFill>
                <a:srgbClr val="FFFF03"/>
              </a:solidFill>
              <a:latin typeface="Times New Roman" panose="02020603050405020304" pitchFamily="18" charset="0"/>
              <a:ea typeface="Times New Roman" panose="02020603050405020304" pitchFamily="18" charset="0"/>
            </a:endParaRPr>
          </a:p>
        </p:txBody>
      </p:sp>
      <p:sp>
        <p:nvSpPr>
          <p:cNvPr id="96268" name="Text Box 12"/>
          <p:cNvSpPr txBox="1"/>
          <p:nvPr/>
        </p:nvSpPr>
        <p:spPr>
          <a:xfrm>
            <a:off x="4311650" y="5491163"/>
            <a:ext cx="2176463" cy="519112"/>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1</a:t>
            </a: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2</a:t>
            </a: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3</a:t>
            </a: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4</a:t>
            </a:r>
            <a:r>
              <a:rPr lang="en-US" altLang="zh-CN" dirty="0">
                <a:solidFill>
                  <a:srgbClr val="FFFF03"/>
                </a:solidFill>
                <a:latin typeface="Times New Roman" panose="02020603050405020304" pitchFamily="18" charset="0"/>
                <a:ea typeface="宋体" panose="02010600030101010101" pitchFamily="2" charset="-122"/>
              </a:rPr>
              <a:t> </a:t>
            </a:r>
            <a:endParaRPr lang="en-US" altLang="zh-CN" dirty="0">
              <a:solidFill>
                <a:srgbClr val="FFFF03"/>
              </a:solidFill>
              <a:latin typeface="Times New Roman" panose="02020603050405020304" pitchFamily="18" charset="0"/>
              <a:ea typeface="Times New Roman" panose="02020603050405020304" pitchFamily="18" charset="0"/>
            </a:endParaRPr>
          </a:p>
        </p:txBody>
      </p:sp>
      <p:sp>
        <p:nvSpPr>
          <p:cNvPr id="96269" name="Text Box 13" descr="再生纸"/>
          <p:cNvSpPr txBox="1"/>
          <p:nvPr/>
        </p:nvSpPr>
        <p:spPr>
          <a:xfrm>
            <a:off x="6659563" y="4697413"/>
            <a:ext cx="1979612" cy="1163637"/>
          </a:xfrm>
          <a:prstGeom prst="rect">
            <a:avLst/>
          </a:prstGeom>
          <a:noFill/>
          <a:ln w="28575">
            <a:noFill/>
          </a:ln>
        </p:spPr>
        <p:txBody>
          <a:bodyPr wrap="square" anchor="t">
            <a:spAutoFit/>
          </a:bodyPr>
          <a:p>
            <a:pPr>
              <a:spcBef>
                <a:spcPct val="50000"/>
              </a:spcBef>
            </a:pPr>
            <a:r>
              <a:rPr lang="en-US" altLang="zh-CN" dirty="0">
                <a:solidFill>
                  <a:srgbClr val="FF0000"/>
                </a:solidFill>
                <a:latin typeface="Times New Roman" panose="02020603050405020304" pitchFamily="18" charset="0"/>
                <a:ea typeface="宋体" panose="02010600030101010101" pitchFamily="2" charset="-122"/>
                <a:sym typeface="Symbol" panose="05050102010706020507" pitchFamily="18" charset="2"/>
              </a:rPr>
              <a:t>I</a:t>
            </a:r>
            <a:r>
              <a:rPr lang="zh-CN" altLang="en-US" baseline="-25000" dirty="0">
                <a:solidFill>
                  <a:srgbClr val="FF0000"/>
                </a:solidFill>
                <a:latin typeface="Times New Roman" panose="02020603050405020304" pitchFamily="18" charset="0"/>
                <a:ea typeface="宋体" panose="02010600030101010101" pitchFamily="2" charset="-122"/>
                <a:sym typeface="Symbol" panose="05050102010706020507" pitchFamily="18" charset="2"/>
              </a:rPr>
              <a:t>出</a:t>
            </a:r>
            <a:r>
              <a:rPr lang="en-US" altLang="zh-CN" dirty="0">
                <a:solidFill>
                  <a:srgbClr val="FF0000"/>
                </a:solidFill>
                <a:latin typeface="Times New Roman" panose="02020603050405020304" pitchFamily="18" charset="0"/>
                <a:ea typeface="宋体" panose="02010600030101010101" pitchFamily="2" charset="-122"/>
                <a:sym typeface="Symbol" panose="05050102010706020507" pitchFamily="18" charset="2"/>
              </a:rPr>
              <a:t>=I</a:t>
            </a:r>
            <a:r>
              <a:rPr lang="zh-CN" altLang="en-US" baseline="-25000" dirty="0">
                <a:solidFill>
                  <a:srgbClr val="FF0000"/>
                </a:solidFill>
                <a:latin typeface="Times New Roman" panose="02020603050405020304" pitchFamily="18" charset="0"/>
                <a:ea typeface="宋体" panose="02010600030101010101" pitchFamily="2" charset="-122"/>
                <a:sym typeface="Symbol" panose="05050102010706020507" pitchFamily="18" charset="2"/>
              </a:rPr>
              <a:t>入</a:t>
            </a:r>
            <a:endParaRPr lang="zh-CN" altLang="en-US" baseline="-25000" dirty="0">
              <a:solidFill>
                <a:srgbClr val="FF0000"/>
              </a:solidFill>
              <a:latin typeface="Times New Roman" panose="02020603050405020304" pitchFamily="18" charset="0"/>
              <a:ea typeface="宋体" panose="02010600030101010101" pitchFamily="2" charset="-122"/>
              <a:sym typeface="Symbol" panose="05050102010706020507" pitchFamily="18" charset="2"/>
            </a:endParaRPr>
          </a:p>
          <a:p>
            <a:pPr>
              <a:spcBef>
                <a:spcPct val="50000"/>
              </a:spcBef>
            </a:pPr>
            <a:r>
              <a:rPr lang="zh-CN" altLang="en-US"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rgbClr val="FF0000"/>
                </a:solidFill>
                <a:latin typeface="Monotype Corsiva" pitchFamily="66" charset="0"/>
                <a:ea typeface="宋体" panose="02010600030101010101" pitchFamily="2" charset="-122"/>
                <a:sym typeface="Symbol" panose="05050102010706020507" pitchFamily="18" charset="2"/>
              </a:rPr>
              <a:t>i</a:t>
            </a:r>
            <a:r>
              <a:rPr lang="zh-CN" altLang="en-US" baseline="-25000" dirty="0">
                <a:solidFill>
                  <a:srgbClr val="FF0000"/>
                </a:solidFill>
                <a:latin typeface="Times New Roman" panose="02020603050405020304" pitchFamily="18" charset="0"/>
                <a:ea typeface="宋体" panose="02010600030101010101" pitchFamily="2" charset="-122"/>
                <a:sym typeface="Symbol" panose="05050102010706020507" pitchFamily="18" charset="2"/>
              </a:rPr>
              <a:t>出</a:t>
            </a:r>
            <a:r>
              <a:rPr lang="en-US" altLang="zh-CN"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rgbClr val="FF0000"/>
                </a:solidFill>
                <a:latin typeface="Monotype Corsiva" pitchFamily="66" charset="0"/>
                <a:ea typeface="宋体" panose="02010600030101010101" pitchFamily="2" charset="-122"/>
                <a:sym typeface="Symbol" panose="05050102010706020507" pitchFamily="18" charset="2"/>
              </a:rPr>
              <a:t>i</a:t>
            </a:r>
            <a:r>
              <a:rPr lang="zh-CN" altLang="en-US" baseline="-25000" dirty="0">
                <a:solidFill>
                  <a:srgbClr val="FF0000"/>
                </a:solidFill>
                <a:latin typeface="Times New Roman" panose="02020603050405020304" pitchFamily="18" charset="0"/>
                <a:ea typeface="宋体" panose="02010600030101010101" pitchFamily="2" charset="-122"/>
                <a:sym typeface="Symbol" panose="05050102010706020507" pitchFamily="18" charset="2"/>
              </a:rPr>
              <a:t>入</a:t>
            </a:r>
            <a:endParaRPr lang="zh-CN" altLang="en-US" baseline="-25000" dirty="0">
              <a:solidFill>
                <a:srgbClr val="FF0000"/>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6270" name="Rectangle 14" descr="大纸屑"/>
          <p:cNvSpPr/>
          <p:nvPr/>
        </p:nvSpPr>
        <p:spPr>
          <a:xfrm>
            <a:off x="1038225" y="2663825"/>
            <a:ext cx="2227263" cy="1014413"/>
          </a:xfrm>
          <a:prstGeom prst="rect">
            <a:avLst/>
          </a:prstGeom>
          <a:pattFill prst="lgConfetti">
            <a:fgClr>
              <a:srgbClr val="DDDDFF"/>
            </a:fgClr>
            <a:bgClr>
              <a:srgbClr val="FFFFBD"/>
            </a:bgClr>
          </a:patt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96271" name="Text Box 15"/>
          <p:cNvSpPr txBox="1"/>
          <p:nvPr/>
        </p:nvSpPr>
        <p:spPr>
          <a:xfrm>
            <a:off x="1266825" y="2832100"/>
            <a:ext cx="1771650" cy="579438"/>
          </a:xfrm>
          <a:prstGeom prst="rect">
            <a:avLst/>
          </a:prstGeom>
          <a:noFill/>
          <a:ln w="38100">
            <a:noFill/>
          </a:ln>
        </p:spPr>
        <p:txBody>
          <a:bodyPr anchor="t">
            <a:spAutoFit/>
          </a:bodyPr>
          <a:p>
            <a:pPr>
              <a:spcBef>
                <a:spcPct val="50000"/>
              </a:spcBef>
            </a:pPr>
            <a:r>
              <a:rPr lang="en-US" altLang="zh-CN" sz="3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dirty="0">
                <a:solidFill>
                  <a:srgbClr val="FF0000"/>
                </a:solidFill>
                <a:latin typeface="Monotype Corsiva" pitchFamily="66" charset="0"/>
                <a:ea typeface="宋体" panose="02010600030101010101" pitchFamily="2" charset="-122"/>
                <a:sym typeface="Symbol" panose="05050102010706020507" pitchFamily="18" charset="2"/>
              </a:rPr>
              <a:t>i</a:t>
            </a:r>
            <a:r>
              <a:rPr lang="en-US" altLang="zh-CN" sz="3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 = 0</a:t>
            </a:r>
            <a:endParaRPr lang="en-US" altLang="zh-CN" sz="3200" dirty="0">
              <a:solidFill>
                <a:srgbClr val="FF0000"/>
              </a:solidFill>
              <a:latin typeface="Times New Roman" panose="02020603050405020304" pitchFamily="18" charset="0"/>
              <a:ea typeface="宋体" panose="02010600030101010101" pitchFamily="2" charset="-122"/>
            </a:endParaRPr>
          </a:p>
        </p:txBody>
      </p:sp>
      <p:grpSp>
        <p:nvGrpSpPr>
          <p:cNvPr id="96272" name="Group 16"/>
          <p:cNvGrpSpPr/>
          <p:nvPr/>
        </p:nvGrpSpPr>
        <p:grpSpPr>
          <a:xfrm>
            <a:off x="4500563" y="838200"/>
            <a:ext cx="4370387" cy="2400300"/>
            <a:chOff x="2688" y="528"/>
            <a:chExt cx="2753" cy="1512"/>
          </a:xfrm>
        </p:grpSpPr>
        <p:grpSp>
          <p:nvGrpSpPr>
            <p:cNvPr id="24592" name="Group 17"/>
            <p:cNvGrpSpPr/>
            <p:nvPr/>
          </p:nvGrpSpPr>
          <p:grpSpPr>
            <a:xfrm>
              <a:off x="2688" y="528"/>
              <a:ext cx="2753" cy="1512"/>
              <a:chOff x="2688" y="528"/>
              <a:chExt cx="2753" cy="1512"/>
            </a:xfrm>
          </p:grpSpPr>
          <p:sp>
            <p:nvSpPr>
              <p:cNvPr id="24593" name="Line 18"/>
              <p:cNvSpPr/>
              <p:nvPr/>
            </p:nvSpPr>
            <p:spPr>
              <a:xfrm>
                <a:off x="3350" y="1275"/>
                <a:ext cx="1324" cy="0"/>
              </a:xfrm>
              <a:prstGeom prst="line">
                <a:avLst/>
              </a:prstGeom>
              <a:ln w="38100" cap="flat" cmpd="sng">
                <a:solidFill>
                  <a:schemeClr val="bg1"/>
                </a:solidFill>
                <a:prstDash val="solid"/>
                <a:round/>
                <a:headEnd type="none" w="med" len="med"/>
                <a:tailEnd type="none" w="med" len="med"/>
              </a:ln>
            </p:spPr>
          </p:sp>
          <p:sp>
            <p:nvSpPr>
              <p:cNvPr id="24594" name="Rectangle 19"/>
              <p:cNvSpPr/>
              <p:nvPr/>
            </p:nvSpPr>
            <p:spPr>
              <a:xfrm rot="10800000">
                <a:off x="4101" y="1198"/>
                <a:ext cx="414" cy="167"/>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4595" name="Line 20"/>
              <p:cNvSpPr/>
              <p:nvPr/>
            </p:nvSpPr>
            <p:spPr>
              <a:xfrm flipH="1">
                <a:off x="4648" y="623"/>
                <a:ext cx="671" cy="667"/>
              </a:xfrm>
              <a:prstGeom prst="line">
                <a:avLst/>
              </a:prstGeom>
              <a:ln w="38100" cap="flat" cmpd="sng">
                <a:solidFill>
                  <a:schemeClr val="bg1"/>
                </a:solidFill>
                <a:prstDash val="solid"/>
                <a:round/>
                <a:headEnd type="none" w="med" len="med"/>
                <a:tailEnd type="none" w="med" len="med"/>
              </a:ln>
            </p:spPr>
          </p:sp>
          <p:sp>
            <p:nvSpPr>
              <p:cNvPr id="24596" name="Line 21"/>
              <p:cNvSpPr/>
              <p:nvPr/>
            </p:nvSpPr>
            <p:spPr>
              <a:xfrm flipH="1" flipV="1">
                <a:off x="4648" y="1260"/>
                <a:ext cx="647" cy="650"/>
              </a:xfrm>
              <a:prstGeom prst="line">
                <a:avLst/>
              </a:prstGeom>
              <a:ln w="38100" cap="flat" cmpd="sng">
                <a:solidFill>
                  <a:schemeClr val="bg1"/>
                </a:solidFill>
                <a:prstDash val="solid"/>
                <a:round/>
                <a:headEnd type="none" w="med" len="med"/>
                <a:tailEnd type="none" w="med" len="med"/>
              </a:ln>
            </p:spPr>
          </p:sp>
          <p:sp>
            <p:nvSpPr>
              <p:cNvPr id="24597" name="Line 22"/>
              <p:cNvSpPr/>
              <p:nvPr/>
            </p:nvSpPr>
            <p:spPr>
              <a:xfrm flipH="1">
                <a:off x="3381" y="577"/>
                <a:ext cx="683" cy="683"/>
              </a:xfrm>
              <a:prstGeom prst="line">
                <a:avLst/>
              </a:prstGeom>
              <a:ln w="38100" cap="flat" cmpd="sng">
                <a:solidFill>
                  <a:schemeClr val="bg1"/>
                </a:solidFill>
                <a:prstDash val="solid"/>
                <a:round/>
                <a:headEnd type="none" w="med" len="med"/>
                <a:tailEnd type="none" w="med" len="med"/>
              </a:ln>
            </p:spPr>
          </p:sp>
          <p:sp>
            <p:nvSpPr>
              <p:cNvPr id="24598" name="Line 23"/>
              <p:cNvSpPr/>
              <p:nvPr/>
            </p:nvSpPr>
            <p:spPr>
              <a:xfrm>
                <a:off x="2688" y="624"/>
                <a:ext cx="672" cy="672"/>
              </a:xfrm>
              <a:prstGeom prst="line">
                <a:avLst/>
              </a:prstGeom>
              <a:ln w="38100" cap="flat" cmpd="sng">
                <a:solidFill>
                  <a:schemeClr val="bg1"/>
                </a:solidFill>
                <a:prstDash val="solid"/>
                <a:round/>
                <a:headEnd type="none" w="med" len="med"/>
                <a:tailEnd type="none" w="med" len="med"/>
              </a:ln>
            </p:spPr>
          </p:sp>
          <p:sp>
            <p:nvSpPr>
              <p:cNvPr id="24599" name="Line 24"/>
              <p:cNvSpPr/>
              <p:nvPr/>
            </p:nvSpPr>
            <p:spPr>
              <a:xfrm>
                <a:off x="3363" y="1275"/>
                <a:ext cx="0" cy="765"/>
              </a:xfrm>
              <a:prstGeom prst="line">
                <a:avLst/>
              </a:prstGeom>
              <a:ln w="38100" cap="flat" cmpd="sng">
                <a:solidFill>
                  <a:schemeClr val="bg1"/>
                </a:solidFill>
                <a:prstDash val="solid"/>
                <a:round/>
                <a:headEnd type="none" w="med" len="med"/>
                <a:tailEnd type="none" w="med" len="med"/>
              </a:ln>
            </p:spPr>
          </p:sp>
          <p:sp>
            <p:nvSpPr>
              <p:cNvPr id="24600" name="Line 25"/>
              <p:cNvSpPr/>
              <p:nvPr/>
            </p:nvSpPr>
            <p:spPr>
              <a:xfrm flipH="1">
                <a:off x="4903" y="689"/>
                <a:ext cx="508" cy="509"/>
              </a:xfrm>
              <a:prstGeom prst="line">
                <a:avLst/>
              </a:prstGeom>
              <a:ln w="38100" cap="flat" cmpd="sng">
                <a:solidFill>
                  <a:srgbClr val="FF0000"/>
                </a:solidFill>
                <a:prstDash val="solid"/>
                <a:round/>
                <a:headEnd type="none" w="med" len="med"/>
                <a:tailEnd type="stealth" w="sm" len="lg"/>
              </a:ln>
            </p:spPr>
          </p:sp>
          <p:sp>
            <p:nvSpPr>
              <p:cNvPr id="24601" name="Line 26"/>
              <p:cNvSpPr/>
              <p:nvPr/>
            </p:nvSpPr>
            <p:spPr>
              <a:xfrm flipH="1">
                <a:off x="3609" y="680"/>
                <a:ext cx="493" cy="487"/>
              </a:xfrm>
              <a:prstGeom prst="line">
                <a:avLst/>
              </a:prstGeom>
              <a:ln w="38100" cap="flat" cmpd="sng">
                <a:solidFill>
                  <a:srgbClr val="FF0000"/>
                </a:solidFill>
                <a:prstDash val="solid"/>
                <a:round/>
                <a:headEnd type="stealth" w="sm" len="lg"/>
                <a:tailEnd type="none" w="sm" len="lg"/>
              </a:ln>
            </p:spPr>
          </p:sp>
          <p:sp>
            <p:nvSpPr>
              <p:cNvPr id="24602" name="Line 27"/>
              <p:cNvSpPr/>
              <p:nvPr/>
            </p:nvSpPr>
            <p:spPr>
              <a:xfrm flipH="1" flipV="1">
                <a:off x="2801" y="567"/>
                <a:ext cx="507" cy="498"/>
              </a:xfrm>
              <a:prstGeom prst="line">
                <a:avLst/>
              </a:prstGeom>
              <a:ln w="38100" cap="flat" cmpd="sng">
                <a:solidFill>
                  <a:srgbClr val="FF0000"/>
                </a:solidFill>
                <a:prstDash val="solid"/>
                <a:round/>
                <a:headEnd type="stealth" w="sm" len="lg"/>
                <a:tailEnd type="none" w="sm" len="lg"/>
              </a:ln>
            </p:spPr>
          </p:sp>
          <p:sp>
            <p:nvSpPr>
              <p:cNvPr id="24603" name="Line 28"/>
              <p:cNvSpPr/>
              <p:nvPr/>
            </p:nvSpPr>
            <p:spPr>
              <a:xfrm>
                <a:off x="3283" y="1337"/>
                <a:ext cx="0" cy="611"/>
              </a:xfrm>
              <a:prstGeom prst="line">
                <a:avLst/>
              </a:prstGeom>
              <a:ln w="38100" cap="flat" cmpd="sng">
                <a:solidFill>
                  <a:srgbClr val="FF0000"/>
                </a:solidFill>
                <a:prstDash val="solid"/>
                <a:round/>
                <a:headEnd type="none" w="med" len="med"/>
                <a:tailEnd type="stealth" w="sm" len="lg"/>
              </a:ln>
            </p:spPr>
          </p:sp>
          <p:sp>
            <p:nvSpPr>
              <p:cNvPr id="24604" name="Line 29"/>
              <p:cNvSpPr/>
              <p:nvPr/>
            </p:nvSpPr>
            <p:spPr>
              <a:xfrm rot="-5400000">
                <a:off x="3752" y="1116"/>
                <a:ext cx="0" cy="534"/>
              </a:xfrm>
              <a:prstGeom prst="line">
                <a:avLst/>
              </a:prstGeom>
              <a:ln w="38100" cap="flat" cmpd="sng">
                <a:solidFill>
                  <a:srgbClr val="FF0000"/>
                </a:solidFill>
                <a:prstDash val="solid"/>
                <a:round/>
                <a:headEnd type="none" w="med" len="med"/>
                <a:tailEnd type="stealth" w="sm" len="lg"/>
              </a:ln>
            </p:spPr>
          </p:sp>
          <p:sp>
            <p:nvSpPr>
              <p:cNvPr id="24605" name="Text Box 30"/>
              <p:cNvSpPr txBox="1"/>
              <p:nvPr/>
            </p:nvSpPr>
            <p:spPr>
              <a:xfrm>
                <a:off x="2983" y="528"/>
                <a:ext cx="369"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1</a:t>
                </a:r>
                <a:endParaRPr lang="en-US" altLang="zh-CN" baseline="-25000" dirty="0">
                  <a:solidFill>
                    <a:srgbClr val="FFFF03"/>
                  </a:solidFill>
                  <a:latin typeface="Times New Roman" panose="02020603050405020304" pitchFamily="18" charset="0"/>
                  <a:ea typeface="宋体" panose="02010600030101010101" pitchFamily="2" charset="-122"/>
                </a:endParaRPr>
              </a:p>
            </p:txBody>
          </p:sp>
          <p:sp>
            <p:nvSpPr>
              <p:cNvPr id="24606" name="Text Box 31"/>
              <p:cNvSpPr txBox="1"/>
              <p:nvPr/>
            </p:nvSpPr>
            <p:spPr>
              <a:xfrm>
                <a:off x="3826" y="833"/>
                <a:ext cx="284"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2</a:t>
                </a:r>
                <a:endParaRPr lang="en-US" altLang="zh-CN" baseline="-25000" dirty="0">
                  <a:solidFill>
                    <a:srgbClr val="FFFF03"/>
                  </a:solidFill>
                  <a:latin typeface="Times New Roman" panose="02020603050405020304" pitchFamily="18" charset="0"/>
                  <a:ea typeface="宋体" panose="02010600030101010101" pitchFamily="2" charset="-122"/>
                </a:endParaRPr>
              </a:p>
            </p:txBody>
          </p:sp>
          <p:sp>
            <p:nvSpPr>
              <p:cNvPr id="24607" name="Text Box 32"/>
              <p:cNvSpPr txBox="1"/>
              <p:nvPr/>
            </p:nvSpPr>
            <p:spPr>
              <a:xfrm>
                <a:off x="3011" y="1382"/>
                <a:ext cx="337"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3</a:t>
                </a:r>
                <a:endParaRPr lang="en-US" altLang="zh-CN" baseline="-25000" dirty="0">
                  <a:solidFill>
                    <a:srgbClr val="FFFF03"/>
                  </a:solidFill>
                  <a:latin typeface="Times New Roman" panose="02020603050405020304" pitchFamily="18" charset="0"/>
                  <a:ea typeface="宋体" panose="02010600030101010101" pitchFamily="2" charset="-122"/>
                </a:endParaRPr>
              </a:p>
            </p:txBody>
          </p:sp>
          <p:sp>
            <p:nvSpPr>
              <p:cNvPr id="24608" name="Text Box 33"/>
              <p:cNvSpPr txBox="1"/>
              <p:nvPr/>
            </p:nvSpPr>
            <p:spPr>
              <a:xfrm>
                <a:off x="3549" y="1351"/>
                <a:ext cx="284"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4</a:t>
                </a:r>
                <a:endParaRPr lang="en-US" altLang="zh-CN" baseline="-25000" dirty="0">
                  <a:solidFill>
                    <a:srgbClr val="FFFF03"/>
                  </a:solidFill>
                  <a:latin typeface="Times New Roman" panose="02020603050405020304" pitchFamily="18" charset="0"/>
                  <a:ea typeface="宋体" panose="02010600030101010101" pitchFamily="2" charset="-122"/>
                </a:endParaRPr>
              </a:p>
            </p:txBody>
          </p:sp>
          <p:sp>
            <p:nvSpPr>
              <p:cNvPr id="24609" name="Text Box 34"/>
              <p:cNvSpPr txBox="1"/>
              <p:nvPr/>
            </p:nvSpPr>
            <p:spPr>
              <a:xfrm>
                <a:off x="5125" y="872"/>
                <a:ext cx="316"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5</a:t>
                </a:r>
                <a:endParaRPr lang="en-US" altLang="zh-CN" baseline="-25000" dirty="0">
                  <a:solidFill>
                    <a:srgbClr val="FFFF03"/>
                  </a:solidFill>
                  <a:latin typeface="Times New Roman" panose="02020603050405020304" pitchFamily="18" charset="0"/>
                  <a:ea typeface="宋体" panose="02010600030101010101" pitchFamily="2" charset="-122"/>
                </a:endParaRPr>
              </a:p>
            </p:txBody>
          </p:sp>
          <p:sp>
            <p:nvSpPr>
              <p:cNvPr id="24610" name="Text Box 35"/>
              <p:cNvSpPr txBox="1"/>
              <p:nvPr/>
            </p:nvSpPr>
            <p:spPr>
              <a:xfrm>
                <a:off x="5035" y="1274"/>
                <a:ext cx="305"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6</a:t>
                </a:r>
                <a:endParaRPr lang="en-US" altLang="zh-CN" baseline="-25000" dirty="0">
                  <a:solidFill>
                    <a:srgbClr val="FFFF03"/>
                  </a:solidFill>
                  <a:latin typeface="Times New Roman" panose="02020603050405020304" pitchFamily="18" charset="0"/>
                  <a:ea typeface="宋体" panose="02010600030101010101" pitchFamily="2" charset="-122"/>
                </a:endParaRPr>
              </a:p>
            </p:txBody>
          </p:sp>
          <p:sp>
            <p:nvSpPr>
              <p:cNvPr id="24611" name="Text Box 36"/>
              <p:cNvSpPr txBox="1"/>
              <p:nvPr/>
            </p:nvSpPr>
            <p:spPr>
              <a:xfrm>
                <a:off x="4117" y="899"/>
                <a:ext cx="536"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R</a:t>
                </a:r>
                <a:endParaRPr lang="en-US" altLang="zh-CN" baseline="-25000" dirty="0">
                  <a:solidFill>
                    <a:srgbClr val="FFFF03"/>
                  </a:solidFill>
                  <a:latin typeface="Times New Roman" panose="02020603050405020304" pitchFamily="18" charset="0"/>
                  <a:ea typeface="宋体" panose="02010600030101010101" pitchFamily="2" charset="-122"/>
                </a:endParaRPr>
              </a:p>
            </p:txBody>
          </p:sp>
          <p:sp>
            <p:nvSpPr>
              <p:cNvPr id="24612" name="Text Box 37"/>
              <p:cNvSpPr txBox="1"/>
              <p:nvPr/>
            </p:nvSpPr>
            <p:spPr>
              <a:xfrm>
                <a:off x="4509" y="981"/>
                <a:ext cx="415"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a</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4613" name="Text Box 38"/>
              <p:cNvSpPr txBox="1"/>
              <p:nvPr/>
            </p:nvSpPr>
            <p:spPr>
              <a:xfrm>
                <a:off x="3055" y="1098"/>
                <a:ext cx="416"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b</a:t>
                </a:r>
                <a:endParaRPr lang="en-US" altLang="zh-CN" dirty="0">
                  <a:solidFill>
                    <a:srgbClr val="FFFF03"/>
                  </a:solidFill>
                  <a:latin typeface="Times New Roman" panose="02020603050405020304" pitchFamily="18" charset="0"/>
                  <a:ea typeface="宋体" panose="02010600030101010101" pitchFamily="2" charset="-122"/>
                </a:endParaRPr>
              </a:p>
            </p:txBody>
          </p:sp>
        </p:grpSp>
        <p:sp>
          <p:nvSpPr>
            <p:cNvPr id="24614" name="Line 39"/>
            <p:cNvSpPr/>
            <p:nvPr/>
          </p:nvSpPr>
          <p:spPr>
            <a:xfrm flipH="1" flipV="1">
              <a:off x="4763" y="1239"/>
              <a:ext cx="542" cy="545"/>
            </a:xfrm>
            <a:prstGeom prst="line">
              <a:avLst/>
            </a:prstGeom>
            <a:ln w="38100" cap="flat" cmpd="sng">
              <a:solidFill>
                <a:srgbClr val="FF0000"/>
              </a:solidFill>
              <a:prstDash val="solid"/>
              <a:round/>
              <a:headEnd type="stealth" w="sm" len="lg"/>
              <a:tailEnd type="none" w="sm" len="lg"/>
            </a:ln>
          </p:spPr>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2000"/>
                                  </p:stCondLst>
                                  <p:iterate type="wd">
                                    <p:tmPct val="100000"/>
                                  </p:iterate>
                                  <p:childTnLst>
                                    <p:set>
                                      <p:cBhvr>
                                        <p:cTn id="6" dur="1" fill="hold">
                                          <p:stCondLst>
                                            <p:cond delay="0"/>
                                          </p:stCondLst>
                                        </p:cTn>
                                        <p:tgtEl>
                                          <p:spTgt spid="96258"/>
                                        </p:tgtEl>
                                        <p:attrNameLst>
                                          <p:attrName>style.visibility</p:attrName>
                                        </p:attrNameLst>
                                      </p:cBhvr>
                                      <p:to>
                                        <p:strVal val="visible"/>
                                      </p:to>
                                    </p:set>
                                    <p:animEffect transition="in" filter="blinds(horizontal)">
                                      <p:cBhvr>
                                        <p:cTn id="7" dur="300"/>
                                        <p:tgtEl>
                                          <p:spTgt spid="9625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iterate type="wd">
                                    <p:tmPct val="100000"/>
                                  </p:iterate>
                                  <p:childTnLst>
                                    <p:set>
                                      <p:cBhvr>
                                        <p:cTn id="11" dur="1" fill="hold">
                                          <p:stCondLst>
                                            <p:cond delay="0"/>
                                          </p:stCondLst>
                                        </p:cTn>
                                        <p:tgtEl>
                                          <p:spTgt spid="96260"/>
                                        </p:tgtEl>
                                        <p:attrNameLst>
                                          <p:attrName>style.visibility</p:attrName>
                                        </p:attrNameLst>
                                      </p:cBhvr>
                                      <p:to>
                                        <p:strVal val="visible"/>
                                      </p:to>
                                    </p:set>
                                    <p:animEffect transition="in" filter="strips(upRight)">
                                      <p:cBhvr>
                                        <p:cTn id="12" dur="300"/>
                                        <p:tgtEl>
                                          <p:spTgt spid="9626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96271"/>
                                        </p:tgtEl>
                                        <p:attrNameLst>
                                          <p:attrName>style.visibility</p:attrName>
                                        </p:attrNameLst>
                                      </p:cBhvr>
                                      <p:to>
                                        <p:strVal val="visible"/>
                                      </p:to>
                                    </p:set>
                                    <p:animEffect transition="in" filter="slide(fromBottom)">
                                      <p:cBhvr>
                                        <p:cTn id="17" dur="500"/>
                                        <p:tgtEl>
                                          <p:spTgt spid="96271"/>
                                        </p:tgtEl>
                                      </p:cBhvr>
                                    </p:animEffect>
                                  </p:childTnLst>
                                </p:cTn>
                              </p:par>
                            </p:childTnLst>
                          </p:cTn>
                        </p:par>
                        <p:par>
                          <p:cTn id="18" fill="hold">
                            <p:stCondLst>
                              <p:cond delay="500"/>
                            </p:stCondLst>
                            <p:childTnLst>
                              <p:par>
                                <p:cTn id="19" presetID="16" presetClass="entr" presetSubtype="26" fill="hold" grpId="0" nodeType="afterEffect">
                                  <p:stCondLst>
                                    <p:cond delay="1000"/>
                                  </p:stCondLst>
                                  <p:childTnLst>
                                    <p:set>
                                      <p:cBhvr>
                                        <p:cTn id="20" dur="1" fill="hold">
                                          <p:stCondLst>
                                            <p:cond delay="0"/>
                                          </p:stCondLst>
                                        </p:cTn>
                                        <p:tgtEl>
                                          <p:spTgt spid="96270"/>
                                        </p:tgtEl>
                                        <p:attrNameLst>
                                          <p:attrName>style.visibility</p:attrName>
                                        </p:attrNameLst>
                                      </p:cBhvr>
                                      <p:to>
                                        <p:strVal val="visible"/>
                                      </p:to>
                                    </p:set>
                                    <p:animEffect transition="in" filter="barn(inHorizontal)">
                                      <p:cBhvr>
                                        <p:cTn id="21" dur="500"/>
                                        <p:tgtEl>
                                          <p:spTgt spid="9627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6272"/>
                                        </p:tgtEl>
                                        <p:attrNameLst>
                                          <p:attrName>style.visibility</p:attrName>
                                        </p:attrNameLst>
                                      </p:cBhvr>
                                      <p:to>
                                        <p:strVal val="visible"/>
                                      </p:to>
                                    </p:set>
                                    <p:animEffect transition="in" filter="wipe(left)">
                                      <p:cBhvr>
                                        <p:cTn id="26" dur="500"/>
                                        <p:tgtEl>
                                          <p:spTgt spid="9627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6261"/>
                                        </p:tgtEl>
                                        <p:attrNameLst>
                                          <p:attrName>style.visibility</p:attrName>
                                        </p:attrNameLst>
                                      </p:cBhvr>
                                      <p:to>
                                        <p:strVal val="visible"/>
                                      </p:to>
                                    </p:set>
                                    <p:animEffect transition="in" filter="wipe(left)">
                                      <p:cBhvr>
                                        <p:cTn id="31" dur="500"/>
                                        <p:tgtEl>
                                          <p:spTgt spid="96261"/>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96262"/>
                                        </p:tgtEl>
                                        <p:attrNameLst>
                                          <p:attrName>style.visibility</p:attrName>
                                        </p:attrNameLst>
                                      </p:cBhvr>
                                      <p:to>
                                        <p:strVal val="visible"/>
                                      </p:to>
                                    </p:set>
                                    <p:animEffect transition="in" filter="box(out)">
                                      <p:cBhvr>
                                        <p:cTn id="36" dur="500"/>
                                        <p:tgtEl>
                                          <p:spTgt spid="96262"/>
                                        </p:tgtEl>
                                      </p:cBhvr>
                                    </p:animEffect>
                                  </p:childTnLst>
                                </p:cTn>
                              </p:par>
                            </p:childTnLst>
                          </p:cTn>
                        </p:par>
                        <p:par>
                          <p:cTn id="37" fill="hold">
                            <p:stCondLst>
                              <p:cond delay="500"/>
                            </p:stCondLst>
                            <p:childTnLst>
                              <p:par>
                                <p:cTn id="38" presetID="22" presetClass="entr" presetSubtype="8" fill="hold" grpId="0" nodeType="afterEffect">
                                  <p:stCondLst>
                                    <p:cond delay="1000"/>
                                  </p:stCondLst>
                                  <p:iterate type="wd">
                                    <p:tmPct val="100000"/>
                                  </p:iterate>
                                  <p:childTnLst>
                                    <p:set>
                                      <p:cBhvr>
                                        <p:cTn id="39" dur="1" fill="hold">
                                          <p:stCondLst>
                                            <p:cond delay="0"/>
                                          </p:stCondLst>
                                        </p:cTn>
                                        <p:tgtEl>
                                          <p:spTgt spid="96263"/>
                                        </p:tgtEl>
                                        <p:attrNameLst>
                                          <p:attrName>style.visibility</p:attrName>
                                        </p:attrNameLst>
                                      </p:cBhvr>
                                      <p:to>
                                        <p:strVal val="visible"/>
                                      </p:to>
                                    </p:set>
                                    <p:animEffect transition="in" filter="wipe(left)">
                                      <p:cBhvr>
                                        <p:cTn id="40" dur="300"/>
                                        <p:tgtEl>
                                          <p:spTgt spid="96263"/>
                                        </p:tgtEl>
                                      </p:cBhvr>
                                    </p:animEffect>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96264"/>
                                        </p:tgtEl>
                                        <p:attrNameLst>
                                          <p:attrName>style.visibility</p:attrName>
                                        </p:attrNameLst>
                                      </p:cBhvr>
                                      <p:to>
                                        <p:strVal val="visible"/>
                                      </p:to>
                                    </p:set>
                                    <p:animEffect transition="in" filter="checkerboard(across)">
                                      <p:cBhvr>
                                        <p:cTn id="45" dur="500"/>
                                        <p:tgtEl>
                                          <p:spTgt spid="96264"/>
                                        </p:tgtEl>
                                      </p:cBhvr>
                                    </p:animEffect>
                                  </p:childTnLst>
                                </p:cTn>
                              </p:par>
                            </p:childTnLst>
                          </p:cTn>
                        </p:par>
                        <p:par>
                          <p:cTn id="46" fill="hold">
                            <p:stCondLst>
                              <p:cond delay="500"/>
                            </p:stCondLst>
                            <p:childTnLst>
                              <p:par>
                                <p:cTn id="47" presetID="22" presetClass="entr" presetSubtype="8" fill="hold" grpId="0" nodeType="afterEffect">
                                  <p:stCondLst>
                                    <p:cond delay="1000"/>
                                  </p:stCondLst>
                                  <p:iterate type="wd">
                                    <p:tmPct val="100000"/>
                                  </p:iterate>
                                  <p:childTnLst>
                                    <p:set>
                                      <p:cBhvr>
                                        <p:cTn id="48" dur="1" fill="hold">
                                          <p:stCondLst>
                                            <p:cond delay="0"/>
                                          </p:stCondLst>
                                        </p:cTn>
                                        <p:tgtEl>
                                          <p:spTgt spid="96265"/>
                                        </p:tgtEl>
                                        <p:attrNameLst>
                                          <p:attrName>style.visibility</p:attrName>
                                        </p:attrNameLst>
                                      </p:cBhvr>
                                      <p:to>
                                        <p:strVal val="visible"/>
                                      </p:to>
                                    </p:set>
                                    <p:animEffect transition="in" filter="wipe(left)">
                                      <p:cBhvr>
                                        <p:cTn id="49" dur="300"/>
                                        <p:tgtEl>
                                          <p:spTgt spid="9626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96266"/>
                                        </p:tgtEl>
                                        <p:attrNameLst>
                                          <p:attrName>style.visibility</p:attrName>
                                        </p:attrNameLst>
                                      </p:cBhvr>
                                      <p:to>
                                        <p:strVal val="visible"/>
                                      </p:to>
                                    </p:set>
                                    <p:animEffect transition="in" filter="wipe(left)">
                                      <p:cBhvr>
                                        <p:cTn id="54" dur="500"/>
                                        <p:tgtEl>
                                          <p:spTgt spid="96266"/>
                                        </p:tgtEl>
                                      </p:cBhvr>
                                    </p:animEffect>
                                  </p:childTnLst>
                                </p:cTn>
                              </p:par>
                            </p:childTnLst>
                          </p:cTn>
                        </p:par>
                        <p:par>
                          <p:cTn id="55" fill="hold">
                            <p:stCondLst>
                              <p:cond delay="500"/>
                            </p:stCondLst>
                            <p:childTnLst>
                              <p:par>
                                <p:cTn id="56" presetID="18" presetClass="entr" presetSubtype="12" fill="hold" grpId="0" nodeType="afterEffect">
                                  <p:stCondLst>
                                    <p:cond delay="1000"/>
                                  </p:stCondLst>
                                  <p:iterate type="wd">
                                    <p:tmPct val="100000"/>
                                  </p:iterate>
                                  <p:childTnLst>
                                    <p:set>
                                      <p:cBhvr>
                                        <p:cTn id="57" dur="1" fill="hold">
                                          <p:stCondLst>
                                            <p:cond delay="0"/>
                                          </p:stCondLst>
                                        </p:cTn>
                                        <p:tgtEl>
                                          <p:spTgt spid="96267"/>
                                        </p:tgtEl>
                                        <p:attrNameLst>
                                          <p:attrName>style.visibility</p:attrName>
                                        </p:attrNameLst>
                                      </p:cBhvr>
                                      <p:to>
                                        <p:strVal val="visible"/>
                                      </p:to>
                                    </p:set>
                                    <p:animEffect transition="in" filter="strips(downLeft)">
                                      <p:cBhvr>
                                        <p:cTn id="58" dur="300"/>
                                        <p:tgtEl>
                                          <p:spTgt spid="96267"/>
                                        </p:tgtEl>
                                      </p:cBhvr>
                                    </p:animEffect>
                                  </p:childTnLst>
                                </p:cTn>
                              </p:par>
                            </p:childTnLst>
                          </p:cTn>
                        </p:par>
                        <p:par>
                          <p:cTn id="59" fill="hold">
                            <p:stCondLst>
                              <p:cond delay="4199"/>
                            </p:stCondLst>
                            <p:childTnLst>
                              <p:par>
                                <p:cTn id="60" presetID="18" presetClass="entr" presetSubtype="6" fill="hold" grpId="0" nodeType="afterEffect">
                                  <p:stCondLst>
                                    <p:cond delay="1000"/>
                                  </p:stCondLst>
                                  <p:iterate type="wd">
                                    <p:tmPct val="100000"/>
                                  </p:iterate>
                                  <p:childTnLst>
                                    <p:set>
                                      <p:cBhvr>
                                        <p:cTn id="61" dur="1" fill="hold">
                                          <p:stCondLst>
                                            <p:cond delay="0"/>
                                          </p:stCondLst>
                                        </p:cTn>
                                        <p:tgtEl>
                                          <p:spTgt spid="96268"/>
                                        </p:tgtEl>
                                        <p:attrNameLst>
                                          <p:attrName>style.visibility</p:attrName>
                                        </p:attrNameLst>
                                      </p:cBhvr>
                                      <p:to>
                                        <p:strVal val="visible"/>
                                      </p:to>
                                    </p:set>
                                    <p:animEffect transition="in" filter="strips(downRight)">
                                      <p:cBhvr>
                                        <p:cTn id="62" dur="300"/>
                                        <p:tgtEl>
                                          <p:spTgt spid="96268"/>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42" fill="hold" grpId="0" nodeType="clickEffect">
                                  <p:stCondLst>
                                    <p:cond delay="0"/>
                                  </p:stCondLst>
                                  <p:childTnLst>
                                    <p:set>
                                      <p:cBhvr>
                                        <p:cTn id="66" dur="1" fill="hold">
                                          <p:stCondLst>
                                            <p:cond delay="0"/>
                                          </p:stCondLst>
                                        </p:cTn>
                                        <p:tgtEl>
                                          <p:spTgt spid="96269"/>
                                        </p:tgtEl>
                                        <p:attrNameLst>
                                          <p:attrName>style.visibility</p:attrName>
                                        </p:attrNameLst>
                                      </p:cBhvr>
                                      <p:to>
                                        <p:strVal val="visible"/>
                                      </p:to>
                                    </p:set>
                                    <p:animEffect transition="in" filter="barn(outHorizontal)">
                                      <p:cBhvr>
                                        <p:cTn id="67" dur="500"/>
                                        <p:tgtEl>
                                          <p:spTgt spid="96269"/>
                                        </p:tgtEl>
                                      </p:cBhvr>
                                    </p:animEffect>
                                  </p:childTnLst>
                                </p:cTn>
                              </p:par>
                            </p:childTnLst>
                          </p:cTn>
                        </p:par>
                        <p:par>
                          <p:cTn id="68" fill="hold">
                            <p:stCondLst>
                              <p:cond delay="500"/>
                            </p:stCondLst>
                            <p:childTnLst>
                              <p:par>
                                <p:cTn id="69" presetID="23" presetClass="entr" presetSubtype="16" fill="hold" grpId="0" nodeType="afterEffect">
                                  <p:stCondLst>
                                    <p:cond delay="1000"/>
                                  </p:stCondLst>
                                  <p:childTnLst>
                                    <p:set>
                                      <p:cBhvr>
                                        <p:cTn id="70" dur="1" fill="hold">
                                          <p:stCondLst>
                                            <p:cond delay="0"/>
                                          </p:stCondLst>
                                        </p:cTn>
                                        <p:tgtEl>
                                          <p:spTgt spid="96259"/>
                                        </p:tgtEl>
                                        <p:attrNameLst>
                                          <p:attrName>style.visibility</p:attrName>
                                        </p:attrNameLst>
                                      </p:cBhvr>
                                      <p:to>
                                        <p:strVal val="visible"/>
                                      </p:to>
                                    </p:set>
                                    <p:anim calcmode="lin" valueType="num">
                                      <p:cBhvr>
                                        <p:cTn id="71" dur="500" fill="hold"/>
                                        <p:tgtEl>
                                          <p:spTgt spid="96259"/>
                                        </p:tgtEl>
                                        <p:attrNameLst>
                                          <p:attrName>ppt_w</p:attrName>
                                        </p:attrNameLst>
                                      </p:cBhvr>
                                      <p:tavLst>
                                        <p:tav tm="0">
                                          <p:val>
                                            <p:fltVal val="0.000000"/>
                                          </p:val>
                                        </p:tav>
                                        <p:tav tm="100000">
                                          <p:val>
                                            <p:strVal val="#ppt_w"/>
                                          </p:val>
                                        </p:tav>
                                      </p:tavLst>
                                    </p:anim>
                                    <p:anim calcmode="lin" valueType="num">
                                      <p:cBhvr>
                                        <p:cTn id="72" dur="500" fill="hold"/>
                                        <p:tgtEl>
                                          <p:spTgt spid="96259"/>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p:bldP spid="96259" grpId="0" bldLvl="0" animBg="1"/>
      <p:bldP spid="96260" grpId="0" bldLvl="0" animBg="1"/>
      <p:bldP spid="96261" grpId="0"/>
      <p:bldP spid="96262" grpId="0"/>
      <p:bldP spid="96263" grpId="0"/>
      <p:bldP spid="96264" grpId="0"/>
      <p:bldP spid="96265" grpId="0"/>
      <p:bldP spid="96266" grpId="0" bldLvl="0" animBg="1"/>
      <p:bldP spid="96267" grpId="0"/>
      <p:bldP spid="96268" grpId="0"/>
      <p:bldP spid="96269" grpId="0"/>
      <p:bldP spid="96270" grpId="0" bldLvl="0" animBg="1"/>
      <p:bldP spid="96271"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0354" name="Rectangle 2"/>
          <p:cNvSpPr>
            <a:spLocks noGrp="1"/>
          </p:cNvSpPr>
          <p:nvPr>
            <p:ph type="title"/>
          </p:nvPr>
        </p:nvSpPr>
        <p:spPr>
          <a:xfrm>
            <a:off x="228600" y="76200"/>
            <a:ext cx="4308475" cy="533400"/>
          </a:xfrm>
        </p:spPr>
        <p:txBody>
          <a:bodyPr wrap="square" lIns="91440" tIns="45720" rIns="91440" bIns="45720" anchor="ctr"/>
          <a:p>
            <a:pPr eaLnBrk="1" hangingPunct="1"/>
            <a:r>
              <a:rPr lang="zh-CN" altLang="en-US" sz="2400" b="1" dirty="0">
                <a:solidFill>
                  <a:srgbClr val="FFFF03"/>
                </a:solidFill>
                <a:latin typeface="黑体" panose="02010609060101010101" pitchFamily="2" charset="-122"/>
                <a:ea typeface="黑体" panose="02010609060101010101" pitchFamily="2" charset="-122"/>
              </a:rPr>
              <a:t>三、基尔霍夫电压定律（</a:t>
            </a:r>
            <a:r>
              <a:rPr lang="en-US" altLang="zh-CN" sz="2400" b="1" dirty="0">
                <a:solidFill>
                  <a:srgbClr val="FFFF03"/>
                </a:solidFill>
                <a:latin typeface="黑体" panose="02010609060101010101" pitchFamily="2" charset="-122"/>
                <a:ea typeface="黑体" panose="02010609060101010101" pitchFamily="2" charset="-122"/>
              </a:rPr>
              <a:t>KVL</a:t>
            </a:r>
            <a:r>
              <a:rPr lang="zh-CN" altLang="en-US" sz="2400" b="1" dirty="0">
                <a:solidFill>
                  <a:srgbClr val="FFFF03"/>
                </a:solidFill>
                <a:latin typeface="黑体" panose="02010609060101010101" pitchFamily="2" charset="-122"/>
                <a:ea typeface="黑体" panose="02010609060101010101" pitchFamily="2" charset="-122"/>
              </a:rPr>
              <a:t>）</a:t>
            </a:r>
            <a:endParaRPr lang="zh-CN" altLang="en-US" sz="2400" b="1" dirty="0">
              <a:solidFill>
                <a:srgbClr val="FFFF03"/>
              </a:solidFill>
              <a:latin typeface="黑体" panose="02010609060101010101" pitchFamily="2" charset="-122"/>
              <a:ea typeface="黑体" panose="02010609060101010101" pitchFamily="2" charset="-122"/>
            </a:endParaRPr>
          </a:p>
        </p:txBody>
      </p:sp>
      <p:sp>
        <p:nvSpPr>
          <p:cNvPr id="100355" name="Rectangle 3" descr="大棋盘"/>
          <p:cNvSpPr/>
          <p:nvPr/>
        </p:nvSpPr>
        <p:spPr>
          <a:xfrm>
            <a:off x="393700" y="890588"/>
            <a:ext cx="3167063" cy="1328737"/>
          </a:xfrm>
          <a:prstGeom prst="rect">
            <a:avLst/>
          </a:prstGeom>
          <a:pattFill prst="lgCheck">
            <a:fgClr>
              <a:srgbClr val="FFD9FF"/>
            </a:fgClr>
            <a:bgClr>
              <a:srgbClr val="FFFFB9"/>
            </a:bgClr>
          </a:pattFill>
          <a:ln w="38100" cap="flat" cmpd="sng">
            <a:solidFill>
              <a:srgbClr val="FF00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00356" name="Rectangle 4" descr="60%"/>
          <p:cNvSpPr/>
          <p:nvPr/>
        </p:nvSpPr>
        <p:spPr>
          <a:xfrm>
            <a:off x="1066800" y="2895600"/>
            <a:ext cx="2211388" cy="1196975"/>
          </a:xfrm>
          <a:prstGeom prst="rect">
            <a:avLst/>
          </a:prstGeom>
          <a:pattFill prst="pct60">
            <a:fgClr>
              <a:srgbClr val="FFFFC5"/>
            </a:fgClr>
            <a:bgClr>
              <a:srgbClr val="FFD9FF"/>
            </a:bgClr>
          </a:patt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00357" name="Group 5"/>
          <p:cNvGrpSpPr/>
          <p:nvPr/>
        </p:nvGrpSpPr>
        <p:grpSpPr>
          <a:xfrm>
            <a:off x="3970338" y="533400"/>
            <a:ext cx="5173662" cy="3997325"/>
            <a:chOff x="2501" y="336"/>
            <a:chExt cx="3259" cy="2518"/>
          </a:xfrm>
        </p:grpSpPr>
        <p:sp>
          <p:nvSpPr>
            <p:cNvPr id="28677" name="Rectangle 6"/>
            <p:cNvSpPr/>
            <p:nvPr/>
          </p:nvSpPr>
          <p:spPr>
            <a:xfrm>
              <a:off x="3162" y="925"/>
              <a:ext cx="1728" cy="1302"/>
            </a:xfrm>
            <a:prstGeom prst="rect">
              <a:avLst/>
            </a:prstGeom>
            <a:noFill/>
            <a:ln w="38100" cap="flat" cmpd="sng">
              <a:solidFill>
                <a:schemeClr val="bg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28678" name="Group 7"/>
            <p:cNvGrpSpPr/>
            <p:nvPr/>
          </p:nvGrpSpPr>
          <p:grpSpPr>
            <a:xfrm>
              <a:off x="2858" y="1989"/>
              <a:ext cx="1066" cy="726"/>
              <a:chOff x="4228" y="1937"/>
              <a:chExt cx="761" cy="530"/>
            </a:xfrm>
          </p:grpSpPr>
          <p:sp>
            <p:nvSpPr>
              <p:cNvPr id="28679" name="Oval 8"/>
              <p:cNvSpPr/>
              <p:nvPr/>
            </p:nvSpPr>
            <p:spPr>
              <a:xfrm rot="-5400000" flipH="1" flipV="1">
                <a:off x="4583" y="1998"/>
                <a:ext cx="219" cy="219"/>
              </a:xfrm>
              <a:prstGeom prst="ellipse">
                <a:avLst/>
              </a:prstGeom>
              <a:noFill/>
              <a:ln w="38100" cap="flat" cmpd="sng">
                <a:solidFill>
                  <a:srgbClr val="FF0000"/>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680" name="Text Box 9"/>
              <p:cNvSpPr txBox="1"/>
              <p:nvPr/>
            </p:nvSpPr>
            <p:spPr>
              <a:xfrm rot="10800000" flipH="1" flipV="1">
                <a:off x="4402" y="2166"/>
                <a:ext cx="530" cy="238"/>
              </a:xfrm>
              <a:prstGeom prst="rect">
                <a:avLst/>
              </a:prstGeom>
              <a:noFill/>
              <a:ln w="9525">
                <a:noFill/>
              </a:ln>
            </p:spPr>
            <p:txBody>
              <a:bodyPr anchor="t">
                <a:spAutoFit/>
              </a:bodyPr>
              <a:p>
                <a:pPr algn="ctr">
                  <a:spcBef>
                    <a:spcPct val="50000"/>
                  </a:spcBef>
                </a:pPr>
                <a:r>
                  <a:rPr lang="en-US" altLang="zh-CN" dirty="0">
                    <a:solidFill>
                      <a:srgbClr val="FFFF03"/>
                    </a:solidFill>
                    <a:latin typeface="Monotype Corsiva" pitchFamily="66" charset="0"/>
                    <a:ea typeface="宋体" panose="02010600030101010101" pitchFamily="2" charset="-122"/>
                  </a:rPr>
                  <a:t>u</a:t>
                </a:r>
                <a:r>
                  <a:rPr lang="en-US" altLang="zh-CN" baseline="-25000" dirty="0">
                    <a:solidFill>
                      <a:srgbClr val="FFFF03"/>
                    </a:solidFill>
                    <a:latin typeface="Times New Roman" panose="02020603050405020304" pitchFamily="18" charset="0"/>
                    <a:ea typeface="宋体" panose="02010600030101010101" pitchFamily="2" charset="-122"/>
                  </a:rPr>
                  <a:t>2</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8681" name="Text Box 10"/>
              <p:cNvSpPr txBox="1"/>
              <p:nvPr/>
            </p:nvSpPr>
            <p:spPr>
              <a:xfrm rot="-5400000" flipH="1" flipV="1">
                <a:off x="4604" y="2082"/>
                <a:ext cx="530" cy="233"/>
              </a:xfrm>
              <a:prstGeom prst="rect">
                <a:avLst/>
              </a:prstGeom>
              <a:noFill/>
              <a:ln w="9525">
                <a:noFill/>
              </a:ln>
            </p:spPr>
            <p:txBody>
              <a:bodyPr anchor="t">
                <a:spAutoFit/>
              </a:bodyPr>
              <a:p>
                <a:pPr algn="ctr">
                  <a:spcBef>
                    <a:spcPct val="50000"/>
                  </a:spcBef>
                </a:pPr>
                <a:r>
                  <a:rPr lang="en-US" altLang="zh-CN" dirty="0">
                    <a:solidFill>
                      <a:srgbClr val="FFFF03"/>
                    </a:solidFill>
                    <a:latin typeface="Monotype Corsiva" pitchFamily="66" charset="0"/>
                    <a:ea typeface="宋体" panose="02010600030101010101" pitchFamily="2" charset="-122"/>
                  </a:rPr>
                  <a:t>+</a:t>
                </a:r>
                <a:endParaRPr lang="en-US" altLang="zh-CN" dirty="0">
                  <a:solidFill>
                    <a:srgbClr val="FFFF03"/>
                  </a:solidFill>
                  <a:latin typeface="Monotype Corsiva" pitchFamily="66" charset="0"/>
                  <a:ea typeface="宋体" panose="02010600030101010101" pitchFamily="2" charset="-122"/>
                </a:endParaRPr>
              </a:p>
            </p:txBody>
          </p:sp>
          <p:sp>
            <p:nvSpPr>
              <p:cNvPr id="28682" name="Text Box 11"/>
              <p:cNvSpPr txBox="1"/>
              <p:nvPr/>
            </p:nvSpPr>
            <p:spPr>
              <a:xfrm flipH="1" flipV="1">
                <a:off x="4228" y="2062"/>
                <a:ext cx="530" cy="266"/>
              </a:xfrm>
              <a:prstGeom prst="rect">
                <a:avLst/>
              </a:prstGeom>
              <a:noFill/>
              <a:ln w="9525">
                <a:noFill/>
              </a:ln>
            </p:spPr>
            <p:txBody>
              <a:bodyPr anchor="t">
                <a:spAutoFit/>
              </a:bodyPr>
              <a:p>
                <a:pPr algn="ctr">
                  <a:spcBef>
                    <a:spcPct val="50000"/>
                  </a:spcBef>
                </a:pPr>
                <a:r>
                  <a:rPr lang="en-US" altLang="zh-CN" sz="3200" dirty="0">
                    <a:solidFill>
                      <a:srgbClr val="FFFF03"/>
                    </a:solidFill>
                    <a:latin typeface="Monotype Corsiva" pitchFamily="66" charset="0"/>
                    <a:ea typeface="宋体" panose="02010600030101010101" pitchFamily="2" charset="-122"/>
                  </a:rPr>
                  <a:t>-</a:t>
                </a:r>
                <a:endParaRPr lang="en-US" altLang="zh-CN" sz="3200" dirty="0">
                  <a:solidFill>
                    <a:srgbClr val="FFFF03"/>
                  </a:solidFill>
                  <a:latin typeface="Monotype Corsiva" pitchFamily="66" charset="0"/>
                  <a:ea typeface="宋体" panose="02010600030101010101" pitchFamily="2" charset="-122"/>
                </a:endParaRPr>
              </a:p>
            </p:txBody>
          </p:sp>
          <p:sp>
            <p:nvSpPr>
              <p:cNvPr id="28683" name="Line 12"/>
              <p:cNvSpPr/>
              <p:nvPr/>
            </p:nvSpPr>
            <p:spPr>
              <a:xfrm rot="-5400000" flipH="1" flipV="1">
                <a:off x="4689" y="1995"/>
                <a:ext cx="0" cy="228"/>
              </a:xfrm>
              <a:prstGeom prst="line">
                <a:avLst/>
              </a:prstGeom>
              <a:ln w="38100" cap="flat" cmpd="sng">
                <a:solidFill>
                  <a:srgbClr val="FF0000"/>
                </a:solidFill>
                <a:prstDash val="solid"/>
                <a:round/>
                <a:headEnd type="none" w="med" len="med"/>
                <a:tailEnd type="none" w="med" len="med"/>
              </a:ln>
            </p:spPr>
          </p:sp>
        </p:grpSp>
        <p:sp>
          <p:nvSpPr>
            <p:cNvPr id="28684" name="Rectangle 13"/>
            <p:cNvSpPr/>
            <p:nvPr/>
          </p:nvSpPr>
          <p:spPr>
            <a:xfrm rot="10800000">
              <a:off x="3803" y="862"/>
              <a:ext cx="397" cy="137"/>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685" name="Rectangle 14"/>
            <p:cNvSpPr/>
            <p:nvPr/>
          </p:nvSpPr>
          <p:spPr>
            <a:xfrm rot="-5400000">
              <a:off x="4691" y="1511"/>
              <a:ext cx="388" cy="140"/>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686" name="Rectangle 15"/>
            <p:cNvSpPr/>
            <p:nvPr/>
          </p:nvSpPr>
          <p:spPr>
            <a:xfrm rot="-5400000">
              <a:off x="2975" y="1110"/>
              <a:ext cx="388" cy="140"/>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687" name="Rectangle 16"/>
            <p:cNvSpPr/>
            <p:nvPr/>
          </p:nvSpPr>
          <p:spPr>
            <a:xfrm rot="10800000">
              <a:off x="4072" y="2138"/>
              <a:ext cx="397" cy="137"/>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688" name="Oval 17"/>
            <p:cNvSpPr/>
            <p:nvPr/>
          </p:nvSpPr>
          <p:spPr>
            <a:xfrm flipH="1">
              <a:off x="3011" y="1749"/>
              <a:ext cx="307" cy="300"/>
            </a:xfrm>
            <a:prstGeom prst="ellipse">
              <a:avLst/>
            </a:prstGeom>
            <a:noFill/>
            <a:ln w="38100" cap="flat" cmpd="sng">
              <a:solidFill>
                <a:srgbClr val="FF0000"/>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689" name="Text Box 18"/>
            <p:cNvSpPr txBox="1"/>
            <p:nvPr/>
          </p:nvSpPr>
          <p:spPr>
            <a:xfrm flipH="1">
              <a:off x="2929" y="1500"/>
              <a:ext cx="312" cy="327"/>
            </a:xfrm>
            <a:prstGeom prst="rect">
              <a:avLst/>
            </a:prstGeom>
            <a:noFill/>
            <a:ln w="9525">
              <a:noFill/>
            </a:ln>
          </p:spPr>
          <p:txBody>
            <a:bodyPr anchor="t">
              <a:spAutoFit/>
            </a:bodyPr>
            <a:p>
              <a:pPr>
                <a:spcBef>
                  <a:spcPct val="50000"/>
                </a:spcBef>
              </a:pPr>
              <a:r>
                <a:rPr lang="en-US" altLang="zh-CN" dirty="0">
                  <a:solidFill>
                    <a:srgbClr val="FFFF03"/>
                  </a:solidFill>
                  <a:latin typeface="Monotype Corsiva" pitchFamily="66" charset="0"/>
                  <a:ea typeface="宋体" panose="02010600030101010101" pitchFamily="2" charset="-122"/>
                </a:rPr>
                <a:t>+</a:t>
              </a:r>
              <a:endParaRPr lang="en-US" altLang="zh-CN" dirty="0">
                <a:solidFill>
                  <a:srgbClr val="FFFF03"/>
                </a:solidFill>
                <a:latin typeface="Monotype Corsiva" pitchFamily="66" charset="0"/>
                <a:ea typeface="宋体" panose="02010600030101010101" pitchFamily="2" charset="-122"/>
              </a:endParaRPr>
            </a:p>
          </p:txBody>
        </p:sp>
        <p:sp>
          <p:nvSpPr>
            <p:cNvPr id="28690" name="Text Box 19"/>
            <p:cNvSpPr txBox="1"/>
            <p:nvPr/>
          </p:nvSpPr>
          <p:spPr>
            <a:xfrm flipH="1">
              <a:off x="2922" y="1904"/>
              <a:ext cx="377" cy="365"/>
            </a:xfrm>
            <a:prstGeom prst="rect">
              <a:avLst/>
            </a:prstGeom>
            <a:noFill/>
            <a:ln w="9525">
              <a:noFill/>
            </a:ln>
          </p:spPr>
          <p:txBody>
            <a:bodyPr anchor="t">
              <a:spAutoFit/>
            </a:bodyPr>
            <a:p>
              <a:pPr>
                <a:spcBef>
                  <a:spcPct val="50000"/>
                </a:spcBef>
              </a:pPr>
              <a:r>
                <a:rPr lang="en-US" altLang="zh-CN" sz="3200" dirty="0">
                  <a:solidFill>
                    <a:srgbClr val="FFFF03"/>
                  </a:solidFill>
                  <a:latin typeface="Monotype Corsiva" pitchFamily="66" charset="0"/>
                  <a:ea typeface="宋体" panose="02010600030101010101" pitchFamily="2" charset="-122"/>
                </a:rPr>
                <a:t>-</a:t>
              </a:r>
              <a:endParaRPr lang="en-US" altLang="zh-CN" sz="3200" dirty="0">
                <a:solidFill>
                  <a:srgbClr val="FFFF03"/>
                </a:solidFill>
                <a:latin typeface="Monotype Corsiva" pitchFamily="66" charset="0"/>
                <a:ea typeface="宋体" panose="02010600030101010101" pitchFamily="2" charset="-122"/>
              </a:endParaRPr>
            </a:p>
          </p:txBody>
        </p:sp>
        <p:sp>
          <p:nvSpPr>
            <p:cNvPr id="28691" name="Line 20"/>
            <p:cNvSpPr/>
            <p:nvPr/>
          </p:nvSpPr>
          <p:spPr>
            <a:xfrm flipH="1">
              <a:off x="3165" y="1749"/>
              <a:ext cx="0" cy="312"/>
            </a:xfrm>
            <a:prstGeom prst="line">
              <a:avLst/>
            </a:prstGeom>
            <a:ln w="38100" cap="flat" cmpd="sng">
              <a:solidFill>
                <a:srgbClr val="FF0000"/>
              </a:solidFill>
              <a:prstDash val="solid"/>
              <a:round/>
              <a:headEnd type="none" w="med" len="med"/>
              <a:tailEnd type="none" w="med" len="med"/>
            </a:ln>
          </p:spPr>
        </p:sp>
        <p:sp>
          <p:nvSpPr>
            <p:cNvPr id="28692" name="Text Box 21"/>
            <p:cNvSpPr txBox="1"/>
            <p:nvPr/>
          </p:nvSpPr>
          <p:spPr>
            <a:xfrm rot="10800000" flipH="1" flipV="1">
              <a:off x="2501" y="1663"/>
              <a:ext cx="742" cy="326"/>
            </a:xfrm>
            <a:prstGeom prst="rect">
              <a:avLst/>
            </a:prstGeom>
            <a:noFill/>
            <a:ln w="9525">
              <a:noFill/>
            </a:ln>
          </p:spPr>
          <p:txBody>
            <a:bodyPr anchor="t">
              <a:spAutoFit/>
            </a:bodyPr>
            <a:p>
              <a:pPr algn="ctr">
                <a:spcBef>
                  <a:spcPct val="50000"/>
                </a:spcBef>
              </a:pPr>
              <a:r>
                <a:rPr lang="en-US" altLang="zh-CN" dirty="0">
                  <a:solidFill>
                    <a:srgbClr val="FFFF03"/>
                  </a:solidFill>
                  <a:latin typeface="Monotype Corsiva" pitchFamily="66" charset="0"/>
                  <a:ea typeface="宋体" panose="02010600030101010101" pitchFamily="2" charset="-122"/>
                </a:rPr>
                <a:t>u</a:t>
              </a:r>
              <a:r>
                <a:rPr lang="en-US" altLang="zh-CN" baseline="-25000" dirty="0">
                  <a:solidFill>
                    <a:srgbClr val="FFFF03"/>
                  </a:solidFill>
                  <a:latin typeface="Times New Roman" panose="02020603050405020304" pitchFamily="18" charset="0"/>
                  <a:ea typeface="宋体" panose="02010600030101010101" pitchFamily="2" charset="-122"/>
                </a:rPr>
                <a:t>1</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8693" name="Line 22"/>
            <p:cNvSpPr/>
            <p:nvPr/>
          </p:nvSpPr>
          <p:spPr>
            <a:xfrm flipV="1">
              <a:off x="4890" y="540"/>
              <a:ext cx="371" cy="372"/>
            </a:xfrm>
            <a:prstGeom prst="line">
              <a:avLst/>
            </a:prstGeom>
            <a:ln w="38100" cap="flat" cmpd="sng">
              <a:solidFill>
                <a:schemeClr val="bg1"/>
              </a:solidFill>
              <a:prstDash val="solid"/>
              <a:round/>
              <a:headEnd type="none" w="med" len="med"/>
              <a:tailEnd type="none" w="med" len="med"/>
            </a:ln>
          </p:spPr>
        </p:sp>
        <p:sp>
          <p:nvSpPr>
            <p:cNvPr id="28694" name="Line 23"/>
            <p:cNvSpPr/>
            <p:nvPr/>
          </p:nvSpPr>
          <p:spPr>
            <a:xfrm flipV="1">
              <a:off x="2786" y="2212"/>
              <a:ext cx="381" cy="372"/>
            </a:xfrm>
            <a:prstGeom prst="line">
              <a:avLst/>
            </a:prstGeom>
            <a:ln w="38100" cap="flat" cmpd="sng">
              <a:solidFill>
                <a:schemeClr val="bg1"/>
              </a:solidFill>
              <a:prstDash val="solid"/>
              <a:round/>
              <a:headEnd type="none" w="med" len="med"/>
              <a:tailEnd type="none" w="med" len="med"/>
            </a:ln>
          </p:spPr>
        </p:sp>
        <p:sp>
          <p:nvSpPr>
            <p:cNvPr id="28695" name="Line 24"/>
            <p:cNvSpPr/>
            <p:nvPr/>
          </p:nvSpPr>
          <p:spPr>
            <a:xfrm flipH="1" flipV="1">
              <a:off x="4878" y="2212"/>
              <a:ext cx="371" cy="363"/>
            </a:xfrm>
            <a:prstGeom prst="line">
              <a:avLst/>
            </a:prstGeom>
            <a:ln w="38100" cap="flat" cmpd="sng">
              <a:solidFill>
                <a:schemeClr val="bg1"/>
              </a:solidFill>
              <a:prstDash val="solid"/>
              <a:round/>
              <a:headEnd type="none" w="med" len="med"/>
              <a:tailEnd type="none" w="med" len="med"/>
            </a:ln>
          </p:spPr>
        </p:sp>
        <p:sp>
          <p:nvSpPr>
            <p:cNvPr id="28696" name="Line 25"/>
            <p:cNvSpPr/>
            <p:nvPr/>
          </p:nvSpPr>
          <p:spPr>
            <a:xfrm flipH="1" flipV="1">
              <a:off x="2781" y="543"/>
              <a:ext cx="379" cy="373"/>
            </a:xfrm>
            <a:prstGeom prst="line">
              <a:avLst/>
            </a:prstGeom>
            <a:ln w="38100" cap="flat" cmpd="sng">
              <a:solidFill>
                <a:schemeClr val="bg1"/>
              </a:solidFill>
              <a:prstDash val="solid"/>
              <a:round/>
              <a:headEnd type="none" w="med" len="med"/>
              <a:tailEnd type="none" w="med" len="med"/>
            </a:ln>
          </p:spPr>
        </p:sp>
        <p:sp>
          <p:nvSpPr>
            <p:cNvPr id="28697" name="Oval 26"/>
            <p:cNvSpPr/>
            <p:nvPr/>
          </p:nvSpPr>
          <p:spPr>
            <a:xfrm>
              <a:off x="2690" y="462"/>
              <a:ext cx="117" cy="113"/>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698" name="Oval 27"/>
            <p:cNvSpPr/>
            <p:nvPr/>
          </p:nvSpPr>
          <p:spPr>
            <a:xfrm>
              <a:off x="2694" y="2562"/>
              <a:ext cx="116" cy="113"/>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699" name="Oval 28"/>
            <p:cNvSpPr/>
            <p:nvPr/>
          </p:nvSpPr>
          <p:spPr>
            <a:xfrm>
              <a:off x="5211" y="2542"/>
              <a:ext cx="116" cy="113"/>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700" name="Oval 29"/>
            <p:cNvSpPr/>
            <p:nvPr/>
          </p:nvSpPr>
          <p:spPr>
            <a:xfrm>
              <a:off x="5236" y="476"/>
              <a:ext cx="116" cy="113"/>
            </a:xfrm>
            <a:prstGeom prst="ellipse">
              <a:avLst/>
            </a:prstGeom>
            <a:noFill/>
            <a:ln w="28575"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8701" name="Text Box 30"/>
            <p:cNvSpPr txBox="1"/>
            <p:nvPr/>
          </p:nvSpPr>
          <p:spPr>
            <a:xfrm>
              <a:off x="2509" y="348"/>
              <a:ext cx="436" cy="327"/>
            </a:xfrm>
            <a:prstGeom prst="rect">
              <a:avLst/>
            </a:prstGeom>
            <a:noFill/>
            <a:ln w="9525">
              <a:noFill/>
            </a:ln>
          </p:spPr>
          <p:txBody>
            <a:bodyPr anchor="t">
              <a:spAutoFit/>
            </a:bodyPr>
            <a:p>
              <a:pPr>
                <a:spcBef>
                  <a:spcPct val="50000"/>
                </a:spcBef>
              </a:pPr>
              <a:r>
                <a:rPr lang="en-US" altLang="zh-CN" dirty="0">
                  <a:solidFill>
                    <a:srgbClr val="FFFF03"/>
                  </a:solidFill>
                  <a:latin typeface="宋体" panose="02010600030101010101" pitchFamily="2" charset="-122"/>
                  <a:ea typeface="宋体" panose="02010600030101010101" pitchFamily="2" charset="-122"/>
                </a:rPr>
                <a:t>A</a:t>
              </a:r>
              <a:endParaRPr lang="en-US" altLang="zh-CN" dirty="0">
                <a:solidFill>
                  <a:srgbClr val="FFFF03"/>
                </a:solidFill>
                <a:latin typeface="宋体" panose="02010600030101010101" pitchFamily="2" charset="-122"/>
                <a:ea typeface="宋体" panose="02010600030101010101" pitchFamily="2" charset="-122"/>
              </a:endParaRPr>
            </a:p>
          </p:txBody>
        </p:sp>
        <p:sp>
          <p:nvSpPr>
            <p:cNvPr id="28702" name="Text Box 31"/>
            <p:cNvSpPr txBox="1"/>
            <p:nvPr/>
          </p:nvSpPr>
          <p:spPr>
            <a:xfrm>
              <a:off x="3802" y="498"/>
              <a:ext cx="436" cy="327"/>
            </a:xfrm>
            <a:prstGeom prst="rect">
              <a:avLst/>
            </a:prstGeom>
            <a:noFill/>
            <a:ln w="9525">
              <a:noFill/>
            </a:ln>
          </p:spPr>
          <p:txBody>
            <a:bodyPr anchor="t">
              <a:spAutoFit/>
            </a:bodyPr>
            <a:p>
              <a:pPr>
                <a:spcBef>
                  <a:spcPct val="50000"/>
                </a:spcBef>
              </a:pPr>
              <a:r>
                <a:rPr lang="en-US" altLang="zh-CN" dirty="0">
                  <a:solidFill>
                    <a:srgbClr val="FFFF03"/>
                  </a:solidFill>
                  <a:latin typeface="宋体" panose="02010600030101010101" pitchFamily="2" charset="-122"/>
                  <a:ea typeface="宋体" panose="02010600030101010101" pitchFamily="2" charset="-122"/>
                </a:rPr>
                <a:t>R</a:t>
              </a:r>
              <a:r>
                <a:rPr lang="en-US" altLang="zh-CN" baseline="-25000" dirty="0">
                  <a:solidFill>
                    <a:srgbClr val="FFFF03"/>
                  </a:solidFill>
                  <a:latin typeface="宋体" panose="02010600030101010101" pitchFamily="2" charset="-122"/>
                  <a:ea typeface="宋体" panose="02010600030101010101" pitchFamily="2" charset="-122"/>
                </a:rPr>
                <a:t>1</a:t>
              </a:r>
              <a:endParaRPr lang="en-US" altLang="zh-CN" dirty="0">
                <a:solidFill>
                  <a:srgbClr val="FFFF03"/>
                </a:solidFill>
                <a:latin typeface="宋体" panose="02010600030101010101" pitchFamily="2" charset="-122"/>
                <a:ea typeface="宋体" panose="02010600030101010101" pitchFamily="2" charset="-122"/>
              </a:endParaRPr>
            </a:p>
          </p:txBody>
        </p:sp>
        <p:sp>
          <p:nvSpPr>
            <p:cNvPr id="28703" name="Text Box 32"/>
            <p:cNvSpPr txBox="1"/>
            <p:nvPr/>
          </p:nvSpPr>
          <p:spPr>
            <a:xfrm>
              <a:off x="4929" y="1424"/>
              <a:ext cx="436" cy="327"/>
            </a:xfrm>
            <a:prstGeom prst="rect">
              <a:avLst/>
            </a:prstGeom>
            <a:noFill/>
            <a:ln w="9525">
              <a:noFill/>
            </a:ln>
          </p:spPr>
          <p:txBody>
            <a:bodyPr anchor="t">
              <a:spAutoFit/>
            </a:bodyPr>
            <a:p>
              <a:pPr>
                <a:spcBef>
                  <a:spcPct val="50000"/>
                </a:spcBef>
              </a:pPr>
              <a:r>
                <a:rPr lang="en-US" altLang="zh-CN" dirty="0">
                  <a:solidFill>
                    <a:srgbClr val="FFFF03"/>
                  </a:solidFill>
                  <a:latin typeface="宋体" panose="02010600030101010101" pitchFamily="2" charset="-122"/>
                  <a:ea typeface="宋体" panose="02010600030101010101" pitchFamily="2" charset="-122"/>
                </a:rPr>
                <a:t>R</a:t>
              </a:r>
              <a:r>
                <a:rPr lang="en-US" altLang="zh-CN" baseline="-25000" dirty="0">
                  <a:solidFill>
                    <a:srgbClr val="FFFF03"/>
                  </a:solidFill>
                  <a:latin typeface="宋体" panose="02010600030101010101" pitchFamily="2" charset="-122"/>
                  <a:ea typeface="宋体" panose="02010600030101010101" pitchFamily="2" charset="-122"/>
                </a:rPr>
                <a:t>2</a:t>
              </a:r>
              <a:endParaRPr lang="en-US" altLang="zh-CN" dirty="0">
                <a:solidFill>
                  <a:srgbClr val="FFFF03"/>
                </a:solidFill>
                <a:latin typeface="宋体" panose="02010600030101010101" pitchFamily="2" charset="-122"/>
                <a:ea typeface="宋体" panose="02010600030101010101" pitchFamily="2" charset="-122"/>
              </a:endParaRPr>
            </a:p>
          </p:txBody>
        </p:sp>
        <p:sp>
          <p:nvSpPr>
            <p:cNvPr id="28704" name="Text Box 33"/>
            <p:cNvSpPr txBox="1"/>
            <p:nvPr/>
          </p:nvSpPr>
          <p:spPr>
            <a:xfrm>
              <a:off x="4145" y="2217"/>
              <a:ext cx="436" cy="327"/>
            </a:xfrm>
            <a:prstGeom prst="rect">
              <a:avLst/>
            </a:prstGeom>
            <a:noFill/>
            <a:ln w="9525">
              <a:noFill/>
            </a:ln>
          </p:spPr>
          <p:txBody>
            <a:bodyPr anchor="t">
              <a:spAutoFit/>
            </a:bodyPr>
            <a:p>
              <a:pPr>
                <a:spcBef>
                  <a:spcPct val="50000"/>
                </a:spcBef>
              </a:pPr>
              <a:r>
                <a:rPr lang="en-US" altLang="zh-CN" dirty="0">
                  <a:solidFill>
                    <a:srgbClr val="FFFF03"/>
                  </a:solidFill>
                  <a:latin typeface="宋体" panose="02010600030101010101" pitchFamily="2" charset="-122"/>
                  <a:ea typeface="宋体" panose="02010600030101010101" pitchFamily="2" charset="-122"/>
                </a:rPr>
                <a:t>R</a:t>
              </a:r>
              <a:r>
                <a:rPr lang="en-US" altLang="zh-CN" baseline="-25000" dirty="0">
                  <a:solidFill>
                    <a:srgbClr val="FFFF03"/>
                  </a:solidFill>
                  <a:latin typeface="宋体" panose="02010600030101010101" pitchFamily="2" charset="-122"/>
                  <a:ea typeface="宋体" panose="02010600030101010101" pitchFamily="2" charset="-122"/>
                </a:rPr>
                <a:t>3</a:t>
              </a:r>
              <a:endParaRPr lang="en-US" altLang="zh-CN" dirty="0">
                <a:solidFill>
                  <a:srgbClr val="FFFF03"/>
                </a:solidFill>
                <a:latin typeface="宋体" panose="02010600030101010101" pitchFamily="2" charset="-122"/>
                <a:ea typeface="宋体" panose="02010600030101010101" pitchFamily="2" charset="-122"/>
              </a:endParaRPr>
            </a:p>
          </p:txBody>
        </p:sp>
        <p:sp>
          <p:nvSpPr>
            <p:cNvPr id="28705" name="Text Box 34"/>
            <p:cNvSpPr txBox="1"/>
            <p:nvPr/>
          </p:nvSpPr>
          <p:spPr>
            <a:xfrm>
              <a:off x="2815" y="989"/>
              <a:ext cx="435" cy="327"/>
            </a:xfrm>
            <a:prstGeom prst="rect">
              <a:avLst/>
            </a:prstGeom>
            <a:noFill/>
            <a:ln w="9525">
              <a:noFill/>
            </a:ln>
          </p:spPr>
          <p:txBody>
            <a:bodyPr anchor="t">
              <a:spAutoFit/>
            </a:bodyPr>
            <a:p>
              <a:pPr>
                <a:spcBef>
                  <a:spcPct val="50000"/>
                </a:spcBef>
              </a:pPr>
              <a:r>
                <a:rPr lang="en-US" altLang="zh-CN" dirty="0">
                  <a:solidFill>
                    <a:srgbClr val="FFFF03"/>
                  </a:solidFill>
                  <a:latin typeface="宋体" panose="02010600030101010101" pitchFamily="2" charset="-122"/>
                  <a:ea typeface="宋体" panose="02010600030101010101" pitchFamily="2" charset="-122"/>
                </a:rPr>
                <a:t>R</a:t>
              </a:r>
              <a:r>
                <a:rPr lang="en-US" altLang="zh-CN" baseline="-25000" dirty="0">
                  <a:solidFill>
                    <a:srgbClr val="FFFF03"/>
                  </a:solidFill>
                  <a:latin typeface="宋体" panose="02010600030101010101" pitchFamily="2" charset="-122"/>
                  <a:ea typeface="宋体" panose="02010600030101010101" pitchFamily="2" charset="-122"/>
                </a:rPr>
                <a:t>4</a:t>
              </a:r>
              <a:endParaRPr lang="en-US" altLang="zh-CN" dirty="0">
                <a:solidFill>
                  <a:srgbClr val="FFFF03"/>
                </a:solidFill>
                <a:latin typeface="宋体" panose="02010600030101010101" pitchFamily="2" charset="-122"/>
                <a:ea typeface="宋体" panose="02010600030101010101" pitchFamily="2" charset="-122"/>
              </a:endParaRPr>
            </a:p>
          </p:txBody>
        </p:sp>
        <p:sp>
          <p:nvSpPr>
            <p:cNvPr id="28706" name="Text Box 35"/>
            <p:cNvSpPr txBox="1"/>
            <p:nvPr/>
          </p:nvSpPr>
          <p:spPr>
            <a:xfrm>
              <a:off x="5324" y="336"/>
              <a:ext cx="436" cy="327"/>
            </a:xfrm>
            <a:prstGeom prst="rect">
              <a:avLst/>
            </a:prstGeom>
            <a:noFill/>
            <a:ln w="9525">
              <a:noFill/>
            </a:ln>
          </p:spPr>
          <p:txBody>
            <a:bodyPr anchor="t">
              <a:spAutoFit/>
            </a:bodyPr>
            <a:p>
              <a:pPr>
                <a:spcBef>
                  <a:spcPct val="50000"/>
                </a:spcBef>
              </a:pPr>
              <a:r>
                <a:rPr lang="en-US" altLang="zh-CN" dirty="0">
                  <a:solidFill>
                    <a:srgbClr val="FFFF03"/>
                  </a:solidFill>
                  <a:latin typeface="宋体" panose="02010600030101010101" pitchFamily="2" charset="-122"/>
                  <a:ea typeface="宋体" panose="02010600030101010101" pitchFamily="2" charset="-122"/>
                </a:rPr>
                <a:t>B</a:t>
              </a:r>
              <a:endParaRPr lang="en-US" altLang="zh-CN" dirty="0">
                <a:solidFill>
                  <a:srgbClr val="FFFF03"/>
                </a:solidFill>
                <a:latin typeface="宋体" panose="02010600030101010101" pitchFamily="2" charset="-122"/>
                <a:ea typeface="宋体" panose="02010600030101010101" pitchFamily="2" charset="-122"/>
              </a:endParaRPr>
            </a:p>
          </p:txBody>
        </p:sp>
        <p:sp>
          <p:nvSpPr>
            <p:cNvPr id="28707" name="Text Box 36"/>
            <p:cNvSpPr txBox="1"/>
            <p:nvPr/>
          </p:nvSpPr>
          <p:spPr>
            <a:xfrm>
              <a:off x="5273" y="2527"/>
              <a:ext cx="435" cy="327"/>
            </a:xfrm>
            <a:prstGeom prst="rect">
              <a:avLst/>
            </a:prstGeom>
            <a:noFill/>
            <a:ln w="9525">
              <a:noFill/>
            </a:ln>
          </p:spPr>
          <p:txBody>
            <a:bodyPr anchor="t">
              <a:spAutoFit/>
            </a:bodyPr>
            <a:p>
              <a:pPr>
                <a:spcBef>
                  <a:spcPct val="50000"/>
                </a:spcBef>
              </a:pPr>
              <a:r>
                <a:rPr lang="en-US" altLang="zh-CN" dirty="0">
                  <a:solidFill>
                    <a:srgbClr val="FFFF03"/>
                  </a:solidFill>
                  <a:latin typeface="宋体" panose="02010600030101010101" pitchFamily="2" charset="-122"/>
                  <a:ea typeface="宋体" panose="02010600030101010101" pitchFamily="2" charset="-122"/>
                </a:rPr>
                <a:t>C</a:t>
              </a:r>
              <a:endParaRPr lang="en-US" altLang="zh-CN" dirty="0">
                <a:solidFill>
                  <a:srgbClr val="FFFF03"/>
                </a:solidFill>
                <a:latin typeface="宋体" panose="02010600030101010101" pitchFamily="2" charset="-122"/>
                <a:ea typeface="宋体" panose="02010600030101010101" pitchFamily="2" charset="-122"/>
              </a:endParaRPr>
            </a:p>
          </p:txBody>
        </p:sp>
        <p:sp>
          <p:nvSpPr>
            <p:cNvPr id="28708" name="Text Box 37"/>
            <p:cNvSpPr txBox="1"/>
            <p:nvPr/>
          </p:nvSpPr>
          <p:spPr>
            <a:xfrm>
              <a:off x="2507" y="2476"/>
              <a:ext cx="435" cy="327"/>
            </a:xfrm>
            <a:prstGeom prst="rect">
              <a:avLst/>
            </a:prstGeom>
            <a:noFill/>
            <a:ln w="9525">
              <a:noFill/>
            </a:ln>
          </p:spPr>
          <p:txBody>
            <a:bodyPr anchor="t">
              <a:spAutoFit/>
            </a:bodyPr>
            <a:p>
              <a:pPr>
                <a:spcBef>
                  <a:spcPct val="50000"/>
                </a:spcBef>
              </a:pPr>
              <a:r>
                <a:rPr lang="en-US" altLang="zh-CN" dirty="0">
                  <a:solidFill>
                    <a:srgbClr val="FFFF03"/>
                  </a:solidFill>
                  <a:latin typeface="宋体" panose="02010600030101010101" pitchFamily="2" charset="-122"/>
                  <a:ea typeface="宋体" panose="02010600030101010101" pitchFamily="2" charset="-122"/>
                </a:rPr>
                <a:t>E</a:t>
              </a:r>
              <a:endParaRPr lang="en-US" altLang="zh-CN" dirty="0">
                <a:solidFill>
                  <a:srgbClr val="FFFF03"/>
                </a:solidFill>
                <a:latin typeface="宋体" panose="02010600030101010101" pitchFamily="2" charset="-122"/>
                <a:ea typeface="宋体" panose="02010600030101010101" pitchFamily="2" charset="-122"/>
              </a:endParaRPr>
            </a:p>
          </p:txBody>
        </p:sp>
        <p:sp>
          <p:nvSpPr>
            <p:cNvPr id="28709" name="Text Box 38"/>
            <p:cNvSpPr txBox="1"/>
            <p:nvPr/>
          </p:nvSpPr>
          <p:spPr>
            <a:xfrm>
              <a:off x="3120" y="1424"/>
              <a:ext cx="247" cy="327"/>
            </a:xfrm>
            <a:prstGeom prst="rect">
              <a:avLst/>
            </a:prstGeom>
            <a:noFill/>
            <a:ln w="9525">
              <a:noFill/>
            </a:ln>
          </p:spPr>
          <p:txBody>
            <a:bodyPr anchor="t">
              <a:spAutoFit/>
            </a:bodyPr>
            <a:p>
              <a:pPr>
                <a:spcBef>
                  <a:spcPct val="50000"/>
                </a:spcBef>
              </a:pPr>
              <a:r>
                <a:rPr lang="en-US" altLang="zh-CN" dirty="0">
                  <a:solidFill>
                    <a:srgbClr val="FFFF03"/>
                  </a:solidFill>
                  <a:latin typeface="宋体" panose="02010600030101010101" pitchFamily="2" charset="-122"/>
                  <a:ea typeface="宋体" panose="02010600030101010101" pitchFamily="2" charset="-122"/>
                </a:rPr>
                <a:t>F</a:t>
              </a:r>
              <a:endParaRPr lang="en-US" altLang="zh-CN" dirty="0">
                <a:solidFill>
                  <a:srgbClr val="FFFF03"/>
                </a:solidFill>
                <a:latin typeface="宋体" panose="02010600030101010101" pitchFamily="2" charset="-122"/>
                <a:ea typeface="宋体" panose="02010600030101010101" pitchFamily="2" charset="-122"/>
              </a:endParaRPr>
            </a:p>
          </p:txBody>
        </p:sp>
        <p:sp>
          <p:nvSpPr>
            <p:cNvPr id="28710" name="Line 39"/>
            <p:cNvSpPr/>
            <p:nvPr/>
          </p:nvSpPr>
          <p:spPr>
            <a:xfrm>
              <a:off x="3302" y="1026"/>
              <a:ext cx="0" cy="414"/>
            </a:xfrm>
            <a:prstGeom prst="line">
              <a:avLst/>
            </a:prstGeom>
            <a:ln w="28575" cap="flat" cmpd="sng">
              <a:solidFill>
                <a:schemeClr val="bg1"/>
              </a:solidFill>
              <a:prstDash val="solid"/>
              <a:round/>
              <a:headEnd type="none" w="med" len="med"/>
              <a:tailEnd type="stealth" w="sm" len="lg"/>
            </a:ln>
          </p:spPr>
        </p:sp>
        <p:sp>
          <p:nvSpPr>
            <p:cNvPr id="28711" name="Line 40"/>
            <p:cNvSpPr/>
            <p:nvPr/>
          </p:nvSpPr>
          <p:spPr>
            <a:xfrm>
              <a:off x="4724" y="1352"/>
              <a:ext cx="0" cy="475"/>
            </a:xfrm>
            <a:prstGeom prst="line">
              <a:avLst/>
            </a:prstGeom>
            <a:ln w="28575" cap="flat" cmpd="sng">
              <a:solidFill>
                <a:schemeClr val="bg1"/>
              </a:solidFill>
              <a:prstDash val="solid"/>
              <a:round/>
              <a:headEnd type="none" w="med" len="med"/>
              <a:tailEnd type="stealth" w="sm" len="lg"/>
            </a:ln>
          </p:spPr>
        </p:sp>
        <p:sp>
          <p:nvSpPr>
            <p:cNvPr id="28712" name="Line 41"/>
            <p:cNvSpPr/>
            <p:nvPr/>
          </p:nvSpPr>
          <p:spPr>
            <a:xfrm rot="5400000">
              <a:off x="4261" y="1822"/>
              <a:ext cx="0" cy="486"/>
            </a:xfrm>
            <a:prstGeom prst="line">
              <a:avLst/>
            </a:prstGeom>
            <a:ln w="38100" cap="flat" cmpd="sng">
              <a:solidFill>
                <a:schemeClr val="bg1"/>
              </a:solidFill>
              <a:prstDash val="solid"/>
              <a:round/>
              <a:headEnd type="none" w="med" len="med"/>
              <a:tailEnd type="stealth" w="sm" len="lg"/>
            </a:ln>
          </p:spPr>
        </p:sp>
        <p:sp>
          <p:nvSpPr>
            <p:cNvPr id="28713" name="Line 42"/>
            <p:cNvSpPr/>
            <p:nvPr/>
          </p:nvSpPr>
          <p:spPr>
            <a:xfrm rot="-5400000" flipH="1">
              <a:off x="3979" y="846"/>
              <a:ext cx="0" cy="486"/>
            </a:xfrm>
            <a:prstGeom prst="line">
              <a:avLst/>
            </a:prstGeom>
            <a:ln w="38100" cap="flat" cmpd="sng">
              <a:solidFill>
                <a:srgbClr val="FF0000"/>
              </a:solidFill>
              <a:prstDash val="solid"/>
              <a:round/>
              <a:headEnd type="none" w="med" len="med"/>
              <a:tailEnd type="stealth" w="sm" len="lg"/>
            </a:ln>
          </p:spPr>
        </p:sp>
        <p:sp>
          <p:nvSpPr>
            <p:cNvPr id="28714" name="Text Box 43"/>
            <p:cNvSpPr txBox="1"/>
            <p:nvPr/>
          </p:nvSpPr>
          <p:spPr>
            <a:xfrm>
              <a:off x="3746" y="1031"/>
              <a:ext cx="563" cy="326"/>
            </a:xfrm>
            <a:prstGeom prst="rect">
              <a:avLst/>
            </a:prstGeom>
            <a:noFill/>
            <a:ln w="9525">
              <a:noFill/>
            </a:ln>
          </p:spPr>
          <p:txBody>
            <a:bodyPr anchor="t">
              <a:spAutoFit/>
            </a:bodyPr>
            <a:p>
              <a:pPr>
                <a:spcBef>
                  <a:spcPct val="50000"/>
                </a:spcBef>
              </a:pPr>
              <a:r>
                <a:rPr lang="en-US" altLang="zh-CN" dirty="0">
                  <a:solidFill>
                    <a:srgbClr val="FFFF03"/>
                  </a:solidFill>
                  <a:latin typeface="Monotype Corsiva" pitchFamily="66" charset="0"/>
                  <a:ea typeface="宋体" panose="02010600030101010101" pitchFamily="2" charset="-122"/>
                </a:rPr>
                <a:t>u</a:t>
              </a:r>
              <a:r>
                <a:rPr lang="en-US" altLang="zh-CN" baseline="-25000" dirty="0">
                  <a:solidFill>
                    <a:srgbClr val="FFFF03"/>
                  </a:solidFill>
                  <a:latin typeface="Times New Roman" panose="02020603050405020304" pitchFamily="18" charset="0"/>
                  <a:ea typeface="宋体" panose="02010600030101010101" pitchFamily="2" charset="-122"/>
                </a:rPr>
                <a:t>AB</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8715" name="Text Box 44"/>
            <p:cNvSpPr txBox="1"/>
            <p:nvPr/>
          </p:nvSpPr>
          <p:spPr>
            <a:xfrm>
              <a:off x="4247" y="1387"/>
              <a:ext cx="511" cy="326"/>
            </a:xfrm>
            <a:prstGeom prst="rect">
              <a:avLst/>
            </a:prstGeom>
            <a:noFill/>
            <a:ln w="9525">
              <a:noFill/>
            </a:ln>
          </p:spPr>
          <p:txBody>
            <a:bodyPr anchor="t">
              <a:spAutoFit/>
            </a:bodyPr>
            <a:p>
              <a:pPr>
                <a:spcBef>
                  <a:spcPct val="50000"/>
                </a:spcBef>
              </a:pPr>
              <a:r>
                <a:rPr lang="en-US" altLang="zh-CN" dirty="0">
                  <a:solidFill>
                    <a:srgbClr val="FFFF03"/>
                  </a:solidFill>
                  <a:latin typeface="Monotype Corsiva" pitchFamily="66" charset="0"/>
                  <a:ea typeface="宋体" panose="02010600030101010101" pitchFamily="2" charset="-122"/>
                </a:rPr>
                <a:t>u</a:t>
              </a:r>
              <a:r>
                <a:rPr lang="en-US" altLang="zh-CN" baseline="-25000" dirty="0">
                  <a:solidFill>
                    <a:srgbClr val="FFFF03"/>
                  </a:solidFill>
                  <a:latin typeface="Times New Roman" panose="02020603050405020304" pitchFamily="18" charset="0"/>
                  <a:ea typeface="宋体" panose="02010600030101010101" pitchFamily="2" charset="-122"/>
                </a:rPr>
                <a:t>BC</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8716" name="Text Box 45"/>
            <p:cNvSpPr txBox="1"/>
            <p:nvPr/>
          </p:nvSpPr>
          <p:spPr>
            <a:xfrm>
              <a:off x="3726" y="1942"/>
              <a:ext cx="258" cy="327"/>
            </a:xfrm>
            <a:prstGeom prst="rect">
              <a:avLst/>
            </a:prstGeom>
            <a:noFill/>
            <a:ln w="9525">
              <a:noFill/>
            </a:ln>
          </p:spPr>
          <p:txBody>
            <a:bodyPr anchor="t">
              <a:spAutoFit/>
            </a:bodyPr>
            <a:p>
              <a:pPr>
                <a:spcBef>
                  <a:spcPct val="50000"/>
                </a:spcBef>
              </a:pPr>
              <a:r>
                <a:rPr lang="en-US" altLang="zh-CN" dirty="0">
                  <a:solidFill>
                    <a:srgbClr val="FFFF03"/>
                  </a:solidFill>
                  <a:latin typeface="宋体" panose="02010600030101010101" pitchFamily="2" charset="-122"/>
                  <a:ea typeface="宋体" panose="02010600030101010101" pitchFamily="2" charset="-122"/>
                </a:rPr>
                <a:t>D</a:t>
              </a:r>
              <a:endParaRPr lang="en-US" altLang="zh-CN" dirty="0">
                <a:solidFill>
                  <a:srgbClr val="FFFF03"/>
                </a:solidFill>
                <a:latin typeface="宋体" panose="02010600030101010101" pitchFamily="2" charset="-122"/>
                <a:ea typeface="宋体" panose="02010600030101010101" pitchFamily="2" charset="-122"/>
              </a:endParaRPr>
            </a:p>
          </p:txBody>
        </p:sp>
        <p:sp>
          <p:nvSpPr>
            <p:cNvPr id="28717" name="Text Box 46"/>
            <p:cNvSpPr txBox="1"/>
            <p:nvPr/>
          </p:nvSpPr>
          <p:spPr>
            <a:xfrm>
              <a:off x="4010" y="1719"/>
              <a:ext cx="563" cy="326"/>
            </a:xfrm>
            <a:prstGeom prst="rect">
              <a:avLst/>
            </a:prstGeom>
            <a:noFill/>
            <a:ln w="9525">
              <a:noFill/>
            </a:ln>
          </p:spPr>
          <p:txBody>
            <a:bodyPr anchor="t">
              <a:spAutoFit/>
            </a:bodyPr>
            <a:p>
              <a:pPr>
                <a:spcBef>
                  <a:spcPct val="50000"/>
                </a:spcBef>
              </a:pPr>
              <a:r>
                <a:rPr lang="en-US" altLang="zh-CN" dirty="0">
                  <a:solidFill>
                    <a:srgbClr val="FFFF03"/>
                  </a:solidFill>
                  <a:latin typeface="Monotype Corsiva" pitchFamily="66" charset="0"/>
                  <a:ea typeface="宋体" panose="02010600030101010101" pitchFamily="2" charset="-122"/>
                </a:rPr>
                <a:t>u</a:t>
              </a:r>
              <a:r>
                <a:rPr lang="en-US" altLang="zh-CN" baseline="-25000" dirty="0">
                  <a:solidFill>
                    <a:srgbClr val="FFFF03"/>
                  </a:solidFill>
                  <a:latin typeface="Times New Roman" panose="02020603050405020304" pitchFamily="18" charset="0"/>
                  <a:ea typeface="宋体" panose="02010600030101010101" pitchFamily="2" charset="-122"/>
                </a:rPr>
                <a:t>CD</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8718" name="Text Box 47"/>
            <p:cNvSpPr txBox="1"/>
            <p:nvPr/>
          </p:nvSpPr>
          <p:spPr>
            <a:xfrm>
              <a:off x="3268" y="1037"/>
              <a:ext cx="563" cy="326"/>
            </a:xfrm>
            <a:prstGeom prst="rect">
              <a:avLst/>
            </a:prstGeom>
            <a:noFill/>
            <a:ln w="9525">
              <a:noFill/>
            </a:ln>
          </p:spPr>
          <p:txBody>
            <a:bodyPr anchor="t">
              <a:spAutoFit/>
            </a:bodyPr>
            <a:p>
              <a:pPr>
                <a:spcBef>
                  <a:spcPct val="50000"/>
                </a:spcBef>
              </a:pPr>
              <a:r>
                <a:rPr lang="en-US" altLang="zh-CN" dirty="0">
                  <a:solidFill>
                    <a:srgbClr val="FFFF03"/>
                  </a:solidFill>
                  <a:latin typeface="Monotype Corsiva" pitchFamily="66" charset="0"/>
                  <a:ea typeface="宋体" panose="02010600030101010101" pitchFamily="2" charset="-122"/>
                </a:rPr>
                <a:t>u</a:t>
              </a:r>
              <a:r>
                <a:rPr lang="en-US" altLang="zh-CN" baseline="-25000" dirty="0">
                  <a:solidFill>
                    <a:srgbClr val="FFFF03"/>
                  </a:solidFill>
                  <a:latin typeface="Times New Roman" panose="02020603050405020304" pitchFamily="18" charset="0"/>
                  <a:ea typeface="宋体" panose="02010600030101010101" pitchFamily="2" charset="-122"/>
                </a:rPr>
                <a:t>AF</a:t>
              </a:r>
              <a:endParaRPr lang="en-US" altLang="zh-CN" dirty="0">
                <a:solidFill>
                  <a:srgbClr val="FFFF03"/>
                </a:solidFill>
                <a:latin typeface="Times New Roman" panose="02020603050405020304" pitchFamily="18" charset="0"/>
                <a:ea typeface="宋体" panose="02010600030101010101" pitchFamily="2" charset="-122"/>
              </a:endParaRPr>
            </a:p>
          </p:txBody>
        </p:sp>
      </p:grpSp>
      <p:sp>
        <p:nvSpPr>
          <p:cNvPr id="100400" name="Text Box 48"/>
          <p:cNvSpPr txBox="1"/>
          <p:nvPr/>
        </p:nvSpPr>
        <p:spPr>
          <a:xfrm>
            <a:off x="485775" y="992188"/>
            <a:ext cx="3171825" cy="1189037"/>
          </a:xfrm>
          <a:prstGeom prst="rect">
            <a:avLst/>
          </a:prstGeom>
          <a:noFill/>
          <a:ln w="38100">
            <a:noFill/>
          </a:ln>
        </p:spPr>
        <p:txBody>
          <a:bodyPr wrap="square" anchor="t">
            <a:spAutoFit/>
          </a:bodyPr>
          <a:p>
            <a:pPr>
              <a:spcBef>
                <a:spcPct val="50000"/>
              </a:spcBef>
            </a:pPr>
            <a:r>
              <a:rPr lang="zh-CN" altLang="en-US" sz="2400" dirty="0">
                <a:solidFill>
                  <a:schemeClr val="tx1"/>
                </a:solidFill>
                <a:latin typeface="Times New Roman" panose="02020603050405020304" pitchFamily="18" charset="0"/>
                <a:ea typeface="宋体" panose="02010600030101010101" pitchFamily="2" charset="-122"/>
              </a:rPr>
              <a:t>任一时刻，沿任一回路，所有支路电压的代数和恒等于零。</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00401" name="Text Box 49" descr="新闻纸"/>
          <p:cNvSpPr txBox="1"/>
          <p:nvPr/>
        </p:nvSpPr>
        <p:spPr>
          <a:xfrm>
            <a:off x="1400175" y="3194050"/>
            <a:ext cx="1544638" cy="600075"/>
          </a:xfrm>
          <a:prstGeom prst="rect">
            <a:avLst/>
          </a:prstGeom>
          <a:noFill/>
          <a:ln w="38100">
            <a:noFill/>
          </a:ln>
        </p:spPr>
        <p:txBody>
          <a:bodyPr wrap="square" anchor="t">
            <a:spAutoFit/>
          </a:bodyPr>
          <a:p>
            <a:pPr>
              <a:spcBef>
                <a:spcPct val="50000"/>
              </a:spcBef>
            </a:pPr>
            <a:r>
              <a:rPr lang="en-US" altLang="zh-CN" sz="32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dirty="0">
                <a:solidFill>
                  <a:schemeClr val="tx1"/>
                </a:solidFill>
                <a:latin typeface="Monotype Corsiva" pitchFamily="66" charset="0"/>
                <a:ea typeface="宋体" panose="02010600030101010101" pitchFamily="2" charset="-122"/>
                <a:sym typeface="Symbol" panose="05050102010706020507" pitchFamily="18" charset="2"/>
              </a:rPr>
              <a:t>u</a:t>
            </a:r>
            <a:r>
              <a:rPr lang="en-US" altLang="zh-CN" sz="3200" dirty="0">
                <a:solidFill>
                  <a:schemeClr val="tx1"/>
                </a:solidFill>
                <a:latin typeface="Times New Roman" panose="02020603050405020304" pitchFamily="18" charset="0"/>
                <a:ea typeface="宋体" panose="02010600030101010101" pitchFamily="2" charset="-122"/>
                <a:sym typeface="Symbol" panose="05050102010706020507" pitchFamily="18" charset="2"/>
              </a:rPr>
              <a:t>=0</a:t>
            </a:r>
            <a:endParaRPr lang="en-US" altLang="zh-CN" sz="3200" dirty="0">
              <a:solidFill>
                <a:schemeClr val="tx1"/>
              </a:solidFill>
              <a:latin typeface="Times New Roman" panose="02020603050405020304" pitchFamily="18" charset="0"/>
              <a:ea typeface="宋体" panose="02010600030101010101" pitchFamily="2" charset="-122"/>
            </a:endParaRPr>
          </a:p>
        </p:txBody>
      </p:sp>
      <p:sp>
        <p:nvSpPr>
          <p:cNvPr id="100402" name="Text Box 50" descr="新闻纸"/>
          <p:cNvSpPr txBox="1"/>
          <p:nvPr/>
        </p:nvSpPr>
        <p:spPr>
          <a:xfrm>
            <a:off x="6227763" y="4870450"/>
            <a:ext cx="2390775" cy="536575"/>
          </a:xfrm>
          <a:prstGeom prst="rect">
            <a:avLst/>
          </a:prstGeom>
          <a:blipFill rotWithShape="0">
            <a:blip r:embed="rId1"/>
          </a:blipFill>
          <a:ln w="38100" cap="flat" cmpd="sng">
            <a:solidFill>
              <a:schemeClr val="accent2"/>
            </a:solidFill>
            <a:prstDash val="solid"/>
            <a:miter/>
            <a:headEnd type="none" w="med" len="med"/>
            <a:tailEnd type="none" w="med" len="med"/>
          </a:ln>
        </p:spPr>
        <p:txBody>
          <a:bodyPr anchor="t">
            <a:spAutoFit/>
          </a:bodyPr>
          <a:p>
            <a:pPr>
              <a:spcBef>
                <a:spcPct val="50000"/>
              </a:spcBef>
            </a:pPr>
            <a:r>
              <a:rPr lang="en-US" altLang="zh-CN"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dirty="0">
                <a:solidFill>
                  <a:schemeClr val="tx1"/>
                </a:solidFill>
                <a:latin typeface="Monotype Corsiva" pitchFamily="66" charset="0"/>
                <a:ea typeface="宋体" panose="02010600030101010101" pitchFamily="2" charset="-122"/>
                <a:sym typeface="Symbol" panose="05050102010706020507" pitchFamily="18" charset="2"/>
              </a:rPr>
              <a:t>u</a:t>
            </a:r>
            <a:r>
              <a:rPr lang="zh-CN" altLang="en-US" baseline="-25000" dirty="0">
                <a:solidFill>
                  <a:schemeClr val="tx1"/>
                </a:solidFill>
                <a:latin typeface="Monotype Corsiva" pitchFamily="66" charset="0"/>
                <a:ea typeface="宋体" panose="02010600030101010101" pitchFamily="2" charset="-122"/>
                <a:sym typeface="Symbol" panose="05050102010706020507" pitchFamily="18" charset="2"/>
              </a:rPr>
              <a:t>升</a:t>
            </a:r>
            <a:r>
              <a:rPr lang="en-US" altLang="zh-CN"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dirty="0">
                <a:solidFill>
                  <a:schemeClr val="tx1"/>
                </a:solidFill>
                <a:latin typeface="Monotype Corsiva" pitchFamily="66" charset="0"/>
                <a:ea typeface="宋体" panose="02010600030101010101" pitchFamily="2" charset="-122"/>
                <a:sym typeface="Symbol" panose="05050102010706020507" pitchFamily="18" charset="2"/>
              </a:rPr>
              <a:t>u</a:t>
            </a:r>
            <a:r>
              <a:rPr lang="zh-CN" altLang="en-US" baseline="-25000" dirty="0">
                <a:solidFill>
                  <a:schemeClr val="tx1"/>
                </a:solidFill>
                <a:latin typeface="Monotype Corsiva" pitchFamily="66" charset="0"/>
                <a:ea typeface="宋体" panose="02010600030101010101" pitchFamily="2" charset="-122"/>
                <a:sym typeface="Symbol" panose="05050102010706020507" pitchFamily="18" charset="2"/>
              </a:rPr>
              <a:t>降</a:t>
            </a:r>
            <a:endParaRPr lang="zh-CN" altLang="en-US" baseline="-25000" dirty="0">
              <a:solidFill>
                <a:schemeClr val="tx1"/>
              </a:solidFill>
              <a:latin typeface="Monotype Corsiva" pitchFamily="66" charset="0"/>
              <a:ea typeface="宋体" panose="02010600030101010101" pitchFamily="2" charset="-122"/>
              <a:sym typeface="Symbol" panose="05050102010706020507" pitchFamily="18" charset="2"/>
            </a:endParaRPr>
          </a:p>
        </p:txBody>
      </p:sp>
      <p:sp>
        <p:nvSpPr>
          <p:cNvPr id="100403" name="Text Box 51"/>
          <p:cNvSpPr txBox="1"/>
          <p:nvPr/>
        </p:nvSpPr>
        <p:spPr>
          <a:xfrm>
            <a:off x="30163" y="4310063"/>
            <a:ext cx="5970587" cy="579437"/>
          </a:xfrm>
          <a:prstGeom prst="rect">
            <a:avLst/>
          </a:prstGeom>
          <a:noFill/>
          <a:ln w="38100">
            <a:noFill/>
          </a:ln>
        </p:spPr>
        <p:txBody>
          <a:bodyPr wrap="square" anchor="t">
            <a:spAutoFit/>
          </a:bodyPr>
          <a:p>
            <a:pPr>
              <a:spcBef>
                <a:spcPct val="50000"/>
              </a:spcBef>
            </a:pP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AB</a:t>
            </a:r>
            <a:r>
              <a:rPr lang="en-US" altLang="zh-CN" sz="3200" dirty="0">
                <a:solidFill>
                  <a:srgbClr val="FFFF03"/>
                </a:solidFill>
                <a:latin typeface="Times New Roman" panose="02020603050405020304" pitchFamily="18" charset="0"/>
                <a:ea typeface="宋体" panose="02010600030101010101" pitchFamily="2" charset="-122"/>
              </a:rPr>
              <a:t>+ </a:t>
            </a: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BC</a:t>
            </a:r>
            <a:r>
              <a:rPr lang="en-US" altLang="zh-CN" sz="3200" dirty="0">
                <a:solidFill>
                  <a:srgbClr val="FFFF03"/>
                </a:solidFill>
                <a:latin typeface="Times New Roman" panose="02020603050405020304" pitchFamily="18" charset="0"/>
                <a:ea typeface="宋体" panose="02010600030101010101" pitchFamily="2" charset="-122"/>
              </a:rPr>
              <a:t> + </a:t>
            </a: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CD</a:t>
            </a:r>
            <a:r>
              <a:rPr lang="en-US" altLang="zh-CN" sz="3200" dirty="0">
                <a:solidFill>
                  <a:srgbClr val="FFFF03"/>
                </a:solidFill>
                <a:latin typeface="Times New Roman" panose="02020603050405020304" pitchFamily="18" charset="0"/>
                <a:ea typeface="宋体" panose="02010600030101010101" pitchFamily="2" charset="-122"/>
              </a:rPr>
              <a:t> + </a:t>
            </a: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2</a:t>
            </a:r>
            <a:r>
              <a:rPr lang="en-US" altLang="zh-CN" sz="3200" dirty="0">
                <a:solidFill>
                  <a:srgbClr val="FFFF03"/>
                </a:solidFill>
                <a:latin typeface="Times New Roman" panose="02020603050405020304" pitchFamily="18" charset="0"/>
                <a:ea typeface="宋体" panose="02010600030101010101" pitchFamily="2" charset="-122"/>
              </a:rPr>
              <a:t> – </a:t>
            </a: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1</a:t>
            </a:r>
            <a:r>
              <a:rPr lang="en-US" altLang="zh-CN" sz="3200" dirty="0">
                <a:solidFill>
                  <a:srgbClr val="FFFF03"/>
                </a:solidFill>
                <a:latin typeface="Times New Roman" panose="02020603050405020304" pitchFamily="18" charset="0"/>
                <a:ea typeface="宋体" panose="02010600030101010101" pitchFamily="2" charset="-122"/>
              </a:rPr>
              <a:t> – </a:t>
            </a: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AF</a:t>
            </a:r>
            <a:r>
              <a:rPr lang="en-US" altLang="zh-CN" sz="3200" dirty="0">
                <a:solidFill>
                  <a:srgbClr val="FFFF03"/>
                </a:solidFill>
                <a:latin typeface="Times New Roman" panose="02020603050405020304" pitchFamily="18" charset="0"/>
                <a:ea typeface="宋体" panose="02010600030101010101" pitchFamily="2" charset="-122"/>
              </a:rPr>
              <a:t> =0</a:t>
            </a:r>
            <a:endParaRPr lang="en-US" altLang="zh-CN" sz="3200" dirty="0">
              <a:solidFill>
                <a:srgbClr val="FFFF03"/>
              </a:solidFill>
              <a:latin typeface="Times New Roman" panose="02020603050405020304" pitchFamily="18" charset="0"/>
              <a:ea typeface="宋体" panose="02010600030101010101" pitchFamily="2" charset="-122"/>
            </a:endParaRPr>
          </a:p>
        </p:txBody>
      </p:sp>
      <p:sp>
        <p:nvSpPr>
          <p:cNvPr id="100404" name="Text Box 52"/>
          <p:cNvSpPr txBox="1"/>
          <p:nvPr/>
        </p:nvSpPr>
        <p:spPr>
          <a:xfrm>
            <a:off x="0" y="5006975"/>
            <a:ext cx="5735638" cy="579438"/>
          </a:xfrm>
          <a:prstGeom prst="rect">
            <a:avLst/>
          </a:prstGeom>
          <a:noFill/>
          <a:ln w="38100">
            <a:noFill/>
          </a:ln>
        </p:spPr>
        <p:txBody>
          <a:bodyPr anchor="t">
            <a:spAutoFit/>
          </a:bodyPr>
          <a:p>
            <a:pPr>
              <a:spcBef>
                <a:spcPct val="50000"/>
              </a:spcBef>
            </a:pP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AB</a:t>
            </a:r>
            <a:r>
              <a:rPr lang="en-US" altLang="zh-CN" sz="3200" dirty="0">
                <a:solidFill>
                  <a:srgbClr val="FFFF03"/>
                </a:solidFill>
                <a:latin typeface="Times New Roman" panose="02020603050405020304" pitchFamily="18" charset="0"/>
                <a:ea typeface="宋体" panose="02010600030101010101" pitchFamily="2" charset="-122"/>
              </a:rPr>
              <a:t>+ </a:t>
            </a: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BC</a:t>
            </a:r>
            <a:r>
              <a:rPr lang="en-US" altLang="zh-CN" sz="3200" dirty="0">
                <a:solidFill>
                  <a:srgbClr val="FFFF03"/>
                </a:solidFill>
                <a:latin typeface="Times New Roman" panose="02020603050405020304" pitchFamily="18" charset="0"/>
                <a:ea typeface="宋体" panose="02010600030101010101" pitchFamily="2" charset="-122"/>
              </a:rPr>
              <a:t> + </a:t>
            </a: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CD</a:t>
            </a:r>
            <a:r>
              <a:rPr lang="en-US" altLang="zh-CN" sz="3200" dirty="0">
                <a:solidFill>
                  <a:srgbClr val="FFFF03"/>
                </a:solidFill>
                <a:latin typeface="Times New Roman" panose="02020603050405020304" pitchFamily="18" charset="0"/>
                <a:ea typeface="宋体" panose="02010600030101010101" pitchFamily="2" charset="-122"/>
              </a:rPr>
              <a:t> +</a:t>
            </a: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2</a:t>
            </a:r>
            <a:r>
              <a:rPr lang="en-US" altLang="zh-CN" sz="3200" dirty="0">
                <a:solidFill>
                  <a:srgbClr val="FFFF03"/>
                </a:solidFill>
                <a:latin typeface="Times New Roman" panose="02020603050405020304" pitchFamily="18" charset="0"/>
                <a:ea typeface="宋体" panose="02010600030101010101" pitchFamily="2" charset="-122"/>
              </a:rPr>
              <a:t> = </a:t>
            </a: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1</a:t>
            </a:r>
            <a:r>
              <a:rPr lang="en-US" altLang="zh-CN" sz="3200" dirty="0">
                <a:solidFill>
                  <a:srgbClr val="FFFF03"/>
                </a:solidFill>
                <a:latin typeface="Times New Roman" panose="02020603050405020304" pitchFamily="18" charset="0"/>
                <a:ea typeface="宋体" panose="02010600030101010101" pitchFamily="2" charset="-122"/>
              </a:rPr>
              <a:t> + </a:t>
            </a: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AF</a:t>
            </a:r>
            <a:r>
              <a:rPr lang="en-US" altLang="zh-CN" sz="2400" dirty="0">
                <a:solidFill>
                  <a:srgbClr val="FFFF03"/>
                </a:solidFill>
                <a:latin typeface="Times New Roman" panose="02020603050405020304" pitchFamily="18" charset="0"/>
                <a:ea typeface="宋体" panose="02010600030101010101" pitchFamily="2" charset="-122"/>
              </a:rPr>
              <a:t> </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00405" name="Text Box 53"/>
          <p:cNvSpPr txBox="1"/>
          <p:nvPr/>
        </p:nvSpPr>
        <p:spPr>
          <a:xfrm>
            <a:off x="69850" y="5715000"/>
            <a:ext cx="6011863" cy="579438"/>
          </a:xfrm>
          <a:prstGeom prst="rect">
            <a:avLst/>
          </a:prstGeom>
          <a:noFill/>
          <a:ln w="38100">
            <a:noFill/>
          </a:ln>
        </p:spPr>
        <p:txBody>
          <a:bodyPr wrap="square" anchor="t">
            <a:spAutoFit/>
          </a:bodyPr>
          <a:p>
            <a:pPr>
              <a:spcBef>
                <a:spcPct val="50000"/>
              </a:spcBef>
            </a:pPr>
            <a:r>
              <a:rPr lang="en-US" altLang="zh-CN" sz="3200" dirty="0">
                <a:solidFill>
                  <a:srgbClr val="FFFF03"/>
                </a:solidFill>
                <a:latin typeface="Monotype Corsiva" pitchFamily="66" charset="0"/>
                <a:ea typeface="宋体" panose="02010600030101010101" pitchFamily="2" charset="-122"/>
              </a:rPr>
              <a:t>i</a:t>
            </a:r>
            <a:r>
              <a:rPr lang="en-US" altLang="zh-CN" sz="3200" baseline="-25000" dirty="0">
                <a:solidFill>
                  <a:srgbClr val="FFFF03"/>
                </a:solidFill>
                <a:latin typeface="Times New Roman" panose="02020603050405020304" pitchFamily="18" charset="0"/>
                <a:ea typeface="宋体" panose="02010600030101010101" pitchFamily="2" charset="-122"/>
              </a:rPr>
              <a:t>1</a:t>
            </a:r>
            <a:r>
              <a:rPr lang="en-US" altLang="zh-CN" sz="3200" dirty="0">
                <a:solidFill>
                  <a:srgbClr val="FFFF03"/>
                </a:solidFill>
                <a:latin typeface="Times New Roman" panose="02020603050405020304" pitchFamily="18" charset="0"/>
                <a:ea typeface="宋体" panose="02010600030101010101" pitchFamily="2" charset="-122"/>
              </a:rPr>
              <a:t>R</a:t>
            </a:r>
            <a:r>
              <a:rPr lang="en-US" altLang="zh-CN" sz="3200" baseline="-25000" dirty="0">
                <a:solidFill>
                  <a:srgbClr val="FFFF03"/>
                </a:solidFill>
                <a:latin typeface="Times New Roman" panose="02020603050405020304" pitchFamily="18" charset="0"/>
                <a:ea typeface="宋体" panose="02010600030101010101" pitchFamily="2" charset="-122"/>
              </a:rPr>
              <a:t>1</a:t>
            </a:r>
            <a:r>
              <a:rPr lang="en-US" altLang="zh-CN" sz="3200" dirty="0">
                <a:solidFill>
                  <a:srgbClr val="FFFF03"/>
                </a:solidFill>
                <a:latin typeface="Times New Roman" panose="02020603050405020304" pitchFamily="18" charset="0"/>
                <a:ea typeface="宋体" panose="02010600030101010101" pitchFamily="2" charset="-122"/>
              </a:rPr>
              <a:t>+</a:t>
            </a:r>
            <a:r>
              <a:rPr lang="en-US" altLang="zh-CN" sz="3200" dirty="0">
                <a:solidFill>
                  <a:srgbClr val="FFFF03"/>
                </a:solidFill>
                <a:latin typeface="Monotype Corsiva" pitchFamily="66" charset="0"/>
                <a:ea typeface="宋体" panose="02010600030101010101" pitchFamily="2" charset="-122"/>
              </a:rPr>
              <a:t>i</a:t>
            </a:r>
            <a:r>
              <a:rPr lang="en-US" altLang="zh-CN" sz="3200" baseline="-25000" dirty="0">
                <a:solidFill>
                  <a:srgbClr val="FFFF03"/>
                </a:solidFill>
                <a:latin typeface="Times New Roman" panose="02020603050405020304" pitchFamily="18" charset="0"/>
                <a:ea typeface="宋体" panose="02010600030101010101" pitchFamily="2" charset="-122"/>
              </a:rPr>
              <a:t>2</a:t>
            </a:r>
            <a:r>
              <a:rPr lang="en-US" altLang="zh-CN" sz="3200" dirty="0">
                <a:solidFill>
                  <a:srgbClr val="FFFF03"/>
                </a:solidFill>
                <a:latin typeface="Times New Roman" panose="02020603050405020304" pitchFamily="18" charset="0"/>
                <a:ea typeface="宋体" panose="02010600030101010101" pitchFamily="2" charset="-122"/>
              </a:rPr>
              <a:t>R</a:t>
            </a:r>
            <a:r>
              <a:rPr lang="en-US" altLang="zh-CN" sz="3200" baseline="-25000" dirty="0">
                <a:solidFill>
                  <a:srgbClr val="FFFF03"/>
                </a:solidFill>
                <a:latin typeface="Times New Roman" panose="02020603050405020304" pitchFamily="18" charset="0"/>
                <a:ea typeface="宋体" panose="02010600030101010101" pitchFamily="2" charset="-122"/>
              </a:rPr>
              <a:t>2</a:t>
            </a:r>
            <a:r>
              <a:rPr lang="en-US" altLang="zh-CN" sz="3200" dirty="0">
                <a:solidFill>
                  <a:srgbClr val="FFFF03"/>
                </a:solidFill>
                <a:latin typeface="Times New Roman" panose="02020603050405020304" pitchFamily="18" charset="0"/>
                <a:ea typeface="宋体" panose="02010600030101010101" pitchFamily="2" charset="-122"/>
              </a:rPr>
              <a:t>+</a:t>
            </a:r>
            <a:r>
              <a:rPr lang="en-US" altLang="zh-CN" sz="3200" dirty="0">
                <a:solidFill>
                  <a:srgbClr val="FFFF03"/>
                </a:solidFill>
                <a:latin typeface="Monotype Corsiva" pitchFamily="66" charset="0"/>
                <a:ea typeface="宋体" panose="02010600030101010101" pitchFamily="2" charset="-122"/>
              </a:rPr>
              <a:t>i</a:t>
            </a:r>
            <a:r>
              <a:rPr lang="en-US" altLang="zh-CN" sz="3200" baseline="-25000" dirty="0">
                <a:solidFill>
                  <a:srgbClr val="FFFF03"/>
                </a:solidFill>
                <a:latin typeface="Times New Roman" panose="02020603050405020304" pitchFamily="18" charset="0"/>
                <a:ea typeface="宋体" panose="02010600030101010101" pitchFamily="2" charset="-122"/>
              </a:rPr>
              <a:t>3</a:t>
            </a:r>
            <a:r>
              <a:rPr lang="en-US" altLang="zh-CN" sz="3200" dirty="0">
                <a:solidFill>
                  <a:srgbClr val="FFFF03"/>
                </a:solidFill>
                <a:latin typeface="Times New Roman" panose="02020603050405020304" pitchFamily="18" charset="0"/>
                <a:ea typeface="宋体" panose="02010600030101010101" pitchFamily="2" charset="-122"/>
              </a:rPr>
              <a:t>R</a:t>
            </a:r>
            <a:r>
              <a:rPr lang="en-US" altLang="zh-CN" sz="3200" baseline="-25000" dirty="0">
                <a:solidFill>
                  <a:srgbClr val="FFFF03"/>
                </a:solidFill>
                <a:latin typeface="Times New Roman" panose="02020603050405020304" pitchFamily="18" charset="0"/>
                <a:ea typeface="宋体" panose="02010600030101010101" pitchFamily="2" charset="-122"/>
              </a:rPr>
              <a:t>3 </a:t>
            </a:r>
            <a:r>
              <a:rPr lang="en-US" altLang="zh-CN" sz="3200" dirty="0">
                <a:solidFill>
                  <a:srgbClr val="FFFF03"/>
                </a:solidFill>
                <a:latin typeface="Times New Roman" panose="02020603050405020304" pitchFamily="18" charset="0"/>
                <a:ea typeface="宋体" panose="02010600030101010101" pitchFamily="2" charset="-122"/>
              </a:rPr>
              <a:t>–</a:t>
            </a:r>
            <a:r>
              <a:rPr lang="en-US" altLang="zh-CN" sz="3200" dirty="0">
                <a:solidFill>
                  <a:srgbClr val="FFFF03"/>
                </a:solidFill>
                <a:latin typeface="Monotype Corsiva" pitchFamily="66" charset="0"/>
                <a:ea typeface="宋体" panose="02010600030101010101" pitchFamily="2" charset="-122"/>
              </a:rPr>
              <a:t>i</a:t>
            </a:r>
            <a:r>
              <a:rPr lang="en-US" altLang="zh-CN" sz="3200" baseline="-25000" dirty="0">
                <a:solidFill>
                  <a:srgbClr val="FFFF03"/>
                </a:solidFill>
                <a:latin typeface="Times New Roman" panose="02020603050405020304" pitchFamily="18" charset="0"/>
                <a:ea typeface="宋体" panose="02010600030101010101" pitchFamily="2" charset="-122"/>
              </a:rPr>
              <a:t>4</a:t>
            </a:r>
            <a:r>
              <a:rPr lang="en-US" altLang="zh-CN" sz="3200" dirty="0">
                <a:solidFill>
                  <a:srgbClr val="FFFF03"/>
                </a:solidFill>
                <a:latin typeface="Times New Roman" panose="02020603050405020304" pitchFamily="18" charset="0"/>
                <a:ea typeface="宋体" panose="02010600030101010101" pitchFamily="2" charset="-122"/>
              </a:rPr>
              <a:t>R</a:t>
            </a:r>
            <a:r>
              <a:rPr lang="en-US" altLang="zh-CN" sz="3200" baseline="-25000" dirty="0">
                <a:solidFill>
                  <a:srgbClr val="FFFF03"/>
                </a:solidFill>
                <a:latin typeface="Times New Roman" panose="02020603050405020304" pitchFamily="18" charset="0"/>
                <a:ea typeface="宋体" panose="02010600030101010101" pitchFamily="2" charset="-122"/>
              </a:rPr>
              <a:t>4</a:t>
            </a:r>
            <a:r>
              <a:rPr lang="en-US" altLang="zh-CN" sz="3200" dirty="0">
                <a:solidFill>
                  <a:srgbClr val="FFFF03"/>
                </a:solidFill>
                <a:latin typeface="Times New Roman" panose="02020603050405020304" pitchFamily="18" charset="0"/>
                <a:ea typeface="宋体" panose="02010600030101010101" pitchFamily="2" charset="-122"/>
              </a:rPr>
              <a:t>= – </a:t>
            </a: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2</a:t>
            </a:r>
            <a:r>
              <a:rPr lang="en-US" altLang="zh-CN" sz="3200" dirty="0">
                <a:solidFill>
                  <a:srgbClr val="FFFF03"/>
                </a:solidFill>
                <a:latin typeface="Times New Roman" panose="02020603050405020304" pitchFamily="18" charset="0"/>
                <a:ea typeface="宋体" panose="02010600030101010101" pitchFamily="2" charset="-122"/>
              </a:rPr>
              <a:t>+</a:t>
            </a:r>
            <a:r>
              <a:rPr lang="en-US" altLang="zh-CN" sz="3200" dirty="0">
                <a:solidFill>
                  <a:srgbClr val="FFFF03"/>
                </a:solidFill>
                <a:latin typeface="Monotype Corsiva" pitchFamily="66" charset="0"/>
                <a:ea typeface="宋体" panose="02010600030101010101" pitchFamily="2" charset="-122"/>
              </a:rPr>
              <a:t>u</a:t>
            </a:r>
            <a:r>
              <a:rPr lang="en-US" altLang="zh-CN" sz="3200" baseline="-25000" dirty="0">
                <a:solidFill>
                  <a:srgbClr val="FFFF03"/>
                </a:solidFill>
                <a:latin typeface="Times New Roman" panose="02020603050405020304" pitchFamily="18" charset="0"/>
                <a:ea typeface="宋体" panose="02010600030101010101" pitchFamily="2" charset="-122"/>
              </a:rPr>
              <a:t>1</a:t>
            </a:r>
            <a:endParaRPr lang="en-US" altLang="zh-CN" sz="3200" baseline="-25000" dirty="0">
              <a:solidFill>
                <a:srgbClr val="FFFF03"/>
              </a:solidFill>
              <a:latin typeface="Times New Roman" panose="02020603050405020304" pitchFamily="18" charset="0"/>
              <a:ea typeface="宋体" panose="02010600030101010101" pitchFamily="2" charset="-122"/>
            </a:endParaRPr>
          </a:p>
        </p:txBody>
      </p:sp>
      <p:sp>
        <p:nvSpPr>
          <p:cNvPr id="100406" name="Text Box 54" descr="羊皮纸"/>
          <p:cNvSpPr txBox="1"/>
          <p:nvPr/>
        </p:nvSpPr>
        <p:spPr>
          <a:xfrm>
            <a:off x="6230938" y="5692775"/>
            <a:ext cx="2376487" cy="536575"/>
          </a:xfrm>
          <a:prstGeom prst="rect">
            <a:avLst/>
          </a:prstGeom>
          <a:blipFill rotWithShape="0">
            <a:blip r:embed="rId2"/>
          </a:blipFill>
          <a:ln w="38100" cap="flat" cmpd="sng">
            <a:solidFill>
              <a:schemeClr val="accent2"/>
            </a:solidFill>
            <a:prstDash val="solid"/>
            <a:miter/>
            <a:headEnd type="none" w="med" len="med"/>
            <a:tailEnd type="none" w="med" len="med"/>
          </a:ln>
        </p:spPr>
        <p:txBody>
          <a:bodyPr anchor="t">
            <a:spAutoFit/>
          </a:bodyPr>
          <a:p>
            <a:pPr>
              <a:spcBef>
                <a:spcPct val="50000"/>
              </a:spcBef>
            </a:pPr>
            <a:r>
              <a:rPr lang="en-US" altLang="zh-CN"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dirty="0">
                <a:solidFill>
                  <a:schemeClr val="tx1"/>
                </a:solidFill>
                <a:latin typeface="Monotype Corsiva" pitchFamily="66" charset="0"/>
                <a:ea typeface="宋体" panose="02010600030101010101" pitchFamily="2" charset="-122"/>
                <a:sym typeface="Symbol" panose="05050102010706020507" pitchFamily="18" charset="2"/>
              </a:rPr>
              <a:t>i</a:t>
            </a:r>
            <a:r>
              <a:rPr lang="en-US" altLang="zh-CN" dirty="0">
                <a:solidFill>
                  <a:schemeClr val="tx1"/>
                </a:solidFill>
                <a:latin typeface="Times New Roman" panose="02020603050405020304" pitchFamily="18" charset="0"/>
                <a:ea typeface="宋体" panose="02010600030101010101" pitchFamily="2" charset="-122"/>
                <a:sym typeface="Symbol" panose="05050102010706020507" pitchFamily="18" charset="2"/>
              </a:rPr>
              <a:t>R= </a:t>
            </a:r>
            <a:r>
              <a:rPr lang="en-US" altLang="zh-CN" dirty="0">
                <a:solidFill>
                  <a:schemeClr val="tx1"/>
                </a:solidFill>
                <a:latin typeface="Monotype Corsiva" pitchFamily="66" charset="0"/>
                <a:ea typeface="宋体" panose="02010600030101010101" pitchFamily="2" charset="-122"/>
                <a:sym typeface="Symbol" panose="05050102010706020507" pitchFamily="18" charset="2"/>
              </a:rPr>
              <a:t>u</a:t>
            </a:r>
            <a:r>
              <a:rPr lang="en-US" altLang="zh-CN"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rPr>
              <a:t>S</a:t>
            </a:r>
            <a:endParaRPr lang="en-US" altLang="zh-CN"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100407" name="Group 55"/>
          <p:cNvGrpSpPr/>
          <p:nvPr/>
        </p:nvGrpSpPr>
        <p:grpSpPr>
          <a:xfrm>
            <a:off x="4267200" y="947738"/>
            <a:ext cx="4229100" cy="3333750"/>
            <a:chOff x="2688" y="597"/>
            <a:chExt cx="2664" cy="2100"/>
          </a:xfrm>
        </p:grpSpPr>
        <p:sp>
          <p:nvSpPr>
            <p:cNvPr id="28727" name="Text Box 56"/>
            <p:cNvSpPr txBox="1"/>
            <p:nvPr/>
          </p:nvSpPr>
          <p:spPr>
            <a:xfrm>
              <a:off x="3253" y="597"/>
              <a:ext cx="386" cy="326"/>
            </a:xfrm>
            <a:prstGeom prst="rect">
              <a:avLst/>
            </a:prstGeom>
            <a:noFill/>
            <a:ln w="9525">
              <a:noFill/>
            </a:ln>
          </p:spPr>
          <p:txBody>
            <a:bodyPr anchor="t">
              <a:spAutoFit/>
            </a:bodyPr>
            <a:p>
              <a:pPr>
                <a:spcBef>
                  <a:spcPct val="50000"/>
                </a:spcBef>
              </a:pPr>
              <a:r>
                <a:rPr lang="en-US" altLang="zh-CN" dirty="0">
                  <a:solidFill>
                    <a:srgbClr val="FFFF03"/>
                  </a:solidFill>
                  <a:latin typeface="Monotype Corsiva" pitchFamily="66"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1</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8728" name="Line 57"/>
            <p:cNvSpPr/>
            <p:nvPr/>
          </p:nvSpPr>
          <p:spPr>
            <a:xfrm>
              <a:off x="2992" y="1364"/>
              <a:ext cx="0" cy="294"/>
            </a:xfrm>
            <a:prstGeom prst="line">
              <a:avLst/>
            </a:prstGeom>
            <a:ln w="38100" cap="flat" cmpd="sng">
              <a:solidFill>
                <a:srgbClr val="FF0000"/>
              </a:solidFill>
              <a:prstDash val="solid"/>
              <a:round/>
              <a:headEnd type="none" w="med" len="med"/>
              <a:tailEnd type="stealth" w="sm" len="lg"/>
            </a:ln>
          </p:spPr>
        </p:sp>
        <p:sp>
          <p:nvSpPr>
            <p:cNvPr id="28729" name="Line 58"/>
            <p:cNvSpPr/>
            <p:nvPr/>
          </p:nvSpPr>
          <p:spPr>
            <a:xfrm>
              <a:off x="3302" y="906"/>
              <a:ext cx="307" cy="0"/>
            </a:xfrm>
            <a:prstGeom prst="line">
              <a:avLst/>
            </a:prstGeom>
            <a:ln w="38100" cap="flat" cmpd="sng">
              <a:solidFill>
                <a:srgbClr val="FF0000"/>
              </a:solidFill>
              <a:prstDash val="solid"/>
              <a:round/>
              <a:headEnd type="none" w="med" len="med"/>
              <a:tailEnd type="stealth" w="sm" len="lg"/>
            </a:ln>
          </p:spPr>
        </p:sp>
        <p:sp>
          <p:nvSpPr>
            <p:cNvPr id="28730" name="Line 59"/>
            <p:cNvSpPr/>
            <p:nvPr/>
          </p:nvSpPr>
          <p:spPr>
            <a:xfrm>
              <a:off x="4982" y="1086"/>
              <a:ext cx="0" cy="281"/>
            </a:xfrm>
            <a:prstGeom prst="line">
              <a:avLst/>
            </a:prstGeom>
            <a:ln w="38100" cap="flat" cmpd="sng">
              <a:solidFill>
                <a:schemeClr val="bg1"/>
              </a:solidFill>
              <a:prstDash val="solid"/>
              <a:round/>
              <a:headEnd type="none" w="med" len="med"/>
              <a:tailEnd type="stealth" w="sm" len="lg"/>
            </a:ln>
          </p:spPr>
        </p:sp>
        <p:sp>
          <p:nvSpPr>
            <p:cNvPr id="28731" name="Line 60"/>
            <p:cNvSpPr/>
            <p:nvPr/>
          </p:nvSpPr>
          <p:spPr>
            <a:xfrm flipH="1">
              <a:off x="4497" y="2392"/>
              <a:ext cx="307" cy="0"/>
            </a:xfrm>
            <a:prstGeom prst="line">
              <a:avLst/>
            </a:prstGeom>
            <a:ln w="38100" cap="flat" cmpd="sng">
              <a:solidFill>
                <a:schemeClr val="bg1"/>
              </a:solidFill>
              <a:prstDash val="solid"/>
              <a:round/>
              <a:headEnd type="none" w="med" len="med"/>
              <a:tailEnd type="stealth" w="sm" len="lg"/>
            </a:ln>
          </p:spPr>
        </p:sp>
        <p:sp>
          <p:nvSpPr>
            <p:cNvPr id="28732" name="Text Box 61"/>
            <p:cNvSpPr txBox="1"/>
            <p:nvPr/>
          </p:nvSpPr>
          <p:spPr>
            <a:xfrm>
              <a:off x="4987" y="1053"/>
              <a:ext cx="365" cy="326"/>
            </a:xfrm>
            <a:prstGeom prst="rect">
              <a:avLst/>
            </a:prstGeom>
            <a:noFill/>
            <a:ln w="9525">
              <a:noFill/>
            </a:ln>
          </p:spPr>
          <p:txBody>
            <a:bodyPr anchor="t">
              <a:spAutoFit/>
            </a:bodyPr>
            <a:p>
              <a:pPr>
                <a:spcBef>
                  <a:spcPct val="50000"/>
                </a:spcBef>
              </a:pPr>
              <a:r>
                <a:rPr lang="en-US" altLang="zh-CN" dirty="0">
                  <a:solidFill>
                    <a:srgbClr val="FFFF03"/>
                  </a:solidFill>
                  <a:latin typeface="Monotype Corsiva" pitchFamily="66"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2</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8733" name="Text Box 62"/>
            <p:cNvSpPr txBox="1"/>
            <p:nvPr/>
          </p:nvSpPr>
          <p:spPr>
            <a:xfrm>
              <a:off x="4588" y="2371"/>
              <a:ext cx="563" cy="326"/>
            </a:xfrm>
            <a:prstGeom prst="rect">
              <a:avLst/>
            </a:prstGeom>
            <a:noFill/>
            <a:ln w="9525">
              <a:noFill/>
            </a:ln>
          </p:spPr>
          <p:txBody>
            <a:bodyPr anchor="t">
              <a:spAutoFit/>
            </a:bodyPr>
            <a:p>
              <a:pPr>
                <a:spcBef>
                  <a:spcPct val="50000"/>
                </a:spcBef>
              </a:pPr>
              <a:r>
                <a:rPr lang="en-US" altLang="zh-CN" dirty="0">
                  <a:solidFill>
                    <a:srgbClr val="FFFF03"/>
                  </a:solidFill>
                  <a:latin typeface="Monotype Corsiva" pitchFamily="66"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3</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8734" name="Text Box 63"/>
            <p:cNvSpPr txBox="1"/>
            <p:nvPr/>
          </p:nvSpPr>
          <p:spPr>
            <a:xfrm>
              <a:off x="2688" y="1301"/>
              <a:ext cx="417" cy="326"/>
            </a:xfrm>
            <a:prstGeom prst="rect">
              <a:avLst/>
            </a:prstGeom>
            <a:noFill/>
            <a:ln w="9525">
              <a:noFill/>
            </a:ln>
          </p:spPr>
          <p:txBody>
            <a:bodyPr anchor="t">
              <a:spAutoFit/>
            </a:bodyPr>
            <a:p>
              <a:pPr>
                <a:spcBef>
                  <a:spcPct val="50000"/>
                </a:spcBef>
              </a:pPr>
              <a:r>
                <a:rPr lang="en-US" altLang="zh-CN" dirty="0">
                  <a:solidFill>
                    <a:srgbClr val="FFFF03"/>
                  </a:solidFill>
                  <a:latin typeface="Monotype Corsiva" pitchFamily="66"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4</a:t>
              </a:r>
              <a:endParaRPr lang="en-US" altLang="zh-CN" dirty="0">
                <a:solidFill>
                  <a:srgbClr val="FFFF03"/>
                </a:solidFill>
                <a:latin typeface="Times New Roman" panose="02020603050405020304" pitchFamily="18" charset="0"/>
                <a:ea typeface="宋体" panose="02010600030101010101" pitchFamily="2" charset="-122"/>
              </a:endParaRPr>
            </a:p>
          </p:txBody>
        </p:sp>
      </p:grpSp>
      <p:sp>
        <p:nvSpPr>
          <p:cNvPr id="100416" name="Arc 64"/>
          <p:cNvSpPr/>
          <p:nvPr/>
        </p:nvSpPr>
        <p:spPr>
          <a:xfrm>
            <a:off x="5578475" y="2265363"/>
            <a:ext cx="939800" cy="977900"/>
          </a:xfrm>
          <a:custGeom>
            <a:avLst/>
            <a:gdLst/>
            <a:ahLst/>
            <a:cxnLst>
              <a:cxn ang="0">
                <a:pos x="1295713" y="2402714"/>
              </a:cxn>
              <a:cxn ang="0">
                <a:pos x="0" y="18802029"/>
              </a:cxn>
              <a:cxn ang="0">
                <a:pos x="9941051" y="11068153"/>
              </a:cxn>
            </a:cxnLst>
            <a:pathLst>
              <a:path w="37052" h="43200" fill="none">
                <a:moveTo>
                  <a:pt x="2014" y="4689"/>
                </a:moveTo>
                <a:cubicBezTo>
                  <a:pt x="5834" y="1652"/>
                  <a:pt x="10571" y="-1"/>
                  <a:pt x="15452" y="0"/>
                </a:cubicBezTo>
                <a:cubicBezTo>
                  <a:pt x="27381" y="0"/>
                  <a:pt x="37052" y="9670"/>
                  <a:pt x="37052" y="21600"/>
                </a:cubicBezTo>
                <a:cubicBezTo>
                  <a:pt x="37052" y="33529"/>
                  <a:pt x="27381" y="43200"/>
                  <a:pt x="15452" y="43200"/>
                </a:cubicBezTo>
                <a:cubicBezTo>
                  <a:pt x="9635" y="43200"/>
                  <a:pt x="4064" y="40854"/>
                  <a:pt x="0" y="36692"/>
                </a:cubicBezTo>
              </a:path>
              <a:path w="37052" h="43200" stroke="0">
                <a:moveTo>
                  <a:pt x="2014" y="4689"/>
                </a:moveTo>
                <a:cubicBezTo>
                  <a:pt x="5834" y="1652"/>
                  <a:pt x="10571" y="-1"/>
                  <a:pt x="15452" y="0"/>
                </a:cubicBezTo>
                <a:cubicBezTo>
                  <a:pt x="27381" y="0"/>
                  <a:pt x="37052" y="9670"/>
                  <a:pt x="37052" y="21600"/>
                </a:cubicBezTo>
                <a:cubicBezTo>
                  <a:pt x="37052" y="33529"/>
                  <a:pt x="27381" y="43200"/>
                  <a:pt x="15452" y="43200"/>
                </a:cubicBezTo>
                <a:cubicBezTo>
                  <a:pt x="9635" y="43200"/>
                  <a:pt x="4064" y="40854"/>
                  <a:pt x="0" y="36692"/>
                </a:cubicBezTo>
                <a:lnTo>
                  <a:pt x="15452" y="21600"/>
                </a:lnTo>
                <a:lnTo>
                  <a:pt x="2014" y="4689"/>
                </a:lnTo>
                <a:close/>
              </a:path>
            </a:pathLst>
          </a:custGeom>
          <a:noFill/>
          <a:ln w="38100" cap="flat" cmpd="sng">
            <a:solidFill>
              <a:srgbClr val="FF00FF"/>
            </a:solidFill>
            <a:prstDash val="solid"/>
            <a:round/>
            <a:headEnd type="none" w="med" len="med"/>
            <a:tailEnd type="stealth" w="sm" len="lg"/>
          </a:ln>
        </p:spPr>
        <p:txBody>
          <a:bodyPr/>
          <a:p>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2000"/>
                                  </p:stCondLst>
                                  <p:childTnLst>
                                    <p:set>
                                      <p:cBhvr>
                                        <p:cTn id="6" dur="1" fill="hold">
                                          <p:stCondLst>
                                            <p:cond delay="0"/>
                                          </p:stCondLst>
                                        </p:cTn>
                                        <p:tgtEl>
                                          <p:spTgt spid="100354"/>
                                        </p:tgtEl>
                                        <p:attrNameLst>
                                          <p:attrName>style.visibility</p:attrName>
                                        </p:attrNameLst>
                                      </p:cBhvr>
                                      <p:to>
                                        <p:strVal val="visible"/>
                                      </p:to>
                                    </p:set>
                                    <p:animEffect transition="in" filter="slide(fromBottom)">
                                      <p:cBhvr>
                                        <p:cTn id="7" dur="500"/>
                                        <p:tgtEl>
                                          <p:spTgt spid="10035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00400"/>
                                        </p:tgtEl>
                                        <p:attrNameLst>
                                          <p:attrName>style.visibility</p:attrName>
                                        </p:attrNameLst>
                                      </p:cBhvr>
                                      <p:to>
                                        <p:strVal val="visible"/>
                                      </p:to>
                                    </p:set>
                                    <p:animEffect transition="in" filter="barn(outVertical)">
                                      <p:cBhvr>
                                        <p:cTn id="12" dur="500"/>
                                        <p:tgtEl>
                                          <p:spTgt spid="100400"/>
                                        </p:tgtEl>
                                      </p:cBhvr>
                                    </p:animEffect>
                                  </p:childTnLst>
                                </p:cTn>
                              </p:par>
                            </p:childTnLst>
                          </p:cTn>
                        </p:par>
                        <p:par>
                          <p:cTn id="13" fill="hold">
                            <p:stCondLst>
                              <p:cond delay="500"/>
                            </p:stCondLst>
                            <p:childTnLst>
                              <p:par>
                                <p:cTn id="14" presetID="18" presetClass="entr" presetSubtype="3" fill="hold" grpId="0" nodeType="afterEffect">
                                  <p:stCondLst>
                                    <p:cond delay="1000"/>
                                  </p:stCondLst>
                                  <p:childTnLst>
                                    <p:set>
                                      <p:cBhvr>
                                        <p:cTn id="15" dur="1" fill="hold">
                                          <p:stCondLst>
                                            <p:cond delay="0"/>
                                          </p:stCondLst>
                                        </p:cTn>
                                        <p:tgtEl>
                                          <p:spTgt spid="100355"/>
                                        </p:tgtEl>
                                        <p:attrNameLst>
                                          <p:attrName>style.visibility</p:attrName>
                                        </p:attrNameLst>
                                      </p:cBhvr>
                                      <p:to>
                                        <p:strVal val="visible"/>
                                      </p:to>
                                    </p:set>
                                    <p:animEffect transition="in" filter="strips(upRight)">
                                      <p:cBhvr>
                                        <p:cTn id="16" dur="500"/>
                                        <p:tgtEl>
                                          <p:spTgt spid="100355"/>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iterate type="wd">
                                    <p:tmPct val="100000"/>
                                  </p:iterate>
                                  <p:childTnLst>
                                    <p:set>
                                      <p:cBhvr>
                                        <p:cTn id="20" dur="1" fill="hold">
                                          <p:stCondLst>
                                            <p:cond delay="0"/>
                                          </p:stCondLst>
                                        </p:cTn>
                                        <p:tgtEl>
                                          <p:spTgt spid="100401"/>
                                        </p:tgtEl>
                                        <p:attrNameLst>
                                          <p:attrName>style.visibility</p:attrName>
                                        </p:attrNameLst>
                                      </p:cBhvr>
                                      <p:to>
                                        <p:strVal val="visible"/>
                                      </p:to>
                                    </p:set>
                                    <p:animEffect transition="in" filter="box(in)">
                                      <p:cBhvr>
                                        <p:cTn id="21" dur="300"/>
                                        <p:tgtEl>
                                          <p:spTgt spid="100401"/>
                                        </p:tgtEl>
                                      </p:cBhvr>
                                    </p:animEffect>
                                  </p:childTnLst>
                                </p:cTn>
                              </p:par>
                            </p:childTnLst>
                          </p:cTn>
                        </p:par>
                        <p:par>
                          <p:cTn id="22" fill="hold">
                            <p:stCondLst>
                              <p:cond delay="1200"/>
                            </p:stCondLst>
                            <p:childTnLst>
                              <p:par>
                                <p:cTn id="23" presetID="17" presetClass="entr" presetSubtype="10" fill="hold" grpId="0" nodeType="afterEffect">
                                  <p:stCondLst>
                                    <p:cond delay="1000"/>
                                  </p:stCondLst>
                                  <p:childTnLst>
                                    <p:set>
                                      <p:cBhvr>
                                        <p:cTn id="24" dur="1" fill="hold">
                                          <p:stCondLst>
                                            <p:cond delay="0"/>
                                          </p:stCondLst>
                                        </p:cTn>
                                        <p:tgtEl>
                                          <p:spTgt spid="100356"/>
                                        </p:tgtEl>
                                        <p:attrNameLst>
                                          <p:attrName>style.visibility</p:attrName>
                                        </p:attrNameLst>
                                      </p:cBhvr>
                                      <p:to>
                                        <p:strVal val="visible"/>
                                      </p:to>
                                    </p:set>
                                    <p:anim calcmode="lin" valueType="num">
                                      <p:cBhvr>
                                        <p:cTn id="25" dur="500" fill="hold"/>
                                        <p:tgtEl>
                                          <p:spTgt spid="100356"/>
                                        </p:tgtEl>
                                        <p:attrNameLst>
                                          <p:attrName>ppt_w</p:attrName>
                                        </p:attrNameLst>
                                      </p:cBhvr>
                                      <p:tavLst>
                                        <p:tav tm="0">
                                          <p:val>
                                            <p:fltVal val="0.000000"/>
                                          </p:val>
                                        </p:tav>
                                        <p:tav tm="100000">
                                          <p:val>
                                            <p:strVal val="#ppt_w"/>
                                          </p:val>
                                        </p:tav>
                                      </p:tavLst>
                                    </p:anim>
                                    <p:anim calcmode="lin" valueType="num">
                                      <p:cBhvr>
                                        <p:cTn id="26" dur="500" fill="hold"/>
                                        <p:tgtEl>
                                          <p:spTgt spid="100356"/>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00357"/>
                                        </p:tgtEl>
                                        <p:attrNameLst>
                                          <p:attrName>style.visibility</p:attrName>
                                        </p:attrNameLst>
                                      </p:cBhvr>
                                      <p:to>
                                        <p:strVal val="visible"/>
                                      </p:to>
                                    </p:set>
                                    <p:animEffect transition="in" filter="dissolve">
                                      <p:cBhvr>
                                        <p:cTn id="31" dur="500"/>
                                        <p:tgtEl>
                                          <p:spTgt spid="10035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100416"/>
                                        </p:tgtEl>
                                        <p:attrNameLst>
                                          <p:attrName>style.visibility</p:attrName>
                                        </p:attrNameLst>
                                      </p:cBhvr>
                                      <p:to>
                                        <p:strVal val="visible"/>
                                      </p:to>
                                    </p:set>
                                    <p:animEffect transition="in" filter="wipe(up)">
                                      <p:cBhvr>
                                        <p:cTn id="36" dur="500"/>
                                        <p:tgtEl>
                                          <p:spTgt spid="100416"/>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5" fill="hold" grpId="0" nodeType="clickEffect">
                                  <p:stCondLst>
                                    <p:cond delay="0"/>
                                  </p:stCondLst>
                                  <p:childTnLst>
                                    <p:set>
                                      <p:cBhvr>
                                        <p:cTn id="40" dur="1" fill="hold">
                                          <p:stCondLst>
                                            <p:cond delay="0"/>
                                          </p:stCondLst>
                                        </p:cTn>
                                        <p:tgtEl>
                                          <p:spTgt spid="100403"/>
                                        </p:tgtEl>
                                        <p:attrNameLst>
                                          <p:attrName>style.visibility</p:attrName>
                                        </p:attrNameLst>
                                      </p:cBhvr>
                                      <p:to>
                                        <p:strVal val="visible"/>
                                      </p:to>
                                    </p:set>
                                    <p:animEffect transition="in" filter="blinds(vertical)">
                                      <p:cBhvr>
                                        <p:cTn id="41" dur="500"/>
                                        <p:tgtEl>
                                          <p:spTgt spid="100403"/>
                                        </p:tgtEl>
                                      </p:cBhvr>
                                    </p:animEffect>
                                  </p:childTnLst>
                                </p:cTn>
                              </p:par>
                            </p:childTnLst>
                          </p:cTn>
                        </p:par>
                      </p:childTnLst>
                    </p:cTn>
                  </p:par>
                  <p:par>
                    <p:cTn id="42" fill="hold">
                      <p:stCondLst>
                        <p:cond delay="indefinite"/>
                      </p:stCondLst>
                      <p:childTnLst>
                        <p:par>
                          <p:cTn id="43" fill="hold">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100404"/>
                                        </p:tgtEl>
                                        <p:attrNameLst>
                                          <p:attrName>style.visibility</p:attrName>
                                        </p:attrNameLst>
                                      </p:cBhvr>
                                      <p:to>
                                        <p:strVal val="visible"/>
                                      </p:to>
                                    </p:set>
                                    <p:animEffect transition="in" filter="checkerboard(across)">
                                      <p:cBhvr>
                                        <p:cTn id="46" dur="500"/>
                                        <p:tgtEl>
                                          <p:spTgt spid="100404"/>
                                        </p:tgtEl>
                                      </p:cBhvr>
                                    </p:animEffect>
                                  </p:childTnLst>
                                </p:cTn>
                              </p:par>
                            </p:childTnLst>
                          </p:cTn>
                        </p:par>
                      </p:childTnLst>
                    </p:cTn>
                  </p:par>
                  <p:par>
                    <p:cTn id="47" fill="hold">
                      <p:stCondLst>
                        <p:cond delay="indefinite"/>
                      </p:stCondLst>
                      <p:childTnLst>
                        <p:par>
                          <p:cTn id="48" fill="hold">
                            <p:stCondLst>
                              <p:cond delay="0"/>
                            </p:stCondLst>
                            <p:childTnLst>
                              <p:par>
                                <p:cTn id="49" presetID="17" presetClass="entr" presetSubtype="4" fill="hold" grpId="0" nodeType="clickEffect">
                                  <p:stCondLst>
                                    <p:cond delay="0"/>
                                  </p:stCondLst>
                                  <p:iterate type="wd">
                                    <p:tmPct val="100000"/>
                                  </p:iterate>
                                  <p:childTnLst>
                                    <p:set>
                                      <p:cBhvr>
                                        <p:cTn id="50" dur="1" fill="hold">
                                          <p:stCondLst>
                                            <p:cond delay="0"/>
                                          </p:stCondLst>
                                        </p:cTn>
                                        <p:tgtEl>
                                          <p:spTgt spid="100402"/>
                                        </p:tgtEl>
                                        <p:attrNameLst>
                                          <p:attrName>style.visibility</p:attrName>
                                        </p:attrNameLst>
                                      </p:cBhvr>
                                      <p:to>
                                        <p:strVal val="visible"/>
                                      </p:to>
                                    </p:set>
                                    <p:anim calcmode="lin" valueType="num">
                                      <p:cBhvr>
                                        <p:cTn id="51" dur="300" fill="hold"/>
                                        <p:tgtEl>
                                          <p:spTgt spid="100402"/>
                                        </p:tgtEl>
                                        <p:attrNameLst>
                                          <p:attrName>ppt_x</p:attrName>
                                        </p:attrNameLst>
                                      </p:cBhvr>
                                      <p:tavLst>
                                        <p:tav tm="0">
                                          <p:val>
                                            <p:strVal val="#ppt_x"/>
                                          </p:val>
                                        </p:tav>
                                        <p:tav tm="100000">
                                          <p:val>
                                            <p:strVal val="#ppt_x"/>
                                          </p:val>
                                        </p:tav>
                                      </p:tavLst>
                                    </p:anim>
                                    <p:anim calcmode="lin" valueType="num">
                                      <p:cBhvr>
                                        <p:cTn id="52" dur="300" fill="hold"/>
                                        <p:tgtEl>
                                          <p:spTgt spid="100402"/>
                                        </p:tgtEl>
                                        <p:attrNameLst>
                                          <p:attrName>ppt_y</p:attrName>
                                        </p:attrNameLst>
                                      </p:cBhvr>
                                      <p:tavLst>
                                        <p:tav tm="0">
                                          <p:val>
                                            <p:strVal val="#ppt_y+#ppt_h/2"/>
                                          </p:val>
                                        </p:tav>
                                        <p:tav tm="100000">
                                          <p:val>
                                            <p:strVal val="#ppt_y"/>
                                          </p:val>
                                        </p:tav>
                                      </p:tavLst>
                                    </p:anim>
                                    <p:anim calcmode="lin" valueType="num">
                                      <p:cBhvr>
                                        <p:cTn id="53" dur="300" fill="hold"/>
                                        <p:tgtEl>
                                          <p:spTgt spid="100402"/>
                                        </p:tgtEl>
                                        <p:attrNameLst>
                                          <p:attrName>ppt_w</p:attrName>
                                        </p:attrNameLst>
                                      </p:cBhvr>
                                      <p:tavLst>
                                        <p:tav tm="0">
                                          <p:val>
                                            <p:strVal val="#ppt_w"/>
                                          </p:val>
                                        </p:tav>
                                        <p:tav tm="100000">
                                          <p:val>
                                            <p:strVal val="#ppt_w"/>
                                          </p:val>
                                        </p:tav>
                                      </p:tavLst>
                                    </p:anim>
                                    <p:anim calcmode="lin" valueType="num">
                                      <p:cBhvr>
                                        <p:cTn id="54" dur="300" fill="hold"/>
                                        <p:tgtEl>
                                          <p:spTgt spid="100402"/>
                                        </p:tgtEl>
                                        <p:attrNameLst>
                                          <p:attrName>ppt_h</p:attrName>
                                        </p:attrNameLst>
                                      </p:cBhvr>
                                      <p:tavLst>
                                        <p:tav tm="0">
                                          <p:val>
                                            <p:fltVal val="0.00000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3" fill="hold" nodeType="clickEffect">
                                  <p:stCondLst>
                                    <p:cond delay="0"/>
                                  </p:stCondLst>
                                  <p:childTnLst>
                                    <p:set>
                                      <p:cBhvr>
                                        <p:cTn id="58" dur="1" fill="hold">
                                          <p:stCondLst>
                                            <p:cond delay="0"/>
                                          </p:stCondLst>
                                        </p:cTn>
                                        <p:tgtEl>
                                          <p:spTgt spid="100407"/>
                                        </p:tgtEl>
                                        <p:attrNameLst>
                                          <p:attrName>style.visibility</p:attrName>
                                        </p:attrNameLst>
                                      </p:cBhvr>
                                      <p:to>
                                        <p:strVal val="visible"/>
                                      </p:to>
                                    </p:set>
                                    <p:anim calcmode="lin" valueType="num">
                                      <p:cBhvr additive="base">
                                        <p:cTn id="59" dur="500" fill="hold"/>
                                        <p:tgtEl>
                                          <p:spTgt spid="100407"/>
                                        </p:tgtEl>
                                        <p:attrNameLst>
                                          <p:attrName>ppt_x</p:attrName>
                                        </p:attrNameLst>
                                      </p:cBhvr>
                                      <p:tavLst>
                                        <p:tav tm="0">
                                          <p:val>
                                            <p:strVal val="1+#ppt_w/2"/>
                                          </p:val>
                                        </p:tav>
                                        <p:tav tm="100000">
                                          <p:val>
                                            <p:strVal val="#ppt_x"/>
                                          </p:val>
                                        </p:tav>
                                      </p:tavLst>
                                    </p:anim>
                                    <p:anim calcmode="lin" valueType="num">
                                      <p:cBhvr additive="base">
                                        <p:cTn id="60" dur="500" fill="hold"/>
                                        <p:tgtEl>
                                          <p:spTgt spid="100407"/>
                                        </p:tgtEl>
                                        <p:attrNameLst>
                                          <p:attrName>ppt_y</p:attrName>
                                        </p:attrNameLst>
                                      </p:cBhvr>
                                      <p:tavLst>
                                        <p:tav tm="0">
                                          <p:val>
                                            <p:strVal val="0-#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18" presetClass="entr" presetSubtype="12" fill="hold" grpId="0" nodeType="clickEffect">
                                  <p:stCondLst>
                                    <p:cond delay="0"/>
                                  </p:stCondLst>
                                  <p:childTnLst>
                                    <p:set>
                                      <p:cBhvr>
                                        <p:cTn id="64" dur="1" fill="hold">
                                          <p:stCondLst>
                                            <p:cond delay="0"/>
                                          </p:stCondLst>
                                        </p:cTn>
                                        <p:tgtEl>
                                          <p:spTgt spid="100405"/>
                                        </p:tgtEl>
                                        <p:attrNameLst>
                                          <p:attrName>style.visibility</p:attrName>
                                        </p:attrNameLst>
                                      </p:cBhvr>
                                      <p:to>
                                        <p:strVal val="visible"/>
                                      </p:to>
                                    </p:set>
                                    <p:animEffect transition="in" filter="strips(downLeft)">
                                      <p:cBhvr>
                                        <p:cTn id="65" dur="500"/>
                                        <p:tgtEl>
                                          <p:spTgt spid="100405"/>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iterate type="wd">
                                    <p:tmPct val="100000"/>
                                  </p:iterate>
                                  <p:childTnLst>
                                    <p:set>
                                      <p:cBhvr>
                                        <p:cTn id="69" dur="1" fill="hold">
                                          <p:stCondLst>
                                            <p:cond delay="0"/>
                                          </p:stCondLst>
                                        </p:cTn>
                                        <p:tgtEl>
                                          <p:spTgt spid="100406"/>
                                        </p:tgtEl>
                                        <p:attrNameLst>
                                          <p:attrName>style.visibility</p:attrName>
                                        </p:attrNameLst>
                                      </p:cBhvr>
                                      <p:to>
                                        <p:strVal val="visible"/>
                                      </p:to>
                                    </p:set>
                                    <p:animEffect transition="in" filter="dissolve">
                                      <p:cBhvr>
                                        <p:cTn id="70" dur="300"/>
                                        <p:tgtEl>
                                          <p:spTgt spid="100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p:bldP spid="100355" grpId="0" bldLvl="0" animBg="1"/>
      <p:bldP spid="100356" grpId="0" bldLvl="0" animBg="1"/>
      <p:bldP spid="100400" grpId="0"/>
      <p:bldP spid="100401" grpId="0"/>
      <p:bldP spid="100402" grpId="0" bldLvl="0" animBg="1"/>
      <p:bldP spid="100403" grpId="0"/>
      <p:bldP spid="100404" grpId="0"/>
      <p:bldP spid="100405" grpId="0"/>
      <p:bldP spid="100406"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5602" name="Rectangle 2"/>
          <p:cNvSpPr>
            <a:spLocks noGrp="1" noChangeArrowheads="1"/>
          </p:cNvSpPr>
          <p:nvPr>
            <p:ph type="title"/>
          </p:nvPr>
        </p:nvSpPr>
        <p:spPr>
          <a:xfrm>
            <a:off x="1150938" y="317500"/>
            <a:ext cx="6253163" cy="504825"/>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smtClean="0">
                <a:ln>
                  <a:noFill/>
                </a:ln>
                <a:solidFill>
                  <a:srgbClr val="FFFF99"/>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rPr>
              <a:t>§1—5 </a:t>
            </a:r>
            <a:r>
              <a:rPr kumimoji="1" lang="zh-CN" altLang="en-US" sz="2800" b="1" i="0" u="none" strike="noStrike" kern="0" cap="none" spc="0" normalizeH="0" baseline="0" noProof="0" smtClean="0">
                <a:ln>
                  <a:noFill/>
                </a:ln>
                <a:solidFill>
                  <a:srgbClr val="FFFF99"/>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rPr>
              <a:t>叠加定理与等效电源定理</a:t>
            </a:r>
            <a:endParaRPr kumimoji="1" lang="zh-CN" altLang="en-US" sz="2800" b="1" i="0" u="none" strike="noStrike" kern="0" cap="none" spc="0" normalizeH="0" baseline="0" noProof="0" smtClean="0">
              <a:ln>
                <a:noFill/>
              </a:ln>
              <a:solidFill>
                <a:srgbClr val="FFFF99"/>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endParaRPr>
          </a:p>
        </p:txBody>
      </p:sp>
      <p:sp>
        <p:nvSpPr>
          <p:cNvPr id="25604" name="Text Box 4"/>
          <p:cNvSpPr txBox="1"/>
          <p:nvPr/>
        </p:nvSpPr>
        <p:spPr>
          <a:xfrm>
            <a:off x="1794510" y="1081723"/>
            <a:ext cx="2519363" cy="460375"/>
          </a:xfrm>
          <a:prstGeom prst="rect">
            <a:avLst/>
          </a:prstGeom>
          <a:noFill/>
          <a:ln w="38100">
            <a:noFill/>
          </a:ln>
        </p:spPr>
        <p:txBody>
          <a:bodyPr anchor="t">
            <a:spAutoFit/>
          </a:bodyPr>
          <a:p>
            <a:pPr>
              <a:spcBef>
                <a:spcPct val="50000"/>
              </a:spcBef>
            </a:pPr>
            <a:r>
              <a:rPr lang="zh-CN" altLang="en-US" sz="2400" dirty="0">
                <a:solidFill>
                  <a:srgbClr val="FFFF03"/>
                </a:solidFill>
                <a:latin typeface="黑体" panose="02010609060101010101" pitchFamily="2" charset="-122"/>
                <a:ea typeface="黑体" panose="02010609060101010101" pitchFamily="2" charset="-122"/>
              </a:rPr>
              <a:t>一、叠加定理</a:t>
            </a:r>
            <a:endParaRPr lang="zh-CN" altLang="en-US" sz="2400" dirty="0">
              <a:solidFill>
                <a:srgbClr val="FFFF03"/>
              </a:solidFill>
              <a:latin typeface="黑体" panose="02010609060101010101" pitchFamily="2" charset="-122"/>
              <a:ea typeface="黑体" panose="02010609060101010101" pitchFamily="2" charset="-122"/>
            </a:endParaRPr>
          </a:p>
        </p:txBody>
      </p:sp>
      <p:sp>
        <p:nvSpPr>
          <p:cNvPr id="25606" name="Text Box 6"/>
          <p:cNvSpPr txBox="1"/>
          <p:nvPr/>
        </p:nvSpPr>
        <p:spPr>
          <a:xfrm>
            <a:off x="660083" y="1766253"/>
            <a:ext cx="7456487" cy="1114425"/>
          </a:xfrm>
          <a:prstGeom prst="rect">
            <a:avLst/>
          </a:prstGeom>
          <a:noFill/>
          <a:ln w="9525">
            <a:noFill/>
          </a:ln>
        </p:spPr>
        <p:txBody>
          <a:bodyPr anchor="t">
            <a:spAutoFit/>
          </a:bodyPr>
          <a:p>
            <a:pPr>
              <a:lnSpc>
                <a:spcPct val="120000"/>
              </a:lnSpc>
            </a:pPr>
            <a:r>
              <a:rPr lang="en-US" altLang="zh-CN" dirty="0">
                <a:solidFill>
                  <a:schemeClr val="tx1"/>
                </a:solidFill>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将一个多电源共同作用的电路，转化为单电源分别作用的电路。</a:t>
            </a:r>
            <a:endParaRPr lang="zh-CN" altLang="en-US" dirty="0">
              <a:latin typeface="宋体" panose="02010600030101010101" pitchFamily="2" charset="-122"/>
              <a:ea typeface="宋体" panose="02010600030101010101" pitchFamily="2" charset="-122"/>
            </a:endParaRPr>
          </a:p>
        </p:txBody>
      </p:sp>
      <p:sp>
        <p:nvSpPr>
          <p:cNvPr id="25607" name="Text Box 7"/>
          <p:cNvSpPr txBox="1"/>
          <p:nvPr/>
        </p:nvSpPr>
        <p:spPr>
          <a:xfrm>
            <a:off x="839788" y="1766253"/>
            <a:ext cx="1223962" cy="579437"/>
          </a:xfrm>
          <a:prstGeom prst="rect">
            <a:avLst/>
          </a:prstGeom>
          <a:noFill/>
          <a:ln w="9525">
            <a:noFill/>
          </a:ln>
        </p:spPr>
        <p:txBody>
          <a:bodyPr anchor="t">
            <a:spAutoFit/>
          </a:bodyPr>
          <a:p>
            <a:pPr>
              <a:spcBef>
                <a:spcPct val="50000"/>
              </a:spcBef>
            </a:pPr>
            <a:r>
              <a:rPr lang="en-US" altLang="zh-CN" sz="3200" i="1" dirty="0">
                <a:solidFill>
                  <a:schemeClr val="accent2"/>
                </a:solidFill>
                <a:latin typeface="宋体" panose="02010600030101010101" pitchFamily="2" charset="-122"/>
                <a:ea typeface="宋体" panose="02010600030101010101" pitchFamily="2" charset="-122"/>
              </a:rPr>
              <a:t> </a:t>
            </a:r>
            <a:r>
              <a:rPr lang="zh-CN" altLang="en-US" sz="3200" dirty="0">
                <a:solidFill>
                  <a:srgbClr val="FF9966"/>
                </a:solidFill>
                <a:latin typeface="宋体" panose="02010600030101010101" pitchFamily="2" charset="-122"/>
                <a:ea typeface="宋体" panose="02010600030101010101" pitchFamily="2" charset="-122"/>
              </a:rPr>
              <a:t>思路</a:t>
            </a:r>
            <a:r>
              <a:rPr lang="en-US" altLang="zh-CN" sz="3200" dirty="0">
                <a:solidFill>
                  <a:srgbClr val="FF9966"/>
                </a:solidFill>
                <a:latin typeface="宋体" panose="02010600030101010101" pitchFamily="2" charset="-122"/>
                <a:ea typeface="宋体" panose="02010600030101010101" pitchFamily="2" charset="-122"/>
              </a:rPr>
              <a:t>:</a:t>
            </a:r>
            <a:endParaRPr lang="en-US" altLang="zh-CN" sz="3200" dirty="0">
              <a:solidFill>
                <a:srgbClr val="FF9966"/>
              </a:solidFill>
              <a:latin typeface="宋体" panose="02010600030101010101" pitchFamily="2" charset="-122"/>
              <a:ea typeface="宋体" panose="02010600030101010101" pitchFamily="2" charset="-122"/>
            </a:endParaRPr>
          </a:p>
        </p:txBody>
      </p:sp>
      <p:sp>
        <p:nvSpPr>
          <p:cNvPr id="25608" name="Text Box 8"/>
          <p:cNvSpPr txBox="1"/>
          <p:nvPr/>
        </p:nvSpPr>
        <p:spPr>
          <a:xfrm>
            <a:off x="660400" y="3099435"/>
            <a:ext cx="7689850" cy="3162300"/>
          </a:xfrm>
          <a:prstGeom prst="rect">
            <a:avLst/>
          </a:prstGeom>
          <a:noFill/>
          <a:ln w="9525">
            <a:noFill/>
          </a:ln>
        </p:spPr>
        <p:txBody>
          <a:bodyPr anchor="t">
            <a:spAutoFit/>
          </a:bodyPr>
          <a:p>
            <a:pPr>
              <a:lnSpc>
                <a:spcPct val="120000"/>
              </a:lnSpc>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对于一个线性电路来说，由几个独立电源共同作用所产生的某一支路的电压或电流，等于各个电源单独作用时分别在该支路所产生的电压或电流的代数和。当其中某一个电源单独作用时，其余的独立电源应除去（电压源予以短路，电流源予以开路）。</a:t>
            </a:r>
            <a:endParaRPr lang="zh-CN" altLang="en-US" dirty="0">
              <a:latin typeface="宋体" panose="02010600030101010101" pitchFamily="2" charset="-122"/>
              <a:ea typeface="宋体" panose="02010600030101010101" pitchFamily="2" charset="-122"/>
            </a:endParaRPr>
          </a:p>
        </p:txBody>
      </p:sp>
      <p:sp>
        <p:nvSpPr>
          <p:cNvPr id="25609" name="Text Box 9"/>
          <p:cNvSpPr txBox="1"/>
          <p:nvPr/>
        </p:nvSpPr>
        <p:spPr>
          <a:xfrm>
            <a:off x="660400" y="3099118"/>
            <a:ext cx="1403350" cy="579437"/>
          </a:xfrm>
          <a:prstGeom prst="rect">
            <a:avLst/>
          </a:prstGeom>
          <a:noFill/>
          <a:ln w="9525">
            <a:noFill/>
          </a:ln>
        </p:spPr>
        <p:txBody>
          <a:bodyPr anchor="t">
            <a:spAutoFit/>
          </a:bodyPr>
          <a:p>
            <a:pPr>
              <a:spcBef>
                <a:spcPct val="50000"/>
              </a:spcBef>
            </a:pPr>
            <a:r>
              <a:rPr lang="en-US" altLang="zh-CN" sz="3200" i="1" dirty="0">
                <a:solidFill>
                  <a:schemeClr val="accent2"/>
                </a:solidFill>
                <a:latin typeface="宋体" panose="02010600030101010101" pitchFamily="2" charset="-122"/>
                <a:ea typeface="宋体" panose="02010600030101010101" pitchFamily="2" charset="-122"/>
              </a:rPr>
              <a:t> </a:t>
            </a:r>
            <a:r>
              <a:rPr lang="zh-CN" altLang="en-US" sz="3200" dirty="0">
                <a:solidFill>
                  <a:srgbClr val="FF9933"/>
                </a:solidFill>
                <a:latin typeface="宋体" panose="02010600030101010101" pitchFamily="2" charset="-122"/>
                <a:ea typeface="宋体" panose="02010600030101010101" pitchFamily="2" charset="-122"/>
              </a:rPr>
              <a:t>内容</a:t>
            </a:r>
            <a:r>
              <a:rPr lang="en-US" altLang="zh-CN" sz="3200" dirty="0">
                <a:solidFill>
                  <a:srgbClr val="FF9933"/>
                </a:solidFill>
                <a:latin typeface="宋体" panose="02010600030101010101" pitchFamily="2" charset="-122"/>
                <a:ea typeface="宋体" panose="02010600030101010101" pitchFamily="2" charset="-122"/>
              </a:rPr>
              <a:t>:</a:t>
            </a:r>
            <a:endParaRPr lang="en-US" altLang="zh-CN" sz="3200" dirty="0">
              <a:solidFill>
                <a:srgbClr val="FF9933"/>
              </a:solidFill>
              <a:latin typeface="宋体" panose="02010600030101010101" pitchFamily="2" charset="-122"/>
              <a:ea typeface="宋体" panose="02010600030101010101" pitchFamily="2"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grpId="0" nodeType="afterEffect">
                                  <p:stCondLst>
                                    <p:cond delay="2000"/>
                                  </p:stCondLst>
                                  <p:childTnLst>
                                    <p:set>
                                      <p:cBhvr>
                                        <p:cTn id="6" dur="1" fill="hold">
                                          <p:stCondLst>
                                            <p:cond delay="0"/>
                                          </p:stCondLst>
                                        </p:cTn>
                                        <p:tgtEl>
                                          <p:spTgt spid="25602"/>
                                        </p:tgtEl>
                                        <p:attrNameLst>
                                          <p:attrName>style.visibility</p:attrName>
                                        </p:attrNameLst>
                                      </p:cBhvr>
                                      <p:to>
                                        <p:strVal val="visible"/>
                                      </p:to>
                                    </p:set>
                                    <p:animEffect transition="in" filter="checkerboard(down)">
                                      <p:cBhvr>
                                        <p:cTn id="7" dur="500"/>
                                        <p:tgtEl>
                                          <p:spTgt spid="2560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5604"/>
                                        </p:tgtEl>
                                        <p:attrNameLst>
                                          <p:attrName>style.visibility</p:attrName>
                                        </p:attrNameLst>
                                      </p:cBhvr>
                                      <p:to>
                                        <p:strVal val="visible"/>
                                      </p:to>
                                    </p:set>
                                    <p:anim calcmode="lin" valueType="num">
                                      <p:cBhvr additive="base">
                                        <p:cTn id="12" dur="500" fill="hold"/>
                                        <p:tgtEl>
                                          <p:spTgt spid="25604"/>
                                        </p:tgtEl>
                                        <p:attrNameLst>
                                          <p:attrName>ppt_x</p:attrName>
                                        </p:attrNameLst>
                                      </p:cBhvr>
                                      <p:tavLst>
                                        <p:tav tm="0">
                                          <p:val>
                                            <p:strVal val="0-#ppt_w/2"/>
                                          </p:val>
                                        </p:tav>
                                        <p:tav tm="100000">
                                          <p:val>
                                            <p:strVal val="#ppt_x"/>
                                          </p:val>
                                        </p:tav>
                                      </p:tavLst>
                                    </p:anim>
                                    <p:anim calcmode="lin" valueType="num">
                                      <p:cBhvr additive="base">
                                        <p:cTn id="13" dur="500" fill="hold"/>
                                        <p:tgtEl>
                                          <p:spTgt spid="2560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5" presetClass="entr" presetSubtype="0" fill="hold" grpId="0" nodeType="clickEffect">
                                  <p:stCondLst>
                                    <p:cond delay="0"/>
                                  </p:stCondLst>
                                  <p:childTnLst>
                                    <p:set>
                                      <p:cBhvr>
                                        <p:cTn id="17" dur="1" fill="hold">
                                          <p:stCondLst>
                                            <p:cond delay="0"/>
                                          </p:stCondLst>
                                        </p:cTn>
                                        <p:tgtEl>
                                          <p:spTgt spid="25607"/>
                                        </p:tgtEl>
                                        <p:attrNameLst>
                                          <p:attrName>style.visibility</p:attrName>
                                        </p:attrNameLst>
                                      </p:cBhvr>
                                      <p:to>
                                        <p:strVal val="visible"/>
                                      </p:to>
                                    </p:set>
                                    <p:anim calcmode="lin" valueType="num">
                                      <p:cBhvr>
                                        <p:cTn id="18" dur="1000" fill="hold"/>
                                        <p:tgtEl>
                                          <p:spTgt spid="25607"/>
                                        </p:tgtEl>
                                        <p:attrNameLst>
                                          <p:attrName>ppt_w</p:attrName>
                                        </p:attrNameLst>
                                      </p:cBhvr>
                                      <p:tavLst>
                                        <p:tav tm="0">
                                          <p:val>
                                            <p:fltVal val="0.000000"/>
                                          </p:val>
                                        </p:tav>
                                        <p:tav tm="100000">
                                          <p:val>
                                            <p:strVal val="#ppt_w"/>
                                          </p:val>
                                        </p:tav>
                                      </p:tavLst>
                                    </p:anim>
                                    <p:anim calcmode="lin" valueType="num">
                                      <p:cBhvr>
                                        <p:cTn id="19" dur="1000" fill="hold"/>
                                        <p:tgtEl>
                                          <p:spTgt spid="25607"/>
                                        </p:tgtEl>
                                        <p:attrNameLst>
                                          <p:attrName>ppt_h</p:attrName>
                                        </p:attrNameLst>
                                      </p:cBhvr>
                                      <p:tavLst>
                                        <p:tav tm="0">
                                          <p:val>
                                            <p:fltVal val="0.000000"/>
                                          </p:val>
                                        </p:tav>
                                        <p:tav tm="100000">
                                          <p:val>
                                            <p:strVal val="#ppt_h"/>
                                          </p:val>
                                        </p:tav>
                                      </p:tavLst>
                                    </p:anim>
                                    <p:anim calcmode="lin" valueType="num">
                                      <p:cBhvr>
                                        <p:cTn id="20" dur="1000" fill="hold"/>
                                        <p:tgtEl>
                                          <p:spTgt spid="25607"/>
                                        </p:tgtEl>
                                        <p:attrNameLst>
                                          <p:attrName>ppt_x</p:attrName>
                                        </p:attrNameLst>
                                      </p:cBhvr>
                                      <p:tavLst>
                                        <p:tav tm="0" fmla="#ppt_x+(cos(-2*pi*(1-$))*-#ppt_x-sin(-2*pi*(1-$))*(1-#ppt_y))*(1-$)">
                                          <p:val>
                                            <p:fltVal val="0.000000"/>
                                          </p:val>
                                        </p:tav>
                                        <p:tav tm="100000">
                                          <p:val>
                                            <p:fltVal val="1.000000"/>
                                          </p:val>
                                        </p:tav>
                                      </p:tavLst>
                                    </p:anim>
                                    <p:anim calcmode="lin" valueType="num">
                                      <p:cBhvr>
                                        <p:cTn id="21" dur="1000" fill="hold"/>
                                        <p:tgtEl>
                                          <p:spTgt spid="25607"/>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5606"/>
                                        </p:tgtEl>
                                        <p:attrNameLst>
                                          <p:attrName>style.visibility</p:attrName>
                                        </p:attrNameLst>
                                      </p:cBhvr>
                                      <p:to>
                                        <p:strVal val="visible"/>
                                      </p:to>
                                    </p:set>
                                    <p:animEffect transition="in" filter="wipe(left)">
                                      <p:cBhvr>
                                        <p:cTn id="26" dur="500"/>
                                        <p:tgtEl>
                                          <p:spTgt spid="25606"/>
                                        </p:tgtEl>
                                      </p:cBhvr>
                                    </p:animEffect>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25609"/>
                                        </p:tgtEl>
                                        <p:attrNameLst>
                                          <p:attrName>style.visibility</p:attrName>
                                        </p:attrNameLst>
                                      </p:cBhvr>
                                      <p:to>
                                        <p:strVal val="visible"/>
                                      </p:to>
                                    </p:set>
                                    <p:anim calcmode="lin" valueType="num">
                                      <p:cBhvr>
                                        <p:cTn id="31" dur="1000" fill="hold"/>
                                        <p:tgtEl>
                                          <p:spTgt spid="25609"/>
                                        </p:tgtEl>
                                        <p:attrNameLst>
                                          <p:attrName>ppt_w</p:attrName>
                                        </p:attrNameLst>
                                      </p:cBhvr>
                                      <p:tavLst>
                                        <p:tav tm="0">
                                          <p:val>
                                            <p:fltVal val="0.000000"/>
                                          </p:val>
                                        </p:tav>
                                        <p:tav tm="100000">
                                          <p:val>
                                            <p:strVal val="#ppt_w"/>
                                          </p:val>
                                        </p:tav>
                                      </p:tavLst>
                                    </p:anim>
                                    <p:anim calcmode="lin" valueType="num">
                                      <p:cBhvr>
                                        <p:cTn id="32" dur="1000" fill="hold"/>
                                        <p:tgtEl>
                                          <p:spTgt spid="25609"/>
                                        </p:tgtEl>
                                        <p:attrNameLst>
                                          <p:attrName>ppt_h</p:attrName>
                                        </p:attrNameLst>
                                      </p:cBhvr>
                                      <p:tavLst>
                                        <p:tav tm="0">
                                          <p:val>
                                            <p:fltVal val="0.000000"/>
                                          </p:val>
                                        </p:tav>
                                        <p:tav tm="100000">
                                          <p:val>
                                            <p:strVal val="#ppt_h"/>
                                          </p:val>
                                        </p:tav>
                                      </p:tavLst>
                                    </p:anim>
                                    <p:anim calcmode="lin" valueType="num">
                                      <p:cBhvr>
                                        <p:cTn id="33" dur="1000" fill="hold"/>
                                        <p:tgtEl>
                                          <p:spTgt spid="25609"/>
                                        </p:tgtEl>
                                        <p:attrNameLst>
                                          <p:attrName>ppt_x</p:attrName>
                                        </p:attrNameLst>
                                      </p:cBhvr>
                                      <p:tavLst>
                                        <p:tav tm="0" fmla="#ppt_x+(cos(-2*pi*(1-$))*-#ppt_x-sin(-2*pi*(1-$))*(1-#ppt_y))*(1-$)">
                                          <p:val>
                                            <p:fltVal val="0.000000"/>
                                          </p:val>
                                        </p:tav>
                                        <p:tav tm="100000">
                                          <p:val>
                                            <p:fltVal val="1.000000"/>
                                          </p:val>
                                        </p:tav>
                                      </p:tavLst>
                                    </p:anim>
                                    <p:anim calcmode="lin" valueType="num">
                                      <p:cBhvr>
                                        <p:cTn id="34" dur="1000" fill="hold"/>
                                        <p:tgtEl>
                                          <p:spTgt spid="25609"/>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5" fill="hold">
                      <p:stCondLst>
                        <p:cond delay="indefinite"/>
                      </p:stCondLst>
                      <p:childTnLst>
                        <p:par>
                          <p:cTn id="36" fill="hold">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25608"/>
                                        </p:tgtEl>
                                        <p:attrNameLst>
                                          <p:attrName>style.visibility</p:attrName>
                                        </p:attrNameLst>
                                      </p:cBhvr>
                                      <p:to>
                                        <p:strVal val="visible"/>
                                      </p:to>
                                    </p:set>
                                    <p:animEffect transition="in" filter="strips(downRight)">
                                      <p:cBhvr>
                                        <p:cTn id="39" dur="500"/>
                                        <p:tgtEl>
                                          <p:spTgt spid="25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4" grpId="0"/>
      <p:bldP spid="25606" grpId="0"/>
      <p:bldP spid="25607" grpId="0"/>
      <p:bldP spid="25608" grpId="0"/>
      <p:bldP spid="25609"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6628" name="Rectangle 4"/>
          <p:cNvSpPr>
            <a:spLocks noGrp="1"/>
          </p:cNvSpPr>
          <p:nvPr>
            <p:ph type="title"/>
          </p:nvPr>
        </p:nvSpPr>
        <p:spPr>
          <a:xfrm>
            <a:off x="18415" y="90488"/>
            <a:ext cx="923925" cy="487362"/>
          </a:xfrm>
        </p:spPr>
        <p:txBody>
          <a:bodyPr wrap="square" lIns="91440" tIns="45720" rIns="91440" bIns="45720" anchor="ctr"/>
          <a:p>
            <a:pPr algn="l" eaLnBrk="1" hangingPunct="1"/>
            <a:r>
              <a:rPr lang="en-US" altLang="zh-CN" sz="2800" b="1" dirty="0">
                <a:solidFill>
                  <a:srgbClr val="FFFF99"/>
                </a:solidFill>
                <a:ea typeface="幼圆" pitchFamily="49" charset="-122"/>
              </a:rPr>
              <a:t>[</a:t>
            </a:r>
            <a:r>
              <a:rPr lang="zh-CN" altLang="en-US" sz="2800" b="1" dirty="0">
                <a:solidFill>
                  <a:srgbClr val="FFFF99"/>
                </a:solidFill>
                <a:ea typeface="幼圆" pitchFamily="49" charset="-122"/>
              </a:rPr>
              <a:t>例</a:t>
            </a:r>
            <a:r>
              <a:rPr lang="en-US" altLang="zh-CN" sz="2800" b="1" dirty="0">
                <a:solidFill>
                  <a:srgbClr val="FFFF99"/>
                </a:solidFill>
                <a:ea typeface="幼圆" pitchFamily="49" charset="-122"/>
              </a:rPr>
              <a:t>] </a:t>
            </a:r>
            <a:endParaRPr lang="en-US" altLang="zh-CN" sz="2800" b="1" dirty="0">
              <a:solidFill>
                <a:srgbClr val="FFFF99"/>
              </a:solidFill>
              <a:ea typeface="幼圆" pitchFamily="49" charset="-122"/>
            </a:endParaRPr>
          </a:p>
        </p:txBody>
      </p:sp>
      <p:grpSp>
        <p:nvGrpSpPr>
          <p:cNvPr id="26882" name="Group 258"/>
          <p:cNvGrpSpPr/>
          <p:nvPr/>
        </p:nvGrpSpPr>
        <p:grpSpPr>
          <a:xfrm>
            <a:off x="933450" y="3489325"/>
            <a:ext cx="2030413" cy="931863"/>
            <a:chOff x="588" y="2198"/>
            <a:chExt cx="1279" cy="587"/>
          </a:xfrm>
        </p:grpSpPr>
        <p:sp>
          <p:nvSpPr>
            <p:cNvPr id="14339" name="Line 161"/>
            <p:cNvSpPr/>
            <p:nvPr/>
          </p:nvSpPr>
          <p:spPr>
            <a:xfrm flipV="1">
              <a:off x="1263" y="2459"/>
              <a:ext cx="572" cy="3"/>
            </a:xfrm>
            <a:prstGeom prst="line">
              <a:avLst/>
            </a:prstGeom>
            <a:ln w="38100" cap="flat" cmpd="sng">
              <a:solidFill>
                <a:srgbClr val="FFFF03"/>
              </a:solidFill>
              <a:prstDash val="solid"/>
              <a:round/>
              <a:headEnd type="none" w="med" len="med"/>
              <a:tailEnd type="none" w="med" len="med"/>
            </a:ln>
          </p:spPr>
        </p:sp>
        <p:sp>
          <p:nvSpPr>
            <p:cNvPr id="14340" name="Rectangle 162"/>
            <p:cNvSpPr/>
            <p:nvPr/>
          </p:nvSpPr>
          <p:spPr>
            <a:xfrm>
              <a:off x="1787" y="2593"/>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2</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41" name="Rectangle 163"/>
            <p:cNvSpPr/>
            <p:nvPr/>
          </p:nvSpPr>
          <p:spPr>
            <a:xfrm>
              <a:off x="1417" y="2593"/>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42" name="Rectangle 164"/>
            <p:cNvSpPr/>
            <p:nvPr/>
          </p:nvSpPr>
          <p:spPr>
            <a:xfrm>
              <a:off x="1008" y="2483"/>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2</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43" name="Rectangle 165"/>
            <p:cNvSpPr/>
            <p:nvPr/>
          </p:nvSpPr>
          <p:spPr>
            <a:xfrm>
              <a:off x="666" y="2483"/>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44" name="Rectangle 166"/>
            <p:cNvSpPr/>
            <p:nvPr/>
          </p:nvSpPr>
          <p:spPr>
            <a:xfrm>
              <a:off x="1646" y="2456"/>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45" name="Rectangle 167"/>
            <p:cNvSpPr/>
            <p:nvPr/>
          </p:nvSpPr>
          <p:spPr>
            <a:xfrm>
              <a:off x="1283" y="2456"/>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46" name="Rectangle 168"/>
            <p:cNvSpPr/>
            <p:nvPr/>
          </p:nvSpPr>
          <p:spPr>
            <a:xfrm>
              <a:off x="1487" y="2198"/>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E</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47" name="Rectangle 169"/>
            <p:cNvSpPr/>
            <p:nvPr/>
          </p:nvSpPr>
          <p:spPr>
            <a:xfrm>
              <a:off x="924" y="2346"/>
              <a:ext cx="87"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I</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48" name="Rectangle 170"/>
            <p:cNvSpPr/>
            <p:nvPr/>
          </p:nvSpPr>
          <p:spPr>
            <a:xfrm>
              <a:off x="588" y="2346"/>
              <a:ext cx="87"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I</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49" name="Rectangle 171"/>
            <p:cNvSpPr/>
            <p:nvPr/>
          </p:nvSpPr>
          <p:spPr>
            <a:xfrm>
              <a:off x="1009" y="2345"/>
              <a:ext cx="62"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50" name="Rectangle 172"/>
            <p:cNvSpPr/>
            <p:nvPr/>
          </p:nvSpPr>
          <p:spPr>
            <a:xfrm>
              <a:off x="673" y="2345"/>
              <a:ext cx="62"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51" name="Rectangle 173"/>
            <p:cNvSpPr/>
            <p:nvPr/>
          </p:nvSpPr>
          <p:spPr>
            <a:xfrm>
              <a:off x="1491" y="2430"/>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52" name="Rectangle 174"/>
            <p:cNvSpPr/>
            <p:nvPr/>
          </p:nvSpPr>
          <p:spPr>
            <a:xfrm>
              <a:off x="1112" y="2320"/>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53" name="Rectangle 175"/>
            <p:cNvSpPr/>
            <p:nvPr/>
          </p:nvSpPr>
          <p:spPr>
            <a:xfrm>
              <a:off x="767" y="2320"/>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grpSp>
      <p:sp>
        <p:nvSpPr>
          <p:cNvPr id="26630" name="Text Box 6"/>
          <p:cNvSpPr txBox="1">
            <a:spLocks noChangeArrowheads="1"/>
          </p:cNvSpPr>
          <p:nvPr/>
        </p:nvSpPr>
        <p:spPr bwMode="auto">
          <a:xfrm>
            <a:off x="4319588" y="3017838"/>
            <a:ext cx="45958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R="0" defTabSz="914400">
              <a:spcBef>
                <a:spcPct val="50000"/>
              </a:spcBef>
              <a:buClrTx/>
              <a:buSzTx/>
              <a:buFontTx/>
              <a:buNone/>
              <a:defRPr/>
            </a:pPr>
            <a:r>
              <a:rPr kumimoji="1" lang="zh-CN" altLang="en-US"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由图 </a:t>
            </a:r>
            <a:r>
              <a:rPr kumimoji="1" lang="en-US" altLang="zh-CN"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t>
            </a:r>
            <a:r>
              <a:rPr kumimoji="1" lang="zh-CN" altLang="en-US"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，当 </a:t>
            </a:r>
            <a:r>
              <a:rPr kumimoji="1" lang="en-US" altLang="zh-CN" i="1"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kern="1200" cap="none" spc="0" normalizeH="0" baseline="-2500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S </a:t>
            </a:r>
            <a:r>
              <a:rPr kumimoji="1" lang="zh-CN" altLang="en-US"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单独作用时</a:t>
            </a:r>
            <a:endParaRPr kumimoji="1" lang="zh-CN" altLang="zh-CN"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26861" name="Group 237"/>
          <p:cNvGrpSpPr/>
          <p:nvPr/>
        </p:nvGrpSpPr>
        <p:grpSpPr>
          <a:xfrm>
            <a:off x="2955925" y="4616450"/>
            <a:ext cx="4335463" cy="1019175"/>
            <a:chOff x="1862" y="3051"/>
            <a:chExt cx="2731" cy="642"/>
          </a:xfrm>
        </p:grpSpPr>
        <p:sp>
          <p:nvSpPr>
            <p:cNvPr id="14356" name="Line 208"/>
            <p:cNvSpPr/>
            <p:nvPr/>
          </p:nvSpPr>
          <p:spPr>
            <a:xfrm>
              <a:off x="2956" y="3334"/>
              <a:ext cx="616" cy="1"/>
            </a:xfrm>
            <a:prstGeom prst="line">
              <a:avLst/>
            </a:prstGeom>
            <a:ln w="38100" cap="flat" cmpd="sng">
              <a:solidFill>
                <a:srgbClr val="FFFF03"/>
              </a:solidFill>
              <a:prstDash val="solid"/>
              <a:round/>
              <a:headEnd type="none" w="med" len="med"/>
              <a:tailEnd type="none" w="med" len="med"/>
            </a:ln>
          </p:spPr>
        </p:sp>
        <p:sp>
          <p:nvSpPr>
            <p:cNvPr id="14357" name="Line 209"/>
            <p:cNvSpPr/>
            <p:nvPr/>
          </p:nvSpPr>
          <p:spPr>
            <a:xfrm>
              <a:off x="3782" y="3334"/>
              <a:ext cx="615" cy="1"/>
            </a:xfrm>
            <a:prstGeom prst="line">
              <a:avLst/>
            </a:prstGeom>
            <a:ln w="38100" cap="flat" cmpd="sng">
              <a:solidFill>
                <a:srgbClr val="FFFF03"/>
              </a:solidFill>
              <a:prstDash val="solid"/>
              <a:round/>
              <a:headEnd type="none" w="med" len="med"/>
              <a:tailEnd type="none" w="med" len="med"/>
            </a:ln>
          </p:spPr>
        </p:sp>
        <p:sp>
          <p:nvSpPr>
            <p:cNvPr id="14358" name="Rectangle 210"/>
            <p:cNvSpPr/>
            <p:nvPr/>
          </p:nvSpPr>
          <p:spPr>
            <a:xfrm>
              <a:off x="4504" y="3330"/>
              <a:ext cx="89"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S</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59" name="Rectangle 211"/>
            <p:cNvSpPr/>
            <p:nvPr/>
          </p:nvSpPr>
          <p:spPr>
            <a:xfrm>
              <a:off x="4290" y="3501"/>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2</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60" name="Rectangle 212"/>
            <p:cNvSpPr/>
            <p:nvPr/>
          </p:nvSpPr>
          <p:spPr>
            <a:xfrm>
              <a:off x="3901" y="3501"/>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61" name="Rectangle 213"/>
            <p:cNvSpPr/>
            <p:nvPr/>
          </p:nvSpPr>
          <p:spPr>
            <a:xfrm>
              <a:off x="4132" y="3143"/>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2</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62" name="Rectangle 214"/>
            <p:cNvSpPr/>
            <p:nvPr/>
          </p:nvSpPr>
          <p:spPr>
            <a:xfrm>
              <a:off x="3486" y="3501"/>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2</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63" name="Rectangle 215"/>
            <p:cNvSpPr/>
            <p:nvPr/>
          </p:nvSpPr>
          <p:spPr>
            <a:xfrm>
              <a:off x="3097" y="3501"/>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64" name="Rectangle 216"/>
            <p:cNvSpPr/>
            <p:nvPr/>
          </p:nvSpPr>
          <p:spPr>
            <a:xfrm>
              <a:off x="2672" y="3175"/>
              <a:ext cx="124" cy="269"/>
            </a:xfrm>
            <a:prstGeom prst="rect">
              <a:avLst/>
            </a:prstGeom>
            <a:noFill/>
            <a:ln w="9525">
              <a:noFill/>
            </a:ln>
          </p:spPr>
          <p:txBody>
            <a:bodyPr wrap="none" lIns="0" tIns="0" rIns="0" bIns="0" anchor="t">
              <a:spAutoFit/>
            </a:bodyPr>
            <a:p>
              <a:r>
                <a:rPr lang="en-US" altLang="zh-CN" dirty="0">
                  <a:solidFill>
                    <a:srgbClr val="FFFF03"/>
                  </a:solidFill>
                  <a:latin typeface="Times New Roman" panose="02020603050405020304" pitchFamily="18" charset="0"/>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65" name="Rectangle 217"/>
            <p:cNvSpPr/>
            <p:nvPr/>
          </p:nvSpPr>
          <p:spPr>
            <a:xfrm>
              <a:off x="2657" y="3330"/>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66" name="Rectangle 218"/>
            <p:cNvSpPr/>
            <p:nvPr/>
          </p:nvSpPr>
          <p:spPr>
            <a:xfrm>
              <a:off x="2328" y="3175"/>
              <a:ext cx="62" cy="269"/>
            </a:xfrm>
            <a:prstGeom prst="rect">
              <a:avLst/>
            </a:prstGeom>
            <a:noFill/>
            <a:ln w="9525">
              <a:noFill/>
            </a:ln>
          </p:spPr>
          <p:txBody>
            <a:bodyPr wrap="none" lIns="0" tIns="0" rIns="0" bIns="0" anchor="t">
              <a:spAutoFit/>
            </a:bodyPr>
            <a:p>
              <a:r>
                <a:rPr lang="en-US" altLang="zh-CN" dirty="0">
                  <a:solidFill>
                    <a:srgbClr val="FFFF03"/>
                  </a:solidFill>
                  <a:latin typeface="Times New Roman" panose="02020603050405020304" pitchFamily="18" charset="0"/>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67" name="Rectangle 219"/>
            <p:cNvSpPr/>
            <p:nvPr/>
          </p:nvSpPr>
          <p:spPr>
            <a:xfrm>
              <a:off x="2312" y="3330"/>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68" name="Rectangle 220"/>
            <p:cNvSpPr/>
            <p:nvPr/>
          </p:nvSpPr>
          <p:spPr>
            <a:xfrm>
              <a:off x="1945" y="3330"/>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69" name="Rectangle 221"/>
            <p:cNvSpPr/>
            <p:nvPr/>
          </p:nvSpPr>
          <p:spPr>
            <a:xfrm>
              <a:off x="4418" y="3195"/>
              <a:ext cx="87"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I</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70" name="Rectangle 222"/>
            <p:cNvSpPr/>
            <p:nvPr/>
          </p:nvSpPr>
          <p:spPr>
            <a:xfrm>
              <a:off x="4164" y="3365"/>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71" name="Rectangle 223"/>
            <p:cNvSpPr/>
            <p:nvPr/>
          </p:nvSpPr>
          <p:spPr>
            <a:xfrm>
              <a:off x="3782" y="3365"/>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72" name="Rectangle 224"/>
            <p:cNvSpPr/>
            <p:nvPr/>
          </p:nvSpPr>
          <p:spPr>
            <a:xfrm>
              <a:off x="3973" y="3051"/>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73" name="Rectangle 225"/>
            <p:cNvSpPr/>
            <p:nvPr/>
          </p:nvSpPr>
          <p:spPr>
            <a:xfrm>
              <a:off x="3360" y="3365"/>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74" name="Rectangle 226"/>
            <p:cNvSpPr/>
            <p:nvPr/>
          </p:nvSpPr>
          <p:spPr>
            <a:xfrm>
              <a:off x="2978" y="3365"/>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75" name="Rectangle 227"/>
            <p:cNvSpPr/>
            <p:nvPr/>
          </p:nvSpPr>
          <p:spPr>
            <a:xfrm>
              <a:off x="3198" y="3051"/>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E</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76" name="Rectangle 228"/>
            <p:cNvSpPr/>
            <p:nvPr/>
          </p:nvSpPr>
          <p:spPr>
            <a:xfrm>
              <a:off x="2575" y="3195"/>
              <a:ext cx="87"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I</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77" name="Rectangle 229"/>
            <p:cNvSpPr/>
            <p:nvPr/>
          </p:nvSpPr>
          <p:spPr>
            <a:xfrm>
              <a:off x="2229" y="3195"/>
              <a:ext cx="87"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I</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78" name="Rectangle 230"/>
            <p:cNvSpPr/>
            <p:nvPr/>
          </p:nvSpPr>
          <p:spPr>
            <a:xfrm>
              <a:off x="1862" y="3195"/>
              <a:ext cx="87"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I</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79" name="Rectangle 231"/>
            <p:cNvSpPr/>
            <p:nvPr/>
          </p:nvSpPr>
          <p:spPr>
            <a:xfrm>
              <a:off x="4006" y="3339"/>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80" name="Rectangle 232"/>
            <p:cNvSpPr/>
            <p:nvPr/>
          </p:nvSpPr>
          <p:spPr>
            <a:xfrm>
              <a:off x="3611" y="3169"/>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81" name="Rectangle 233"/>
            <p:cNvSpPr/>
            <p:nvPr/>
          </p:nvSpPr>
          <p:spPr>
            <a:xfrm>
              <a:off x="3202" y="3339"/>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82" name="Rectangle 234"/>
            <p:cNvSpPr/>
            <p:nvPr/>
          </p:nvSpPr>
          <p:spPr>
            <a:xfrm>
              <a:off x="2795" y="3169"/>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83" name="Rectangle 235"/>
            <p:cNvSpPr/>
            <p:nvPr/>
          </p:nvSpPr>
          <p:spPr>
            <a:xfrm>
              <a:off x="2417" y="3169"/>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84" name="Rectangle 236"/>
            <p:cNvSpPr/>
            <p:nvPr/>
          </p:nvSpPr>
          <p:spPr>
            <a:xfrm>
              <a:off x="2062" y="3169"/>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grpSp>
      <p:sp>
        <p:nvSpPr>
          <p:cNvPr id="26633" name="Text Box 9"/>
          <p:cNvSpPr txBox="1">
            <a:spLocks noChangeArrowheads="1"/>
          </p:cNvSpPr>
          <p:nvPr/>
        </p:nvSpPr>
        <p:spPr bwMode="auto">
          <a:xfrm>
            <a:off x="533400" y="5768975"/>
            <a:ext cx="3810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R="0" defTabSz="914400">
              <a:spcBef>
                <a:spcPct val="50000"/>
              </a:spcBef>
              <a:buClrTx/>
              <a:buSzTx/>
              <a:buFontTx/>
              <a:buNone/>
              <a:defRPr/>
            </a:pPr>
            <a:r>
              <a:rPr kumimoji="1" lang="zh-CN" altLang="en-US"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同理：</a:t>
            </a:r>
            <a:r>
              <a:rPr kumimoji="1" lang="zh-CN" altLang="en-US" kern="1200" cap="none" spc="0" normalizeH="0" baseline="0" noProof="0">
                <a:solidFill>
                  <a:srgbClr val="FFFF0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en-US" altLang="zh-CN" i="1" kern="1200" cap="none" spc="0" normalizeH="0" baseline="0" noProof="0">
                <a:solidFill>
                  <a:srgbClr val="FFFF0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kern="1200" cap="none" spc="0" normalizeH="0" baseline="-25000" noProof="0">
                <a:solidFill>
                  <a:srgbClr val="FFFF0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a:t>
            </a:r>
            <a:r>
              <a:rPr kumimoji="1" lang="en-US" altLang="zh-CN" kern="1200" cap="none" spc="0" normalizeH="0" baseline="0" noProof="0">
                <a:solidFill>
                  <a:srgbClr val="FFFF0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r>
              <a:rPr kumimoji="1" lang="en-US" altLang="zh-CN" i="1" kern="1200" cap="none" spc="0" normalizeH="0" baseline="0" noProof="0">
                <a:solidFill>
                  <a:srgbClr val="FFFF0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1" lang="en-US" altLang="zh-CN" kern="1200" cap="none" spc="0" normalizeH="0" baseline="-25000" noProof="0">
                <a:solidFill>
                  <a:srgbClr val="FFFF0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a:t>
            </a:r>
            <a:r>
              <a:rPr kumimoji="0" lang="en-US" altLang="zh-CN" i="1" kern="1200" cap="none" spc="0" normalizeH="0" baseline="30000" noProof="0">
                <a:solidFill>
                  <a:srgbClr val="FFFF0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kern="1200" cap="none" spc="0" normalizeH="0" baseline="0" noProof="0">
                <a:solidFill>
                  <a:srgbClr val="FFFF0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 </a:t>
            </a:r>
            <a:r>
              <a:rPr kumimoji="0" lang="en-US" altLang="zh-CN" i="1" kern="1200" cap="none" spc="0" normalizeH="0" baseline="0" noProof="0">
                <a:solidFill>
                  <a:srgbClr val="FFFF0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kern="1200" cap="none" spc="0" normalizeH="0" baseline="-25000" noProof="0">
                <a:solidFill>
                  <a:srgbClr val="FFFF0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a:t>
            </a:r>
            <a:r>
              <a:rPr kumimoji="0" lang="en-US" altLang="zh-CN" i="1" kern="1200" cap="none" spc="0" normalizeH="0" baseline="30000" noProof="0">
                <a:solidFill>
                  <a:srgbClr val="FFFF0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0" lang="en-US" altLang="zh-CN" i="1" kern="1200" cap="none" spc="0" normalizeH="0" baseline="30000" noProof="0">
              <a:solidFill>
                <a:srgbClr val="FFFF0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26883" name="Group 259"/>
          <p:cNvGrpSpPr/>
          <p:nvPr/>
        </p:nvGrpSpPr>
        <p:grpSpPr>
          <a:xfrm>
            <a:off x="4254500" y="3490913"/>
            <a:ext cx="2393950" cy="1011237"/>
            <a:chOff x="2680" y="2199"/>
            <a:chExt cx="1508" cy="637"/>
          </a:xfrm>
        </p:grpSpPr>
        <p:sp>
          <p:nvSpPr>
            <p:cNvPr id="14387" name="Line 177"/>
            <p:cNvSpPr/>
            <p:nvPr/>
          </p:nvSpPr>
          <p:spPr>
            <a:xfrm>
              <a:off x="3265" y="2489"/>
              <a:ext cx="704" cy="1"/>
            </a:xfrm>
            <a:prstGeom prst="line">
              <a:avLst/>
            </a:prstGeom>
            <a:ln w="38100" cap="flat" cmpd="sng">
              <a:solidFill>
                <a:srgbClr val="FFFF03"/>
              </a:solidFill>
              <a:prstDash val="solid"/>
              <a:round/>
              <a:headEnd type="none" w="med" len="med"/>
              <a:tailEnd type="none" w="med" len="med"/>
            </a:ln>
          </p:spPr>
        </p:sp>
        <p:sp>
          <p:nvSpPr>
            <p:cNvPr id="14388" name="Rectangle 178"/>
            <p:cNvSpPr/>
            <p:nvPr/>
          </p:nvSpPr>
          <p:spPr>
            <a:xfrm>
              <a:off x="4099" y="2493"/>
              <a:ext cx="89" cy="192"/>
            </a:xfrm>
            <a:prstGeom prst="rect">
              <a:avLst/>
            </a:prstGeom>
            <a:noFill/>
            <a:ln w="9525">
              <a:noFill/>
            </a:ln>
          </p:spPr>
          <p:txBody>
            <a:bodyPr wrap="none" lIns="0" tIns="0" rIns="0" bIns="0" anchor="t">
              <a:spAutoFit/>
            </a:bodyPr>
            <a:p>
              <a:r>
                <a:rPr lang="en-US" altLang="zh-CN" sz="2000" i="1" dirty="0">
                  <a:solidFill>
                    <a:srgbClr val="FFFF03"/>
                  </a:solidFill>
                  <a:latin typeface="Times New Roman" panose="02020603050405020304" pitchFamily="18" charset="0"/>
                  <a:ea typeface="宋体" panose="02010600030101010101" pitchFamily="2" charset="-122"/>
                </a:rPr>
                <a:t>S</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89" name="Rectangle 179"/>
            <p:cNvSpPr/>
            <p:nvPr/>
          </p:nvSpPr>
          <p:spPr>
            <a:xfrm>
              <a:off x="2783" y="2344"/>
              <a:ext cx="124"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90" name="Rectangle 180"/>
            <p:cNvSpPr/>
            <p:nvPr/>
          </p:nvSpPr>
          <p:spPr>
            <a:xfrm>
              <a:off x="4013" y="2345"/>
              <a:ext cx="87"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I</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91" name="Rectangle 181"/>
            <p:cNvSpPr/>
            <p:nvPr/>
          </p:nvSpPr>
          <p:spPr>
            <a:xfrm>
              <a:off x="3737" y="2520"/>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92" name="Rectangle 182"/>
            <p:cNvSpPr/>
            <p:nvPr/>
          </p:nvSpPr>
          <p:spPr>
            <a:xfrm>
              <a:off x="3289" y="2520"/>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93" name="Rectangle 183"/>
            <p:cNvSpPr/>
            <p:nvPr/>
          </p:nvSpPr>
          <p:spPr>
            <a:xfrm>
              <a:off x="3513" y="2199"/>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94" name="Rectangle 184"/>
            <p:cNvSpPr/>
            <p:nvPr/>
          </p:nvSpPr>
          <p:spPr>
            <a:xfrm>
              <a:off x="2680" y="2345"/>
              <a:ext cx="87"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I</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395" name="Rectangle 185"/>
            <p:cNvSpPr/>
            <p:nvPr/>
          </p:nvSpPr>
          <p:spPr>
            <a:xfrm>
              <a:off x="3894" y="2644"/>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2</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96" name="Rectangle 186"/>
            <p:cNvSpPr/>
            <p:nvPr/>
          </p:nvSpPr>
          <p:spPr>
            <a:xfrm>
              <a:off x="3438" y="2644"/>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97" name="Rectangle 187"/>
            <p:cNvSpPr/>
            <p:nvPr/>
          </p:nvSpPr>
          <p:spPr>
            <a:xfrm>
              <a:off x="3670" y="2290"/>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2</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98" name="Rectangle 188"/>
            <p:cNvSpPr/>
            <p:nvPr/>
          </p:nvSpPr>
          <p:spPr>
            <a:xfrm>
              <a:off x="2776" y="2503"/>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399" name="Rectangle 189"/>
            <p:cNvSpPr/>
            <p:nvPr/>
          </p:nvSpPr>
          <p:spPr>
            <a:xfrm>
              <a:off x="3546" y="2494"/>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00" name="Rectangle 190"/>
            <p:cNvSpPr/>
            <p:nvPr/>
          </p:nvSpPr>
          <p:spPr>
            <a:xfrm>
              <a:off x="3103" y="2319"/>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01" name="Rectangle 191"/>
            <p:cNvSpPr/>
            <p:nvPr/>
          </p:nvSpPr>
          <p:spPr>
            <a:xfrm>
              <a:off x="2920" y="2319"/>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grpSp>
      <p:sp>
        <p:nvSpPr>
          <p:cNvPr id="26634" name="Line 10"/>
          <p:cNvSpPr/>
          <p:nvPr/>
        </p:nvSpPr>
        <p:spPr>
          <a:xfrm flipH="1">
            <a:off x="4171950" y="3017838"/>
            <a:ext cx="19050" cy="1524000"/>
          </a:xfrm>
          <a:prstGeom prst="line">
            <a:avLst/>
          </a:prstGeom>
          <a:ln w="38100" cap="flat" cmpd="sng">
            <a:solidFill>
              <a:srgbClr val="CC3300"/>
            </a:solidFill>
            <a:prstDash val="dash"/>
            <a:round/>
            <a:headEnd type="none" w="med" len="med"/>
            <a:tailEnd type="none" w="med" len="med"/>
          </a:ln>
        </p:spPr>
      </p:sp>
      <p:sp>
        <p:nvSpPr>
          <p:cNvPr id="26635" name="Line 11"/>
          <p:cNvSpPr/>
          <p:nvPr/>
        </p:nvSpPr>
        <p:spPr>
          <a:xfrm>
            <a:off x="-31750" y="3017838"/>
            <a:ext cx="9023350" cy="0"/>
          </a:xfrm>
          <a:prstGeom prst="line">
            <a:avLst/>
          </a:prstGeom>
          <a:ln w="38100" cap="flat" cmpd="sng">
            <a:solidFill>
              <a:srgbClr val="CC3300"/>
            </a:solidFill>
            <a:prstDash val="dash"/>
            <a:round/>
            <a:headEnd type="none" w="med" len="med"/>
            <a:tailEnd type="none" w="med" len="med"/>
          </a:ln>
        </p:spPr>
      </p:sp>
      <p:sp>
        <p:nvSpPr>
          <p:cNvPr id="26636" name="Rectangle 12"/>
          <p:cNvSpPr>
            <a:spLocks noChangeArrowheads="1"/>
          </p:cNvSpPr>
          <p:nvPr/>
        </p:nvSpPr>
        <p:spPr bwMode="auto">
          <a:xfrm>
            <a:off x="0" y="3017838"/>
            <a:ext cx="4267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由图 </a:t>
            </a:r>
            <a:r>
              <a:rPr kumimoji="1" lang="en-US" altLang="zh-CN" sz="28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(b)</a:t>
            </a:r>
            <a:r>
              <a:rPr kumimoji="1"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，当</a:t>
            </a:r>
            <a:r>
              <a:rPr kumimoji="1" lang="en-US" altLang="zh-CN" sz="2800" b="1" i="1"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E</a:t>
            </a:r>
            <a:r>
              <a:rPr kumimoji="1" lang="en-US" altLang="zh-CN" sz="2800" b="1" i="0" u="none" strike="noStrike" kern="1200" cap="none" spc="0" normalizeH="0" baseline="-2500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单独作用时</a:t>
            </a:r>
            <a:endParaRPr kumimoji="1"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grpSp>
        <p:nvGrpSpPr>
          <p:cNvPr id="26831" name="Group 207"/>
          <p:cNvGrpSpPr/>
          <p:nvPr/>
        </p:nvGrpSpPr>
        <p:grpSpPr>
          <a:xfrm>
            <a:off x="6894513" y="3490913"/>
            <a:ext cx="2106612" cy="1028700"/>
            <a:chOff x="4343" y="2342"/>
            <a:chExt cx="1327" cy="648"/>
          </a:xfrm>
        </p:grpSpPr>
        <p:sp>
          <p:nvSpPr>
            <p:cNvPr id="14406" name="Line 193"/>
            <p:cNvSpPr/>
            <p:nvPr/>
          </p:nvSpPr>
          <p:spPr>
            <a:xfrm>
              <a:off x="4769" y="2632"/>
              <a:ext cx="704" cy="1"/>
            </a:xfrm>
            <a:prstGeom prst="line">
              <a:avLst/>
            </a:prstGeom>
            <a:ln w="38100" cap="flat" cmpd="sng">
              <a:solidFill>
                <a:srgbClr val="FFFF03"/>
              </a:solidFill>
              <a:prstDash val="solid"/>
              <a:round/>
              <a:headEnd type="none" w="med" len="med"/>
              <a:tailEnd type="none" w="med" len="med"/>
            </a:ln>
          </p:spPr>
        </p:sp>
        <p:sp>
          <p:nvSpPr>
            <p:cNvPr id="14407" name="Rectangle 194"/>
            <p:cNvSpPr/>
            <p:nvPr/>
          </p:nvSpPr>
          <p:spPr>
            <a:xfrm>
              <a:off x="5581" y="2614"/>
              <a:ext cx="89" cy="192"/>
            </a:xfrm>
            <a:prstGeom prst="rect">
              <a:avLst/>
            </a:prstGeom>
            <a:noFill/>
            <a:ln w="9525">
              <a:noFill/>
            </a:ln>
          </p:spPr>
          <p:txBody>
            <a:bodyPr wrap="none" lIns="0" tIns="0" rIns="0" bIns="0" anchor="t">
              <a:spAutoFit/>
            </a:bodyPr>
            <a:p>
              <a:r>
                <a:rPr lang="en-US" altLang="zh-CN" sz="2000" i="1" dirty="0">
                  <a:solidFill>
                    <a:srgbClr val="FFFF03"/>
                  </a:solidFill>
                  <a:latin typeface="Times New Roman" panose="02020603050405020304" pitchFamily="18" charset="0"/>
                  <a:ea typeface="宋体" panose="02010600030101010101" pitchFamily="2" charset="-122"/>
                </a:rPr>
                <a:t>S</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408" name="Rectangle 195"/>
            <p:cNvSpPr/>
            <p:nvPr/>
          </p:nvSpPr>
          <p:spPr>
            <a:xfrm>
              <a:off x="4446" y="2487"/>
              <a:ext cx="124"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09" name="Rectangle 196"/>
            <p:cNvSpPr/>
            <p:nvPr/>
          </p:nvSpPr>
          <p:spPr>
            <a:xfrm>
              <a:off x="5517" y="2488"/>
              <a:ext cx="87"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I</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10" name="Rectangle 197"/>
            <p:cNvSpPr/>
            <p:nvPr/>
          </p:nvSpPr>
          <p:spPr>
            <a:xfrm>
              <a:off x="5241" y="2663"/>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11" name="Rectangle 198"/>
            <p:cNvSpPr/>
            <p:nvPr/>
          </p:nvSpPr>
          <p:spPr>
            <a:xfrm>
              <a:off x="4793" y="2663"/>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12" name="Rectangle 199"/>
            <p:cNvSpPr/>
            <p:nvPr/>
          </p:nvSpPr>
          <p:spPr>
            <a:xfrm>
              <a:off x="5023" y="2342"/>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13" name="Rectangle 200"/>
            <p:cNvSpPr/>
            <p:nvPr/>
          </p:nvSpPr>
          <p:spPr>
            <a:xfrm>
              <a:off x="4343" y="2488"/>
              <a:ext cx="87"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I</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14" name="Rectangle 201"/>
            <p:cNvSpPr/>
            <p:nvPr/>
          </p:nvSpPr>
          <p:spPr>
            <a:xfrm>
              <a:off x="5387" y="2798"/>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2</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415" name="Rectangle 202"/>
            <p:cNvSpPr/>
            <p:nvPr/>
          </p:nvSpPr>
          <p:spPr>
            <a:xfrm>
              <a:off x="4932" y="2798"/>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416" name="Rectangle 203"/>
            <p:cNvSpPr/>
            <p:nvPr/>
          </p:nvSpPr>
          <p:spPr>
            <a:xfrm>
              <a:off x="5172" y="2433"/>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417" name="Rectangle 204"/>
            <p:cNvSpPr/>
            <p:nvPr/>
          </p:nvSpPr>
          <p:spPr>
            <a:xfrm>
              <a:off x="4446" y="2646"/>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2</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418" name="Rectangle 205"/>
            <p:cNvSpPr/>
            <p:nvPr/>
          </p:nvSpPr>
          <p:spPr>
            <a:xfrm>
              <a:off x="5050" y="2637"/>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19" name="Rectangle 206"/>
            <p:cNvSpPr/>
            <p:nvPr/>
          </p:nvSpPr>
          <p:spPr>
            <a:xfrm>
              <a:off x="4583" y="2462"/>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grpSp>
      <p:grpSp>
        <p:nvGrpSpPr>
          <p:cNvPr id="26881" name="Group 257"/>
          <p:cNvGrpSpPr/>
          <p:nvPr/>
        </p:nvGrpSpPr>
        <p:grpSpPr>
          <a:xfrm>
            <a:off x="3627438" y="5576888"/>
            <a:ext cx="2794000" cy="1014412"/>
            <a:chOff x="2285" y="3656"/>
            <a:chExt cx="1760" cy="639"/>
          </a:xfrm>
        </p:grpSpPr>
        <p:sp>
          <p:nvSpPr>
            <p:cNvPr id="14421" name="Line 238"/>
            <p:cNvSpPr/>
            <p:nvPr/>
          </p:nvSpPr>
          <p:spPr>
            <a:xfrm>
              <a:off x="2442" y="3937"/>
              <a:ext cx="601" cy="1"/>
            </a:xfrm>
            <a:prstGeom prst="line">
              <a:avLst/>
            </a:prstGeom>
            <a:ln w="38100" cap="flat" cmpd="sng">
              <a:solidFill>
                <a:srgbClr val="FFFF03"/>
              </a:solidFill>
              <a:prstDash val="solid"/>
              <a:round/>
              <a:headEnd type="none" w="med" len="med"/>
              <a:tailEnd type="none" w="med" len="med"/>
            </a:ln>
          </p:spPr>
        </p:sp>
        <p:sp>
          <p:nvSpPr>
            <p:cNvPr id="14422" name="Line 239"/>
            <p:cNvSpPr/>
            <p:nvPr/>
          </p:nvSpPr>
          <p:spPr>
            <a:xfrm>
              <a:off x="3230" y="3937"/>
              <a:ext cx="601" cy="1"/>
            </a:xfrm>
            <a:prstGeom prst="line">
              <a:avLst/>
            </a:prstGeom>
            <a:ln w="38100" cap="flat" cmpd="sng">
              <a:solidFill>
                <a:srgbClr val="FFFF03"/>
              </a:solidFill>
              <a:prstDash val="solid"/>
              <a:round/>
              <a:headEnd type="none" w="med" len="med"/>
              <a:tailEnd type="none" w="med" len="med"/>
            </a:ln>
          </p:spPr>
        </p:sp>
        <p:sp>
          <p:nvSpPr>
            <p:cNvPr id="14423" name="Rectangle 240"/>
            <p:cNvSpPr/>
            <p:nvPr/>
          </p:nvSpPr>
          <p:spPr>
            <a:xfrm>
              <a:off x="3956" y="3934"/>
              <a:ext cx="89"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S</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424" name="Rectangle 241"/>
            <p:cNvSpPr/>
            <p:nvPr/>
          </p:nvSpPr>
          <p:spPr>
            <a:xfrm>
              <a:off x="3769" y="4103"/>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2</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425" name="Rectangle 242"/>
            <p:cNvSpPr/>
            <p:nvPr/>
          </p:nvSpPr>
          <p:spPr>
            <a:xfrm>
              <a:off x="3389" y="4103"/>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426" name="Rectangle 243"/>
            <p:cNvSpPr/>
            <p:nvPr/>
          </p:nvSpPr>
          <p:spPr>
            <a:xfrm>
              <a:off x="3581" y="3737"/>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427" name="Rectangle 244"/>
            <p:cNvSpPr/>
            <p:nvPr/>
          </p:nvSpPr>
          <p:spPr>
            <a:xfrm>
              <a:off x="2981" y="4103"/>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2</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428" name="Rectangle 245"/>
            <p:cNvSpPr/>
            <p:nvPr/>
          </p:nvSpPr>
          <p:spPr>
            <a:xfrm>
              <a:off x="2602" y="4103"/>
              <a:ext cx="80" cy="192"/>
            </a:xfrm>
            <a:prstGeom prst="rect">
              <a:avLst/>
            </a:prstGeom>
            <a:noFill/>
            <a:ln w="9525">
              <a:noFill/>
            </a:ln>
          </p:spPr>
          <p:txBody>
            <a:bodyPr wrap="none" lIns="0" tIns="0" rIns="0" bIns="0" anchor="t">
              <a:spAutoFit/>
            </a:bodyPr>
            <a:p>
              <a:r>
                <a:rPr lang="en-US" altLang="zh-CN" sz="2000" dirty="0">
                  <a:solidFill>
                    <a:srgbClr val="FFFF03"/>
                  </a:solidFill>
                  <a:latin typeface="Times New Roman" panose="02020603050405020304" pitchFamily="18" charset="0"/>
                  <a:ea typeface="宋体" panose="02010600030101010101" pitchFamily="2" charset="-122"/>
                </a:rPr>
                <a:t>1</a:t>
              </a:r>
              <a:endParaRPr lang="en-US" altLang="zh-CN" sz="2000" dirty="0">
                <a:solidFill>
                  <a:srgbClr val="FFFF03"/>
                </a:solidFill>
                <a:latin typeface="Times New Roman" panose="02020603050405020304" pitchFamily="18" charset="0"/>
                <a:ea typeface="宋体" panose="02010600030101010101" pitchFamily="2" charset="-122"/>
              </a:endParaRPr>
            </a:p>
          </p:txBody>
        </p:sp>
        <p:sp>
          <p:nvSpPr>
            <p:cNvPr id="14429" name="Rectangle 246"/>
            <p:cNvSpPr/>
            <p:nvPr/>
          </p:nvSpPr>
          <p:spPr>
            <a:xfrm>
              <a:off x="3872" y="3799"/>
              <a:ext cx="87"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I</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30" name="Rectangle 247"/>
            <p:cNvSpPr/>
            <p:nvPr/>
          </p:nvSpPr>
          <p:spPr>
            <a:xfrm>
              <a:off x="3624" y="3968"/>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31" name="Rectangle 248"/>
            <p:cNvSpPr/>
            <p:nvPr/>
          </p:nvSpPr>
          <p:spPr>
            <a:xfrm>
              <a:off x="3251" y="3968"/>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32" name="Rectangle 249"/>
            <p:cNvSpPr/>
            <p:nvPr/>
          </p:nvSpPr>
          <p:spPr>
            <a:xfrm>
              <a:off x="3443" y="3656"/>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33" name="Rectangle 250"/>
            <p:cNvSpPr/>
            <p:nvPr/>
          </p:nvSpPr>
          <p:spPr>
            <a:xfrm>
              <a:off x="2836" y="3968"/>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34" name="Rectangle 251"/>
            <p:cNvSpPr/>
            <p:nvPr/>
          </p:nvSpPr>
          <p:spPr>
            <a:xfrm>
              <a:off x="2463" y="3968"/>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R</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35" name="Rectangle 252"/>
            <p:cNvSpPr/>
            <p:nvPr/>
          </p:nvSpPr>
          <p:spPr>
            <a:xfrm>
              <a:off x="2678" y="3656"/>
              <a:ext cx="149" cy="269"/>
            </a:xfrm>
            <a:prstGeom prst="rect">
              <a:avLst/>
            </a:prstGeom>
            <a:noFill/>
            <a:ln w="9525">
              <a:noFill/>
            </a:ln>
          </p:spPr>
          <p:txBody>
            <a:bodyPr wrap="none" lIns="0" tIns="0" rIns="0" bIns="0" anchor="t">
              <a:spAutoFit/>
            </a:bodyPr>
            <a:p>
              <a:r>
                <a:rPr lang="en-US" altLang="zh-CN" i="1" dirty="0">
                  <a:solidFill>
                    <a:srgbClr val="FFFF03"/>
                  </a:solidFill>
                  <a:latin typeface="Times New Roman" panose="02020603050405020304" pitchFamily="18" charset="0"/>
                  <a:ea typeface="宋体" panose="02010600030101010101" pitchFamily="2" charset="-122"/>
                </a:rPr>
                <a:t>E</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36" name="Rectangle 253"/>
            <p:cNvSpPr/>
            <p:nvPr/>
          </p:nvSpPr>
          <p:spPr>
            <a:xfrm>
              <a:off x="3470" y="3943"/>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37" name="Rectangle 254"/>
            <p:cNvSpPr/>
            <p:nvPr/>
          </p:nvSpPr>
          <p:spPr>
            <a:xfrm>
              <a:off x="3081" y="3774"/>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38" name="Rectangle 255"/>
            <p:cNvSpPr/>
            <p:nvPr/>
          </p:nvSpPr>
          <p:spPr>
            <a:xfrm>
              <a:off x="2682" y="3943"/>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4439" name="Rectangle 256"/>
            <p:cNvSpPr/>
            <p:nvPr/>
          </p:nvSpPr>
          <p:spPr>
            <a:xfrm>
              <a:off x="2285" y="3774"/>
              <a:ext cx="123" cy="269"/>
            </a:xfrm>
            <a:prstGeom prst="rect">
              <a:avLst/>
            </a:prstGeom>
            <a:noFill/>
            <a:ln w="9525">
              <a:noFill/>
            </a:ln>
          </p:spPr>
          <p:txBody>
            <a:bodyPr wrap="none" lIns="0" tIns="0" rIns="0" bIns="0" anchor="t">
              <a:spAutoFit/>
            </a:bodyPr>
            <a:p>
              <a:r>
                <a:rPr lang="en-US" altLang="zh-CN" dirty="0">
                  <a:solidFill>
                    <a:srgbClr val="FFFF03"/>
                  </a:solidFill>
                  <a:latin typeface="Symbol" panose="05050102010706020507" pitchFamily="18" charset="2"/>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grpSp>
      <p:sp>
        <p:nvSpPr>
          <p:cNvPr id="26717" name="Text Box 93"/>
          <p:cNvSpPr txBox="1">
            <a:spLocks noChangeArrowheads="1"/>
          </p:cNvSpPr>
          <p:nvPr/>
        </p:nvSpPr>
        <p:spPr bwMode="auto">
          <a:xfrm>
            <a:off x="457200" y="4770438"/>
            <a:ext cx="2362200"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R="0" defTabSz="914400">
              <a:spcBef>
                <a:spcPct val="50000"/>
              </a:spcBef>
              <a:buClrTx/>
              <a:buSzTx/>
              <a:buFontTx/>
              <a:buNone/>
              <a:defRPr/>
            </a:pPr>
            <a:r>
              <a:rPr kumimoji="0" lang="zh-CN" altLang="en-US"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根据叠加定理</a:t>
            </a:r>
            <a:endParaRPr kumimoji="1" lang="zh-CN" altLang="en-US"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6718" name="Line 94"/>
          <p:cNvSpPr/>
          <p:nvPr/>
        </p:nvSpPr>
        <p:spPr>
          <a:xfrm>
            <a:off x="76200" y="4541838"/>
            <a:ext cx="9023350" cy="0"/>
          </a:xfrm>
          <a:prstGeom prst="line">
            <a:avLst/>
          </a:prstGeom>
          <a:ln w="38100" cap="flat" cmpd="sng">
            <a:solidFill>
              <a:srgbClr val="CC3300"/>
            </a:solidFill>
            <a:prstDash val="dash"/>
            <a:round/>
            <a:headEnd type="none" w="med" len="med"/>
            <a:tailEnd type="none" w="med" len="med"/>
          </a:ln>
        </p:spPr>
      </p:sp>
      <p:grpSp>
        <p:nvGrpSpPr>
          <p:cNvPr id="26753" name="Group 129"/>
          <p:cNvGrpSpPr/>
          <p:nvPr/>
        </p:nvGrpSpPr>
        <p:grpSpPr>
          <a:xfrm>
            <a:off x="727075" y="-40640"/>
            <a:ext cx="2589213" cy="2635250"/>
            <a:chOff x="198" y="361"/>
            <a:chExt cx="1631" cy="1660"/>
          </a:xfrm>
        </p:grpSpPr>
        <p:sp>
          <p:nvSpPr>
            <p:cNvPr id="14443" name="Text Box 33"/>
            <p:cNvSpPr txBox="1"/>
            <p:nvPr/>
          </p:nvSpPr>
          <p:spPr>
            <a:xfrm>
              <a:off x="1406" y="810"/>
              <a:ext cx="308" cy="288"/>
            </a:xfrm>
            <a:prstGeom prst="rect">
              <a:avLst/>
            </a:prstGeom>
            <a:noFill/>
            <a:ln w="9525">
              <a:noFill/>
            </a:ln>
          </p:spPr>
          <p:txBody>
            <a:bodyPr wrap="none" anchor="ctr">
              <a:spAutoFit/>
            </a:bodyPr>
            <a:p>
              <a:pPr algn="ct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R</a:t>
              </a:r>
              <a:r>
                <a:rPr lang="en-US" altLang="zh-CN" sz="2400" baseline="-25000" dirty="0">
                  <a:solidFill>
                    <a:srgbClr val="FFFF03"/>
                  </a:solidFill>
                  <a:latin typeface="Times New Roman" panose="02020603050405020304" pitchFamily="18" charset="0"/>
                  <a:ea typeface="宋体" panose="02010600030101010101" pitchFamily="2" charset="-122"/>
                </a:rPr>
                <a:t>2</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44" name="Text Box 14"/>
            <p:cNvSpPr txBox="1"/>
            <p:nvPr/>
          </p:nvSpPr>
          <p:spPr>
            <a:xfrm>
              <a:off x="785" y="1618"/>
              <a:ext cx="695" cy="403"/>
            </a:xfrm>
            <a:prstGeom prst="rect">
              <a:avLst/>
            </a:prstGeom>
            <a:noFill/>
            <a:ln w="9525">
              <a:noFill/>
            </a:ln>
          </p:spPr>
          <p:txBody>
            <a:bodyPr wrap="none" anchor="t">
              <a:spAutoFit/>
            </a:bodyPr>
            <a:p>
              <a:pPr eaLnBrk="0" hangingPunct="0">
                <a:lnSpc>
                  <a:spcPct val="150000"/>
                </a:lnSpc>
              </a:pPr>
              <a:r>
                <a:rPr lang="zh-CN" altLang="en-US" sz="2400" dirty="0">
                  <a:latin typeface="Times New Roman" panose="02020603050405020304" pitchFamily="18" charset="0"/>
                  <a:ea typeface="宋体" panose="02010600030101010101" pitchFamily="2" charset="-122"/>
                </a:rPr>
                <a:t>原电路</a:t>
              </a:r>
              <a:endParaRPr lang="zh-CN" altLang="en-US" sz="2400" dirty="0">
                <a:latin typeface="Times New Roman" panose="02020603050405020304" pitchFamily="18" charset="0"/>
                <a:ea typeface="宋体" panose="02010600030101010101" pitchFamily="2" charset="-122"/>
              </a:endParaRPr>
            </a:p>
          </p:txBody>
        </p:sp>
        <p:sp>
          <p:nvSpPr>
            <p:cNvPr id="14445" name="Line 15"/>
            <p:cNvSpPr/>
            <p:nvPr/>
          </p:nvSpPr>
          <p:spPr>
            <a:xfrm>
              <a:off x="370" y="813"/>
              <a:ext cx="0" cy="0"/>
            </a:xfrm>
            <a:prstGeom prst="line">
              <a:avLst/>
            </a:prstGeom>
            <a:ln w="9525" cap="flat" cmpd="sng">
              <a:solidFill>
                <a:schemeClr val="tx1"/>
              </a:solidFill>
              <a:prstDash val="solid"/>
              <a:round/>
              <a:headEnd type="none" w="med" len="med"/>
              <a:tailEnd type="none" w="med" len="med"/>
            </a:ln>
          </p:spPr>
        </p:sp>
        <p:sp>
          <p:nvSpPr>
            <p:cNvPr id="14446" name="Oval 16"/>
            <p:cNvSpPr/>
            <p:nvPr/>
          </p:nvSpPr>
          <p:spPr>
            <a:xfrm>
              <a:off x="431" y="591"/>
              <a:ext cx="243" cy="222"/>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4447" name="Line 17"/>
            <p:cNvSpPr/>
            <p:nvPr/>
          </p:nvSpPr>
          <p:spPr>
            <a:xfrm>
              <a:off x="553" y="424"/>
              <a:ext cx="0" cy="557"/>
            </a:xfrm>
            <a:prstGeom prst="line">
              <a:avLst/>
            </a:prstGeom>
            <a:ln w="38100" cap="flat" cmpd="sng">
              <a:solidFill>
                <a:schemeClr val="bg1"/>
              </a:solidFill>
              <a:prstDash val="solid"/>
              <a:miter/>
              <a:headEnd type="none" w="med" len="med"/>
              <a:tailEnd type="none" w="med" len="med"/>
            </a:ln>
          </p:spPr>
        </p:sp>
        <p:sp>
          <p:nvSpPr>
            <p:cNvPr id="14448" name="Rectangle 18"/>
            <p:cNvSpPr/>
            <p:nvPr/>
          </p:nvSpPr>
          <p:spPr>
            <a:xfrm>
              <a:off x="491" y="981"/>
              <a:ext cx="123" cy="223"/>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pPr algn="ct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49" name="Line 19"/>
            <p:cNvSpPr/>
            <p:nvPr/>
          </p:nvSpPr>
          <p:spPr>
            <a:xfrm>
              <a:off x="553" y="1204"/>
              <a:ext cx="0" cy="222"/>
            </a:xfrm>
            <a:prstGeom prst="line">
              <a:avLst/>
            </a:prstGeom>
            <a:ln w="38100" cap="flat" cmpd="sng">
              <a:solidFill>
                <a:schemeClr val="bg1"/>
              </a:solidFill>
              <a:prstDash val="solid"/>
              <a:round/>
              <a:headEnd type="none" w="med" len="med"/>
              <a:tailEnd type="none" w="med" len="med"/>
            </a:ln>
          </p:spPr>
        </p:sp>
        <p:sp>
          <p:nvSpPr>
            <p:cNvPr id="14450" name="Text Box 20"/>
            <p:cNvSpPr txBox="1"/>
            <p:nvPr/>
          </p:nvSpPr>
          <p:spPr>
            <a:xfrm>
              <a:off x="327" y="361"/>
              <a:ext cx="244" cy="587"/>
            </a:xfrm>
            <a:prstGeom prst="rect">
              <a:avLst/>
            </a:prstGeom>
            <a:noFill/>
            <a:ln w="9525">
              <a:noFill/>
            </a:ln>
          </p:spPr>
          <p:txBody>
            <a:bodyPr anchor="ctr">
              <a:spAutoFit/>
            </a:bodyPr>
            <a:p>
              <a:pPr algn="ctr">
                <a:spcBef>
                  <a:spcPct val="30000"/>
                </a:spcBef>
              </a:pPr>
              <a:r>
                <a:rPr lang="en-US" altLang="zh-CN" sz="2400" dirty="0">
                  <a:solidFill>
                    <a:srgbClr val="FFFF03"/>
                  </a:solidFill>
                  <a:latin typeface="Times New Roman" panose="02020603050405020304" pitchFamily="18" charset="0"/>
                  <a:ea typeface="宋体" panose="02010600030101010101" pitchFamily="2" charset="-122"/>
                </a:rPr>
                <a:t>+</a:t>
              </a:r>
              <a:endParaRPr lang="en-US" altLang="zh-CN" sz="2400" dirty="0">
                <a:solidFill>
                  <a:srgbClr val="FFFF03"/>
                </a:solidFill>
                <a:latin typeface="Times New Roman" panose="02020603050405020304" pitchFamily="18" charset="0"/>
                <a:ea typeface="宋体" panose="02010600030101010101" pitchFamily="2" charset="-122"/>
              </a:endParaRPr>
            </a:p>
            <a:p>
              <a:pPr algn="ctr">
                <a:spcBef>
                  <a:spcPct val="30000"/>
                </a:spcBef>
              </a:pPr>
              <a:r>
                <a:rPr lang="en-US" altLang="zh-CN" sz="2400" dirty="0">
                  <a:solidFill>
                    <a:srgbClr val="FFFF03"/>
                  </a:solidFill>
                  <a:latin typeface="Times New Roman" panose="02020603050405020304" pitchFamily="18" charset="0"/>
                  <a:ea typeface="宋体" panose="02010600030101010101" pitchFamily="2" charset="-122"/>
                </a:rPr>
                <a:t>–</a:t>
              </a:r>
              <a:endParaRPr lang="en-US" altLang="zh-CN" sz="2400" dirty="0">
                <a:solidFill>
                  <a:srgbClr val="FFFF03"/>
                </a:solidFill>
                <a:latin typeface="Times New Roman" panose="02020603050405020304" pitchFamily="18" charset="0"/>
                <a:ea typeface="宋体" panose="02010600030101010101" pitchFamily="2" charset="-122"/>
              </a:endParaRPr>
            </a:p>
          </p:txBody>
        </p:sp>
        <p:grpSp>
          <p:nvGrpSpPr>
            <p:cNvPr id="14451" name="Group 21"/>
            <p:cNvGrpSpPr/>
            <p:nvPr/>
          </p:nvGrpSpPr>
          <p:grpSpPr>
            <a:xfrm>
              <a:off x="1100" y="796"/>
              <a:ext cx="242" cy="222"/>
              <a:chOff x="902" y="2502"/>
              <a:chExt cx="242" cy="222"/>
            </a:xfrm>
          </p:grpSpPr>
          <p:sp>
            <p:nvSpPr>
              <p:cNvPr id="14452" name="Oval 22"/>
              <p:cNvSpPr/>
              <p:nvPr/>
            </p:nvSpPr>
            <p:spPr>
              <a:xfrm flipV="1">
                <a:off x="902" y="2502"/>
                <a:ext cx="242" cy="222"/>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4453" name="Line 23"/>
              <p:cNvSpPr/>
              <p:nvPr/>
            </p:nvSpPr>
            <p:spPr>
              <a:xfrm flipV="1">
                <a:off x="902" y="2613"/>
                <a:ext cx="242" cy="0"/>
              </a:xfrm>
              <a:prstGeom prst="line">
                <a:avLst/>
              </a:prstGeom>
              <a:ln w="38100" cap="flat" cmpd="sng">
                <a:solidFill>
                  <a:srgbClr val="FF3300"/>
                </a:solidFill>
                <a:prstDash val="solid"/>
                <a:miter/>
                <a:headEnd type="none" w="med" len="med"/>
                <a:tailEnd type="none" w="med" len="med"/>
              </a:ln>
            </p:spPr>
          </p:sp>
        </p:grpSp>
        <p:sp>
          <p:nvSpPr>
            <p:cNvPr id="14454" name="Line 24"/>
            <p:cNvSpPr/>
            <p:nvPr/>
          </p:nvSpPr>
          <p:spPr>
            <a:xfrm>
              <a:off x="1221" y="1036"/>
              <a:ext cx="0" cy="390"/>
            </a:xfrm>
            <a:prstGeom prst="line">
              <a:avLst/>
            </a:prstGeom>
            <a:ln w="38100" cap="flat" cmpd="sng">
              <a:solidFill>
                <a:schemeClr val="bg1"/>
              </a:solidFill>
              <a:prstDash val="solid"/>
              <a:round/>
              <a:headEnd type="none" w="med" len="med"/>
              <a:tailEnd type="none" w="med" len="med"/>
            </a:ln>
          </p:spPr>
        </p:sp>
        <p:sp>
          <p:nvSpPr>
            <p:cNvPr id="14455" name="Line 25"/>
            <p:cNvSpPr/>
            <p:nvPr/>
          </p:nvSpPr>
          <p:spPr>
            <a:xfrm>
              <a:off x="1221" y="424"/>
              <a:ext cx="0" cy="390"/>
            </a:xfrm>
            <a:prstGeom prst="line">
              <a:avLst/>
            </a:prstGeom>
            <a:ln w="38100" cap="flat" cmpd="sng">
              <a:solidFill>
                <a:schemeClr val="bg1"/>
              </a:solidFill>
              <a:prstDash val="solid"/>
              <a:round/>
              <a:headEnd type="none" w="med" len="med"/>
              <a:tailEnd type="none" w="med" len="med"/>
            </a:ln>
          </p:spPr>
        </p:sp>
        <p:sp>
          <p:nvSpPr>
            <p:cNvPr id="14456" name="Line 26"/>
            <p:cNvSpPr/>
            <p:nvPr/>
          </p:nvSpPr>
          <p:spPr>
            <a:xfrm>
              <a:off x="552" y="424"/>
              <a:ext cx="1216" cy="0"/>
            </a:xfrm>
            <a:prstGeom prst="line">
              <a:avLst/>
            </a:prstGeom>
            <a:ln w="38100" cap="flat" cmpd="sng">
              <a:solidFill>
                <a:schemeClr val="bg1"/>
              </a:solidFill>
              <a:prstDash val="solid"/>
              <a:round/>
              <a:headEnd type="none" w="med" len="med"/>
              <a:tailEnd type="none" w="med" len="med"/>
            </a:ln>
          </p:spPr>
        </p:sp>
        <p:sp>
          <p:nvSpPr>
            <p:cNvPr id="14457" name="Rectangle 27"/>
            <p:cNvSpPr/>
            <p:nvPr/>
          </p:nvSpPr>
          <p:spPr>
            <a:xfrm>
              <a:off x="1707" y="814"/>
              <a:ext cx="122" cy="222"/>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pPr algn="ct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58" name="Line 28"/>
            <p:cNvSpPr/>
            <p:nvPr/>
          </p:nvSpPr>
          <p:spPr>
            <a:xfrm>
              <a:off x="1768" y="1036"/>
              <a:ext cx="0" cy="390"/>
            </a:xfrm>
            <a:prstGeom prst="line">
              <a:avLst/>
            </a:prstGeom>
            <a:ln w="38100" cap="flat" cmpd="sng">
              <a:solidFill>
                <a:schemeClr val="bg1"/>
              </a:solidFill>
              <a:prstDash val="solid"/>
              <a:round/>
              <a:headEnd type="none" w="med" len="med"/>
              <a:tailEnd type="none" w="med" len="med"/>
            </a:ln>
          </p:spPr>
        </p:sp>
        <p:sp>
          <p:nvSpPr>
            <p:cNvPr id="14459" name="Line 29"/>
            <p:cNvSpPr/>
            <p:nvPr/>
          </p:nvSpPr>
          <p:spPr>
            <a:xfrm flipV="1">
              <a:off x="1757" y="424"/>
              <a:ext cx="0" cy="390"/>
            </a:xfrm>
            <a:prstGeom prst="line">
              <a:avLst/>
            </a:prstGeom>
            <a:ln w="38100" cap="flat" cmpd="sng">
              <a:solidFill>
                <a:schemeClr val="bg1"/>
              </a:solidFill>
              <a:prstDash val="solid"/>
              <a:round/>
              <a:headEnd type="none" w="med" len="med"/>
              <a:tailEnd type="none" w="med" len="med"/>
            </a:ln>
          </p:spPr>
        </p:sp>
        <p:sp>
          <p:nvSpPr>
            <p:cNvPr id="14460" name="Line 30"/>
            <p:cNvSpPr/>
            <p:nvPr/>
          </p:nvSpPr>
          <p:spPr>
            <a:xfrm>
              <a:off x="552" y="1426"/>
              <a:ext cx="1216" cy="0"/>
            </a:xfrm>
            <a:prstGeom prst="line">
              <a:avLst/>
            </a:prstGeom>
            <a:ln w="38100" cap="flat" cmpd="sng">
              <a:solidFill>
                <a:schemeClr val="bg1"/>
              </a:solidFill>
              <a:prstDash val="solid"/>
              <a:round/>
              <a:headEnd type="none" w="med" len="med"/>
              <a:tailEnd type="none" w="med" len="med"/>
            </a:ln>
          </p:spPr>
        </p:sp>
        <p:sp>
          <p:nvSpPr>
            <p:cNvPr id="14461" name="Text Box 31"/>
            <p:cNvSpPr txBox="1"/>
            <p:nvPr/>
          </p:nvSpPr>
          <p:spPr>
            <a:xfrm>
              <a:off x="198" y="584"/>
              <a:ext cx="244" cy="288"/>
            </a:xfrm>
            <a:prstGeom prst="rect">
              <a:avLst/>
            </a:prstGeom>
            <a:noFill/>
            <a:ln w="9525">
              <a:noFill/>
            </a:ln>
          </p:spPr>
          <p:txBody>
            <a:bodyPr wrap="none" anchor="ctr">
              <a:spAutoFit/>
            </a:bodyPr>
            <a:p>
              <a:pPr algn="ct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E</a:t>
              </a:r>
              <a:endParaRPr lang="en-US" altLang="zh-CN" sz="2400" i="1" dirty="0">
                <a:solidFill>
                  <a:srgbClr val="FFFF03"/>
                </a:solidFill>
                <a:latin typeface="Times New Roman" panose="02020603050405020304" pitchFamily="18" charset="0"/>
                <a:ea typeface="宋体" panose="02010600030101010101" pitchFamily="2" charset="-122"/>
              </a:endParaRPr>
            </a:p>
          </p:txBody>
        </p:sp>
        <p:sp>
          <p:nvSpPr>
            <p:cNvPr id="14462" name="Text Box 32"/>
            <p:cNvSpPr txBox="1"/>
            <p:nvPr/>
          </p:nvSpPr>
          <p:spPr>
            <a:xfrm>
              <a:off x="203" y="971"/>
              <a:ext cx="308" cy="288"/>
            </a:xfrm>
            <a:prstGeom prst="rect">
              <a:avLst/>
            </a:prstGeom>
            <a:noFill/>
            <a:ln w="9525">
              <a:noFill/>
            </a:ln>
          </p:spPr>
          <p:txBody>
            <a:bodyPr wrap="none" anchor="ctr">
              <a:spAutoFit/>
            </a:bodyPr>
            <a:p>
              <a:pPr algn="ct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R</a:t>
              </a:r>
              <a:r>
                <a:rPr lang="en-US" altLang="zh-CN" sz="2400" baseline="-25000" dirty="0">
                  <a:solidFill>
                    <a:srgbClr val="FFFF03"/>
                  </a:solidFill>
                  <a:latin typeface="Times New Roman" panose="02020603050405020304" pitchFamily="18" charset="0"/>
                  <a:ea typeface="宋体" panose="02010600030101010101" pitchFamily="2" charset="-122"/>
                </a:rPr>
                <a:t>1</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63" name="Line 34"/>
            <p:cNvSpPr/>
            <p:nvPr/>
          </p:nvSpPr>
          <p:spPr>
            <a:xfrm flipV="1">
              <a:off x="1038" y="748"/>
              <a:ext cx="0" cy="279"/>
            </a:xfrm>
            <a:prstGeom prst="line">
              <a:avLst/>
            </a:prstGeom>
            <a:ln w="38100" cap="flat" cmpd="sng">
              <a:solidFill>
                <a:srgbClr val="FF3300"/>
              </a:solidFill>
              <a:prstDash val="solid"/>
              <a:round/>
              <a:headEnd type="none" w="med" len="med"/>
              <a:tailEnd type="stealth" w="sm" len="lg"/>
            </a:ln>
          </p:spPr>
        </p:sp>
        <p:sp>
          <p:nvSpPr>
            <p:cNvPr id="14464" name="Line 35"/>
            <p:cNvSpPr/>
            <p:nvPr/>
          </p:nvSpPr>
          <p:spPr>
            <a:xfrm>
              <a:off x="1691" y="481"/>
              <a:ext cx="0" cy="297"/>
            </a:xfrm>
            <a:prstGeom prst="line">
              <a:avLst/>
            </a:prstGeom>
            <a:ln w="38100" cap="flat" cmpd="sng">
              <a:solidFill>
                <a:srgbClr val="FF3300"/>
              </a:solidFill>
              <a:prstDash val="solid"/>
              <a:round/>
              <a:headEnd type="none" w="med" len="med"/>
              <a:tailEnd type="stealth" w="sm" len="lg"/>
            </a:ln>
          </p:spPr>
        </p:sp>
        <p:sp>
          <p:nvSpPr>
            <p:cNvPr id="14465" name="Text Box 36"/>
            <p:cNvSpPr txBox="1"/>
            <p:nvPr/>
          </p:nvSpPr>
          <p:spPr>
            <a:xfrm>
              <a:off x="974" y="1448"/>
              <a:ext cx="340" cy="288"/>
            </a:xfrm>
            <a:prstGeom prst="rect">
              <a:avLst/>
            </a:prstGeom>
            <a:noFill/>
            <a:ln w="9525">
              <a:noFill/>
            </a:ln>
          </p:spPr>
          <p:txBody>
            <a:bodyPr wrap="none" anchor="ctr">
              <a:spAutoFit/>
            </a:bodyPr>
            <a:p>
              <a:pPr algn="ctr">
                <a:spcBef>
                  <a:spcPct val="50000"/>
                </a:spcBef>
              </a:pPr>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14466" name="Line 37"/>
            <p:cNvSpPr/>
            <p:nvPr/>
          </p:nvSpPr>
          <p:spPr>
            <a:xfrm flipV="1">
              <a:off x="674" y="940"/>
              <a:ext cx="0" cy="272"/>
            </a:xfrm>
            <a:prstGeom prst="line">
              <a:avLst/>
            </a:prstGeom>
            <a:ln w="38100" cap="flat" cmpd="sng">
              <a:solidFill>
                <a:srgbClr val="FF3300"/>
              </a:solidFill>
              <a:prstDash val="solid"/>
              <a:round/>
              <a:headEnd type="none" w="med" len="med"/>
              <a:tailEnd type="stealth" w="sm" len="lg"/>
            </a:ln>
          </p:spPr>
        </p:sp>
        <p:sp>
          <p:nvSpPr>
            <p:cNvPr id="14467" name="Text Box 38"/>
            <p:cNvSpPr txBox="1"/>
            <p:nvPr/>
          </p:nvSpPr>
          <p:spPr>
            <a:xfrm>
              <a:off x="776" y="719"/>
              <a:ext cx="262" cy="288"/>
            </a:xfrm>
            <a:prstGeom prst="rect">
              <a:avLst/>
            </a:prstGeom>
            <a:noFill/>
            <a:ln w="38100">
              <a:noFill/>
            </a:ln>
          </p:spPr>
          <p:txBody>
            <a:bodyPr wrap="none" anchor="ctr">
              <a:spAutoFit/>
            </a:bodyPr>
            <a:p>
              <a:pPr algn="ct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I</a:t>
              </a:r>
              <a:r>
                <a:rPr lang="en-US" altLang="zh-CN" sz="2400" baseline="-25000" dirty="0">
                  <a:solidFill>
                    <a:srgbClr val="FFFF03"/>
                  </a:solidFill>
                  <a:latin typeface="Times New Roman" panose="02020603050405020304" pitchFamily="18" charset="0"/>
                  <a:ea typeface="宋体" panose="02010600030101010101" pitchFamily="2" charset="-122"/>
                </a:rPr>
                <a:t>S</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68" name="Text Box 39"/>
            <p:cNvSpPr txBox="1"/>
            <p:nvPr/>
          </p:nvSpPr>
          <p:spPr>
            <a:xfrm>
              <a:off x="688" y="1007"/>
              <a:ext cx="255" cy="288"/>
            </a:xfrm>
            <a:prstGeom prst="rect">
              <a:avLst/>
            </a:prstGeom>
            <a:noFill/>
            <a:ln w="38100">
              <a:noFill/>
            </a:ln>
          </p:spPr>
          <p:txBody>
            <a:bodyPr wrap="none" anchor="ctr">
              <a:spAutoFit/>
            </a:bodyPr>
            <a:p>
              <a:pPr algn="ct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I</a:t>
              </a:r>
              <a:r>
                <a:rPr lang="en-US" altLang="zh-CN" sz="2400" baseline="-25000" dirty="0">
                  <a:solidFill>
                    <a:srgbClr val="FFFF03"/>
                  </a:solidFill>
                  <a:latin typeface="Times New Roman" panose="02020603050405020304" pitchFamily="18" charset="0"/>
                  <a:ea typeface="宋体" panose="02010600030101010101" pitchFamily="2" charset="-122"/>
                </a:rPr>
                <a:t>1</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69" name="Text Box 40"/>
            <p:cNvSpPr txBox="1"/>
            <p:nvPr/>
          </p:nvSpPr>
          <p:spPr>
            <a:xfrm>
              <a:off x="1415" y="461"/>
              <a:ext cx="255" cy="288"/>
            </a:xfrm>
            <a:prstGeom prst="rect">
              <a:avLst/>
            </a:prstGeom>
            <a:noFill/>
            <a:ln w="38100">
              <a:noFill/>
            </a:ln>
          </p:spPr>
          <p:txBody>
            <a:bodyPr wrap="none" anchor="ctr">
              <a:spAutoFit/>
            </a:bodyPr>
            <a:p>
              <a:pPr algn="ct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I</a:t>
              </a:r>
              <a:r>
                <a:rPr lang="en-US" altLang="zh-CN" sz="2400" baseline="-25000" dirty="0">
                  <a:solidFill>
                    <a:srgbClr val="FFFF03"/>
                  </a:solidFill>
                  <a:latin typeface="Times New Roman" panose="02020603050405020304" pitchFamily="18" charset="0"/>
                  <a:ea typeface="宋体" panose="02010600030101010101" pitchFamily="2" charset="-122"/>
                </a:rPr>
                <a:t>2</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70" name="Line 95"/>
            <p:cNvSpPr/>
            <p:nvPr/>
          </p:nvSpPr>
          <p:spPr>
            <a:xfrm>
              <a:off x="554" y="587"/>
              <a:ext cx="0" cy="228"/>
            </a:xfrm>
            <a:prstGeom prst="line">
              <a:avLst/>
            </a:prstGeom>
            <a:ln w="38100" cap="flat" cmpd="sng">
              <a:solidFill>
                <a:srgbClr val="FF3300"/>
              </a:solidFill>
              <a:prstDash val="solid"/>
              <a:round/>
              <a:headEnd type="none" w="med" len="med"/>
              <a:tailEnd type="none" w="med" len="med"/>
            </a:ln>
          </p:spPr>
        </p:sp>
      </p:grpSp>
      <p:grpSp>
        <p:nvGrpSpPr>
          <p:cNvPr id="26754" name="Group 130"/>
          <p:cNvGrpSpPr/>
          <p:nvPr/>
        </p:nvGrpSpPr>
        <p:grpSpPr>
          <a:xfrm>
            <a:off x="3313113" y="39370"/>
            <a:ext cx="2887662" cy="2665413"/>
            <a:chOff x="1999" y="274"/>
            <a:chExt cx="1819" cy="1679"/>
          </a:xfrm>
        </p:grpSpPr>
        <p:sp>
          <p:nvSpPr>
            <p:cNvPr id="14472" name="Text Box 99"/>
            <p:cNvSpPr txBox="1"/>
            <p:nvPr/>
          </p:nvSpPr>
          <p:spPr>
            <a:xfrm>
              <a:off x="2708" y="1550"/>
              <a:ext cx="1016" cy="403"/>
            </a:xfrm>
            <a:prstGeom prst="rect">
              <a:avLst/>
            </a:prstGeom>
            <a:noFill/>
            <a:ln w="9525">
              <a:noFill/>
            </a:ln>
          </p:spPr>
          <p:txBody>
            <a:bodyPr wrap="none" anchor="t">
              <a:spAutoFit/>
            </a:bodyPr>
            <a:p>
              <a:pPr eaLnBrk="0" hangingPunct="0">
                <a:lnSpc>
                  <a:spcPct val="150000"/>
                </a:lnSpc>
              </a:pPr>
              <a:r>
                <a:rPr lang="en-US" altLang="zh-CN" sz="2400" dirty="0">
                  <a:latin typeface="Times New Roman" panose="02020603050405020304" pitchFamily="18" charset="0"/>
                  <a:ea typeface="宋体" panose="02010600030101010101" pitchFamily="2" charset="-122"/>
                </a:rPr>
                <a:t>E</a:t>
              </a:r>
              <a:r>
                <a:rPr lang="zh-CN" altLang="en-US" sz="2400" dirty="0">
                  <a:latin typeface="Times New Roman" panose="02020603050405020304" pitchFamily="18" charset="0"/>
                  <a:ea typeface="宋体" panose="02010600030101010101" pitchFamily="2" charset="-122"/>
                </a:rPr>
                <a:t>单独作用</a:t>
              </a:r>
              <a:endParaRPr lang="zh-CN" altLang="en-US" sz="2400" dirty="0">
                <a:latin typeface="Times New Roman" panose="02020603050405020304" pitchFamily="18" charset="0"/>
                <a:ea typeface="宋体" panose="02010600030101010101" pitchFamily="2" charset="-122"/>
              </a:endParaRPr>
            </a:p>
          </p:txBody>
        </p:sp>
        <p:sp>
          <p:nvSpPr>
            <p:cNvPr id="14473" name="Line 100"/>
            <p:cNvSpPr/>
            <p:nvPr/>
          </p:nvSpPr>
          <p:spPr>
            <a:xfrm>
              <a:off x="2359" y="726"/>
              <a:ext cx="0" cy="0"/>
            </a:xfrm>
            <a:prstGeom prst="line">
              <a:avLst/>
            </a:prstGeom>
            <a:ln w="9525" cap="flat" cmpd="sng">
              <a:solidFill>
                <a:schemeClr val="tx1"/>
              </a:solidFill>
              <a:prstDash val="solid"/>
              <a:round/>
              <a:headEnd type="none" w="med" len="med"/>
              <a:tailEnd type="none" w="med" len="med"/>
            </a:ln>
          </p:spPr>
        </p:sp>
        <p:sp>
          <p:nvSpPr>
            <p:cNvPr id="14474" name="Oval 101"/>
            <p:cNvSpPr/>
            <p:nvPr/>
          </p:nvSpPr>
          <p:spPr>
            <a:xfrm>
              <a:off x="2420" y="504"/>
              <a:ext cx="243" cy="222"/>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4475" name="Line 102"/>
            <p:cNvSpPr/>
            <p:nvPr/>
          </p:nvSpPr>
          <p:spPr>
            <a:xfrm>
              <a:off x="2542" y="337"/>
              <a:ext cx="0" cy="557"/>
            </a:xfrm>
            <a:prstGeom prst="line">
              <a:avLst/>
            </a:prstGeom>
            <a:ln w="38100" cap="flat" cmpd="sng">
              <a:solidFill>
                <a:schemeClr val="bg1"/>
              </a:solidFill>
              <a:prstDash val="solid"/>
              <a:miter/>
              <a:headEnd type="none" w="med" len="med"/>
              <a:tailEnd type="none" w="med" len="med"/>
            </a:ln>
          </p:spPr>
        </p:sp>
        <p:sp>
          <p:nvSpPr>
            <p:cNvPr id="14476" name="Rectangle 103"/>
            <p:cNvSpPr/>
            <p:nvPr/>
          </p:nvSpPr>
          <p:spPr>
            <a:xfrm>
              <a:off x="2480" y="894"/>
              <a:ext cx="123" cy="223"/>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pPr algn="ct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77" name="Line 104"/>
            <p:cNvSpPr/>
            <p:nvPr/>
          </p:nvSpPr>
          <p:spPr>
            <a:xfrm>
              <a:off x="2542" y="1117"/>
              <a:ext cx="0" cy="222"/>
            </a:xfrm>
            <a:prstGeom prst="line">
              <a:avLst/>
            </a:prstGeom>
            <a:ln w="38100" cap="flat" cmpd="sng">
              <a:solidFill>
                <a:schemeClr val="bg1"/>
              </a:solidFill>
              <a:prstDash val="solid"/>
              <a:round/>
              <a:headEnd type="none" w="med" len="med"/>
              <a:tailEnd type="none" w="med" len="med"/>
            </a:ln>
          </p:spPr>
        </p:sp>
        <p:sp>
          <p:nvSpPr>
            <p:cNvPr id="14478" name="Text Box 105"/>
            <p:cNvSpPr txBox="1"/>
            <p:nvPr/>
          </p:nvSpPr>
          <p:spPr>
            <a:xfrm>
              <a:off x="2316" y="274"/>
              <a:ext cx="244" cy="587"/>
            </a:xfrm>
            <a:prstGeom prst="rect">
              <a:avLst/>
            </a:prstGeom>
            <a:noFill/>
            <a:ln w="9525">
              <a:noFill/>
            </a:ln>
          </p:spPr>
          <p:txBody>
            <a:bodyPr anchor="ctr">
              <a:spAutoFit/>
            </a:bodyPr>
            <a:p>
              <a:pPr algn="ctr">
                <a:spcBef>
                  <a:spcPct val="30000"/>
                </a:spcBef>
              </a:pPr>
              <a:r>
                <a:rPr lang="en-US" altLang="zh-CN" sz="2400" dirty="0">
                  <a:solidFill>
                    <a:srgbClr val="FFFF03"/>
                  </a:solidFill>
                  <a:latin typeface="Times New Roman" panose="02020603050405020304" pitchFamily="18" charset="0"/>
                  <a:ea typeface="宋体" panose="02010600030101010101" pitchFamily="2" charset="-122"/>
                </a:rPr>
                <a:t>+</a:t>
              </a:r>
              <a:endParaRPr lang="en-US" altLang="zh-CN" sz="2400" dirty="0">
                <a:solidFill>
                  <a:srgbClr val="FFFF03"/>
                </a:solidFill>
                <a:latin typeface="Times New Roman" panose="02020603050405020304" pitchFamily="18" charset="0"/>
                <a:ea typeface="宋体" panose="02010600030101010101" pitchFamily="2" charset="-122"/>
              </a:endParaRPr>
            </a:p>
            <a:p>
              <a:pPr algn="ctr">
                <a:spcBef>
                  <a:spcPct val="30000"/>
                </a:spcBef>
              </a:pPr>
              <a:r>
                <a:rPr lang="en-US" altLang="zh-CN" sz="2400" dirty="0">
                  <a:solidFill>
                    <a:srgbClr val="FFFF03"/>
                  </a:solidFill>
                  <a:latin typeface="Times New Roman" panose="02020603050405020304" pitchFamily="18" charset="0"/>
                  <a:ea typeface="宋体" panose="02010600030101010101" pitchFamily="2" charset="-122"/>
                </a:rPr>
                <a:t>–</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79" name="Line 109"/>
            <p:cNvSpPr/>
            <p:nvPr/>
          </p:nvSpPr>
          <p:spPr>
            <a:xfrm>
              <a:off x="3210" y="949"/>
              <a:ext cx="0" cy="390"/>
            </a:xfrm>
            <a:prstGeom prst="line">
              <a:avLst/>
            </a:prstGeom>
            <a:ln w="38100" cap="flat" cmpd="sng">
              <a:solidFill>
                <a:schemeClr val="bg1"/>
              </a:solidFill>
              <a:prstDash val="solid"/>
              <a:round/>
              <a:headEnd type="none" w="med" len="med"/>
              <a:tailEnd type="none" w="med" len="med"/>
            </a:ln>
          </p:spPr>
        </p:sp>
        <p:sp>
          <p:nvSpPr>
            <p:cNvPr id="14480" name="Line 110"/>
            <p:cNvSpPr/>
            <p:nvPr/>
          </p:nvSpPr>
          <p:spPr>
            <a:xfrm>
              <a:off x="3210" y="337"/>
              <a:ext cx="0" cy="390"/>
            </a:xfrm>
            <a:prstGeom prst="line">
              <a:avLst/>
            </a:prstGeom>
            <a:ln w="38100" cap="flat" cmpd="sng">
              <a:solidFill>
                <a:schemeClr val="bg1"/>
              </a:solidFill>
              <a:prstDash val="solid"/>
              <a:round/>
              <a:headEnd type="none" w="med" len="med"/>
              <a:tailEnd type="none" w="med" len="med"/>
            </a:ln>
          </p:spPr>
        </p:sp>
        <p:sp>
          <p:nvSpPr>
            <p:cNvPr id="14481" name="Line 111"/>
            <p:cNvSpPr/>
            <p:nvPr/>
          </p:nvSpPr>
          <p:spPr>
            <a:xfrm>
              <a:off x="2541" y="337"/>
              <a:ext cx="1216" cy="0"/>
            </a:xfrm>
            <a:prstGeom prst="line">
              <a:avLst/>
            </a:prstGeom>
            <a:ln w="38100" cap="flat" cmpd="sng">
              <a:solidFill>
                <a:schemeClr val="bg1"/>
              </a:solidFill>
              <a:prstDash val="solid"/>
              <a:round/>
              <a:headEnd type="none" w="med" len="med"/>
              <a:tailEnd type="none" w="med" len="med"/>
            </a:ln>
          </p:spPr>
        </p:sp>
        <p:sp>
          <p:nvSpPr>
            <p:cNvPr id="14482" name="Rectangle 112"/>
            <p:cNvSpPr/>
            <p:nvPr/>
          </p:nvSpPr>
          <p:spPr>
            <a:xfrm>
              <a:off x="3696" y="727"/>
              <a:ext cx="122" cy="222"/>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pPr algn="ct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83" name="Line 113"/>
            <p:cNvSpPr/>
            <p:nvPr/>
          </p:nvSpPr>
          <p:spPr>
            <a:xfrm>
              <a:off x="3757" y="949"/>
              <a:ext cx="0" cy="390"/>
            </a:xfrm>
            <a:prstGeom prst="line">
              <a:avLst/>
            </a:prstGeom>
            <a:ln w="38100" cap="flat" cmpd="sng">
              <a:solidFill>
                <a:schemeClr val="bg1"/>
              </a:solidFill>
              <a:prstDash val="solid"/>
              <a:round/>
              <a:headEnd type="none" w="med" len="med"/>
              <a:tailEnd type="none" w="med" len="med"/>
            </a:ln>
          </p:spPr>
        </p:sp>
        <p:sp>
          <p:nvSpPr>
            <p:cNvPr id="14484" name="Line 114"/>
            <p:cNvSpPr/>
            <p:nvPr/>
          </p:nvSpPr>
          <p:spPr>
            <a:xfrm flipV="1">
              <a:off x="3757" y="337"/>
              <a:ext cx="0" cy="390"/>
            </a:xfrm>
            <a:prstGeom prst="line">
              <a:avLst/>
            </a:prstGeom>
            <a:ln w="38100" cap="flat" cmpd="sng">
              <a:solidFill>
                <a:schemeClr val="bg1"/>
              </a:solidFill>
              <a:prstDash val="solid"/>
              <a:round/>
              <a:headEnd type="none" w="med" len="med"/>
              <a:tailEnd type="none" w="med" len="med"/>
            </a:ln>
          </p:spPr>
        </p:sp>
        <p:sp>
          <p:nvSpPr>
            <p:cNvPr id="14485" name="Line 115"/>
            <p:cNvSpPr/>
            <p:nvPr/>
          </p:nvSpPr>
          <p:spPr>
            <a:xfrm>
              <a:off x="2541" y="1339"/>
              <a:ext cx="1216" cy="0"/>
            </a:xfrm>
            <a:prstGeom prst="line">
              <a:avLst/>
            </a:prstGeom>
            <a:ln w="38100" cap="flat" cmpd="sng">
              <a:solidFill>
                <a:schemeClr val="bg1"/>
              </a:solidFill>
              <a:prstDash val="solid"/>
              <a:round/>
              <a:headEnd type="none" w="med" len="med"/>
              <a:tailEnd type="none" w="med" len="med"/>
            </a:ln>
          </p:spPr>
        </p:sp>
        <p:sp>
          <p:nvSpPr>
            <p:cNvPr id="14486" name="Text Box 116"/>
            <p:cNvSpPr txBox="1"/>
            <p:nvPr/>
          </p:nvSpPr>
          <p:spPr>
            <a:xfrm>
              <a:off x="2187" y="497"/>
              <a:ext cx="244" cy="288"/>
            </a:xfrm>
            <a:prstGeom prst="rect">
              <a:avLst/>
            </a:prstGeom>
            <a:noFill/>
            <a:ln w="9525">
              <a:noFill/>
            </a:ln>
          </p:spPr>
          <p:txBody>
            <a:bodyPr wrap="none" anchor="ctr">
              <a:spAutoFit/>
            </a:bodyPr>
            <a:p>
              <a:pPr algn="ct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E</a:t>
              </a:r>
              <a:endParaRPr lang="en-US" altLang="zh-CN" sz="2400" i="1" dirty="0">
                <a:solidFill>
                  <a:srgbClr val="FFFF03"/>
                </a:solidFill>
                <a:latin typeface="Times New Roman" panose="02020603050405020304" pitchFamily="18" charset="0"/>
                <a:ea typeface="宋体" panose="02010600030101010101" pitchFamily="2" charset="-122"/>
              </a:endParaRPr>
            </a:p>
          </p:txBody>
        </p:sp>
        <p:sp>
          <p:nvSpPr>
            <p:cNvPr id="14487" name="Text Box 117"/>
            <p:cNvSpPr txBox="1"/>
            <p:nvPr/>
          </p:nvSpPr>
          <p:spPr>
            <a:xfrm>
              <a:off x="2192" y="884"/>
              <a:ext cx="308" cy="288"/>
            </a:xfrm>
            <a:prstGeom prst="rect">
              <a:avLst/>
            </a:prstGeom>
            <a:noFill/>
            <a:ln w="9525">
              <a:noFill/>
            </a:ln>
          </p:spPr>
          <p:txBody>
            <a:bodyPr wrap="none" anchor="ctr">
              <a:spAutoFit/>
            </a:bodyPr>
            <a:p>
              <a:pPr algn="ct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R</a:t>
              </a:r>
              <a:r>
                <a:rPr lang="en-US" altLang="zh-CN" sz="2400" baseline="-25000" dirty="0">
                  <a:solidFill>
                    <a:srgbClr val="FFFF03"/>
                  </a:solidFill>
                  <a:latin typeface="Times New Roman" panose="02020603050405020304" pitchFamily="18" charset="0"/>
                  <a:ea typeface="宋体" panose="02010600030101010101" pitchFamily="2" charset="-122"/>
                </a:rPr>
                <a:t>1</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88" name="Line 119"/>
            <p:cNvSpPr/>
            <p:nvPr/>
          </p:nvSpPr>
          <p:spPr>
            <a:xfrm>
              <a:off x="3682" y="404"/>
              <a:ext cx="0" cy="297"/>
            </a:xfrm>
            <a:prstGeom prst="line">
              <a:avLst/>
            </a:prstGeom>
            <a:ln w="38100" cap="flat" cmpd="sng">
              <a:solidFill>
                <a:srgbClr val="FF3300"/>
              </a:solidFill>
              <a:prstDash val="solid"/>
              <a:round/>
              <a:headEnd type="none" w="med" len="med"/>
              <a:tailEnd type="stealth" w="sm" len="lg"/>
            </a:ln>
          </p:spPr>
        </p:sp>
        <p:sp>
          <p:nvSpPr>
            <p:cNvPr id="14489" name="Text Box 120"/>
            <p:cNvSpPr txBox="1"/>
            <p:nvPr/>
          </p:nvSpPr>
          <p:spPr>
            <a:xfrm>
              <a:off x="2958" y="1361"/>
              <a:ext cx="351" cy="288"/>
            </a:xfrm>
            <a:prstGeom prst="rect">
              <a:avLst/>
            </a:prstGeom>
            <a:noFill/>
            <a:ln w="9525">
              <a:noFill/>
            </a:ln>
          </p:spPr>
          <p:txBody>
            <a:bodyPr wrap="none" anchor="ctr">
              <a:spAutoFit/>
            </a:bodyPr>
            <a:p>
              <a:pPr algn="ctr">
                <a:spcBef>
                  <a:spcPct val="50000"/>
                </a:spcBef>
              </a:pPr>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14490" name="Line 121"/>
            <p:cNvSpPr/>
            <p:nvPr/>
          </p:nvSpPr>
          <p:spPr>
            <a:xfrm flipV="1">
              <a:off x="2663" y="853"/>
              <a:ext cx="0" cy="272"/>
            </a:xfrm>
            <a:prstGeom prst="line">
              <a:avLst/>
            </a:prstGeom>
            <a:ln w="38100" cap="flat" cmpd="sng">
              <a:solidFill>
                <a:srgbClr val="FF3300"/>
              </a:solidFill>
              <a:prstDash val="solid"/>
              <a:round/>
              <a:headEnd type="none" w="med" len="med"/>
              <a:tailEnd type="stealth" w="sm" len="lg"/>
            </a:ln>
          </p:spPr>
        </p:sp>
        <p:sp>
          <p:nvSpPr>
            <p:cNvPr id="14491" name="Text Box 123"/>
            <p:cNvSpPr txBox="1"/>
            <p:nvPr/>
          </p:nvSpPr>
          <p:spPr>
            <a:xfrm>
              <a:off x="2667" y="920"/>
              <a:ext cx="472" cy="288"/>
            </a:xfrm>
            <a:prstGeom prst="rect">
              <a:avLst/>
            </a:prstGeom>
            <a:noFill/>
            <a:ln w="38100">
              <a:noFill/>
            </a:ln>
          </p:spPr>
          <p:txBody>
            <a:bodyPr anchor="ctr">
              <a:spAutoFit/>
            </a:bodyPr>
            <a:p>
              <a:pP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I</a:t>
              </a:r>
              <a:r>
                <a:rPr lang="en-US" altLang="zh-CN" sz="2400" baseline="-25000" dirty="0">
                  <a:solidFill>
                    <a:srgbClr val="FFFF03"/>
                  </a:solidFill>
                  <a:latin typeface="Times New Roman" panose="02020603050405020304" pitchFamily="18" charset="0"/>
                  <a:ea typeface="宋体" panose="02010600030101010101" pitchFamily="2" charset="-122"/>
                </a:rPr>
                <a:t>1</a:t>
              </a:r>
              <a:r>
                <a:rPr lang="en-US" altLang="zh-CN" sz="2400" dirty="0">
                  <a:solidFill>
                    <a:srgbClr val="FFFF03"/>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92" name="Text Box 124"/>
            <p:cNvSpPr txBox="1"/>
            <p:nvPr/>
          </p:nvSpPr>
          <p:spPr>
            <a:xfrm>
              <a:off x="3406" y="384"/>
              <a:ext cx="342" cy="288"/>
            </a:xfrm>
            <a:prstGeom prst="rect">
              <a:avLst/>
            </a:prstGeom>
            <a:noFill/>
            <a:ln w="38100">
              <a:noFill/>
            </a:ln>
          </p:spPr>
          <p:txBody>
            <a:bodyPr anchor="ctr">
              <a:spAutoFit/>
            </a:bodyPr>
            <a:p>
              <a:pP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I</a:t>
              </a:r>
              <a:r>
                <a:rPr lang="en-US" altLang="zh-CN" sz="2400" baseline="-25000" dirty="0">
                  <a:solidFill>
                    <a:srgbClr val="FFFF03"/>
                  </a:solidFill>
                  <a:latin typeface="Times New Roman" panose="02020603050405020304" pitchFamily="18" charset="0"/>
                  <a:ea typeface="宋体" panose="02010600030101010101" pitchFamily="2" charset="-122"/>
                </a:rPr>
                <a:t>2</a:t>
              </a:r>
              <a:r>
                <a:rPr lang="en-US" altLang="zh-CN" sz="2400" dirty="0">
                  <a:solidFill>
                    <a:srgbClr val="FFFF03"/>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93" name="Line 125"/>
            <p:cNvSpPr/>
            <p:nvPr/>
          </p:nvSpPr>
          <p:spPr>
            <a:xfrm>
              <a:off x="2543" y="500"/>
              <a:ext cx="0" cy="228"/>
            </a:xfrm>
            <a:prstGeom prst="line">
              <a:avLst/>
            </a:prstGeom>
            <a:ln w="38100" cap="flat" cmpd="sng">
              <a:solidFill>
                <a:srgbClr val="FF3300"/>
              </a:solidFill>
              <a:prstDash val="solid"/>
              <a:round/>
              <a:headEnd type="none" w="med" len="med"/>
              <a:tailEnd type="none" w="med" len="med"/>
            </a:ln>
          </p:spPr>
        </p:sp>
        <p:sp>
          <p:nvSpPr>
            <p:cNvPr id="14494" name="Text Box 127"/>
            <p:cNvSpPr txBox="1"/>
            <p:nvPr/>
          </p:nvSpPr>
          <p:spPr>
            <a:xfrm>
              <a:off x="1999" y="696"/>
              <a:ext cx="337" cy="327"/>
            </a:xfrm>
            <a:prstGeom prst="rect">
              <a:avLst/>
            </a:prstGeom>
            <a:noFill/>
            <a:ln w="38100">
              <a:noFill/>
            </a:ln>
          </p:spPr>
          <p:txBody>
            <a:bodyPr anchor="t">
              <a:spAutoFit/>
            </a:bodyPr>
            <a:p>
              <a:pPr>
                <a:spcBef>
                  <a:spcPct val="50000"/>
                </a:spcBef>
              </a:pPr>
              <a:r>
                <a:rPr lang="en-US" altLang="zh-CN" dirty="0">
                  <a:solidFill>
                    <a:srgbClr val="FF00FF"/>
                  </a:solidFill>
                  <a:latin typeface="Times New Roman" panose="02020603050405020304" pitchFamily="18" charset="0"/>
                  <a:ea typeface="宋体" panose="02010600030101010101" pitchFamily="2" charset="-122"/>
                </a:rPr>
                <a:t>=</a:t>
              </a:r>
              <a:endParaRPr lang="en-US" altLang="zh-CN" dirty="0">
                <a:solidFill>
                  <a:srgbClr val="FF00FF"/>
                </a:solidFill>
                <a:latin typeface="Times New Roman" panose="02020603050405020304" pitchFamily="18" charset="0"/>
                <a:ea typeface="宋体" panose="02010600030101010101" pitchFamily="2" charset="-122"/>
              </a:endParaRPr>
            </a:p>
          </p:txBody>
        </p:sp>
        <p:sp>
          <p:nvSpPr>
            <p:cNvPr id="14495" name="Text Box 128"/>
            <p:cNvSpPr txBox="1"/>
            <p:nvPr/>
          </p:nvSpPr>
          <p:spPr>
            <a:xfrm>
              <a:off x="3395" y="735"/>
              <a:ext cx="308" cy="288"/>
            </a:xfrm>
            <a:prstGeom prst="rect">
              <a:avLst/>
            </a:prstGeom>
            <a:noFill/>
            <a:ln w="9525">
              <a:noFill/>
            </a:ln>
          </p:spPr>
          <p:txBody>
            <a:bodyPr wrap="none" anchor="ctr">
              <a:spAutoFit/>
            </a:bodyPr>
            <a:p>
              <a:pPr algn="ct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R</a:t>
              </a:r>
              <a:r>
                <a:rPr lang="en-US" altLang="zh-CN" sz="2400" baseline="-25000" dirty="0">
                  <a:solidFill>
                    <a:srgbClr val="FFFF03"/>
                  </a:solidFill>
                  <a:latin typeface="Times New Roman" panose="02020603050405020304" pitchFamily="18" charset="0"/>
                  <a:ea typeface="宋体" panose="02010600030101010101" pitchFamily="2" charset="-122"/>
                </a:rPr>
                <a:t>2</a:t>
              </a:r>
              <a:endParaRPr lang="en-US" altLang="zh-CN" sz="2400" dirty="0">
                <a:solidFill>
                  <a:srgbClr val="FFFF03"/>
                </a:solidFill>
                <a:latin typeface="Times New Roman" panose="02020603050405020304" pitchFamily="18" charset="0"/>
                <a:ea typeface="宋体" panose="02010600030101010101" pitchFamily="2" charset="-122"/>
              </a:endParaRPr>
            </a:p>
          </p:txBody>
        </p:sp>
      </p:grpSp>
      <p:grpSp>
        <p:nvGrpSpPr>
          <p:cNvPr id="26784" name="Group 160"/>
          <p:cNvGrpSpPr/>
          <p:nvPr/>
        </p:nvGrpSpPr>
        <p:grpSpPr>
          <a:xfrm>
            <a:off x="6345238" y="131128"/>
            <a:ext cx="2592387" cy="2514600"/>
            <a:chOff x="3888" y="403"/>
            <a:chExt cx="1633" cy="1584"/>
          </a:xfrm>
        </p:grpSpPr>
        <p:sp>
          <p:nvSpPr>
            <p:cNvPr id="14497" name="Text Box 132"/>
            <p:cNvSpPr txBox="1"/>
            <p:nvPr/>
          </p:nvSpPr>
          <p:spPr>
            <a:xfrm>
              <a:off x="5098" y="789"/>
              <a:ext cx="308" cy="288"/>
            </a:xfrm>
            <a:prstGeom prst="rect">
              <a:avLst/>
            </a:prstGeom>
            <a:noFill/>
            <a:ln w="9525">
              <a:noFill/>
            </a:ln>
          </p:spPr>
          <p:txBody>
            <a:bodyPr wrap="none" anchor="ctr">
              <a:spAutoFit/>
            </a:bodyPr>
            <a:p>
              <a:pPr algn="ct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R</a:t>
              </a:r>
              <a:r>
                <a:rPr lang="en-US" altLang="zh-CN" sz="2400" baseline="-25000" dirty="0">
                  <a:solidFill>
                    <a:srgbClr val="FFFF03"/>
                  </a:solidFill>
                  <a:latin typeface="Times New Roman" panose="02020603050405020304" pitchFamily="18" charset="0"/>
                  <a:ea typeface="宋体" panose="02010600030101010101" pitchFamily="2" charset="-122"/>
                </a:rPr>
                <a:t>2</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498" name="Text Box 133"/>
            <p:cNvSpPr txBox="1"/>
            <p:nvPr/>
          </p:nvSpPr>
          <p:spPr>
            <a:xfrm>
              <a:off x="4379" y="1584"/>
              <a:ext cx="1034" cy="403"/>
            </a:xfrm>
            <a:prstGeom prst="rect">
              <a:avLst/>
            </a:prstGeom>
            <a:noFill/>
            <a:ln w="9525">
              <a:noFill/>
            </a:ln>
          </p:spPr>
          <p:txBody>
            <a:bodyPr wrap="none" anchor="t">
              <a:spAutoFit/>
            </a:bodyPr>
            <a:p>
              <a:pPr eaLnBrk="0" hangingPunct="0">
                <a:lnSpc>
                  <a:spcPct val="150000"/>
                </a:lnSpc>
              </a:pPr>
              <a:r>
                <a:rPr lang="en-US" altLang="zh-CN" sz="2400" dirty="0">
                  <a:latin typeface="Times New Roman" panose="02020603050405020304" pitchFamily="18" charset="0"/>
                  <a:ea typeface="宋体" panose="02010600030101010101" pitchFamily="2" charset="-122"/>
                </a:rPr>
                <a:t>I</a:t>
              </a:r>
              <a:r>
                <a:rPr lang="en-US" altLang="zh-CN" sz="2400" baseline="-25000" dirty="0">
                  <a:latin typeface="Times New Roman" panose="02020603050405020304" pitchFamily="18" charset="0"/>
                  <a:ea typeface="宋体" panose="02010600030101010101" pitchFamily="2" charset="-122"/>
                </a:rPr>
                <a:t>S</a:t>
              </a:r>
              <a:r>
                <a:rPr lang="zh-CN" altLang="en-US" sz="2400" dirty="0">
                  <a:latin typeface="Times New Roman" panose="02020603050405020304" pitchFamily="18" charset="0"/>
                  <a:ea typeface="宋体" panose="02010600030101010101" pitchFamily="2" charset="-122"/>
                </a:rPr>
                <a:t>单独作用</a:t>
              </a:r>
              <a:endParaRPr lang="zh-CN" altLang="en-US" sz="2400" dirty="0">
                <a:latin typeface="Times New Roman" panose="02020603050405020304" pitchFamily="18" charset="0"/>
                <a:ea typeface="宋体" panose="02010600030101010101" pitchFamily="2" charset="-122"/>
              </a:endParaRPr>
            </a:p>
          </p:txBody>
        </p:sp>
        <p:sp>
          <p:nvSpPr>
            <p:cNvPr id="14499" name="Line 134"/>
            <p:cNvSpPr/>
            <p:nvPr/>
          </p:nvSpPr>
          <p:spPr>
            <a:xfrm>
              <a:off x="4062" y="792"/>
              <a:ext cx="0" cy="0"/>
            </a:xfrm>
            <a:prstGeom prst="line">
              <a:avLst/>
            </a:prstGeom>
            <a:ln w="9525" cap="flat" cmpd="sng">
              <a:solidFill>
                <a:schemeClr val="tx1"/>
              </a:solidFill>
              <a:prstDash val="solid"/>
              <a:round/>
              <a:headEnd type="none" w="med" len="med"/>
              <a:tailEnd type="none" w="med" len="med"/>
            </a:ln>
          </p:spPr>
        </p:sp>
        <p:sp>
          <p:nvSpPr>
            <p:cNvPr id="14500" name="Line 136"/>
            <p:cNvSpPr/>
            <p:nvPr/>
          </p:nvSpPr>
          <p:spPr>
            <a:xfrm>
              <a:off x="4245" y="403"/>
              <a:ext cx="0" cy="557"/>
            </a:xfrm>
            <a:prstGeom prst="line">
              <a:avLst/>
            </a:prstGeom>
            <a:ln w="38100" cap="flat" cmpd="sng">
              <a:solidFill>
                <a:schemeClr val="bg1"/>
              </a:solidFill>
              <a:prstDash val="solid"/>
              <a:miter/>
              <a:headEnd type="none" w="med" len="med"/>
              <a:tailEnd type="none" w="med" len="med"/>
            </a:ln>
          </p:spPr>
        </p:sp>
        <p:sp>
          <p:nvSpPr>
            <p:cNvPr id="14501" name="Rectangle 137"/>
            <p:cNvSpPr/>
            <p:nvPr/>
          </p:nvSpPr>
          <p:spPr>
            <a:xfrm>
              <a:off x="4183" y="960"/>
              <a:ext cx="123" cy="223"/>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pPr algn="ct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502" name="Line 138"/>
            <p:cNvSpPr/>
            <p:nvPr/>
          </p:nvSpPr>
          <p:spPr>
            <a:xfrm>
              <a:off x="4245" y="1183"/>
              <a:ext cx="0" cy="222"/>
            </a:xfrm>
            <a:prstGeom prst="line">
              <a:avLst/>
            </a:prstGeom>
            <a:ln w="38100" cap="flat" cmpd="sng">
              <a:solidFill>
                <a:schemeClr val="bg1"/>
              </a:solidFill>
              <a:prstDash val="solid"/>
              <a:round/>
              <a:headEnd type="none" w="med" len="med"/>
              <a:tailEnd type="none" w="med" len="med"/>
            </a:ln>
          </p:spPr>
        </p:sp>
        <p:grpSp>
          <p:nvGrpSpPr>
            <p:cNvPr id="14503" name="Group 140"/>
            <p:cNvGrpSpPr/>
            <p:nvPr/>
          </p:nvGrpSpPr>
          <p:grpSpPr>
            <a:xfrm>
              <a:off x="4792" y="775"/>
              <a:ext cx="242" cy="222"/>
              <a:chOff x="902" y="2502"/>
              <a:chExt cx="242" cy="222"/>
            </a:xfrm>
          </p:grpSpPr>
          <p:sp>
            <p:nvSpPr>
              <p:cNvPr id="14504" name="Oval 141"/>
              <p:cNvSpPr/>
              <p:nvPr/>
            </p:nvSpPr>
            <p:spPr>
              <a:xfrm flipV="1">
                <a:off x="902" y="2502"/>
                <a:ext cx="242" cy="222"/>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4505" name="Line 142"/>
              <p:cNvSpPr/>
              <p:nvPr/>
            </p:nvSpPr>
            <p:spPr>
              <a:xfrm flipV="1">
                <a:off x="902" y="2613"/>
                <a:ext cx="242" cy="0"/>
              </a:xfrm>
              <a:prstGeom prst="line">
                <a:avLst/>
              </a:prstGeom>
              <a:ln w="38100" cap="flat" cmpd="sng">
                <a:solidFill>
                  <a:srgbClr val="FF3300"/>
                </a:solidFill>
                <a:prstDash val="solid"/>
                <a:miter/>
                <a:headEnd type="none" w="med" len="med"/>
                <a:tailEnd type="none" w="med" len="med"/>
              </a:ln>
            </p:spPr>
          </p:sp>
        </p:grpSp>
        <p:sp>
          <p:nvSpPr>
            <p:cNvPr id="14506" name="Line 143"/>
            <p:cNvSpPr/>
            <p:nvPr/>
          </p:nvSpPr>
          <p:spPr>
            <a:xfrm>
              <a:off x="4913" y="1015"/>
              <a:ext cx="0" cy="390"/>
            </a:xfrm>
            <a:prstGeom prst="line">
              <a:avLst/>
            </a:prstGeom>
            <a:ln w="38100" cap="flat" cmpd="sng">
              <a:solidFill>
                <a:schemeClr val="bg1"/>
              </a:solidFill>
              <a:prstDash val="solid"/>
              <a:round/>
              <a:headEnd type="none" w="med" len="med"/>
              <a:tailEnd type="none" w="med" len="med"/>
            </a:ln>
          </p:spPr>
        </p:sp>
        <p:sp>
          <p:nvSpPr>
            <p:cNvPr id="14507" name="Line 144"/>
            <p:cNvSpPr/>
            <p:nvPr/>
          </p:nvSpPr>
          <p:spPr>
            <a:xfrm>
              <a:off x="4913" y="403"/>
              <a:ext cx="0" cy="390"/>
            </a:xfrm>
            <a:prstGeom prst="line">
              <a:avLst/>
            </a:prstGeom>
            <a:ln w="38100" cap="flat" cmpd="sng">
              <a:solidFill>
                <a:schemeClr val="bg1"/>
              </a:solidFill>
              <a:prstDash val="solid"/>
              <a:round/>
              <a:headEnd type="none" w="med" len="med"/>
              <a:tailEnd type="none" w="med" len="med"/>
            </a:ln>
          </p:spPr>
        </p:sp>
        <p:sp>
          <p:nvSpPr>
            <p:cNvPr id="14508" name="Line 145"/>
            <p:cNvSpPr/>
            <p:nvPr/>
          </p:nvSpPr>
          <p:spPr>
            <a:xfrm>
              <a:off x="4244" y="403"/>
              <a:ext cx="1216" cy="0"/>
            </a:xfrm>
            <a:prstGeom prst="line">
              <a:avLst/>
            </a:prstGeom>
            <a:ln w="38100" cap="flat" cmpd="sng">
              <a:solidFill>
                <a:schemeClr val="bg1"/>
              </a:solidFill>
              <a:prstDash val="solid"/>
              <a:round/>
              <a:headEnd type="none" w="med" len="med"/>
              <a:tailEnd type="none" w="med" len="med"/>
            </a:ln>
          </p:spPr>
        </p:sp>
        <p:sp>
          <p:nvSpPr>
            <p:cNvPr id="14509" name="Rectangle 146"/>
            <p:cNvSpPr/>
            <p:nvPr/>
          </p:nvSpPr>
          <p:spPr>
            <a:xfrm>
              <a:off x="5399" y="793"/>
              <a:ext cx="122" cy="222"/>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pPr algn="ct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510" name="Line 147"/>
            <p:cNvSpPr/>
            <p:nvPr/>
          </p:nvSpPr>
          <p:spPr>
            <a:xfrm>
              <a:off x="5460" y="1015"/>
              <a:ext cx="0" cy="390"/>
            </a:xfrm>
            <a:prstGeom prst="line">
              <a:avLst/>
            </a:prstGeom>
            <a:ln w="38100" cap="flat" cmpd="sng">
              <a:solidFill>
                <a:schemeClr val="bg1"/>
              </a:solidFill>
              <a:prstDash val="solid"/>
              <a:round/>
              <a:headEnd type="none" w="med" len="med"/>
              <a:tailEnd type="none" w="med" len="med"/>
            </a:ln>
          </p:spPr>
        </p:sp>
        <p:sp>
          <p:nvSpPr>
            <p:cNvPr id="14511" name="Line 148"/>
            <p:cNvSpPr/>
            <p:nvPr/>
          </p:nvSpPr>
          <p:spPr>
            <a:xfrm flipV="1">
              <a:off x="5449" y="403"/>
              <a:ext cx="0" cy="390"/>
            </a:xfrm>
            <a:prstGeom prst="line">
              <a:avLst/>
            </a:prstGeom>
            <a:ln w="38100" cap="flat" cmpd="sng">
              <a:solidFill>
                <a:schemeClr val="bg1"/>
              </a:solidFill>
              <a:prstDash val="solid"/>
              <a:round/>
              <a:headEnd type="none" w="med" len="med"/>
              <a:tailEnd type="none" w="med" len="med"/>
            </a:ln>
          </p:spPr>
        </p:sp>
        <p:sp>
          <p:nvSpPr>
            <p:cNvPr id="14512" name="Line 149"/>
            <p:cNvSpPr/>
            <p:nvPr/>
          </p:nvSpPr>
          <p:spPr>
            <a:xfrm>
              <a:off x="4244" y="1405"/>
              <a:ext cx="1216" cy="0"/>
            </a:xfrm>
            <a:prstGeom prst="line">
              <a:avLst/>
            </a:prstGeom>
            <a:ln w="38100" cap="flat" cmpd="sng">
              <a:solidFill>
                <a:schemeClr val="bg1"/>
              </a:solidFill>
              <a:prstDash val="solid"/>
              <a:round/>
              <a:headEnd type="none" w="med" len="med"/>
              <a:tailEnd type="none" w="med" len="med"/>
            </a:ln>
          </p:spPr>
        </p:sp>
        <p:sp>
          <p:nvSpPr>
            <p:cNvPr id="14513" name="Text Box 150"/>
            <p:cNvSpPr txBox="1"/>
            <p:nvPr/>
          </p:nvSpPr>
          <p:spPr>
            <a:xfrm>
              <a:off x="3888" y="661"/>
              <a:ext cx="225" cy="288"/>
            </a:xfrm>
            <a:prstGeom prst="rect">
              <a:avLst/>
            </a:prstGeom>
            <a:noFill/>
            <a:ln w="9525">
              <a:noFill/>
            </a:ln>
          </p:spPr>
          <p:txBody>
            <a:bodyPr wrap="none" anchor="ctr">
              <a:spAutoFit/>
            </a:bodyPr>
            <a:p>
              <a:pPr algn="ctr">
                <a:spcBef>
                  <a:spcPct val="50000"/>
                </a:spcBef>
              </a:pPr>
              <a:r>
                <a:rPr lang="en-US" altLang="zh-CN" sz="2400" i="1" dirty="0">
                  <a:solidFill>
                    <a:srgbClr val="FF00FF"/>
                  </a:solidFill>
                  <a:latin typeface="Times New Roman" panose="02020603050405020304" pitchFamily="18" charset="0"/>
                  <a:ea typeface="宋体" panose="02010600030101010101" pitchFamily="2" charset="-122"/>
                </a:rPr>
                <a:t>+</a:t>
              </a:r>
              <a:endParaRPr lang="en-US" altLang="zh-CN" sz="2400" i="1" dirty="0">
                <a:solidFill>
                  <a:srgbClr val="FF00FF"/>
                </a:solidFill>
                <a:latin typeface="Times New Roman" panose="02020603050405020304" pitchFamily="18" charset="0"/>
                <a:ea typeface="宋体" panose="02010600030101010101" pitchFamily="2" charset="-122"/>
              </a:endParaRPr>
            </a:p>
          </p:txBody>
        </p:sp>
        <p:sp>
          <p:nvSpPr>
            <p:cNvPr id="14514" name="Text Box 151"/>
            <p:cNvSpPr txBox="1"/>
            <p:nvPr/>
          </p:nvSpPr>
          <p:spPr>
            <a:xfrm>
              <a:off x="3895" y="950"/>
              <a:ext cx="308" cy="288"/>
            </a:xfrm>
            <a:prstGeom prst="rect">
              <a:avLst/>
            </a:prstGeom>
            <a:noFill/>
            <a:ln w="9525">
              <a:noFill/>
            </a:ln>
          </p:spPr>
          <p:txBody>
            <a:bodyPr wrap="none" anchor="ctr">
              <a:spAutoFit/>
            </a:bodyPr>
            <a:p>
              <a:pPr algn="ct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R</a:t>
              </a:r>
              <a:r>
                <a:rPr lang="en-US" altLang="zh-CN" sz="2400" baseline="-25000" dirty="0">
                  <a:solidFill>
                    <a:srgbClr val="FFFF03"/>
                  </a:solidFill>
                  <a:latin typeface="Times New Roman" panose="02020603050405020304" pitchFamily="18" charset="0"/>
                  <a:ea typeface="宋体" panose="02010600030101010101" pitchFamily="2" charset="-122"/>
                </a:rPr>
                <a:t>1</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515" name="Line 152"/>
            <p:cNvSpPr/>
            <p:nvPr/>
          </p:nvSpPr>
          <p:spPr>
            <a:xfrm flipV="1">
              <a:off x="4730" y="727"/>
              <a:ext cx="0" cy="279"/>
            </a:xfrm>
            <a:prstGeom prst="line">
              <a:avLst/>
            </a:prstGeom>
            <a:ln w="38100" cap="flat" cmpd="sng">
              <a:solidFill>
                <a:srgbClr val="FF3300"/>
              </a:solidFill>
              <a:prstDash val="solid"/>
              <a:round/>
              <a:headEnd type="none" w="med" len="med"/>
              <a:tailEnd type="stealth" w="sm" len="lg"/>
            </a:ln>
          </p:spPr>
        </p:sp>
        <p:sp>
          <p:nvSpPr>
            <p:cNvPr id="14516" name="Line 153"/>
            <p:cNvSpPr/>
            <p:nvPr/>
          </p:nvSpPr>
          <p:spPr>
            <a:xfrm>
              <a:off x="5383" y="460"/>
              <a:ext cx="0" cy="297"/>
            </a:xfrm>
            <a:prstGeom prst="line">
              <a:avLst/>
            </a:prstGeom>
            <a:ln w="38100" cap="flat" cmpd="sng">
              <a:solidFill>
                <a:srgbClr val="FF3300"/>
              </a:solidFill>
              <a:prstDash val="solid"/>
              <a:round/>
              <a:headEnd type="none" w="med" len="med"/>
              <a:tailEnd type="stealth" w="sm" len="lg"/>
            </a:ln>
          </p:spPr>
        </p:sp>
        <p:sp>
          <p:nvSpPr>
            <p:cNvPr id="14517" name="Text Box 154"/>
            <p:cNvSpPr txBox="1"/>
            <p:nvPr/>
          </p:nvSpPr>
          <p:spPr>
            <a:xfrm>
              <a:off x="4671" y="1427"/>
              <a:ext cx="329" cy="288"/>
            </a:xfrm>
            <a:prstGeom prst="rect">
              <a:avLst/>
            </a:prstGeom>
            <a:noFill/>
            <a:ln w="9525">
              <a:noFill/>
            </a:ln>
          </p:spPr>
          <p:txBody>
            <a:bodyPr wrap="none" anchor="ctr">
              <a:spAutoFit/>
            </a:bodyPr>
            <a:p>
              <a:pPr algn="ctr">
                <a:spcBef>
                  <a:spcPct val="50000"/>
                </a:spcBef>
              </a:pPr>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14518" name="Line 155"/>
            <p:cNvSpPr/>
            <p:nvPr/>
          </p:nvSpPr>
          <p:spPr>
            <a:xfrm flipV="1">
              <a:off x="4366" y="919"/>
              <a:ext cx="0" cy="272"/>
            </a:xfrm>
            <a:prstGeom prst="line">
              <a:avLst/>
            </a:prstGeom>
            <a:ln w="38100" cap="flat" cmpd="sng">
              <a:solidFill>
                <a:srgbClr val="FF3300"/>
              </a:solidFill>
              <a:prstDash val="solid"/>
              <a:round/>
              <a:headEnd type="none" w="med" len="med"/>
              <a:tailEnd type="stealth" w="sm" len="lg"/>
            </a:ln>
          </p:spPr>
        </p:sp>
        <p:sp>
          <p:nvSpPr>
            <p:cNvPr id="14519" name="Text Box 156"/>
            <p:cNvSpPr txBox="1"/>
            <p:nvPr/>
          </p:nvSpPr>
          <p:spPr>
            <a:xfrm>
              <a:off x="4468" y="698"/>
              <a:ext cx="262" cy="288"/>
            </a:xfrm>
            <a:prstGeom prst="rect">
              <a:avLst/>
            </a:prstGeom>
            <a:noFill/>
            <a:ln w="38100">
              <a:noFill/>
            </a:ln>
          </p:spPr>
          <p:txBody>
            <a:bodyPr wrap="none" anchor="ctr">
              <a:spAutoFit/>
            </a:bodyPr>
            <a:p>
              <a:pPr algn="ct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I</a:t>
              </a:r>
              <a:r>
                <a:rPr lang="en-US" altLang="zh-CN" sz="2400" baseline="-25000" dirty="0">
                  <a:solidFill>
                    <a:srgbClr val="FFFF03"/>
                  </a:solidFill>
                  <a:latin typeface="Times New Roman" panose="02020603050405020304" pitchFamily="18" charset="0"/>
                  <a:ea typeface="宋体" panose="02010600030101010101" pitchFamily="2" charset="-122"/>
                </a:rPr>
                <a:t>S</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520" name="Text Box 157"/>
            <p:cNvSpPr txBox="1"/>
            <p:nvPr/>
          </p:nvSpPr>
          <p:spPr>
            <a:xfrm>
              <a:off x="4369" y="986"/>
              <a:ext cx="473" cy="288"/>
            </a:xfrm>
            <a:prstGeom prst="rect">
              <a:avLst/>
            </a:prstGeom>
            <a:noFill/>
            <a:ln w="38100">
              <a:noFill/>
            </a:ln>
          </p:spPr>
          <p:txBody>
            <a:bodyPr anchor="ctr">
              <a:spAutoFit/>
            </a:bodyPr>
            <a:p>
              <a:pP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I</a:t>
              </a:r>
              <a:r>
                <a:rPr lang="en-US" altLang="zh-CN" sz="2400" baseline="-25000" dirty="0">
                  <a:solidFill>
                    <a:srgbClr val="FFFF03"/>
                  </a:solidFill>
                  <a:latin typeface="Times New Roman" panose="02020603050405020304" pitchFamily="18" charset="0"/>
                  <a:ea typeface="宋体" panose="02010600030101010101" pitchFamily="2" charset="-122"/>
                </a:rPr>
                <a:t>1</a:t>
              </a:r>
              <a:r>
                <a:rPr lang="en-US" altLang="zh-CN" sz="2400" dirty="0">
                  <a:solidFill>
                    <a:srgbClr val="FFFF03"/>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14521" name="Text Box 158"/>
            <p:cNvSpPr txBox="1"/>
            <p:nvPr/>
          </p:nvSpPr>
          <p:spPr>
            <a:xfrm>
              <a:off x="5064" y="440"/>
              <a:ext cx="451" cy="288"/>
            </a:xfrm>
            <a:prstGeom prst="rect">
              <a:avLst/>
            </a:prstGeom>
            <a:noFill/>
            <a:ln w="38100">
              <a:noFill/>
            </a:ln>
          </p:spPr>
          <p:txBody>
            <a:bodyPr anchor="ctr">
              <a:spAutoFit/>
            </a:bodyPr>
            <a:p>
              <a:pPr>
                <a:spcBef>
                  <a:spcPct val="50000"/>
                </a:spcBef>
              </a:pPr>
              <a:r>
                <a:rPr lang="en-US" altLang="zh-CN" sz="2400" i="1" dirty="0">
                  <a:solidFill>
                    <a:srgbClr val="FFFF03"/>
                  </a:solidFill>
                  <a:latin typeface="Times New Roman" panose="02020603050405020304" pitchFamily="18" charset="0"/>
                  <a:ea typeface="宋体" panose="02010600030101010101" pitchFamily="2" charset="-122"/>
                </a:rPr>
                <a:t>I</a:t>
              </a:r>
              <a:r>
                <a:rPr lang="en-US" altLang="zh-CN" sz="2400" baseline="-25000" dirty="0">
                  <a:solidFill>
                    <a:srgbClr val="FFFF03"/>
                  </a:solidFill>
                  <a:latin typeface="Times New Roman" panose="02020603050405020304" pitchFamily="18" charset="0"/>
                  <a:ea typeface="宋体" panose="02010600030101010101" pitchFamily="2" charset="-122"/>
                </a:rPr>
                <a:t>2</a:t>
              </a:r>
              <a:r>
                <a:rPr lang="en-US" altLang="zh-CN" sz="2400" dirty="0">
                  <a:solidFill>
                    <a:srgbClr val="FFFF03"/>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3"/>
                </a:solidFill>
                <a:latin typeface="Times New Roman" panose="02020603050405020304" pitchFamily="18" charset="0"/>
                <a:ea typeface="宋体" panose="02010600030101010101" pitchFamily="2" charset="-122"/>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2000"/>
                                  </p:stCondLst>
                                  <p:childTnLst>
                                    <p:set>
                                      <p:cBhvr>
                                        <p:cTn id="6" dur="1" fill="hold">
                                          <p:stCondLst>
                                            <p:cond delay="0"/>
                                          </p:stCondLst>
                                        </p:cTn>
                                        <p:tgtEl>
                                          <p:spTgt spid="26628"/>
                                        </p:tgtEl>
                                        <p:attrNameLst>
                                          <p:attrName>style.visibility</p:attrName>
                                        </p:attrNameLst>
                                      </p:cBhvr>
                                      <p:to>
                                        <p:strVal val="visible"/>
                                      </p:to>
                                    </p:set>
                                    <p:anim calcmode="lin" valueType="num">
                                      <p:cBhvr>
                                        <p:cTn id="7" dur="1000" fill="hold"/>
                                        <p:tgtEl>
                                          <p:spTgt spid="26628"/>
                                        </p:tgtEl>
                                        <p:attrNameLst>
                                          <p:attrName>ppt_w</p:attrName>
                                        </p:attrNameLst>
                                      </p:cBhvr>
                                      <p:tavLst>
                                        <p:tav tm="0">
                                          <p:val>
                                            <p:fltVal val="0.000000"/>
                                          </p:val>
                                        </p:tav>
                                        <p:tav tm="100000">
                                          <p:val>
                                            <p:strVal val="#ppt_w"/>
                                          </p:val>
                                        </p:tav>
                                      </p:tavLst>
                                    </p:anim>
                                    <p:anim calcmode="lin" valueType="num">
                                      <p:cBhvr>
                                        <p:cTn id="8" dur="1000" fill="hold"/>
                                        <p:tgtEl>
                                          <p:spTgt spid="26628"/>
                                        </p:tgtEl>
                                        <p:attrNameLst>
                                          <p:attrName>ppt_h</p:attrName>
                                        </p:attrNameLst>
                                      </p:cBhvr>
                                      <p:tavLst>
                                        <p:tav tm="0">
                                          <p:val>
                                            <p:fltVal val="0.000000"/>
                                          </p:val>
                                        </p:tav>
                                        <p:tav tm="100000">
                                          <p:val>
                                            <p:strVal val="#ppt_h"/>
                                          </p:val>
                                        </p:tav>
                                      </p:tavLst>
                                    </p:anim>
                                    <p:anim calcmode="lin" valueType="num">
                                      <p:cBhvr>
                                        <p:cTn id="9" dur="1000" fill="hold"/>
                                        <p:tgtEl>
                                          <p:spTgt spid="26628"/>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26628"/>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3000"/>
                            </p:stCondLst>
                            <p:childTnLst>
                              <p:par>
                                <p:cTn id="12" presetID="9" presetClass="entr" presetSubtype="0" fill="hold" nodeType="afterEffect">
                                  <p:stCondLst>
                                    <p:cond delay="1000"/>
                                  </p:stCondLst>
                                  <p:childTnLst>
                                    <p:set>
                                      <p:cBhvr>
                                        <p:cTn id="13" dur="1" fill="hold">
                                          <p:stCondLst>
                                            <p:cond delay="0"/>
                                          </p:stCondLst>
                                        </p:cTn>
                                        <p:tgtEl>
                                          <p:spTgt spid="26753"/>
                                        </p:tgtEl>
                                        <p:attrNameLst>
                                          <p:attrName>style.visibility</p:attrName>
                                        </p:attrNameLst>
                                      </p:cBhvr>
                                      <p:to>
                                        <p:strVal val="visible"/>
                                      </p:to>
                                    </p:set>
                                    <p:animEffect transition="in" filter="dissolve">
                                      <p:cBhvr>
                                        <p:cTn id="14" dur="500"/>
                                        <p:tgtEl>
                                          <p:spTgt spid="26753"/>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26754"/>
                                        </p:tgtEl>
                                        <p:attrNameLst>
                                          <p:attrName>style.visibility</p:attrName>
                                        </p:attrNameLst>
                                      </p:cBhvr>
                                      <p:to>
                                        <p:strVal val="visible"/>
                                      </p:to>
                                    </p:set>
                                    <p:animEffect transition="in" filter="box(in)">
                                      <p:cBhvr>
                                        <p:cTn id="19" dur="500"/>
                                        <p:tgtEl>
                                          <p:spTgt spid="26754"/>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26784"/>
                                        </p:tgtEl>
                                        <p:attrNameLst>
                                          <p:attrName>style.visibility</p:attrName>
                                        </p:attrNameLst>
                                      </p:cBhvr>
                                      <p:to>
                                        <p:strVal val="visible"/>
                                      </p:to>
                                    </p:set>
                                    <p:animEffect transition="in" filter="box(out)">
                                      <p:cBhvr>
                                        <p:cTn id="24" dur="500"/>
                                        <p:tgtEl>
                                          <p:spTgt spid="26784"/>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26635"/>
                                        </p:tgtEl>
                                        <p:attrNameLst>
                                          <p:attrName>style.visibility</p:attrName>
                                        </p:attrNameLst>
                                      </p:cBhvr>
                                      <p:to>
                                        <p:strVal val="visible"/>
                                      </p:to>
                                    </p:set>
                                    <p:animEffect transition="in" filter="wipe(left)">
                                      <p:cBhvr>
                                        <p:cTn id="28" dur="500"/>
                                        <p:tgtEl>
                                          <p:spTgt spid="2663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6636"/>
                                        </p:tgtEl>
                                        <p:attrNameLst>
                                          <p:attrName>style.visibility</p:attrName>
                                        </p:attrNameLst>
                                      </p:cBhvr>
                                      <p:to>
                                        <p:strVal val="visible"/>
                                      </p:to>
                                    </p:set>
                                    <p:animEffect transition="in" filter="wipe(left)">
                                      <p:cBhvr>
                                        <p:cTn id="33" dur="500"/>
                                        <p:tgtEl>
                                          <p:spTgt spid="2663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6882"/>
                                        </p:tgtEl>
                                        <p:attrNameLst>
                                          <p:attrName>style.visibility</p:attrName>
                                        </p:attrNameLst>
                                      </p:cBhvr>
                                      <p:to>
                                        <p:strVal val="visible"/>
                                      </p:to>
                                    </p:set>
                                    <p:animEffect transition="in" filter="wipe(left)">
                                      <p:cBhvr>
                                        <p:cTn id="38" dur="500"/>
                                        <p:tgtEl>
                                          <p:spTgt spid="2688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26634"/>
                                        </p:tgtEl>
                                        <p:attrNameLst>
                                          <p:attrName>style.visibility</p:attrName>
                                        </p:attrNameLst>
                                      </p:cBhvr>
                                      <p:to>
                                        <p:strVal val="visible"/>
                                      </p:to>
                                    </p:set>
                                    <p:animEffect transition="in" filter="wipe(up)">
                                      <p:cBhvr>
                                        <p:cTn id="43" dur="500"/>
                                        <p:tgtEl>
                                          <p:spTgt spid="2663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6630"/>
                                        </p:tgtEl>
                                        <p:attrNameLst>
                                          <p:attrName>style.visibility</p:attrName>
                                        </p:attrNameLst>
                                      </p:cBhvr>
                                      <p:to>
                                        <p:strVal val="visible"/>
                                      </p:to>
                                    </p:set>
                                    <p:animEffect transition="in" filter="wipe(left)">
                                      <p:cBhvr>
                                        <p:cTn id="48" dur="500"/>
                                        <p:tgtEl>
                                          <p:spTgt spid="2663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6883"/>
                                        </p:tgtEl>
                                        <p:attrNameLst>
                                          <p:attrName>style.visibility</p:attrName>
                                        </p:attrNameLst>
                                      </p:cBhvr>
                                      <p:to>
                                        <p:strVal val="visible"/>
                                      </p:to>
                                    </p:set>
                                    <p:animEffect transition="in" filter="wipe(left)">
                                      <p:cBhvr>
                                        <p:cTn id="53" dur="500"/>
                                        <p:tgtEl>
                                          <p:spTgt spid="2688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26831"/>
                                        </p:tgtEl>
                                        <p:attrNameLst>
                                          <p:attrName>style.visibility</p:attrName>
                                        </p:attrNameLst>
                                      </p:cBhvr>
                                      <p:to>
                                        <p:strVal val="visible"/>
                                      </p:to>
                                    </p:set>
                                    <p:animEffect transition="in" filter="wipe(left)">
                                      <p:cBhvr>
                                        <p:cTn id="58" dur="500"/>
                                        <p:tgtEl>
                                          <p:spTgt spid="26831"/>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26718"/>
                                        </p:tgtEl>
                                        <p:attrNameLst>
                                          <p:attrName>style.visibility</p:attrName>
                                        </p:attrNameLst>
                                      </p:cBhvr>
                                      <p:to>
                                        <p:strVal val="visible"/>
                                      </p:to>
                                    </p:set>
                                    <p:animEffect transition="in" filter="wipe(left)">
                                      <p:cBhvr>
                                        <p:cTn id="62" dur="500"/>
                                        <p:tgtEl>
                                          <p:spTgt spid="2671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6717"/>
                                        </p:tgtEl>
                                        <p:attrNameLst>
                                          <p:attrName>style.visibility</p:attrName>
                                        </p:attrNameLst>
                                      </p:cBhvr>
                                      <p:to>
                                        <p:strVal val="visible"/>
                                      </p:to>
                                    </p:set>
                                    <p:animEffect transition="in" filter="wipe(left)">
                                      <p:cBhvr>
                                        <p:cTn id="67" dur="500"/>
                                        <p:tgtEl>
                                          <p:spTgt spid="2671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6861"/>
                                        </p:tgtEl>
                                        <p:attrNameLst>
                                          <p:attrName>style.visibility</p:attrName>
                                        </p:attrNameLst>
                                      </p:cBhvr>
                                      <p:to>
                                        <p:strVal val="visible"/>
                                      </p:to>
                                    </p:set>
                                    <p:animEffect transition="in" filter="wipe(left)">
                                      <p:cBhvr>
                                        <p:cTn id="72" dur="500"/>
                                        <p:tgtEl>
                                          <p:spTgt spid="2686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6633"/>
                                        </p:tgtEl>
                                        <p:attrNameLst>
                                          <p:attrName>style.visibility</p:attrName>
                                        </p:attrNameLst>
                                      </p:cBhvr>
                                      <p:to>
                                        <p:strVal val="visible"/>
                                      </p:to>
                                    </p:set>
                                    <p:animEffect transition="in" filter="wipe(left)">
                                      <p:cBhvr>
                                        <p:cTn id="77" dur="500"/>
                                        <p:tgtEl>
                                          <p:spTgt spid="2663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6881"/>
                                        </p:tgtEl>
                                        <p:attrNameLst>
                                          <p:attrName>style.visibility</p:attrName>
                                        </p:attrNameLst>
                                      </p:cBhvr>
                                      <p:to>
                                        <p:strVal val="visible"/>
                                      </p:to>
                                    </p:set>
                                    <p:animEffect transition="in" filter="wipe(left)">
                                      <p:cBhvr>
                                        <p:cTn id="82" dur="500"/>
                                        <p:tgtEl>
                                          <p:spTgt spid="26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P spid="26630" grpId="0" bldLvl="0" animBg="1"/>
      <p:bldP spid="26633" grpId="0" bldLvl="0" animBg="1"/>
      <p:bldP spid="26636" grpId="0" bldLvl="0" animBg="1"/>
      <p:bldP spid="26717"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912" name="Rectangle 192"/>
          <p:cNvSpPr/>
          <p:nvPr/>
        </p:nvSpPr>
        <p:spPr>
          <a:xfrm>
            <a:off x="309563" y="879475"/>
            <a:ext cx="4278312" cy="2190750"/>
          </a:xfrm>
          <a:prstGeom prst="rect">
            <a:avLst/>
          </a:prstGeom>
          <a:solidFill>
            <a:schemeClr val="bg1"/>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0724" name="Rectangle 4"/>
          <p:cNvSpPr>
            <a:spLocks noGrp="1"/>
          </p:cNvSpPr>
          <p:nvPr>
            <p:ph type="title"/>
          </p:nvPr>
        </p:nvSpPr>
        <p:spPr>
          <a:xfrm>
            <a:off x="304800" y="90488"/>
            <a:ext cx="1025525" cy="520700"/>
          </a:xfrm>
        </p:spPr>
        <p:txBody>
          <a:bodyPr wrap="square" lIns="91440" tIns="45720" rIns="91440" bIns="45720" anchor="ctr"/>
          <a:p>
            <a:pPr algn="l" eaLnBrk="1" hangingPunct="1"/>
            <a:r>
              <a:rPr lang="en-US" altLang="zh-CN" sz="3200" b="1" dirty="0">
                <a:solidFill>
                  <a:srgbClr val="FFFF99"/>
                </a:solidFill>
                <a:ea typeface="幼圆" pitchFamily="49" charset="-122"/>
              </a:rPr>
              <a:t>[</a:t>
            </a:r>
            <a:r>
              <a:rPr lang="zh-CN" altLang="en-US" sz="2800" b="1" dirty="0">
                <a:solidFill>
                  <a:srgbClr val="FFFF99"/>
                </a:solidFill>
                <a:ea typeface="幼圆" pitchFamily="49" charset="-122"/>
              </a:rPr>
              <a:t>例</a:t>
            </a:r>
            <a:r>
              <a:rPr lang="en-US" altLang="zh-CN" sz="2800" b="1" dirty="0">
                <a:solidFill>
                  <a:srgbClr val="FFFF99"/>
                </a:solidFill>
                <a:ea typeface="幼圆" pitchFamily="49" charset="-122"/>
              </a:rPr>
              <a:t>3</a:t>
            </a:r>
            <a:r>
              <a:rPr lang="en-US" altLang="zh-CN" sz="3200" b="1" dirty="0">
                <a:solidFill>
                  <a:srgbClr val="FFFF99"/>
                </a:solidFill>
                <a:ea typeface="幼圆" pitchFamily="49" charset="-122"/>
              </a:rPr>
              <a:t>] </a:t>
            </a:r>
            <a:endParaRPr lang="en-US" altLang="zh-CN" sz="3200" b="1" dirty="0">
              <a:solidFill>
                <a:srgbClr val="FFFF99"/>
              </a:solidFill>
              <a:ea typeface="幼圆" pitchFamily="49" charset="-122"/>
            </a:endParaRPr>
          </a:p>
        </p:txBody>
      </p:sp>
      <p:grpSp>
        <p:nvGrpSpPr>
          <p:cNvPr id="30725" name="Group 5"/>
          <p:cNvGrpSpPr/>
          <p:nvPr/>
        </p:nvGrpSpPr>
        <p:grpSpPr>
          <a:xfrm>
            <a:off x="438150" y="781050"/>
            <a:ext cx="4230688" cy="2092325"/>
            <a:chOff x="298" y="331"/>
            <a:chExt cx="2665" cy="1318"/>
          </a:xfrm>
        </p:grpSpPr>
        <p:sp>
          <p:nvSpPr>
            <p:cNvPr id="18436" name="Oval 6"/>
            <p:cNvSpPr/>
            <p:nvPr/>
          </p:nvSpPr>
          <p:spPr>
            <a:xfrm>
              <a:off x="1426" y="735"/>
              <a:ext cx="80" cy="80"/>
            </a:xfrm>
            <a:prstGeom prst="ellipse">
              <a:avLst/>
            </a:prstGeom>
            <a:solidFill>
              <a:schemeClr val="tx2"/>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8437" name="Group 7"/>
            <p:cNvGrpSpPr/>
            <p:nvPr/>
          </p:nvGrpSpPr>
          <p:grpSpPr>
            <a:xfrm>
              <a:off x="2170" y="1035"/>
              <a:ext cx="344" cy="336"/>
              <a:chOff x="656" y="1712"/>
              <a:chExt cx="344" cy="336"/>
            </a:xfrm>
          </p:grpSpPr>
          <p:sp>
            <p:nvSpPr>
              <p:cNvPr id="18438" name="Oval 8"/>
              <p:cNvSpPr/>
              <p:nvPr/>
            </p:nvSpPr>
            <p:spPr>
              <a:xfrm>
                <a:off x="656" y="1712"/>
                <a:ext cx="336" cy="336"/>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439" name="Line 9"/>
              <p:cNvSpPr/>
              <p:nvPr/>
            </p:nvSpPr>
            <p:spPr>
              <a:xfrm>
                <a:off x="664" y="1880"/>
                <a:ext cx="336" cy="0"/>
              </a:xfrm>
              <a:prstGeom prst="line">
                <a:avLst/>
              </a:prstGeom>
              <a:ln w="38100" cap="flat" cmpd="sng">
                <a:solidFill>
                  <a:srgbClr val="FF3300"/>
                </a:solidFill>
                <a:prstDash val="solid"/>
                <a:miter/>
                <a:headEnd type="none" w="med" len="med"/>
                <a:tailEnd type="none" w="med" len="med"/>
              </a:ln>
            </p:spPr>
          </p:sp>
        </p:grpSp>
        <p:sp>
          <p:nvSpPr>
            <p:cNvPr id="18440" name="Rectangle 10"/>
            <p:cNvSpPr/>
            <p:nvPr/>
          </p:nvSpPr>
          <p:spPr>
            <a:xfrm>
              <a:off x="533" y="774"/>
              <a:ext cx="928" cy="834"/>
            </a:xfrm>
            <a:prstGeom prst="rect">
              <a:avLst/>
            </a:prstGeom>
            <a:noFill/>
            <a:ln w="38100" cap="flat" cmpd="sng">
              <a:solidFill>
                <a:schemeClr val="tx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441" name="Freeform 11"/>
            <p:cNvSpPr/>
            <p:nvPr/>
          </p:nvSpPr>
          <p:spPr>
            <a:xfrm>
              <a:off x="1427" y="774"/>
              <a:ext cx="902" cy="249"/>
            </a:xfrm>
            <a:custGeom>
              <a:avLst/>
              <a:gdLst/>
              <a:ahLst/>
              <a:cxnLst>
                <a:cxn ang="0">
                  <a:pos x="902" y="240"/>
                </a:cxn>
                <a:cxn ang="0">
                  <a:pos x="902" y="0"/>
                </a:cxn>
                <a:cxn ang="0">
                  <a:pos x="0" y="0"/>
                </a:cxn>
              </a:cxnLst>
              <a:pathLst>
                <a:path w="902" h="258">
                  <a:moveTo>
                    <a:pt x="902" y="258"/>
                  </a:moveTo>
                  <a:lnTo>
                    <a:pt x="902" y="0"/>
                  </a:lnTo>
                  <a:lnTo>
                    <a:pt x="0" y="0"/>
                  </a:lnTo>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18442" name="Freeform 12"/>
            <p:cNvSpPr/>
            <p:nvPr/>
          </p:nvSpPr>
          <p:spPr>
            <a:xfrm>
              <a:off x="1401" y="1376"/>
              <a:ext cx="937" cy="231"/>
            </a:xfrm>
            <a:custGeom>
              <a:avLst/>
              <a:gdLst/>
              <a:ahLst/>
              <a:cxnLst>
                <a:cxn ang="0">
                  <a:pos x="937" y="0"/>
                </a:cxn>
                <a:cxn ang="0">
                  <a:pos x="937" y="125"/>
                </a:cxn>
                <a:cxn ang="0">
                  <a:pos x="937" y="214"/>
                </a:cxn>
                <a:cxn ang="0">
                  <a:pos x="0" y="214"/>
                </a:cxn>
              </a:cxnLst>
              <a:pathLst>
                <a:path w="937" h="249">
                  <a:moveTo>
                    <a:pt x="937" y="0"/>
                  </a:moveTo>
                  <a:cubicBezTo>
                    <a:pt x="937" y="49"/>
                    <a:pt x="937" y="97"/>
                    <a:pt x="937" y="146"/>
                  </a:cubicBezTo>
                  <a:lnTo>
                    <a:pt x="937" y="249"/>
                  </a:lnTo>
                  <a:lnTo>
                    <a:pt x="0" y="249"/>
                  </a:lnTo>
                </a:path>
              </a:pathLst>
            </a:custGeom>
            <a:noFill/>
            <a:ln w="38100" cap="flat" cmpd="sng">
              <a:solidFill>
                <a:schemeClr val="tx1"/>
              </a:solidFill>
              <a:prstDash val="solid"/>
              <a:round/>
              <a:headEnd type="none" w="med" len="med"/>
              <a:tailEnd type="none" w="med" len="med"/>
            </a:ln>
          </p:spPr>
          <p:txBody>
            <a:bodyPr/>
            <a:p>
              <a:endParaRPr lang="zh-CN" altLang="en-US"/>
            </a:p>
          </p:txBody>
        </p:sp>
        <p:grpSp>
          <p:nvGrpSpPr>
            <p:cNvPr id="18443" name="Group 13"/>
            <p:cNvGrpSpPr/>
            <p:nvPr/>
          </p:nvGrpSpPr>
          <p:grpSpPr>
            <a:xfrm>
              <a:off x="378" y="878"/>
              <a:ext cx="473" cy="714"/>
              <a:chOff x="378" y="878"/>
              <a:chExt cx="473" cy="714"/>
            </a:xfrm>
          </p:grpSpPr>
          <p:sp>
            <p:nvSpPr>
              <p:cNvPr id="18444" name="Oval 14"/>
              <p:cNvSpPr/>
              <p:nvPr/>
            </p:nvSpPr>
            <p:spPr>
              <a:xfrm rot="-5400000" flipH="1">
                <a:off x="378" y="1098"/>
                <a:ext cx="328" cy="32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445" name="Line 15"/>
              <p:cNvSpPr/>
              <p:nvPr/>
            </p:nvSpPr>
            <p:spPr>
              <a:xfrm rot="-5400000" flipH="1">
                <a:off x="373" y="1261"/>
                <a:ext cx="328" cy="0"/>
              </a:xfrm>
              <a:prstGeom prst="line">
                <a:avLst/>
              </a:prstGeom>
              <a:ln w="38100" cap="flat" cmpd="sng">
                <a:solidFill>
                  <a:srgbClr val="FF3300"/>
                </a:solidFill>
                <a:prstDash val="solid"/>
                <a:miter/>
                <a:headEnd type="none" w="med" len="med"/>
                <a:tailEnd type="none" w="med" len="med"/>
              </a:ln>
            </p:spPr>
          </p:sp>
          <p:sp>
            <p:nvSpPr>
              <p:cNvPr id="18446" name="Text Box 16"/>
              <p:cNvSpPr txBox="1"/>
              <p:nvPr/>
            </p:nvSpPr>
            <p:spPr>
              <a:xfrm>
                <a:off x="563" y="878"/>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447" name="Text Box 17"/>
              <p:cNvSpPr txBox="1"/>
              <p:nvPr/>
            </p:nvSpPr>
            <p:spPr>
              <a:xfrm>
                <a:off x="571" y="1265"/>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grpSp>
        <p:sp>
          <p:nvSpPr>
            <p:cNvPr id="18448" name="Rectangle 18"/>
            <p:cNvSpPr/>
            <p:nvPr/>
          </p:nvSpPr>
          <p:spPr>
            <a:xfrm>
              <a:off x="855" y="700"/>
              <a:ext cx="453" cy="148"/>
            </a:xfrm>
            <a:prstGeom prst="rect">
              <a:avLst/>
            </a:prstGeom>
            <a:solidFill>
              <a:schemeClr val="bg1"/>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449" name="Rectangle 19"/>
            <p:cNvSpPr/>
            <p:nvPr/>
          </p:nvSpPr>
          <p:spPr>
            <a:xfrm rot="-5400000">
              <a:off x="1230" y="1151"/>
              <a:ext cx="453" cy="148"/>
            </a:xfrm>
            <a:prstGeom prst="rect">
              <a:avLst/>
            </a:prstGeom>
            <a:solidFill>
              <a:schemeClr val="bg1"/>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8450" name="Group 20"/>
            <p:cNvGrpSpPr/>
            <p:nvPr/>
          </p:nvGrpSpPr>
          <p:grpSpPr>
            <a:xfrm>
              <a:off x="1501" y="412"/>
              <a:ext cx="820" cy="483"/>
              <a:chOff x="3007" y="2377"/>
              <a:chExt cx="820" cy="483"/>
            </a:xfrm>
          </p:grpSpPr>
          <p:grpSp>
            <p:nvGrpSpPr>
              <p:cNvPr id="18451" name="Group 21"/>
              <p:cNvGrpSpPr/>
              <p:nvPr/>
            </p:nvGrpSpPr>
            <p:grpSpPr>
              <a:xfrm rot="-5400000" flipV="1">
                <a:off x="3292" y="2444"/>
                <a:ext cx="239" cy="584"/>
                <a:chOff x="1600" y="3000"/>
                <a:chExt cx="144" cy="288"/>
              </a:xfrm>
            </p:grpSpPr>
            <p:sp>
              <p:nvSpPr>
                <p:cNvPr id="18452" name="AutoShape 22"/>
                <p:cNvSpPr/>
                <p:nvPr/>
              </p:nvSpPr>
              <p:spPr>
                <a:xfrm>
                  <a:off x="1600" y="3000"/>
                  <a:ext cx="144" cy="288"/>
                </a:xfrm>
                <a:prstGeom prst="diamond">
                  <a:avLst/>
                </a:prstGeom>
                <a:noFill/>
                <a:ln w="38100" cap="flat" cmpd="sng">
                  <a:solidFill>
                    <a:srgbClr val="FF00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453" name="Line 23"/>
                <p:cNvSpPr/>
                <p:nvPr/>
              </p:nvSpPr>
              <p:spPr>
                <a:xfrm>
                  <a:off x="1672" y="3024"/>
                  <a:ext cx="0" cy="264"/>
                </a:xfrm>
                <a:prstGeom prst="line">
                  <a:avLst/>
                </a:prstGeom>
                <a:ln w="38100" cap="flat" cmpd="sng">
                  <a:solidFill>
                    <a:srgbClr val="FF0000"/>
                  </a:solidFill>
                  <a:prstDash val="solid"/>
                  <a:round/>
                  <a:headEnd type="none" w="med" len="med"/>
                  <a:tailEnd type="none" w="med" len="med"/>
                </a:ln>
              </p:spPr>
            </p:sp>
          </p:grpSp>
          <p:sp>
            <p:nvSpPr>
              <p:cNvPr id="18454" name="Text Box 24"/>
              <p:cNvSpPr txBox="1"/>
              <p:nvPr/>
            </p:nvSpPr>
            <p:spPr>
              <a:xfrm rot="-10800000" flipV="1">
                <a:off x="3007" y="2442"/>
                <a:ext cx="299"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455" name="Text Box 25"/>
              <p:cNvSpPr txBox="1"/>
              <p:nvPr/>
            </p:nvSpPr>
            <p:spPr>
              <a:xfrm rot="5400000" flipV="1">
                <a:off x="3505" y="2440"/>
                <a:ext cx="385" cy="250"/>
              </a:xfrm>
              <a:prstGeom prst="rect">
                <a:avLst/>
              </a:prstGeom>
              <a:noFill/>
              <a:ln w="9525">
                <a:noFill/>
              </a:ln>
            </p:spPr>
            <p:txBody>
              <a:bodyPr vert="eaVert"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grpSp>
        <p:sp>
          <p:nvSpPr>
            <p:cNvPr id="18456" name="Oval 26"/>
            <p:cNvSpPr/>
            <p:nvPr/>
          </p:nvSpPr>
          <p:spPr>
            <a:xfrm>
              <a:off x="1426" y="1569"/>
              <a:ext cx="80" cy="80"/>
            </a:xfrm>
            <a:prstGeom prst="ellipse">
              <a:avLst/>
            </a:prstGeom>
            <a:solidFill>
              <a:schemeClr val="tx2"/>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457" name="Line 27"/>
            <p:cNvSpPr/>
            <p:nvPr/>
          </p:nvSpPr>
          <p:spPr>
            <a:xfrm>
              <a:off x="516" y="714"/>
              <a:ext cx="301" cy="0"/>
            </a:xfrm>
            <a:prstGeom prst="line">
              <a:avLst/>
            </a:prstGeom>
            <a:ln w="38100" cap="flat" cmpd="sng">
              <a:solidFill>
                <a:srgbClr val="FF0000"/>
              </a:solidFill>
              <a:prstDash val="solid"/>
              <a:round/>
              <a:headEnd type="none" w="med" len="med"/>
              <a:tailEnd type="stealth" w="sm" len="lg"/>
            </a:ln>
          </p:spPr>
        </p:sp>
        <p:sp>
          <p:nvSpPr>
            <p:cNvPr id="18458" name="Line 28"/>
            <p:cNvSpPr/>
            <p:nvPr/>
          </p:nvSpPr>
          <p:spPr>
            <a:xfrm>
              <a:off x="2571" y="963"/>
              <a:ext cx="0" cy="413"/>
            </a:xfrm>
            <a:prstGeom prst="line">
              <a:avLst/>
            </a:prstGeom>
            <a:ln w="38100" cap="flat" cmpd="sng">
              <a:solidFill>
                <a:srgbClr val="FF0000"/>
              </a:solidFill>
              <a:prstDash val="solid"/>
              <a:round/>
              <a:headEnd type="stealth" w="sm" len="lg"/>
              <a:tailEnd type="none" w="med" len="med"/>
            </a:ln>
          </p:spPr>
        </p:sp>
        <p:sp>
          <p:nvSpPr>
            <p:cNvPr id="18459" name="Text Box 29"/>
            <p:cNvSpPr txBox="1"/>
            <p:nvPr/>
          </p:nvSpPr>
          <p:spPr>
            <a:xfrm>
              <a:off x="671" y="1103"/>
              <a:ext cx="56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10V</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460" name="Text Box 30"/>
            <p:cNvSpPr txBox="1"/>
            <p:nvPr/>
          </p:nvSpPr>
          <p:spPr>
            <a:xfrm>
              <a:off x="842" y="423"/>
              <a:ext cx="48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6Ω</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461" name="Text Box 31"/>
            <p:cNvSpPr txBox="1"/>
            <p:nvPr/>
          </p:nvSpPr>
          <p:spPr>
            <a:xfrm>
              <a:off x="2119" y="1225"/>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462" name="Text Box 32"/>
            <p:cNvSpPr txBox="1"/>
            <p:nvPr/>
          </p:nvSpPr>
          <p:spPr>
            <a:xfrm>
              <a:off x="2086" y="805"/>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463" name="Text Box 33"/>
            <p:cNvSpPr txBox="1"/>
            <p:nvPr/>
          </p:nvSpPr>
          <p:spPr>
            <a:xfrm>
              <a:off x="298" y="442"/>
              <a:ext cx="448"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I</a:t>
              </a:r>
              <a:r>
                <a:rPr lang="en-US" altLang="zh-CN" baseline="-25000" dirty="0">
                  <a:solidFill>
                    <a:schemeClr val="accent2"/>
                  </a:solidFill>
                  <a:latin typeface="Times New Roman" panose="02020603050405020304" pitchFamily="18" charset="0"/>
                  <a:ea typeface="宋体" panose="02010600030101010101" pitchFamily="2" charset="-122"/>
                </a:rPr>
                <a:t>1</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464" name="Text Box 34"/>
            <p:cNvSpPr txBox="1"/>
            <p:nvPr/>
          </p:nvSpPr>
          <p:spPr>
            <a:xfrm>
              <a:off x="1648" y="331"/>
              <a:ext cx="551"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10I</a:t>
              </a:r>
              <a:r>
                <a:rPr lang="en-US" altLang="zh-CN" baseline="-25000" dirty="0">
                  <a:solidFill>
                    <a:schemeClr val="accent2"/>
                  </a:solidFill>
                  <a:latin typeface="Times New Roman" panose="02020603050405020304" pitchFamily="18" charset="0"/>
                  <a:ea typeface="宋体" panose="02010600030101010101" pitchFamily="2" charset="-122"/>
                </a:rPr>
                <a:t>1</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465" name="Text Box 35"/>
            <p:cNvSpPr txBox="1"/>
            <p:nvPr/>
          </p:nvSpPr>
          <p:spPr>
            <a:xfrm>
              <a:off x="2545" y="1017"/>
              <a:ext cx="418"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4A</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466" name="Text Box 36"/>
            <p:cNvSpPr txBox="1"/>
            <p:nvPr/>
          </p:nvSpPr>
          <p:spPr>
            <a:xfrm>
              <a:off x="1828" y="1018"/>
              <a:ext cx="448"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U</a:t>
              </a:r>
              <a:r>
                <a:rPr lang="en-US" altLang="zh-CN" baseline="-25000" dirty="0">
                  <a:solidFill>
                    <a:schemeClr val="accent2"/>
                  </a:solidFill>
                  <a:latin typeface="Times New Roman" panose="02020603050405020304" pitchFamily="18" charset="0"/>
                  <a:ea typeface="宋体" panose="02010600030101010101" pitchFamily="2" charset="-122"/>
                </a:rPr>
                <a:t>3</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467" name="Text Box 37"/>
            <p:cNvSpPr txBox="1"/>
            <p:nvPr/>
          </p:nvSpPr>
          <p:spPr>
            <a:xfrm>
              <a:off x="1023" y="922"/>
              <a:ext cx="48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4Ω</a:t>
              </a:r>
              <a:endParaRPr lang="en-US" altLang="zh-CN" dirty="0">
                <a:solidFill>
                  <a:schemeClr val="accent2"/>
                </a:solidFill>
                <a:latin typeface="Times New Roman" panose="02020603050405020304" pitchFamily="18" charset="0"/>
                <a:ea typeface="宋体" panose="02010600030101010101" pitchFamily="2" charset="-122"/>
              </a:endParaRPr>
            </a:p>
          </p:txBody>
        </p:sp>
      </p:grpSp>
      <p:sp>
        <p:nvSpPr>
          <p:cNvPr id="30758" name="Text Box 38"/>
          <p:cNvSpPr txBox="1"/>
          <p:nvPr/>
        </p:nvSpPr>
        <p:spPr>
          <a:xfrm>
            <a:off x="4829175" y="560388"/>
            <a:ext cx="2865438" cy="521970"/>
          </a:xfrm>
          <a:prstGeom prst="rect">
            <a:avLst/>
          </a:prstGeom>
          <a:noFill/>
          <a:ln w="38100">
            <a:noFill/>
          </a:ln>
        </p:spPr>
        <p:txBody>
          <a:bodyPr anchor="t">
            <a:spAutoFit/>
          </a:bodyPr>
          <a:p>
            <a:pPr>
              <a:spcBef>
                <a:spcPct val="50000"/>
              </a:spcBef>
            </a:pPr>
            <a:r>
              <a:rPr lang="zh-CN" altLang="en-US" dirty="0">
                <a:latin typeface="Times New Roman" panose="02020603050405020304" pitchFamily="18" charset="0"/>
                <a:ea typeface="宋体" panose="02010600030101010101" pitchFamily="2" charset="-122"/>
              </a:rPr>
              <a:t>用叠加定理求</a:t>
            </a:r>
            <a:r>
              <a:rPr lang="en-US" altLang="zh-CN"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3</a:t>
            </a:r>
            <a:endParaRPr lang="en-US" altLang="zh-CN" baseline="-25000" dirty="0">
              <a:latin typeface="Times New Roman" panose="02020603050405020304" pitchFamily="18" charset="0"/>
              <a:ea typeface="宋体" panose="02010600030101010101" pitchFamily="2" charset="-122"/>
            </a:endParaRPr>
          </a:p>
        </p:txBody>
      </p:sp>
      <p:sp>
        <p:nvSpPr>
          <p:cNvPr id="30759" name="Text Box 39"/>
          <p:cNvSpPr txBox="1"/>
          <p:nvPr/>
        </p:nvSpPr>
        <p:spPr>
          <a:xfrm>
            <a:off x="4868863" y="1239838"/>
            <a:ext cx="3792537" cy="519112"/>
          </a:xfrm>
          <a:prstGeom prst="rect">
            <a:avLst/>
          </a:prstGeom>
          <a:noFill/>
          <a:ln w="38100">
            <a:noFill/>
          </a:ln>
        </p:spPr>
        <p:txBody>
          <a:bodyPr anchor="t">
            <a:spAutoFit/>
          </a:bodyPr>
          <a:p>
            <a:pPr>
              <a:spcBef>
                <a:spcPct val="50000"/>
              </a:spcBef>
            </a:pPr>
            <a:r>
              <a:rPr lang="zh-CN" altLang="en-US" dirty="0">
                <a:latin typeface="Times New Roman" panose="02020603050405020304" pitchFamily="18" charset="0"/>
                <a:ea typeface="宋体" panose="02010600030101010101" pitchFamily="2" charset="-122"/>
              </a:rPr>
              <a:t>解：电压源单独作用；</a:t>
            </a:r>
            <a:endParaRPr lang="zh-CN" altLang="en-US" dirty="0">
              <a:latin typeface="Times New Roman" panose="02020603050405020304" pitchFamily="18" charset="0"/>
              <a:ea typeface="宋体" panose="02010600030101010101" pitchFamily="2" charset="-122"/>
            </a:endParaRPr>
          </a:p>
        </p:txBody>
      </p:sp>
      <p:grpSp>
        <p:nvGrpSpPr>
          <p:cNvPr id="30908" name="Group 188"/>
          <p:cNvGrpSpPr/>
          <p:nvPr/>
        </p:nvGrpSpPr>
        <p:grpSpPr>
          <a:xfrm>
            <a:off x="4852988" y="1820863"/>
            <a:ext cx="2933700" cy="912812"/>
            <a:chOff x="3057" y="1147"/>
            <a:chExt cx="1848" cy="575"/>
          </a:xfrm>
        </p:grpSpPr>
        <p:sp>
          <p:nvSpPr>
            <p:cNvPr id="18471" name="Text Box 71"/>
            <p:cNvSpPr txBox="1"/>
            <p:nvPr/>
          </p:nvSpPr>
          <p:spPr>
            <a:xfrm>
              <a:off x="3057" y="1265"/>
              <a:ext cx="1848"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1</a:t>
              </a:r>
              <a:r>
                <a:rPr lang="en-US" altLang="zh-CN" dirty="0">
                  <a:solidFill>
                    <a:srgbClr val="FFFF03"/>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rgbClr val="FFFF03"/>
                  </a:solidFill>
                  <a:latin typeface="Times New Roman" panose="02020603050405020304" pitchFamily="18" charset="0"/>
                  <a:ea typeface="宋体" panose="02010600030101010101" pitchFamily="2" charset="-122"/>
                </a:rPr>
                <a:t>=             =1A</a:t>
              </a:r>
              <a:endParaRPr lang="en-US" altLang="zh-CN" dirty="0">
                <a:solidFill>
                  <a:srgbClr val="FFFF03"/>
                </a:solidFill>
                <a:latin typeface="Times New Roman" panose="02020603050405020304" pitchFamily="18" charset="0"/>
                <a:ea typeface="宋体" panose="02010600030101010101" pitchFamily="2" charset="-122"/>
              </a:endParaRPr>
            </a:p>
          </p:txBody>
        </p:sp>
        <p:grpSp>
          <p:nvGrpSpPr>
            <p:cNvPr id="18472" name="Group 187"/>
            <p:cNvGrpSpPr/>
            <p:nvPr/>
          </p:nvGrpSpPr>
          <p:grpSpPr>
            <a:xfrm>
              <a:off x="3638" y="1147"/>
              <a:ext cx="567" cy="575"/>
              <a:chOff x="3638" y="1147"/>
              <a:chExt cx="567" cy="575"/>
            </a:xfrm>
          </p:grpSpPr>
          <p:sp>
            <p:nvSpPr>
              <p:cNvPr id="18473" name="Line 73"/>
              <p:cNvSpPr/>
              <p:nvPr/>
            </p:nvSpPr>
            <p:spPr>
              <a:xfrm>
                <a:off x="3638" y="1438"/>
                <a:ext cx="490" cy="1"/>
              </a:xfrm>
              <a:prstGeom prst="line">
                <a:avLst/>
              </a:prstGeom>
              <a:ln w="38100" cap="flat" cmpd="sng">
                <a:solidFill>
                  <a:srgbClr val="FFFF03"/>
                </a:solidFill>
                <a:prstDash val="solid"/>
                <a:round/>
                <a:headEnd type="none" w="med" len="med"/>
                <a:tailEnd type="none" w="med" len="med"/>
              </a:ln>
            </p:spPr>
          </p:sp>
          <p:sp>
            <p:nvSpPr>
              <p:cNvPr id="18474" name="Text Box 74"/>
              <p:cNvSpPr txBox="1"/>
              <p:nvPr/>
            </p:nvSpPr>
            <p:spPr>
              <a:xfrm>
                <a:off x="3647" y="1395"/>
                <a:ext cx="558"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6+4</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8475" name="Text Box 75"/>
              <p:cNvSpPr txBox="1"/>
              <p:nvPr/>
            </p:nvSpPr>
            <p:spPr>
              <a:xfrm>
                <a:off x="3707" y="1147"/>
                <a:ext cx="420"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10</a:t>
                </a:r>
                <a:endParaRPr lang="en-US" altLang="zh-CN" dirty="0">
                  <a:solidFill>
                    <a:srgbClr val="FFFF03"/>
                  </a:solidFill>
                  <a:latin typeface="Times New Roman" panose="02020603050405020304" pitchFamily="18" charset="0"/>
                  <a:ea typeface="宋体" panose="02010600030101010101" pitchFamily="2" charset="-122"/>
                </a:endParaRPr>
              </a:p>
            </p:txBody>
          </p:sp>
        </p:grpSp>
      </p:grpSp>
      <p:sp>
        <p:nvSpPr>
          <p:cNvPr id="30796" name="Text Box 76"/>
          <p:cNvSpPr txBox="1"/>
          <p:nvPr/>
        </p:nvSpPr>
        <p:spPr>
          <a:xfrm>
            <a:off x="4800600" y="2759075"/>
            <a:ext cx="4162425" cy="519113"/>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U</a:t>
            </a:r>
            <a:r>
              <a:rPr lang="en-US" altLang="zh-CN" baseline="-25000" dirty="0">
                <a:solidFill>
                  <a:srgbClr val="FFFF03"/>
                </a:solidFill>
                <a:latin typeface="Times New Roman" panose="02020603050405020304" pitchFamily="18" charset="0"/>
                <a:ea typeface="宋体" panose="02010600030101010101" pitchFamily="2" charset="-122"/>
              </a:rPr>
              <a:t>3</a:t>
            </a:r>
            <a:r>
              <a:rPr lang="en-US" altLang="zh-CN" dirty="0">
                <a:solidFill>
                  <a:srgbClr val="FFFF03"/>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rgbClr val="FFFF03"/>
                </a:solidFill>
                <a:latin typeface="Times New Roman" panose="02020603050405020304" pitchFamily="18" charset="0"/>
                <a:ea typeface="宋体" panose="02010600030101010101" pitchFamily="2" charset="-122"/>
              </a:rPr>
              <a:t>= –10</a:t>
            </a:r>
            <a:r>
              <a:rPr lang="en-US" altLang="zh-CN" dirty="0">
                <a:solidFill>
                  <a:srgbClr val="FFFF03"/>
                </a:solidFill>
                <a:latin typeface="Times New Roman" panose="02020603050405020304" pitchFamily="18" charset="0"/>
                <a:ea typeface="宋体" panose="02010600030101010101" pitchFamily="2" charset="-122"/>
                <a:sym typeface="Symbol" panose="05050102010706020507" pitchFamily="18" charset="2"/>
              </a:rPr>
              <a:t>1+4 1= –6V</a:t>
            </a:r>
            <a:endParaRPr lang="en-US" altLang="zh-CN" dirty="0">
              <a:solidFill>
                <a:srgbClr val="FFFF03"/>
              </a:solidFill>
              <a:latin typeface="Times New Roman" panose="02020603050405020304" pitchFamily="18" charset="0"/>
              <a:ea typeface="Times New Roman" panose="02020603050405020304" pitchFamily="18" charset="0"/>
              <a:sym typeface="Symbol" panose="05050102010706020507" pitchFamily="18" charset="2"/>
            </a:endParaRPr>
          </a:p>
        </p:txBody>
      </p:sp>
      <p:sp>
        <p:nvSpPr>
          <p:cNvPr id="30832" name="Text Box 112"/>
          <p:cNvSpPr txBox="1"/>
          <p:nvPr/>
        </p:nvSpPr>
        <p:spPr>
          <a:xfrm>
            <a:off x="542925" y="3654425"/>
            <a:ext cx="3171825" cy="519113"/>
          </a:xfrm>
          <a:prstGeom prst="rect">
            <a:avLst/>
          </a:prstGeom>
          <a:noFill/>
          <a:ln w="38100">
            <a:noFill/>
          </a:ln>
        </p:spPr>
        <p:txBody>
          <a:bodyPr anchor="t">
            <a:spAutoFit/>
          </a:bodyPr>
          <a:p>
            <a:pPr>
              <a:spcBef>
                <a:spcPct val="50000"/>
              </a:spcBef>
            </a:pPr>
            <a:r>
              <a:rPr lang="zh-CN" altLang="en-US" dirty="0">
                <a:latin typeface="Times New Roman" panose="02020603050405020304" pitchFamily="18" charset="0"/>
                <a:ea typeface="宋体" panose="02010600030101010101" pitchFamily="2" charset="-122"/>
              </a:rPr>
              <a:t>电流源单独作用；</a:t>
            </a:r>
            <a:endParaRPr lang="zh-CN" altLang="en-US" dirty="0">
              <a:latin typeface="Times New Roman" panose="02020603050405020304" pitchFamily="18" charset="0"/>
              <a:ea typeface="宋体" panose="02010600030101010101" pitchFamily="2" charset="-122"/>
            </a:endParaRPr>
          </a:p>
        </p:txBody>
      </p:sp>
      <p:grpSp>
        <p:nvGrpSpPr>
          <p:cNvPr id="30910" name="Group 190"/>
          <p:cNvGrpSpPr/>
          <p:nvPr/>
        </p:nvGrpSpPr>
        <p:grpSpPr>
          <a:xfrm>
            <a:off x="4283075" y="3509963"/>
            <a:ext cx="3725863" cy="912812"/>
            <a:chOff x="2698" y="2211"/>
            <a:chExt cx="2347" cy="575"/>
          </a:xfrm>
        </p:grpSpPr>
        <p:grpSp>
          <p:nvGrpSpPr>
            <p:cNvPr id="18479" name="Group 189"/>
            <p:cNvGrpSpPr/>
            <p:nvPr/>
          </p:nvGrpSpPr>
          <p:grpSpPr>
            <a:xfrm>
              <a:off x="3309" y="2211"/>
              <a:ext cx="567" cy="575"/>
              <a:chOff x="3309" y="2211"/>
              <a:chExt cx="567" cy="575"/>
            </a:xfrm>
          </p:grpSpPr>
          <p:sp>
            <p:nvSpPr>
              <p:cNvPr id="18480" name="Line 145"/>
              <p:cNvSpPr/>
              <p:nvPr/>
            </p:nvSpPr>
            <p:spPr>
              <a:xfrm>
                <a:off x="3309" y="2514"/>
                <a:ext cx="487" cy="1"/>
              </a:xfrm>
              <a:prstGeom prst="line">
                <a:avLst/>
              </a:prstGeom>
              <a:ln w="38100" cap="flat" cmpd="sng">
                <a:solidFill>
                  <a:srgbClr val="FFFF03"/>
                </a:solidFill>
                <a:prstDash val="solid"/>
                <a:round/>
                <a:headEnd type="none" w="med" len="med"/>
                <a:tailEnd type="none" w="med" len="med"/>
              </a:ln>
            </p:spPr>
          </p:sp>
          <p:sp>
            <p:nvSpPr>
              <p:cNvPr id="18481" name="Text Box 146"/>
              <p:cNvSpPr txBox="1"/>
              <p:nvPr/>
            </p:nvSpPr>
            <p:spPr>
              <a:xfrm>
                <a:off x="3318" y="2459"/>
                <a:ext cx="558"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6+4</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18482" name="Text Box 147"/>
              <p:cNvSpPr txBox="1"/>
              <p:nvPr/>
            </p:nvSpPr>
            <p:spPr>
              <a:xfrm>
                <a:off x="3378" y="2211"/>
                <a:ext cx="420"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 4</a:t>
                </a:r>
                <a:endParaRPr lang="en-US" altLang="zh-CN" dirty="0">
                  <a:solidFill>
                    <a:srgbClr val="FFFF03"/>
                  </a:solidFill>
                  <a:latin typeface="Times New Roman" panose="02020603050405020304" pitchFamily="18" charset="0"/>
                  <a:ea typeface="宋体" panose="02010600030101010101" pitchFamily="2" charset="-122"/>
                </a:endParaRPr>
              </a:p>
            </p:txBody>
          </p:sp>
        </p:grpSp>
        <p:sp>
          <p:nvSpPr>
            <p:cNvPr id="18483" name="Text Box 148"/>
            <p:cNvSpPr txBox="1"/>
            <p:nvPr/>
          </p:nvSpPr>
          <p:spPr>
            <a:xfrm>
              <a:off x="2698" y="2344"/>
              <a:ext cx="2347" cy="327"/>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1</a:t>
              </a:r>
              <a:r>
                <a:rPr lang="en-US" altLang="zh-CN" dirty="0">
                  <a:solidFill>
                    <a:srgbClr val="FFFF03"/>
                  </a:solidFill>
                  <a:latin typeface="Times New Roman" panose="02020603050405020304" pitchFamily="18" charset="0"/>
                  <a:ea typeface="宋体" panose="02010600030101010101" pitchFamily="2" charset="-122"/>
                  <a:sym typeface="Symbol" panose="05050102010706020507" pitchFamily="18" charset="2"/>
                </a:rPr>
                <a:t></a:t>
              </a:r>
              <a:r>
                <a:rPr lang="en-US" altLang="zh-CN" baseline="30000" dirty="0">
                  <a:solidFill>
                    <a:srgbClr val="FFFF03"/>
                  </a:solidFill>
                  <a:latin typeface="Times New Roman" panose="02020603050405020304" pitchFamily="18" charset="0"/>
                  <a:ea typeface="宋体" panose="02010600030101010101" pitchFamily="2" charset="-122"/>
                </a:rPr>
                <a:t> </a:t>
              </a:r>
              <a:r>
                <a:rPr lang="en-US" altLang="zh-CN" dirty="0">
                  <a:solidFill>
                    <a:srgbClr val="FFFF03"/>
                  </a:solidFill>
                  <a:latin typeface="Times New Roman" panose="02020603050405020304" pitchFamily="18" charset="0"/>
                  <a:ea typeface="宋体" panose="02010600030101010101" pitchFamily="2" charset="-122"/>
                </a:rPr>
                <a:t>=           </a:t>
              </a:r>
              <a:r>
                <a:rPr lang="en-US" altLang="zh-CN" dirty="0">
                  <a:solidFill>
                    <a:srgbClr val="FFFF03"/>
                  </a:solidFill>
                  <a:latin typeface="Times New Roman" panose="02020603050405020304" pitchFamily="18" charset="0"/>
                  <a:ea typeface="宋体" panose="02010600030101010101" pitchFamily="2" charset="-122"/>
                  <a:sym typeface="Symbol" panose="05050102010706020507" pitchFamily="18" charset="2"/>
                </a:rPr>
                <a:t>4=1.6A</a:t>
              </a:r>
              <a:endParaRPr lang="en-US" altLang="zh-CN" dirty="0">
                <a:solidFill>
                  <a:srgbClr val="FFFF03"/>
                </a:solidFill>
                <a:latin typeface="Times New Roman" panose="02020603050405020304" pitchFamily="18" charset="0"/>
                <a:ea typeface="Times New Roman" panose="02020603050405020304" pitchFamily="18" charset="0"/>
                <a:sym typeface="Symbol" panose="05050102010706020507" pitchFamily="18" charset="2"/>
              </a:endParaRPr>
            </a:p>
          </p:txBody>
        </p:sp>
      </p:grpSp>
      <p:sp>
        <p:nvSpPr>
          <p:cNvPr id="30904" name="Text Box 184"/>
          <p:cNvSpPr txBox="1"/>
          <p:nvPr/>
        </p:nvSpPr>
        <p:spPr>
          <a:xfrm>
            <a:off x="4202113" y="4532313"/>
            <a:ext cx="4340225" cy="519112"/>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U</a:t>
            </a:r>
            <a:r>
              <a:rPr lang="en-US" altLang="zh-CN" baseline="-25000" dirty="0">
                <a:solidFill>
                  <a:srgbClr val="FFFF03"/>
                </a:solidFill>
                <a:latin typeface="Times New Roman" panose="02020603050405020304" pitchFamily="18" charset="0"/>
                <a:ea typeface="宋体" panose="02010600030101010101" pitchFamily="2" charset="-122"/>
              </a:rPr>
              <a:t>3</a:t>
            </a:r>
            <a:r>
              <a:rPr lang="en-US" altLang="zh-CN" dirty="0">
                <a:solidFill>
                  <a:srgbClr val="FFFF03"/>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rgbClr val="FFFF03"/>
                </a:solidFill>
                <a:latin typeface="Times New Roman" panose="02020603050405020304" pitchFamily="18" charset="0"/>
                <a:ea typeface="宋体" panose="02010600030101010101" pitchFamily="2" charset="-122"/>
              </a:rPr>
              <a:t>=10</a:t>
            </a:r>
            <a:r>
              <a:rPr lang="en-US" altLang="zh-CN" dirty="0">
                <a:solidFill>
                  <a:srgbClr val="FFFF03"/>
                </a:solidFill>
                <a:latin typeface="Times New Roman" panose="02020603050405020304" pitchFamily="18" charset="0"/>
                <a:ea typeface="宋体" panose="02010600030101010101" pitchFamily="2" charset="-122"/>
                <a:sym typeface="Symbol" panose="05050102010706020507" pitchFamily="18" charset="2"/>
              </a:rPr>
              <a:t>1.6+1.66=25.6V</a:t>
            </a:r>
            <a:endParaRPr lang="en-US" altLang="zh-CN" dirty="0">
              <a:solidFill>
                <a:srgbClr val="FFFF03"/>
              </a:solidFill>
              <a:latin typeface="Times New Roman" panose="02020603050405020304" pitchFamily="18" charset="0"/>
              <a:ea typeface="Times New Roman" panose="02020603050405020304" pitchFamily="18" charset="0"/>
              <a:sym typeface="Symbol" panose="05050102010706020507" pitchFamily="18" charset="2"/>
            </a:endParaRPr>
          </a:p>
        </p:txBody>
      </p:sp>
      <p:sp>
        <p:nvSpPr>
          <p:cNvPr id="30905" name="Text Box 185"/>
          <p:cNvSpPr txBox="1"/>
          <p:nvPr/>
        </p:nvSpPr>
        <p:spPr>
          <a:xfrm>
            <a:off x="1787525" y="5397500"/>
            <a:ext cx="1608138" cy="519113"/>
          </a:xfrm>
          <a:prstGeom prst="rect">
            <a:avLst/>
          </a:prstGeom>
          <a:noFill/>
          <a:ln w="38100">
            <a:noFill/>
          </a:ln>
        </p:spPr>
        <p:txBody>
          <a:bodyPr anchor="t">
            <a:spAutoFit/>
          </a:bodyPr>
          <a:p>
            <a:pPr>
              <a:spcBef>
                <a:spcPct val="50000"/>
              </a:spcBef>
            </a:pPr>
            <a:r>
              <a:rPr lang="zh-CN" altLang="en-US" dirty="0">
                <a:latin typeface="Times New Roman" panose="02020603050405020304" pitchFamily="18" charset="0"/>
                <a:ea typeface="宋体" panose="02010600030101010101" pitchFamily="2" charset="-122"/>
              </a:rPr>
              <a:t>叠加：</a:t>
            </a:r>
            <a:endParaRPr lang="zh-CN" altLang="en-US" dirty="0">
              <a:latin typeface="Times New Roman" panose="02020603050405020304" pitchFamily="18" charset="0"/>
              <a:ea typeface="宋体" panose="02010600030101010101" pitchFamily="2" charset="-122"/>
            </a:endParaRPr>
          </a:p>
        </p:txBody>
      </p:sp>
      <p:sp>
        <p:nvSpPr>
          <p:cNvPr id="30906" name="Text Box 186"/>
          <p:cNvSpPr txBox="1"/>
          <p:nvPr/>
        </p:nvSpPr>
        <p:spPr>
          <a:xfrm>
            <a:off x="4225925" y="5389563"/>
            <a:ext cx="3630613" cy="519112"/>
          </a:xfrm>
          <a:prstGeom prst="rect">
            <a:avLst/>
          </a:prstGeom>
          <a:noFill/>
          <a:ln w="38100">
            <a:noFill/>
          </a:ln>
        </p:spPr>
        <p:txBody>
          <a:bodyPr anchor="t">
            <a:spAutoFit/>
          </a:bodyPr>
          <a:p>
            <a:pPr>
              <a:spcBef>
                <a:spcPct val="50000"/>
              </a:spcBef>
            </a:pPr>
            <a:r>
              <a:rPr lang="en-US" altLang="zh-CN" dirty="0">
                <a:solidFill>
                  <a:srgbClr val="FFFF03"/>
                </a:solidFill>
                <a:latin typeface="Times New Roman" panose="02020603050405020304" pitchFamily="18" charset="0"/>
                <a:ea typeface="宋体" panose="02010600030101010101" pitchFamily="2" charset="-122"/>
              </a:rPr>
              <a:t>U</a:t>
            </a:r>
            <a:r>
              <a:rPr lang="en-US" altLang="zh-CN" baseline="-25000" dirty="0">
                <a:solidFill>
                  <a:srgbClr val="FFFF03"/>
                </a:solidFill>
                <a:latin typeface="Times New Roman" panose="02020603050405020304" pitchFamily="18" charset="0"/>
                <a:ea typeface="宋体" panose="02010600030101010101" pitchFamily="2" charset="-122"/>
              </a:rPr>
              <a:t>3</a:t>
            </a:r>
            <a:r>
              <a:rPr lang="en-US" altLang="zh-CN" dirty="0">
                <a:solidFill>
                  <a:srgbClr val="FFFF03"/>
                </a:solidFill>
                <a:latin typeface="Times New Roman" panose="02020603050405020304" pitchFamily="18" charset="0"/>
                <a:ea typeface="宋体" panose="02010600030101010101" pitchFamily="2" charset="-122"/>
              </a:rPr>
              <a:t>=U</a:t>
            </a:r>
            <a:r>
              <a:rPr lang="en-US" altLang="zh-CN" baseline="-25000" dirty="0">
                <a:solidFill>
                  <a:srgbClr val="FFFF03"/>
                </a:solidFill>
                <a:latin typeface="Times New Roman" panose="02020603050405020304" pitchFamily="18" charset="0"/>
                <a:ea typeface="宋体" panose="02010600030101010101" pitchFamily="2" charset="-122"/>
              </a:rPr>
              <a:t>3</a:t>
            </a:r>
            <a:r>
              <a:rPr lang="en-US" altLang="zh-CN" dirty="0">
                <a:solidFill>
                  <a:srgbClr val="FFFF03"/>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rgbClr val="FFFF03"/>
                </a:solidFill>
                <a:latin typeface="Times New Roman" panose="02020603050405020304" pitchFamily="18" charset="0"/>
                <a:ea typeface="宋体" panose="02010600030101010101" pitchFamily="2" charset="-122"/>
              </a:rPr>
              <a:t>+U</a:t>
            </a:r>
            <a:r>
              <a:rPr lang="en-US" altLang="zh-CN" baseline="-25000" dirty="0">
                <a:solidFill>
                  <a:srgbClr val="FFFF03"/>
                </a:solidFill>
                <a:latin typeface="Times New Roman" panose="02020603050405020304" pitchFamily="18" charset="0"/>
                <a:ea typeface="宋体" panose="02010600030101010101" pitchFamily="2" charset="-122"/>
              </a:rPr>
              <a:t>3</a:t>
            </a:r>
            <a:r>
              <a:rPr lang="en-US" altLang="zh-CN" dirty="0">
                <a:solidFill>
                  <a:srgbClr val="FFFF03"/>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rgbClr val="FFFF03"/>
                </a:solidFill>
                <a:latin typeface="Times New Roman" panose="02020603050405020304" pitchFamily="18" charset="0"/>
                <a:ea typeface="宋体" panose="02010600030101010101" pitchFamily="2" charset="-122"/>
              </a:rPr>
              <a:t>=19.6V</a:t>
            </a:r>
            <a:endParaRPr lang="en-US" altLang="zh-CN" dirty="0">
              <a:solidFill>
                <a:srgbClr val="FFFF03"/>
              </a:solidFill>
              <a:latin typeface="Times New Roman" panose="02020603050405020304" pitchFamily="18" charset="0"/>
              <a:ea typeface="宋体" panose="02010600030101010101" pitchFamily="2" charset="-122"/>
            </a:endParaRPr>
          </a:p>
        </p:txBody>
      </p:sp>
      <p:grpSp>
        <p:nvGrpSpPr>
          <p:cNvPr id="31078" name="Group 358"/>
          <p:cNvGrpSpPr/>
          <p:nvPr/>
        </p:nvGrpSpPr>
        <p:grpSpPr>
          <a:xfrm>
            <a:off x="315913" y="765175"/>
            <a:ext cx="4267200" cy="2300288"/>
            <a:chOff x="447" y="2042"/>
            <a:chExt cx="2699" cy="1449"/>
          </a:xfrm>
        </p:grpSpPr>
        <p:sp>
          <p:nvSpPr>
            <p:cNvPr id="18488" name="Rectangle 359"/>
            <p:cNvSpPr/>
            <p:nvPr/>
          </p:nvSpPr>
          <p:spPr>
            <a:xfrm>
              <a:off x="447" y="2115"/>
              <a:ext cx="2699" cy="1376"/>
            </a:xfrm>
            <a:prstGeom prst="rect">
              <a:avLst/>
            </a:prstGeom>
            <a:gradFill rotWithShape="0">
              <a:gsLst>
                <a:gs pos="0">
                  <a:srgbClr val="FFFFFF"/>
                </a:gs>
                <a:gs pos="100000">
                  <a:srgbClr val="FFFFFF"/>
                </a:gs>
              </a:gsLst>
              <a:lin ang="540000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8489" name="Group 360"/>
            <p:cNvGrpSpPr/>
            <p:nvPr/>
          </p:nvGrpSpPr>
          <p:grpSpPr>
            <a:xfrm>
              <a:off x="504" y="2042"/>
              <a:ext cx="2433" cy="1409"/>
              <a:chOff x="504" y="2042"/>
              <a:chExt cx="2433" cy="1409"/>
            </a:xfrm>
          </p:grpSpPr>
          <p:sp>
            <p:nvSpPr>
              <p:cNvPr id="18490" name="Oval 361"/>
              <p:cNvSpPr/>
              <p:nvPr/>
            </p:nvSpPr>
            <p:spPr>
              <a:xfrm>
                <a:off x="1632" y="2523"/>
                <a:ext cx="80" cy="80"/>
              </a:xfrm>
              <a:prstGeom prst="ellipse">
                <a:avLst/>
              </a:prstGeom>
              <a:solidFill>
                <a:schemeClr val="tx2"/>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491" name="Rectangle 362"/>
              <p:cNvSpPr/>
              <p:nvPr/>
            </p:nvSpPr>
            <p:spPr>
              <a:xfrm>
                <a:off x="739" y="2562"/>
                <a:ext cx="928" cy="834"/>
              </a:xfrm>
              <a:prstGeom prst="rect">
                <a:avLst/>
              </a:prstGeom>
              <a:noFill/>
              <a:ln w="38100" cap="flat" cmpd="sng">
                <a:solidFill>
                  <a:schemeClr val="tx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492" name="Freeform 363"/>
              <p:cNvSpPr/>
              <p:nvPr/>
            </p:nvSpPr>
            <p:spPr>
              <a:xfrm>
                <a:off x="1633" y="2562"/>
                <a:ext cx="901" cy="27"/>
              </a:xfrm>
              <a:custGeom>
                <a:avLst/>
                <a:gdLst/>
                <a:ahLst/>
                <a:cxnLst>
                  <a:cxn ang="0">
                    <a:pos x="900" y="3"/>
                  </a:cxn>
                  <a:cxn ang="0">
                    <a:pos x="900" y="0"/>
                  </a:cxn>
                  <a:cxn ang="0">
                    <a:pos x="0" y="0"/>
                  </a:cxn>
                </a:cxnLst>
                <a:pathLst>
                  <a:path w="902" h="258">
                    <a:moveTo>
                      <a:pt x="902" y="258"/>
                    </a:moveTo>
                    <a:lnTo>
                      <a:pt x="902" y="0"/>
                    </a:lnTo>
                    <a:lnTo>
                      <a:pt x="0" y="0"/>
                    </a:lnTo>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18493" name="Freeform 364"/>
              <p:cNvSpPr/>
              <p:nvPr/>
            </p:nvSpPr>
            <p:spPr>
              <a:xfrm>
                <a:off x="1607" y="3368"/>
                <a:ext cx="937" cy="27"/>
              </a:xfrm>
              <a:custGeom>
                <a:avLst/>
                <a:gdLst/>
                <a:ahLst/>
                <a:cxnLst>
                  <a:cxn ang="0">
                    <a:pos x="937" y="0"/>
                  </a:cxn>
                  <a:cxn ang="0">
                    <a:pos x="937" y="2"/>
                  </a:cxn>
                  <a:cxn ang="0">
                    <a:pos x="937" y="3"/>
                  </a:cxn>
                  <a:cxn ang="0">
                    <a:pos x="0" y="3"/>
                  </a:cxn>
                </a:cxnLst>
                <a:pathLst>
                  <a:path w="937" h="249">
                    <a:moveTo>
                      <a:pt x="937" y="0"/>
                    </a:moveTo>
                    <a:cubicBezTo>
                      <a:pt x="937" y="49"/>
                      <a:pt x="937" y="97"/>
                      <a:pt x="937" y="146"/>
                    </a:cubicBezTo>
                    <a:lnTo>
                      <a:pt x="937" y="249"/>
                    </a:lnTo>
                    <a:lnTo>
                      <a:pt x="0" y="249"/>
                    </a:lnTo>
                  </a:path>
                </a:pathLst>
              </a:custGeom>
              <a:noFill/>
              <a:ln w="38100" cap="flat" cmpd="sng">
                <a:solidFill>
                  <a:schemeClr val="tx1"/>
                </a:solidFill>
                <a:prstDash val="solid"/>
                <a:round/>
                <a:headEnd type="none" w="med" len="med"/>
                <a:tailEnd type="none" w="med" len="med"/>
              </a:ln>
            </p:spPr>
            <p:txBody>
              <a:bodyPr/>
              <a:p>
                <a:endParaRPr lang="zh-CN" altLang="en-US"/>
              </a:p>
            </p:txBody>
          </p:sp>
          <p:grpSp>
            <p:nvGrpSpPr>
              <p:cNvPr id="18494" name="Group 365"/>
              <p:cNvGrpSpPr/>
              <p:nvPr/>
            </p:nvGrpSpPr>
            <p:grpSpPr>
              <a:xfrm>
                <a:off x="584" y="2666"/>
                <a:ext cx="473" cy="714"/>
                <a:chOff x="378" y="878"/>
                <a:chExt cx="473" cy="714"/>
              </a:xfrm>
            </p:grpSpPr>
            <p:sp>
              <p:nvSpPr>
                <p:cNvPr id="18495" name="Oval 366"/>
                <p:cNvSpPr/>
                <p:nvPr/>
              </p:nvSpPr>
              <p:spPr>
                <a:xfrm rot="-5400000" flipH="1">
                  <a:off x="378" y="1098"/>
                  <a:ext cx="328" cy="32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496" name="Line 367"/>
                <p:cNvSpPr/>
                <p:nvPr/>
              </p:nvSpPr>
              <p:spPr>
                <a:xfrm rot="-5400000" flipH="1">
                  <a:off x="373" y="1261"/>
                  <a:ext cx="328" cy="0"/>
                </a:xfrm>
                <a:prstGeom prst="line">
                  <a:avLst/>
                </a:prstGeom>
                <a:ln w="38100" cap="flat" cmpd="sng">
                  <a:solidFill>
                    <a:srgbClr val="FF3300"/>
                  </a:solidFill>
                  <a:prstDash val="solid"/>
                  <a:miter/>
                  <a:headEnd type="none" w="med" len="med"/>
                  <a:tailEnd type="none" w="med" len="med"/>
                </a:ln>
              </p:spPr>
            </p:sp>
            <p:sp>
              <p:nvSpPr>
                <p:cNvPr id="18497" name="Text Box 368"/>
                <p:cNvSpPr txBox="1"/>
                <p:nvPr/>
              </p:nvSpPr>
              <p:spPr>
                <a:xfrm>
                  <a:off x="563" y="878"/>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498" name="Text Box 369"/>
                <p:cNvSpPr txBox="1"/>
                <p:nvPr/>
              </p:nvSpPr>
              <p:spPr>
                <a:xfrm>
                  <a:off x="571" y="1265"/>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grpSp>
          <p:sp>
            <p:nvSpPr>
              <p:cNvPr id="18499" name="Rectangle 370"/>
              <p:cNvSpPr/>
              <p:nvPr/>
            </p:nvSpPr>
            <p:spPr>
              <a:xfrm>
                <a:off x="1061" y="2488"/>
                <a:ext cx="453" cy="148"/>
              </a:xfrm>
              <a:prstGeom prst="rect">
                <a:avLst/>
              </a:prstGeom>
              <a:solidFill>
                <a:schemeClr val="bg1"/>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00" name="Rectangle 371"/>
              <p:cNvSpPr/>
              <p:nvPr/>
            </p:nvSpPr>
            <p:spPr>
              <a:xfrm rot="-5400000">
                <a:off x="1436" y="2939"/>
                <a:ext cx="453" cy="148"/>
              </a:xfrm>
              <a:prstGeom prst="rect">
                <a:avLst/>
              </a:prstGeom>
              <a:solidFill>
                <a:schemeClr val="bg1"/>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8501" name="Group 372"/>
              <p:cNvGrpSpPr/>
              <p:nvPr/>
            </p:nvGrpSpPr>
            <p:grpSpPr>
              <a:xfrm>
                <a:off x="1707" y="2200"/>
                <a:ext cx="820" cy="483"/>
                <a:chOff x="3007" y="2377"/>
                <a:chExt cx="820" cy="483"/>
              </a:xfrm>
            </p:grpSpPr>
            <p:grpSp>
              <p:nvGrpSpPr>
                <p:cNvPr id="18502" name="Group 373"/>
                <p:cNvGrpSpPr/>
                <p:nvPr/>
              </p:nvGrpSpPr>
              <p:grpSpPr>
                <a:xfrm rot="-5400000" flipV="1">
                  <a:off x="3292" y="2444"/>
                  <a:ext cx="239" cy="584"/>
                  <a:chOff x="1600" y="3000"/>
                  <a:chExt cx="144" cy="288"/>
                </a:xfrm>
              </p:grpSpPr>
              <p:sp>
                <p:nvSpPr>
                  <p:cNvPr id="18503" name="AutoShape 374"/>
                  <p:cNvSpPr/>
                  <p:nvPr/>
                </p:nvSpPr>
                <p:spPr>
                  <a:xfrm>
                    <a:off x="1600" y="3000"/>
                    <a:ext cx="144" cy="288"/>
                  </a:xfrm>
                  <a:prstGeom prst="diamond">
                    <a:avLst/>
                  </a:prstGeom>
                  <a:noFill/>
                  <a:ln w="38100" cap="flat" cmpd="sng">
                    <a:solidFill>
                      <a:srgbClr val="FF00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04" name="Line 375"/>
                  <p:cNvSpPr/>
                  <p:nvPr/>
                </p:nvSpPr>
                <p:spPr>
                  <a:xfrm>
                    <a:off x="1672" y="3024"/>
                    <a:ext cx="0" cy="264"/>
                  </a:xfrm>
                  <a:prstGeom prst="line">
                    <a:avLst/>
                  </a:prstGeom>
                  <a:ln w="38100" cap="flat" cmpd="sng">
                    <a:solidFill>
                      <a:srgbClr val="FF0000"/>
                    </a:solidFill>
                    <a:prstDash val="solid"/>
                    <a:round/>
                    <a:headEnd type="none" w="med" len="med"/>
                    <a:tailEnd type="none" w="med" len="med"/>
                  </a:ln>
                </p:spPr>
              </p:sp>
            </p:grpSp>
            <p:sp>
              <p:nvSpPr>
                <p:cNvPr id="18505" name="Text Box 376"/>
                <p:cNvSpPr txBox="1"/>
                <p:nvPr/>
              </p:nvSpPr>
              <p:spPr>
                <a:xfrm rot="-10800000" flipV="1">
                  <a:off x="3007" y="2442"/>
                  <a:ext cx="299"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506" name="Text Box 377"/>
                <p:cNvSpPr txBox="1"/>
                <p:nvPr/>
              </p:nvSpPr>
              <p:spPr>
                <a:xfrm rot="5400000" flipV="1">
                  <a:off x="3505" y="2440"/>
                  <a:ext cx="385" cy="250"/>
                </a:xfrm>
                <a:prstGeom prst="rect">
                  <a:avLst/>
                </a:prstGeom>
                <a:noFill/>
                <a:ln w="9525">
                  <a:noFill/>
                </a:ln>
              </p:spPr>
              <p:txBody>
                <a:bodyPr vert="eaVert"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grpSp>
          <p:sp>
            <p:nvSpPr>
              <p:cNvPr id="18507" name="Oval 378"/>
              <p:cNvSpPr/>
              <p:nvPr/>
            </p:nvSpPr>
            <p:spPr>
              <a:xfrm>
                <a:off x="1632" y="3357"/>
                <a:ext cx="80" cy="80"/>
              </a:xfrm>
              <a:prstGeom prst="ellipse">
                <a:avLst/>
              </a:prstGeom>
              <a:solidFill>
                <a:schemeClr val="tx2"/>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08" name="Line 379"/>
              <p:cNvSpPr/>
              <p:nvPr/>
            </p:nvSpPr>
            <p:spPr>
              <a:xfrm>
                <a:off x="722" y="2502"/>
                <a:ext cx="301" cy="0"/>
              </a:xfrm>
              <a:prstGeom prst="line">
                <a:avLst/>
              </a:prstGeom>
              <a:ln w="38100" cap="flat" cmpd="sng">
                <a:solidFill>
                  <a:srgbClr val="FF0000"/>
                </a:solidFill>
                <a:prstDash val="solid"/>
                <a:round/>
                <a:headEnd type="none" w="med" len="med"/>
                <a:tailEnd type="stealth" w="sm" len="lg"/>
              </a:ln>
            </p:spPr>
          </p:sp>
          <p:sp>
            <p:nvSpPr>
              <p:cNvPr id="18509" name="Text Box 380"/>
              <p:cNvSpPr txBox="1"/>
              <p:nvPr/>
            </p:nvSpPr>
            <p:spPr>
              <a:xfrm>
                <a:off x="877" y="2891"/>
                <a:ext cx="56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10V</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10" name="Text Box 381"/>
              <p:cNvSpPr txBox="1"/>
              <p:nvPr/>
            </p:nvSpPr>
            <p:spPr>
              <a:xfrm>
                <a:off x="1048" y="2211"/>
                <a:ext cx="48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6Ω</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11" name="Text Box 382"/>
              <p:cNvSpPr txBox="1"/>
              <p:nvPr/>
            </p:nvSpPr>
            <p:spPr>
              <a:xfrm>
                <a:off x="2453" y="3124"/>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512" name="Text Box 383"/>
              <p:cNvSpPr txBox="1"/>
              <p:nvPr/>
            </p:nvSpPr>
            <p:spPr>
              <a:xfrm>
                <a:off x="2421" y="2516"/>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513" name="Text Box 384"/>
              <p:cNvSpPr txBox="1"/>
              <p:nvPr/>
            </p:nvSpPr>
            <p:spPr>
              <a:xfrm>
                <a:off x="504" y="2230"/>
                <a:ext cx="448"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I</a:t>
                </a:r>
                <a:r>
                  <a:rPr lang="en-US" altLang="zh-CN" baseline="-25000" dirty="0">
                    <a:solidFill>
                      <a:schemeClr val="accent2"/>
                    </a:solidFill>
                    <a:latin typeface="Times New Roman" panose="02020603050405020304" pitchFamily="18" charset="0"/>
                    <a:ea typeface="宋体" panose="02010600030101010101" pitchFamily="2" charset="-122"/>
                  </a:rPr>
                  <a:t>1</a:t>
                </a:r>
                <a:r>
                  <a:rPr lang="en-US" altLang="zh-CN" dirty="0">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14" name="Text Box 385"/>
              <p:cNvSpPr txBox="1"/>
              <p:nvPr/>
            </p:nvSpPr>
            <p:spPr>
              <a:xfrm>
                <a:off x="1750" y="2042"/>
                <a:ext cx="706"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10I</a:t>
                </a:r>
                <a:r>
                  <a:rPr lang="en-US" altLang="zh-CN" baseline="-25000" dirty="0">
                    <a:solidFill>
                      <a:schemeClr val="accent2"/>
                    </a:solidFill>
                    <a:latin typeface="Times New Roman" panose="02020603050405020304" pitchFamily="18" charset="0"/>
                    <a:ea typeface="宋体" panose="02010600030101010101" pitchFamily="2" charset="-122"/>
                  </a:rPr>
                  <a:t>1</a:t>
                </a:r>
                <a:r>
                  <a:rPr lang="en-US" altLang="zh-CN" dirty="0">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15" name="Text Box 386"/>
              <p:cNvSpPr txBox="1"/>
              <p:nvPr/>
            </p:nvSpPr>
            <p:spPr>
              <a:xfrm>
                <a:off x="2343" y="2807"/>
                <a:ext cx="59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U</a:t>
                </a:r>
                <a:r>
                  <a:rPr lang="en-US" altLang="zh-CN" baseline="-25000" dirty="0">
                    <a:solidFill>
                      <a:schemeClr val="accent2"/>
                    </a:solidFill>
                    <a:latin typeface="Times New Roman" panose="02020603050405020304" pitchFamily="18" charset="0"/>
                    <a:ea typeface="宋体" panose="02010600030101010101" pitchFamily="2" charset="-122"/>
                  </a:rPr>
                  <a:t>3</a:t>
                </a:r>
                <a:r>
                  <a:rPr lang="en-US" altLang="zh-CN" dirty="0">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16" name="Text Box 387"/>
              <p:cNvSpPr txBox="1"/>
              <p:nvPr/>
            </p:nvSpPr>
            <p:spPr>
              <a:xfrm>
                <a:off x="1229" y="2710"/>
                <a:ext cx="48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4Ω</a:t>
                </a:r>
                <a:endParaRPr lang="en-US" altLang="zh-CN" dirty="0">
                  <a:solidFill>
                    <a:schemeClr val="accent2"/>
                  </a:solidFill>
                  <a:latin typeface="Times New Roman" panose="02020603050405020304" pitchFamily="18" charset="0"/>
                  <a:ea typeface="宋体" panose="02010600030101010101" pitchFamily="2" charset="-122"/>
                </a:endParaRPr>
              </a:p>
            </p:txBody>
          </p:sp>
        </p:grpSp>
      </p:grpSp>
      <p:grpSp>
        <p:nvGrpSpPr>
          <p:cNvPr id="31208" name="Group 488"/>
          <p:cNvGrpSpPr/>
          <p:nvPr/>
        </p:nvGrpSpPr>
        <p:grpSpPr>
          <a:xfrm>
            <a:off x="172403" y="857250"/>
            <a:ext cx="4321175" cy="2184400"/>
            <a:chOff x="447" y="2115"/>
            <a:chExt cx="2722" cy="1376"/>
          </a:xfrm>
        </p:grpSpPr>
        <p:sp>
          <p:nvSpPr>
            <p:cNvPr id="18518" name="Rectangle 489"/>
            <p:cNvSpPr/>
            <p:nvPr/>
          </p:nvSpPr>
          <p:spPr>
            <a:xfrm>
              <a:off x="447" y="2115"/>
              <a:ext cx="2699" cy="1376"/>
            </a:xfrm>
            <a:prstGeom prst="rect">
              <a:avLst/>
            </a:prstGeom>
            <a:gradFill rotWithShape="0">
              <a:gsLst>
                <a:gs pos="0">
                  <a:srgbClr val="FFFFFF"/>
                </a:gs>
                <a:gs pos="100000">
                  <a:srgbClr val="FFFFFF"/>
                </a:gs>
              </a:gsLst>
              <a:lin ang="540000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8519" name="Group 490"/>
            <p:cNvGrpSpPr/>
            <p:nvPr/>
          </p:nvGrpSpPr>
          <p:grpSpPr>
            <a:xfrm>
              <a:off x="504" y="2119"/>
              <a:ext cx="2665" cy="1318"/>
              <a:chOff x="504" y="2119"/>
              <a:chExt cx="2665" cy="1318"/>
            </a:xfrm>
          </p:grpSpPr>
          <p:sp>
            <p:nvSpPr>
              <p:cNvPr id="18520" name="Oval 491"/>
              <p:cNvSpPr/>
              <p:nvPr/>
            </p:nvSpPr>
            <p:spPr>
              <a:xfrm>
                <a:off x="1632" y="2523"/>
                <a:ext cx="80" cy="80"/>
              </a:xfrm>
              <a:prstGeom prst="ellipse">
                <a:avLst/>
              </a:prstGeom>
              <a:solidFill>
                <a:schemeClr val="tx2"/>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8521" name="Group 492"/>
              <p:cNvGrpSpPr/>
              <p:nvPr/>
            </p:nvGrpSpPr>
            <p:grpSpPr>
              <a:xfrm>
                <a:off x="2376" y="2823"/>
                <a:ext cx="344" cy="336"/>
                <a:chOff x="656" y="1712"/>
                <a:chExt cx="344" cy="336"/>
              </a:xfrm>
            </p:grpSpPr>
            <p:sp>
              <p:nvSpPr>
                <p:cNvPr id="18522" name="Oval 493"/>
                <p:cNvSpPr/>
                <p:nvPr/>
              </p:nvSpPr>
              <p:spPr>
                <a:xfrm>
                  <a:off x="656" y="1712"/>
                  <a:ext cx="336" cy="336"/>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23" name="Line 494"/>
                <p:cNvSpPr/>
                <p:nvPr/>
              </p:nvSpPr>
              <p:spPr>
                <a:xfrm>
                  <a:off x="664" y="1880"/>
                  <a:ext cx="336" cy="0"/>
                </a:xfrm>
                <a:prstGeom prst="line">
                  <a:avLst/>
                </a:prstGeom>
                <a:ln w="38100" cap="flat" cmpd="sng">
                  <a:solidFill>
                    <a:srgbClr val="FF3300"/>
                  </a:solidFill>
                  <a:prstDash val="solid"/>
                  <a:miter/>
                  <a:headEnd type="none" w="med" len="med"/>
                  <a:tailEnd type="none" w="med" len="med"/>
                </a:ln>
              </p:spPr>
            </p:sp>
          </p:grpSp>
          <p:sp>
            <p:nvSpPr>
              <p:cNvPr id="18524" name="Rectangle 495"/>
              <p:cNvSpPr/>
              <p:nvPr/>
            </p:nvSpPr>
            <p:spPr>
              <a:xfrm>
                <a:off x="739" y="2562"/>
                <a:ext cx="928" cy="834"/>
              </a:xfrm>
              <a:prstGeom prst="rect">
                <a:avLst/>
              </a:prstGeom>
              <a:noFill/>
              <a:ln w="38100" cap="flat" cmpd="sng">
                <a:solidFill>
                  <a:schemeClr val="tx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25" name="Freeform 496"/>
              <p:cNvSpPr/>
              <p:nvPr/>
            </p:nvSpPr>
            <p:spPr>
              <a:xfrm>
                <a:off x="1633" y="2562"/>
                <a:ext cx="902" cy="249"/>
              </a:xfrm>
              <a:custGeom>
                <a:avLst/>
                <a:gdLst/>
                <a:ahLst/>
                <a:cxnLst>
                  <a:cxn ang="0">
                    <a:pos x="902" y="240"/>
                  </a:cxn>
                  <a:cxn ang="0">
                    <a:pos x="902" y="0"/>
                  </a:cxn>
                  <a:cxn ang="0">
                    <a:pos x="0" y="0"/>
                  </a:cxn>
                </a:cxnLst>
                <a:pathLst>
                  <a:path w="902" h="258">
                    <a:moveTo>
                      <a:pt x="902" y="258"/>
                    </a:moveTo>
                    <a:lnTo>
                      <a:pt x="902" y="0"/>
                    </a:lnTo>
                    <a:lnTo>
                      <a:pt x="0" y="0"/>
                    </a:lnTo>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18526" name="Freeform 497"/>
              <p:cNvSpPr/>
              <p:nvPr/>
            </p:nvSpPr>
            <p:spPr>
              <a:xfrm>
                <a:off x="1607" y="3164"/>
                <a:ext cx="937" cy="231"/>
              </a:xfrm>
              <a:custGeom>
                <a:avLst/>
                <a:gdLst/>
                <a:ahLst/>
                <a:cxnLst>
                  <a:cxn ang="0">
                    <a:pos x="937" y="0"/>
                  </a:cxn>
                  <a:cxn ang="0">
                    <a:pos x="937" y="125"/>
                  </a:cxn>
                  <a:cxn ang="0">
                    <a:pos x="937" y="214"/>
                  </a:cxn>
                  <a:cxn ang="0">
                    <a:pos x="0" y="214"/>
                  </a:cxn>
                </a:cxnLst>
                <a:pathLst>
                  <a:path w="937" h="249">
                    <a:moveTo>
                      <a:pt x="937" y="0"/>
                    </a:moveTo>
                    <a:cubicBezTo>
                      <a:pt x="937" y="49"/>
                      <a:pt x="937" y="97"/>
                      <a:pt x="937" y="146"/>
                    </a:cubicBezTo>
                    <a:lnTo>
                      <a:pt x="937" y="249"/>
                    </a:lnTo>
                    <a:lnTo>
                      <a:pt x="0" y="249"/>
                    </a:lnTo>
                  </a:path>
                </a:pathLst>
              </a:custGeom>
              <a:noFill/>
              <a:ln w="38100" cap="flat" cmpd="sng">
                <a:solidFill>
                  <a:schemeClr val="tx1"/>
                </a:solidFill>
                <a:prstDash val="solid"/>
                <a:round/>
                <a:headEnd type="none" w="med" len="med"/>
                <a:tailEnd type="none" w="med" len="med"/>
              </a:ln>
            </p:spPr>
            <p:txBody>
              <a:bodyPr/>
              <a:p>
                <a:endParaRPr lang="zh-CN" altLang="en-US"/>
              </a:p>
            </p:txBody>
          </p:sp>
          <p:grpSp>
            <p:nvGrpSpPr>
              <p:cNvPr id="18527" name="Group 498"/>
              <p:cNvGrpSpPr/>
              <p:nvPr/>
            </p:nvGrpSpPr>
            <p:grpSpPr>
              <a:xfrm>
                <a:off x="584" y="2666"/>
                <a:ext cx="473" cy="714"/>
                <a:chOff x="378" y="878"/>
                <a:chExt cx="473" cy="714"/>
              </a:xfrm>
            </p:grpSpPr>
            <p:sp>
              <p:nvSpPr>
                <p:cNvPr id="18528" name="Oval 499"/>
                <p:cNvSpPr/>
                <p:nvPr/>
              </p:nvSpPr>
              <p:spPr>
                <a:xfrm rot="-5400000" flipH="1">
                  <a:off x="378" y="1098"/>
                  <a:ext cx="328" cy="32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29" name="Line 500"/>
                <p:cNvSpPr/>
                <p:nvPr/>
              </p:nvSpPr>
              <p:spPr>
                <a:xfrm rot="-5400000" flipH="1">
                  <a:off x="373" y="1261"/>
                  <a:ext cx="328" cy="0"/>
                </a:xfrm>
                <a:prstGeom prst="line">
                  <a:avLst/>
                </a:prstGeom>
                <a:ln w="38100" cap="flat" cmpd="sng">
                  <a:solidFill>
                    <a:srgbClr val="FF3300"/>
                  </a:solidFill>
                  <a:prstDash val="solid"/>
                  <a:miter/>
                  <a:headEnd type="none" w="med" len="med"/>
                  <a:tailEnd type="none" w="med" len="med"/>
                </a:ln>
              </p:spPr>
            </p:sp>
            <p:sp>
              <p:nvSpPr>
                <p:cNvPr id="18530" name="Text Box 501"/>
                <p:cNvSpPr txBox="1"/>
                <p:nvPr/>
              </p:nvSpPr>
              <p:spPr>
                <a:xfrm>
                  <a:off x="563" y="878"/>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531" name="Text Box 502"/>
                <p:cNvSpPr txBox="1"/>
                <p:nvPr/>
              </p:nvSpPr>
              <p:spPr>
                <a:xfrm>
                  <a:off x="571" y="1265"/>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grpSp>
          <p:sp>
            <p:nvSpPr>
              <p:cNvPr id="18532" name="Rectangle 503"/>
              <p:cNvSpPr/>
              <p:nvPr/>
            </p:nvSpPr>
            <p:spPr>
              <a:xfrm>
                <a:off x="1061" y="2488"/>
                <a:ext cx="453" cy="148"/>
              </a:xfrm>
              <a:prstGeom prst="rect">
                <a:avLst/>
              </a:prstGeom>
              <a:solidFill>
                <a:schemeClr val="bg1"/>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33" name="Rectangle 504"/>
              <p:cNvSpPr/>
              <p:nvPr/>
            </p:nvSpPr>
            <p:spPr>
              <a:xfrm rot="-5400000">
                <a:off x="1436" y="2939"/>
                <a:ext cx="453" cy="148"/>
              </a:xfrm>
              <a:prstGeom prst="rect">
                <a:avLst/>
              </a:prstGeom>
              <a:solidFill>
                <a:schemeClr val="bg1"/>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8534" name="Group 505"/>
              <p:cNvGrpSpPr/>
              <p:nvPr/>
            </p:nvGrpSpPr>
            <p:grpSpPr>
              <a:xfrm>
                <a:off x="1707" y="2200"/>
                <a:ext cx="820" cy="483"/>
                <a:chOff x="3007" y="2377"/>
                <a:chExt cx="820" cy="483"/>
              </a:xfrm>
            </p:grpSpPr>
            <p:grpSp>
              <p:nvGrpSpPr>
                <p:cNvPr id="18535" name="Group 506"/>
                <p:cNvGrpSpPr/>
                <p:nvPr/>
              </p:nvGrpSpPr>
              <p:grpSpPr>
                <a:xfrm rot="-5400000" flipV="1">
                  <a:off x="3292" y="2444"/>
                  <a:ext cx="239" cy="584"/>
                  <a:chOff x="1600" y="3000"/>
                  <a:chExt cx="144" cy="288"/>
                </a:xfrm>
              </p:grpSpPr>
              <p:sp>
                <p:nvSpPr>
                  <p:cNvPr id="18536" name="AutoShape 507"/>
                  <p:cNvSpPr/>
                  <p:nvPr/>
                </p:nvSpPr>
                <p:spPr>
                  <a:xfrm>
                    <a:off x="1600" y="3000"/>
                    <a:ext cx="144" cy="288"/>
                  </a:xfrm>
                  <a:prstGeom prst="diamond">
                    <a:avLst/>
                  </a:prstGeom>
                  <a:noFill/>
                  <a:ln w="38100" cap="flat" cmpd="sng">
                    <a:solidFill>
                      <a:srgbClr val="FF00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37" name="Line 508"/>
                  <p:cNvSpPr/>
                  <p:nvPr/>
                </p:nvSpPr>
                <p:spPr>
                  <a:xfrm>
                    <a:off x="1672" y="3024"/>
                    <a:ext cx="0" cy="264"/>
                  </a:xfrm>
                  <a:prstGeom prst="line">
                    <a:avLst/>
                  </a:prstGeom>
                  <a:ln w="38100" cap="flat" cmpd="sng">
                    <a:solidFill>
                      <a:srgbClr val="FF0000"/>
                    </a:solidFill>
                    <a:prstDash val="solid"/>
                    <a:round/>
                    <a:headEnd type="none" w="med" len="med"/>
                    <a:tailEnd type="none" w="med" len="med"/>
                  </a:ln>
                </p:spPr>
              </p:sp>
            </p:grpSp>
            <p:sp>
              <p:nvSpPr>
                <p:cNvPr id="18538" name="Text Box 509"/>
                <p:cNvSpPr txBox="1"/>
                <p:nvPr/>
              </p:nvSpPr>
              <p:spPr>
                <a:xfrm rot="-10800000" flipV="1">
                  <a:off x="3007" y="2442"/>
                  <a:ext cx="299"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539" name="Text Box 510"/>
                <p:cNvSpPr txBox="1"/>
                <p:nvPr/>
              </p:nvSpPr>
              <p:spPr>
                <a:xfrm rot="5400000" flipV="1">
                  <a:off x="3505" y="2440"/>
                  <a:ext cx="385" cy="250"/>
                </a:xfrm>
                <a:prstGeom prst="rect">
                  <a:avLst/>
                </a:prstGeom>
                <a:noFill/>
                <a:ln w="9525">
                  <a:noFill/>
                </a:ln>
              </p:spPr>
              <p:txBody>
                <a:bodyPr vert="eaVert"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grpSp>
          <p:sp>
            <p:nvSpPr>
              <p:cNvPr id="18540" name="Oval 511"/>
              <p:cNvSpPr/>
              <p:nvPr/>
            </p:nvSpPr>
            <p:spPr>
              <a:xfrm>
                <a:off x="1632" y="3357"/>
                <a:ext cx="80" cy="80"/>
              </a:xfrm>
              <a:prstGeom prst="ellipse">
                <a:avLst/>
              </a:prstGeom>
              <a:solidFill>
                <a:schemeClr val="tx2"/>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41" name="Line 512"/>
              <p:cNvSpPr/>
              <p:nvPr/>
            </p:nvSpPr>
            <p:spPr>
              <a:xfrm>
                <a:off x="722" y="2502"/>
                <a:ext cx="301" cy="0"/>
              </a:xfrm>
              <a:prstGeom prst="line">
                <a:avLst/>
              </a:prstGeom>
              <a:ln w="38100" cap="flat" cmpd="sng">
                <a:solidFill>
                  <a:srgbClr val="FF0000"/>
                </a:solidFill>
                <a:prstDash val="solid"/>
                <a:round/>
                <a:headEnd type="none" w="med" len="med"/>
                <a:tailEnd type="stealth" w="sm" len="lg"/>
              </a:ln>
            </p:spPr>
          </p:sp>
          <p:sp>
            <p:nvSpPr>
              <p:cNvPr id="18542" name="Line 513"/>
              <p:cNvSpPr/>
              <p:nvPr/>
            </p:nvSpPr>
            <p:spPr>
              <a:xfrm>
                <a:off x="2777" y="2751"/>
                <a:ext cx="0" cy="413"/>
              </a:xfrm>
              <a:prstGeom prst="line">
                <a:avLst/>
              </a:prstGeom>
              <a:ln w="38100" cap="flat" cmpd="sng">
                <a:solidFill>
                  <a:srgbClr val="FF0000"/>
                </a:solidFill>
                <a:prstDash val="solid"/>
                <a:round/>
                <a:headEnd type="stealth" w="sm" len="lg"/>
                <a:tailEnd type="none" w="med" len="med"/>
              </a:ln>
            </p:spPr>
          </p:sp>
          <p:sp>
            <p:nvSpPr>
              <p:cNvPr id="18543" name="Text Box 514"/>
              <p:cNvSpPr txBox="1"/>
              <p:nvPr/>
            </p:nvSpPr>
            <p:spPr>
              <a:xfrm>
                <a:off x="877" y="2891"/>
                <a:ext cx="56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10V</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44" name="Text Box 515"/>
              <p:cNvSpPr txBox="1"/>
              <p:nvPr/>
            </p:nvSpPr>
            <p:spPr>
              <a:xfrm>
                <a:off x="1048" y="2211"/>
                <a:ext cx="48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6Ω</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45" name="Text Box 516"/>
              <p:cNvSpPr txBox="1"/>
              <p:nvPr/>
            </p:nvSpPr>
            <p:spPr>
              <a:xfrm>
                <a:off x="2325" y="3013"/>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546" name="Text Box 517"/>
              <p:cNvSpPr txBox="1"/>
              <p:nvPr/>
            </p:nvSpPr>
            <p:spPr>
              <a:xfrm>
                <a:off x="2292" y="2593"/>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547" name="Text Box 518"/>
              <p:cNvSpPr txBox="1"/>
              <p:nvPr/>
            </p:nvSpPr>
            <p:spPr>
              <a:xfrm>
                <a:off x="504" y="2230"/>
                <a:ext cx="448"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I</a:t>
                </a:r>
                <a:r>
                  <a:rPr lang="en-US" altLang="zh-CN" baseline="-25000" dirty="0">
                    <a:solidFill>
                      <a:schemeClr val="accent2"/>
                    </a:solidFill>
                    <a:latin typeface="Times New Roman" panose="02020603050405020304" pitchFamily="18" charset="0"/>
                    <a:ea typeface="宋体" panose="02010600030101010101" pitchFamily="2" charset="-122"/>
                  </a:rPr>
                  <a:t>1</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48" name="Text Box 519"/>
              <p:cNvSpPr txBox="1"/>
              <p:nvPr/>
            </p:nvSpPr>
            <p:spPr>
              <a:xfrm>
                <a:off x="1854" y="2119"/>
                <a:ext cx="551"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10I</a:t>
                </a:r>
                <a:r>
                  <a:rPr lang="en-US" altLang="zh-CN" baseline="-25000" dirty="0">
                    <a:solidFill>
                      <a:schemeClr val="accent2"/>
                    </a:solidFill>
                    <a:latin typeface="Times New Roman" panose="02020603050405020304" pitchFamily="18" charset="0"/>
                    <a:ea typeface="宋体" panose="02010600030101010101" pitchFamily="2" charset="-122"/>
                  </a:rPr>
                  <a:t>1</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49" name="Text Box 520"/>
              <p:cNvSpPr txBox="1"/>
              <p:nvPr/>
            </p:nvSpPr>
            <p:spPr>
              <a:xfrm>
                <a:off x="2751" y="2805"/>
                <a:ext cx="418"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4A</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50" name="Text Box 521"/>
              <p:cNvSpPr txBox="1"/>
              <p:nvPr/>
            </p:nvSpPr>
            <p:spPr>
              <a:xfrm>
                <a:off x="2034" y="2806"/>
                <a:ext cx="448"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U</a:t>
                </a:r>
                <a:r>
                  <a:rPr lang="en-US" altLang="zh-CN" baseline="-25000" dirty="0">
                    <a:solidFill>
                      <a:schemeClr val="accent2"/>
                    </a:solidFill>
                    <a:latin typeface="Times New Roman" panose="02020603050405020304" pitchFamily="18" charset="0"/>
                    <a:ea typeface="宋体" panose="02010600030101010101" pitchFamily="2" charset="-122"/>
                  </a:rPr>
                  <a:t>3</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51" name="Text Box 522"/>
              <p:cNvSpPr txBox="1"/>
              <p:nvPr/>
            </p:nvSpPr>
            <p:spPr>
              <a:xfrm>
                <a:off x="1229" y="2710"/>
                <a:ext cx="48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4Ω</a:t>
                </a:r>
                <a:endParaRPr lang="en-US" altLang="zh-CN" dirty="0">
                  <a:solidFill>
                    <a:schemeClr val="accent2"/>
                  </a:solidFill>
                  <a:latin typeface="Times New Roman" panose="02020603050405020304" pitchFamily="18" charset="0"/>
                  <a:ea typeface="宋体" panose="02010600030101010101" pitchFamily="2" charset="-122"/>
                </a:endParaRPr>
              </a:p>
            </p:txBody>
          </p:sp>
        </p:grpSp>
      </p:grpSp>
      <p:grpSp>
        <p:nvGrpSpPr>
          <p:cNvPr id="31108" name="Group 388"/>
          <p:cNvGrpSpPr/>
          <p:nvPr/>
        </p:nvGrpSpPr>
        <p:grpSpPr>
          <a:xfrm>
            <a:off x="27940" y="860425"/>
            <a:ext cx="4321175" cy="2184400"/>
            <a:chOff x="215" y="444"/>
            <a:chExt cx="2722" cy="1376"/>
          </a:xfrm>
        </p:grpSpPr>
        <p:sp>
          <p:nvSpPr>
            <p:cNvPr id="18553" name="Rectangle 389"/>
            <p:cNvSpPr/>
            <p:nvPr/>
          </p:nvSpPr>
          <p:spPr>
            <a:xfrm>
              <a:off x="215" y="444"/>
              <a:ext cx="2699" cy="1376"/>
            </a:xfrm>
            <a:prstGeom prst="rect">
              <a:avLst/>
            </a:prstGeom>
            <a:gradFill rotWithShape="0">
              <a:gsLst>
                <a:gs pos="0">
                  <a:srgbClr val="FFFFFF"/>
                </a:gs>
                <a:gs pos="100000">
                  <a:srgbClr val="FFFFFF"/>
                </a:gs>
              </a:gsLst>
              <a:lin ang="540000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8554" name="Group 390"/>
            <p:cNvGrpSpPr/>
            <p:nvPr/>
          </p:nvGrpSpPr>
          <p:grpSpPr>
            <a:xfrm>
              <a:off x="401" y="448"/>
              <a:ext cx="2536" cy="1318"/>
              <a:chOff x="401" y="448"/>
              <a:chExt cx="2536" cy="1318"/>
            </a:xfrm>
          </p:grpSpPr>
          <p:sp>
            <p:nvSpPr>
              <p:cNvPr id="18555" name="Oval 391"/>
              <p:cNvSpPr/>
              <p:nvPr/>
            </p:nvSpPr>
            <p:spPr>
              <a:xfrm>
                <a:off x="1400" y="852"/>
                <a:ext cx="80" cy="80"/>
              </a:xfrm>
              <a:prstGeom prst="ellipse">
                <a:avLst/>
              </a:prstGeom>
              <a:solidFill>
                <a:schemeClr val="tx2"/>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8556" name="Group 392"/>
              <p:cNvGrpSpPr/>
              <p:nvPr/>
            </p:nvGrpSpPr>
            <p:grpSpPr>
              <a:xfrm>
                <a:off x="2144" y="1152"/>
                <a:ext cx="344" cy="336"/>
                <a:chOff x="656" y="1712"/>
                <a:chExt cx="344" cy="336"/>
              </a:xfrm>
            </p:grpSpPr>
            <p:sp>
              <p:nvSpPr>
                <p:cNvPr id="18557" name="Oval 393"/>
                <p:cNvSpPr/>
                <p:nvPr/>
              </p:nvSpPr>
              <p:spPr>
                <a:xfrm>
                  <a:off x="656" y="1712"/>
                  <a:ext cx="336" cy="336"/>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58" name="Line 394"/>
                <p:cNvSpPr/>
                <p:nvPr/>
              </p:nvSpPr>
              <p:spPr>
                <a:xfrm>
                  <a:off x="664" y="1880"/>
                  <a:ext cx="336" cy="0"/>
                </a:xfrm>
                <a:prstGeom prst="line">
                  <a:avLst/>
                </a:prstGeom>
                <a:ln w="38100" cap="flat" cmpd="sng">
                  <a:solidFill>
                    <a:srgbClr val="FF3300"/>
                  </a:solidFill>
                  <a:prstDash val="solid"/>
                  <a:miter/>
                  <a:headEnd type="none" w="med" len="med"/>
                  <a:tailEnd type="none" w="med" len="med"/>
                </a:ln>
              </p:spPr>
            </p:sp>
          </p:grpSp>
          <p:sp>
            <p:nvSpPr>
              <p:cNvPr id="18559" name="Rectangle 395"/>
              <p:cNvSpPr/>
              <p:nvPr/>
            </p:nvSpPr>
            <p:spPr>
              <a:xfrm>
                <a:off x="507" y="891"/>
                <a:ext cx="928" cy="834"/>
              </a:xfrm>
              <a:prstGeom prst="rect">
                <a:avLst/>
              </a:prstGeom>
              <a:noFill/>
              <a:ln w="38100" cap="flat" cmpd="sng">
                <a:solidFill>
                  <a:schemeClr val="tx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60" name="Freeform 396"/>
              <p:cNvSpPr/>
              <p:nvPr/>
            </p:nvSpPr>
            <p:spPr>
              <a:xfrm>
                <a:off x="1401" y="891"/>
                <a:ext cx="902" cy="249"/>
              </a:xfrm>
              <a:custGeom>
                <a:avLst/>
                <a:gdLst/>
                <a:ahLst/>
                <a:cxnLst>
                  <a:cxn ang="0">
                    <a:pos x="902" y="240"/>
                  </a:cxn>
                  <a:cxn ang="0">
                    <a:pos x="902" y="0"/>
                  </a:cxn>
                  <a:cxn ang="0">
                    <a:pos x="0" y="0"/>
                  </a:cxn>
                </a:cxnLst>
                <a:pathLst>
                  <a:path w="902" h="258">
                    <a:moveTo>
                      <a:pt x="902" y="258"/>
                    </a:moveTo>
                    <a:lnTo>
                      <a:pt x="902" y="0"/>
                    </a:lnTo>
                    <a:lnTo>
                      <a:pt x="0" y="0"/>
                    </a:lnTo>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18561" name="Freeform 397"/>
              <p:cNvSpPr/>
              <p:nvPr/>
            </p:nvSpPr>
            <p:spPr>
              <a:xfrm>
                <a:off x="1375" y="1493"/>
                <a:ext cx="937" cy="231"/>
              </a:xfrm>
              <a:custGeom>
                <a:avLst/>
                <a:gdLst/>
                <a:ahLst/>
                <a:cxnLst>
                  <a:cxn ang="0">
                    <a:pos x="937" y="0"/>
                  </a:cxn>
                  <a:cxn ang="0">
                    <a:pos x="937" y="125"/>
                  </a:cxn>
                  <a:cxn ang="0">
                    <a:pos x="937" y="214"/>
                  </a:cxn>
                  <a:cxn ang="0">
                    <a:pos x="0" y="214"/>
                  </a:cxn>
                </a:cxnLst>
                <a:pathLst>
                  <a:path w="937" h="249">
                    <a:moveTo>
                      <a:pt x="937" y="0"/>
                    </a:moveTo>
                    <a:cubicBezTo>
                      <a:pt x="937" y="49"/>
                      <a:pt x="937" y="97"/>
                      <a:pt x="937" y="146"/>
                    </a:cubicBezTo>
                    <a:lnTo>
                      <a:pt x="937" y="249"/>
                    </a:lnTo>
                    <a:lnTo>
                      <a:pt x="0" y="249"/>
                    </a:lnTo>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18562" name="Rectangle 398"/>
              <p:cNvSpPr/>
              <p:nvPr/>
            </p:nvSpPr>
            <p:spPr>
              <a:xfrm>
                <a:off x="829" y="817"/>
                <a:ext cx="453" cy="148"/>
              </a:xfrm>
              <a:prstGeom prst="rect">
                <a:avLst/>
              </a:prstGeom>
              <a:solidFill>
                <a:schemeClr val="bg1"/>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63" name="Rectangle 399"/>
              <p:cNvSpPr/>
              <p:nvPr/>
            </p:nvSpPr>
            <p:spPr>
              <a:xfrm rot="-5400000">
                <a:off x="1204" y="1268"/>
                <a:ext cx="453" cy="148"/>
              </a:xfrm>
              <a:prstGeom prst="rect">
                <a:avLst/>
              </a:prstGeom>
              <a:solidFill>
                <a:schemeClr val="bg1"/>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8564" name="Group 400"/>
              <p:cNvGrpSpPr/>
              <p:nvPr/>
            </p:nvGrpSpPr>
            <p:grpSpPr>
              <a:xfrm>
                <a:off x="1477" y="572"/>
                <a:ext cx="873" cy="440"/>
                <a:chOff x="1477" y="572"/>
                <a:chExt cx="873" cy="440"/>
              </a:xfrm>
            </p:grpSpPr>
            <p:grpSp>
              <p:nvGrpSpPr>
                <p:cNvPr id="18565" name="Group 401"/>
                <p:cNvGrpSpPr/>
                <p:nvPr/>
              </p:nvGrpSpPr>
              <p:grpSpPr>
                <a:xfrm rot="-5400000" flipV="1">
                  <a:off x="1760" y="596"/>
                  <a:ext cx="239" cy="584"/>
                  <a:chOff x="1600" y="3000"/>
                  <a:chExt cx="144" cy="288"/>
                </a:xfrm>
              </p:grpSpPr>
              <p:sp>
                <p:nvSpPr>
                  <p:cNvPr id="18566" name="AutoShape 402"/>
                  <p:cNvSpPr/>
                  <p:nvPr/>
                </p:nvSpPr>
                <p:spPr>
                  <a:xfrm>
                    <a:off x="1600" y="3000"/>
                    <a:ext cx="144" cy="288"/>
                  </a:xfrm>
                  <a:prstGeom prst="diamond">
                    <a:avLst/>
                  </a:prstGeom>
                  <a:noFill/>
                  <a:ln w="38100" cap="flat" cmpd="sng">
                    <a:solidFill>
                      <a:srgbClr val="FF00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67" name="Line 403"/>
                  <p:cNvSpPr/>
                  <p:nvPr/>
                </p:nvSpPr>
                <p:spPr>
                  <a:xfrm>
                    <a:off x="1672" y="3024"/>
                    <a:ext cx="0" cy="264"/>
                  </a:xfrm>
                  <a:prstGeom prst="line">
                    <a:avLst/>
                  </a:prstGeom>
                  <a:ln w="38100" cap="flat" cmpd="sng">
                    <a:solidFill>
                      <a:srgbClr val="FF0000"/>
                    </a:solidFill>
                    <a:prstDash val="solid"/>
                    <a:round/>
                    <a:headEnd type="none" w="med" len="med"/>
                    <a:tailEnd type="none" w="med" len="med"/>
                  </a:ln>
                </p:spPr>
              </p:sp>
            </p:grpSp>
            <p:sp>
              <p:nvSpPr>
                <p:cNvPr id="18568" name="Text Box 404"/>
                <p:cNvSpPr txBox="1"/>
                <p:nvPr/>
              </p:nvSpPr>
              <p:spPr>
                <a:xfrm rot="-10800000" flipV="1">
                  <a:off x="2051" y="602"/>
                  <a:ext cx="299"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569" name="Text Box 405"/>
                <p:cNvSpPr txBox="1"/>
                <p:nvPr/>
              </p:nvSpPr>
              <p:spPr>
                <a:xfrm rot="5400000" flipV="1">
                  <a:off x="1405" y="635"/>
                  <a:ext cx="385" cy="250"/>
                </a:xfrm>
                <a:prstGeom prst="rect">
                  <a:avLst/>
                </a:prstGeom>
                <a:noFill/>
                <a:ln w="9525">
                  <a:noFill/>
                </a:ln>
              </p:spPr>
              <p:txBody>
                <a:bodyPr vert="eaVert"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grpSp>
          <p:sp>
            <p:nvSpPr>
              <p:cNvPr id="18570" name="Oval 406"/>
              <p:cNvSpPr/>
              <p:nvPr/>
            </p:nvSpPr>
            <p:spPr>
              <a:xfrm>
                <a:off x="1400" y="1686"/>
                <a:ext cx="80" cy="80"/>
              </a:xfrm>
              <a:prstGeom prst="ellipse">
                <a:avLst/>
              </a:prstGeom>
              <a:solidFill>
                <a:schemeClr val="tx2"/>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71" name="Line 407"/>
              <p:cNvSpPr/>
              <p:nvPr/>
            </p:nvSpPr>
            <p:spPr>
              <a:xfrm flipH="1">
                <a:off x="421" y="831"/>
                <a:ext cx="301" cy="0"/>
              </a:xfrm>
              <a:prstGeom prst="line">
                <a:avLst/>
              </a:prstGeom>
              <a:ln w="38100" cap="flat" cmpd="sng">
                <a:solidFill>
                  <a:srgbClr val="FF0000"/>
                </a:solidFill>
                <a:prstDash val="solid"/>
                <a:round/>
                <a:headEnd type="none" w="med" len="med"/>
                <a:tailEnd type="stealth" w="sm" len="lg"/>
              </a:ln>
            </p:spPr>
          </p:sp>
          <p:sp>
            <p:nvSpPr>
              <p:cNvPr id="18572" name="Line 408"/>
              <p:cNvSpPr/>
              <p:nvPr/>
            </p:nvSpPr>
            <p:spPr>
              <a:xfrm>
                <a:off x="2545" y="1080"/>
                <a:ext cx="0" cy="413"/>
              </a:xfrm>
              <a:prstGeom prst="line">
                <a:avLst/>
              </a:prstGeom>
              <a:ln w="38100" cap="flat" cmpd="sng">
                <a:solidFill>
                  <a:srgbClr val="FF0000"/>
                </a:solidFill>
                <a:prstDash val="solid"/>
                <a:round/>
                <a:headEnd type="stealth" w="sm" len="lg"/>
                <a:tailEnd type="none" w="med" len="med"/>
              </a:ln>
            </p:spPr>
          </p:sp>
          <p:sp>
            <p:nvSpPr>
              <p:cNvPr id="18573" name="Text Box 409"/>
              <p:cNvSpPr txBox="1"/>
              <p:nvPr/>
            </p:nvSpPr>
            <p:spPr>
              <a:xfrm>
                <a:off x="645" y="1220"/>
                <a:ext cx="56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10V</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74" name="Text Box 410"/>
              <p:cNvSpPr txBox="1"/>
              <p:nvPr/>
            </p:nvSpPr>
            <p:spPr>
              <a:xfrm>
                <a:off x="816" y="540"/>
                <a:ext cx="48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6Ω</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75" name="Text Box 411"/>
              <p:cNvSpPr txBox="1"/>
              <p:nvPr/>
            </p:nvSpPr>
            <p:spPr>
              <a:xfrm>
                <a:off x="2093" y="1342"/>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576" name="Text Box 412"/>
              <p:cNvSpPr txBox="1"/>
              <p:nvPr/>
            </p:nvSpPr>
            <p:spPr>
              <a:xfrm>
                <a:off x="2060" y="922"/>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577" name="Text Box 413"/>
              <p:cNvSpPr txBox="1"/>
              <p:nvPr/>
            </p:nvSpPr>
            <p:spPr>
              <a:xfrm>
                <a:off x="401" y="500"/>
                <a:ext cx="53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I</a:t>
                </a:r>
                <a:r>
                  <a:rPr lang="en-US" altLang="zh-CN" baseline="-25000" dirty="0">
                    <a:solidFill>
                      <a:schemeClr val="accent2"/>
                    </a:solidFill>
                    <a:latin typeface="Times New Roman" panose="02020603050405020304" pitchFamily="18" charset="0"/>
                    <a:ea typeface="宋体" panose="02010600030101010101" pitchFamily="2" charset="-122"/>
                  </a:rPr>
                  <a:t>1</a:t>
                </a:r>
                <a:r>
                  <a:rPr lang="en-US" altLang="zh-CN" dirty="0">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78" name="Text Box 414"/>
              <p:cNvSpPr txBox="1"/>
              <p:nvPr/>
            </p:nvSpPr>
            <p:spPr>
              <a:xfrm>
                <a:off x="1622" y="448"/>
                <a:ext cx="688"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10I</a:t>
                </a:r>
                <a:r>
                  <a:rPr lang="en-US" altLang="zh-CN" baseline="-25000" dirty="0">
                    <a:solidFill>
                      <a:schemeClr val="accent2"/>
                    </a:solidFill>
                    <a:latin typeface="Times New Roman" panose="02020603050405020304" pitchFamily="18" charset="0"/>
                    <a:ea typeface="宋体" panose="02010600030101010101" pitchFamily="2" charset="-122"/>
                  </a:rPr>
                  <a:t>1</a:t>
                </a:r>
                <a:r>
                  <a:rPr lang="en-US" altLang="zh-CN" dirty="0">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79" name="Text Box 415"/>
              <p:cNvSpPr txBox="1"/>
              <p:nvPr/>
            </p:nvSpPr>
            <p:spPr>
              <a:xfrm>
                <a:off x="2519" y="1134"/>
                <a:ext cx="418"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4A</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80" name="Text Box 416"/>
              <p:cNvSpPr txBox="1"/>
              <p:nvPr/>
            </p:nvSpPr>
            <p:spPr>
              <a:xfrm>
                <a:off x="1640" y="1144"/>
                <a:ext cx="577"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U</a:t>
                </a:r>
                <a:r>
                  <a:rPr lang="en-US" altLang="zh-CN" baseline="-25000" dirty="0">
                    <a:solidFill>
                      <a:schemeClr val="accent2"/>
                    </a:solidFill>
                    <a:latin typeface="Times New Roman" panose="02020603050405020304" pitchFamily="18" charset="0"/>
                    <a:ea typeface="宋体" panose="02010600030101010101" pitchFamily="2" charset="-122"/>
                  </a:rPr>
                  <a:t>3</a:t>
                </a:r>
                <a:r>
                  <a:rPr lang="en-US" altLang="zh-CN" dirty="0">
                    <a:solidFill>
                      <a:schemeClr val="accent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581" name="Text Box 417"/>
              <p:cNvSpPr txBox="1"/>
              <p:nvPr/>
            </p:nvSpPr>
            <p:spPr>
              <a:xfrm>
                <a:off x="997" y="1039"/>
                <a:ext cx="48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4Ω</a:t>
                </a:r>
                <a:endParaRPr lang="en-US" altLang="zh-CN" dirty="0">
                  <a:solidFill>
                    <a:schemeClr val="accent2"/>
                  </a:solidFill>
                  <a:latin typeface="Times New Roman" panose="02020603050405020304" pitchFamily="18" charset="0"/>
                  <a:ea typeface="宋体" panose="02010600030101010101" pitchFamily="2" charset="-122"/>
                </a:endParaRPr>
              </a:p>
            </p:txBody>
          </p:sp>
        </p:grpSp>
      </p:grpSp>
      <p:grpSp>
        <p:nvGrpSpPr>
          <p:cNvPr id="31278" name="Group 558"/>
          <p:cNvGrpSpPr/>
          <p:nvPr/>
        </p:nvGrpSpPr>
        <p:grpSpPr>
          <a:xfrm>
            <a:off x="56198" y="889000"/>
            <a:ext cx="4321175" cy="2184400"/>
            <a:chOff x="447" y="2115"/>
            <a:chExt cx="2722" cy="1376"/>
          </a:xfrm>
        </p:grpSpPr>
        <p:sp>
          <p:nvSpPr>
            <p:cNvPr id="18583" name="Rectangle 559"/>
            <p:cNvSpPr/>
            <p:nvPr/>
          </p:nvSpPr>
          <p:spPr>
            <a:xfrm>
              <a:off x="447" y="2115"/>
              <a:ext cx="2699" cy="1376"/>
            </a:xfrm>
            <a:prstGeom prst="rect">
              <a:avLst/>
            </a:prstGeom>
            <a:gradFill rotWithShape="0">
              <a:gsLst>
                <a:gs pos="0">
                  <a:srgbClr val="FFFFFF"/>
                </a:gs>
                <a:gs pos="100000">
                  <a:srgbClr val="FFFFFF"/>
                </a:gs>
              </a:gsLst>
              <a:lin ang="540000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8584" name="Group 560"/>
            <p:cNvGrpSpPr/>
            <p:nvPr/>
          </p:nvGrpSpPr>
          <p:grpSpPr>
            <a:xfrm>
              <a:off x="504" y="2119"/>
              <a:ext cx="2665" cy="1318"/>
              <a:chOff x="504" y="2119"/>
              <a:chExt cx="2665" cy="1318"/>
            </a:xfrm>
          </p:grpSpPr>
          <p:sp>
            <p:nvSpPr>
              <p:cNvPr id="18585" name="Oval 561"/>
              <p:cNvSpPr/>
              <p:nvPr/>
            </p:nvSpPr>
            <p:spPr>
              <a:xfrm>
                <a:off x="1632" y="2523"/>
                <a:ext cx="80" cy="80"/>
              </a:xfrm>
              <a:prstGeom prst="ellipse">
                <a:avLst/>
              </a:prstGeom>
              <a:solidFill>
                <a:schemeClr val="tx2"/>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8586" name="Group 562"/>
              <p:cNvGrpSpPr/>
              <p:nvPr/>
            </p:nvGrpSpPr>
            <p:grpSpPr>
              <a:xfrm>
                <a:off x="2376" y="2823"/>
                <a:ext cx="344" cy="336"/>
                <a:chOff x="656" y="1712"/>
                <a:chExt cx="344" cy="336"/>
              </a:xfrm>
            </p:grpSpPr>
            <p:sp>
              <p:nvSpPr>
                <p:cNvPr id="18587" name="Oval 563"/>
                <p:cNvSpPr/>
                <p:nvPr/>
              </p:nvSpPr>
              <p:spPr>
                <a:xfrm>
                  <a:off x="656" y="1712"/>
                  <a:ext cx="336" cy="336"/>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88" name="Line 564"/>
                <p:cNvSpPr/>
                <p:nvPr/>
              </p:nvSpPr>
              <p:spPr>
                <a:xfrm>
                  <a:off x="664" y="1880"/>
                  <a:ext cx="336" cy="0"/>
                </a:xfrm>
                <a:prstGeom prst="line">
                  <a:avLst/>
                </a:prstGeom>
                <a:ln w="38100" cap="flat" cmpd="sng">
                  <a:solidFill>
                    <a:srgbClr val="FF3300"/>
                  </a:solidFill>
                  <a:prstDash val="solid"/>
                  <a:miter/>
                  <a:headEnd type="none" w="med" len="med"/>
                  <a:tailEnd type="none" w="med" len="med"/>
                </a:ln>
              </p:spPr>
            </p:sp>
          </p:grpSp>
          <p:sp>
            <p:nvSpPr>
              <p:cNvPr id="18589" name="Rectangle 565"/>
              <p:cNvSpPr/>
              <p:nvPr/>
            </p:nvSpPr>
            <p:spPr>
              <a:xfrm>
                <a:off x="739" y="2562"/>
                <a:ext cx="928" cy="834"/>
              </a:xfrm>
              <a:prstGeom prst="rect">
                <a:avLst/>
              </a:prstGeom>
              <a:noFill/>
              <a:ln w="38100" cap="flat" cmpd="sng">
                <a:solidFill>
                  <a:schemeClr val="tx1"/>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90" name="Freeform 566"/>
              <p:cNvSpPr/>
              <p:nvPr/>
            </p:nvSpPr>
            <p:spPr>
              <a:xfrm>
                <a:off x="1633" y="2562"/>
                <a:ext cx="902" cy="249"/>
              </a:xfrm>
              <a:custGeom>
                <a:avLst/>
                <a:gdLst/>
                <a:ahLst/>
                <a:cxnLst>
                  <a:cxn ang="0">
                    <a:pos x="902" y="240"/>
                  </a:cxn>
                  <a:cxn ang="0">
                    <a:pos x="902" y="0"/>
                  </a:cxn>
                  <a:cxn ang="0">
                    <a:pos x="0" y="0"/>
                  </a:cxn>
                </a:cxnLst>
                <a:pathLst>
                  <a:path w="902" h="258">
                    <a:moveTo>
                      <a:pt x="902" y="258"/>
                    </a:moveTo>
                    <a:lnTo>
                      <a:pt x="902" y="0"/>
                    </a:lnTo>
                    <a:lnTo>
                      <a:pt x="0" y="0"/>
                    </a:lnTo>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18591" name="Freeform 567"/>
              <p:cNvSpPr/>
              <p:nvPr/>
            </p:nvSpPr>
            <p:spPr>
              <a:xfrm>
                <a:off x="1607" y="3164"/>
                <a:ext cx="937" cy="231"/>
              </a:xfrm>
              <a:custGeom>
                <a:avLst/>
                <a:gdLst/>
                <a:ahLst/>
                <a:cxnLst>
                  <a:cxn ang="0">
                    <a:pos x="937" y="0"/>
                  </a:cxn>
                  <a:cxn ang="0">
                    <a:pos x="937" y="125"/>
                  </a:cxn>
                  <a:cxn ang="0">
                    <a:pos x="937" y="214"/>
                  </a:cxn>
                  <a:cxn ang="0">
                    <a:pos x="0" y="214"/>
                  </a:cxn>
                </a:cxnLst>
                <a:pathLst>
                  <a:path w="937" h="249">
                    <a:moveTo>
                      <a:pt x="937" y="0"/>
                    </a:moveTo>
                    <a:cubicBezTo>
                      <a:pt x="937" y="49"/>
                      <a:pt x="937" y="97"/>
                      <a:pt x="937" y="146"/>
                    </a:cubicBezTo>
                    <a:lnTo>
                      <a:pt x="937" y="249"/>
                    </a:lnTo>
                    <a:lnTo>
                      <a:pt x="0" y="249"/>
                    </a:lnTo>
                  </a:path>
                </a:pathLst>
              </a:custGeom>
              <a:noFill/>
              <a:ln w="38100" cap="flat" cmpd="sng">
                <a:solidFill>
                  <a:schemeClr val="tx1"/>
                </a:solidFill>
                <a:prstDash val="solid"/>
                <a:round/>
                <a:headEnd type="none" w="med" len="med"/>
                <a:tailEnd type="none" w="med" len="med"/>
              </a:ln>
            </p:spPr>
            <p:txBody>
              <a:bodyPr/>
              <a:p>
                <a:endParaRPr lang="zh-CN" altLang="en-US"/>
              </a:p>
            </p:txBody>
          </p:sp>
          <p:grpSp>
            <p:nvGrpSpPr>
              <p:cNvPr id="18592" name="Group 568"/>
              <p:cNvGrpSpPr/>
              <p:nvPr/>
            </p:nvGrpSpPr>
            <p:grpSpPr>
              <a:xfrm>
                <a:off x="584" y="2666"/>
                <a:ext cx="473" cy="714"/>
                <a:chOff x="378" y="878"/>
                <a:chExt cx="473" cy="714"/>
              </a:xfrm>
            </p:grpSpPr>
            <p:sp>
              <p:nvSpPr>
                <p:cNvPr id="18593" name="Oval 569"/>
                <p:cNvSpPr/>
                <p:nvPr/>
              </p:nvSpPr>
              <p:spPr>
                <a:xfrm rot="-5400000" flipH="1">
                  <a:off x="378" y="1098"/>
                  <a:ext cx="328" cy="32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94" name="Line 570"/>
                <p:cNvSpPr/>
                <p:nvPr/>
              </p:nvSpPr>
              <p:spPr>
                <a:xfrm rot="-5400000" flipH="1">
                  <a:off x="373" y="1261"/>
                  <a:ext cx="328" cy="0"/>
                </a:xfrm>
                <a:prstGeom prst="line">
                  <a:avLst/>
                </a:prstGeom>
                <a:ln w="38100" cap="flat" cmpd="sng">
                  <a:solidFill>
                    <a:srgbClr val="FF3300"/>
                  </a:solidFill>
                  <a:prstDash val="solid"/>
                  <a:miter/>
                  <a:headEnd type="none" w="med" len="med"/>
                  <a:tailEnd type="none" w="med" len="med"/>
                </a:ln>
              </p:spPr>
            </p:sp>
            <p:sp>
              <p:nvSpPr>
                <p:cNvPr id="18595" name="Text Box 571"/>
                <p:cNvSpPr txBox="1"/>
                <p:nvPr/>
              </p:nvSpPr>
              <p:spPr>
                <a:xfrm>
                  <a:off x="563" y="878"/>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596" name="Text Box 572"/>
                <p:cNvSpPr txBox="1"/>
                <p:nvPr/>
              </p:nvSpPr>
              <p:spPr>
                <a:xfrm>
                  <a:off x="571" y="1265"/>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grpSp>
          <p:sp>
            <p:nvSpPr>
              <p:cNvPr id="18597" name="Rectangle 573"/>
              <p:cNvSpPr/>
              <p:nvPr/>
            </p:nvSpPr>
            <p:spPr>
              <a:xfrm>
                <a:off x="1061" y="2488"/>
                <a:ext cx="453" cy="148"/>
              </a:xfrm>
              <a:prstGeom prst="rect">
                <a:avLst/>
              </a:prstGeom>
              <a:solidFill>
                <a:schemeClr val="bg1"/>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598" name="Rectangle 574"/>
              <p:cNvSpPr/>
              <p:nvPr/>
            </p:nvSpPr>
            <p:spPr>
              <a:xfrm rot="-5400000">
                <a:off x="1436" y="2939"/>
                <a:ext cx="453" cy="148"/>
              </a:xfrm>
              <a:prstGeom prst="rect">
                <a:avLst/>
              </a:prstGeom>
              <a:solidFill>
                <a:schemeClr val="bg1"/>
              </a:solidFill>
              <a:ln w="38100" cap="flat" cmpd="sng">
                <a:solidFill>
                  <a:schemeClr val="accent2"/>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nvGrpSpPr>
              <p:cNvPr id="18599" name="Group 575"/>
              <p:cNvGrpSpPr/>
              <p:nvPr/>
            </p:nvGrpSpPr>
            <p:grpSpPr>
              <a:xfrm>
                <a:off x="1707" y="2200"/>
                <a:ext cx="820" cy="483"/>
                <a:chOff x="3007" y="2377"/>
                <a:chExt cx="820" cy="483"/>
              </a:xfrm>
            </p:grpSpPr>
            <p:grpSp>
              <p:nvGrpSpPr>
                <p:cNvPr id="18600" name="Group 576"/>
                <p:cNvGrpSpPr/>
                <p:nvPr/>
              </p:nvGrpSpPr>
              <p:grpSpPr>
                <a:xfrm rot="-5400000" flipV="1">
                  <a:off x="3292" y="2444"/>
                  <a:ext cx="239" cy="584"/>
                  <a:chOff x="1600" y="3000"/>
                  <a:chExt cx="144" cy="288"/>
                </a:xfrm>
              </p:grpSpPr>
              <p:sp>
                <p:nvSpPr>
                  <p:cNvPr id="18601" name="AutoShape 577"/>
                  <p:cNvSpPr/>
                  <p:nvPr/>
                </p:nvSpPr>
                <p:spPr>
                  <a:xfrm>
                    <a:off x="1600" y="3000"/>
                    <a:ext cx="144" cy="288"/>
                  </a:xfrm>
                  <a:prstGeom prst="diamond">
                    <a:avLst/>
                  </a:prstGeom>
                  <a:noFill/>
                  <a:ln w="38100" cap="flat" cmpd="sng">
                    <a:solidFill>
                      <a:srgbClr val="FF00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602" name="Line 578"/>
                  <p:cNvSpPr/>
                  <p:nvPr/>
                </p:nvSpPr>
                <p:spPr>
                  <a:xfrm>
                    <a:off x="1672" y="3024"/>
                    <a:ext cx="0" cy="264"/>
                  </a:xfrm>
                  <a:prstGeom prst="line">
                    <a:avLst/>
                  </a:prstGeom>
                  <a:ln w="38100" cap="flat" cmpd="sng">
                    <a:solidFill>
                      <a:srgbClr val="FF0000"/>
                    </a:solidFill>
                    <a:prstDash val="solid"/>
                    <a:round/>
                    <a:headEnd type="none" w="med" len="med"/>
                    <a:tailEnd type="none" w="med" len="med"/>
                  </a:ln>
                </p:spPr>
              </p:sp>
            </p:grpSp>
            <p:sp>
              <p:nvSpPr>
                <p:cNvPr id="18603" name="Text Box 579"/>
                <p:cNvSpPr txBox="1"/>
                <p:nvPr/>
              </p:nvSpPr>
              <p:spPr>
                <a:xfrm rot="-10800000" flipV="1">
                  <a:off x="3007" y="2442"/>
                  <a:ext cx="299"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604" name="Text Box 580"/>
                <p:cNvSpPr txBox="1"/>
                <p:nvPr/>
              </p:nvSpPr>
              <p:spPr>
                <a:xfrm rot="5400000" flipV="1">
                  <a:off x="3505" y="2440"/>
                  <a:ext cx="385" cy="250"/>
                </a:xfrm>
                <a:prstGeom prst="rect">
                  <a:avLst/>
                </a:prstGeom>
                <a:noFill/>
                <a:ln w="9525">
                  <a:noFill/>
                </a:ln>
              </p:spPr>
              <p:txBody>
                <a:bodyPr vert="eaVert"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grpSp>
          <p:sp>
            <p:nvSpPr>
              <p:cNvPr id="18605" name="Oval 581"/>
              <p:cNvSpPr/>
              <p:nvPr/>
            </p:nvSpPr>
            <p:spPr>
              <a:xfrm>
                <a:off x="1632" y="3357"/>
                <a:ext cx="80" cy="80"/>
              </a:xfrm>
              <a:prstGeom prst="ellipse">
                <a:avLst/>
              </a:prstGeom>
              <a:solidFill>
                <a:schemeClr val="tx2"/>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18606" name="Line 582"/>
              <p:cNvSpPr/>
              <p:nvPr/>
            </p:nvSpPr>
            <p:spPr>
              <a:xfrm>
                <a:off x="722" y="2502"/>
                <a:ext cx="301" cy="0"/>
              </a:xfrm>
              <a:prstGeom prst="line">
                <a:avLst/>
              </a:prstGeom>
              <a:ln w="38100" cap="flat" cmpd="sng">
                <a:solidFill>
                  <a:srgbClr val="FF0000"/>
                </a:solidFill>
                <a:prstDash val="solid"/>
                <a:round/>
                <a:headEnd type="none" w="med" len="med"/>
                <a:tailEnd type="stealth" w="sm" len="lg"/>
              </a:ln>
            </p:spPr>
          </p:sp>
          <p:sp>
            <p:nvSpPr>
              <p:cNvPr id="18607" name="Line 583"/>
              <p:cNvSpPr/>
              <p:nvPr/>
            </p:nvSpPr>
            <p:spPr>
              <a:xfrm>
                <a:off x="2777" y="2751"/>
                <a:ext cx="0" cy="413"/>
              </a:xfrm>
              <a:prstGeom prst="line">
                <a:avLst/>
              </a:prstGeom>
              <a:ln w="38100" cap="flat" cmpd="sng">
                <a:solidFill>
                  <a:srgbClr val="FF0000"/>
                </a:solidFill>
                <a:prstDash val="solid"/>
                <a:round/>
                <a:headEnd type="stealth" w="sm" len="lg"/>
                <a:tailEnd type="none" w="med" len="med"/>
              </a:ln>
            </p:spPr>
          </p:sp>
          <p:sp>
            <p:nvSpPr>
              <p:cNvPr id="18608" name="Text Box 584"/>
              <p:cNvSpPr txBox="1"/>
              <p:nvPr/>
            </p:nvSpPr>
            <p:spPr>
              <a:xfrm>
                <a:off x="877" y="2891"/>
                <a:ext cx="56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10V</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609" name="Text Box 585"/>
              <p:cNvSpPr txBox="1"/>
              <p:nvPr/>
            </p:nvSpPr>
            <p:spPr>
              <a:xfrm>
                <a:off x="1048" y="2211"/>
                <a:ext cx="48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6Ω</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610" name="Text Box 586"/>
              <p:cNvSpPr txBox="1"/>
              <p:nvPr/>
            </p:nvSpPr>
            <p:spPr>
              <a:xfrm>
                <a:off x="2325" y="3013"/>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611" name="Text Box 587"/>
              <p:cNvSpPr txBox="1"/>
              <p:nvPr/>
            </p:nvSpPr>
            <p:spPr>
              <a:xfrm>
                <a:off x="2292" y="2593"/>
                <a:ext cx="280" cy="327"/>
              </a:xfrm>
              <a:prstGeom prst="rect">
                <a:avLst/>
              </a:prstGeom>
              <a:noFill/>
              <a:ln w="9525">
                <a:noFill/>
              </a:ln>
            </p:spPr>
            <p:txBody>
              <a:bodyPr anchor="t">
                <a:spAutoFit/>
              </a:bodyPr>
              <a:p>
                <a:pPr>
                  <a:spcBef>
                    <a:spcPct val="50000"/>
                  </a:spcBef>
                </a:pP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18612" name="Text Box 588"/>
              <p:cNvSpPr txBox="1"/>
              <p:nvPr/>
            </p:nvSpPr>
            <p:spPr>
              <a:xfrm>
                <a:off x="504" y="2230"/>
                <a:ext cx="448"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I</a:t>
                </a:r>
                <a:r>
                  <a:rPr lang="en-US" altLang="zh-CN" baseline="-25000" dirty="0">
                    <a:solidFill>
                      <a:schemeClr val="accent2"/>
                    </a:solidFill>
                    <a:latin typeface="Times New Roman" panose="02020603050405020304" pitchFamily="18" charset="0"/>
                    <a:ea typeface="宋体" panose="02010600030101010101" pitchFamily="2" charset="-122"/>
                  </a:rPr>
                  <a:t>1</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613" name="Text Box 589"/>
              <p:cNvSpPr txBox="1"/>
              <p:nvPr/>
            </p:nvSpPr>
            <p:spPr>
              <a:xfrm>
                <a:off x="1854" y="2119"/>
                <a:ext cx="551"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10I</a:t>
                </a:r>
                <a:r>
                  <a:rPr lang="en-US" altLang="zh-CN" baseline="-25000" dirty="0">
                    <a:solidFill>
                      <a:schemeClr val="accent2"/>
                    </a:solidFill>
                    <a:latin typeface="Times New Roman" panose="02020603050405020304" pitchFamily="18" charset="0"/>
                    <a:ea typeface="宋体" panose="02010600030101010101" pitchFamily="2" charset="-122"/>
                  </a:rPr>
                  <a:t>1</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614" name="Text Box 590"/>
              <p:cNvSpPr txBox="1"/>
              <p:nvPr/>
            </p:nvSpPr>
            <p:spPr>
              <a:xfrm>
                <a:off x="2751" y="2805"/>
                <a:ext cx="418"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4A</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615" name="Text Box 591"/>
              <p:cNvSpPr txBox="1"/>
              <p:nvPr/>
            </p:nvSpPr>
            <p:spPr>
              <a:xfrm>
                <a:off x="2034" y="2806"/>
                <a:ext cx="448"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U</a:t>
                </a:r>
                <a:r>
                  <a:rPr lang="en-US" altLang="zh-CN" baseline="-25000" dirty="0">
                    <a:solidFill>
                      <a:schemeClr val="accent2"/>
                    </a:solidFill>
                    <a:latin typeface="Times New Roman" panose="02020603050405020304" pitchFamily="18" charset="0"/>
                    <a:ea typeface="宋体" panose="02010600030101010101" pitchFamily="2" charset="-122"/>
                  </a:rPr>
                  <a:t>3</a:t>
                </a:r>
                <a:endParaRPr lang="en-US" altLang="zh-CN" dirty="0">
                  <a:solidFill>
                    <a:schemeClr val="accent2"/>
                  </a:solidFill>
                  <a:latin typeface="Times New Roman" panose="02020603050405020304" pitchFamily="18" charset="0"/>
                  <a:ea typeface="宋体" panose="02010600030101010101" pitchFamily="2" charset="-122"/>
                </a:endParaRPr>
              </a:p>
            </p:txBody>
          </p:sp>
          <p:sp>
            <p:nvSpPr>
              <p:cNvPr id="18616" name="Text Box 592"/>
              <p:cNvSpPr txBox="1"/>
              <p:nvPr/>
            </p:nvSpPr>
            <p:spPr>
              <a:xfrm>
                <a:off x="1229" y="2710"/>
                <a:ext cx="484" cy="327"/>
              </a:xfrm>
              <a:prstGeom prst="rect">
                <a:avLst/>
              </a:prstGeom>
              <a:noFill/>
              <a:ln w="9525">
                <a:noFill/>
              </a:ln>
            </p:spPr>
            <p:txBody>
              <a:bodyPr anchor="t">
                <a:spAutoFit/>
              </a:bodyPr>
              <a:p>
                <a:pPr>
                  <a:spcBef>
                    <a:spcPct val="50000"/>
                  </a:spcBef>
                </a:pPr>
                <a:r>
                  <a:rPr lang="en-US" altLang="zh-CN" dirty="0">
                    <a:solidFill>
                      <a:schemeClr val="accent2"/>
                    </a:solidFill>
                    <a:latin typeface="Times New Roman" panose="02020603050405020304" pitchFamily="18" charset="0"/>
                    <a:ea typeface="宋体" panose="02010600030101010101" pitchFamily="2" charset="-122"/>
                  </a:rPr>
                  <a:t>4Ω</a:t>
                </a:r>
                <a:endParaRPr lang="en-US" altLang="zh-CN" dirty="0">
                  <a:solidFill>
                    <a:schemeClr val="accent2"/>
                  </a:solidFill>
                  <a:latin typeface="Times New Roman" panose="02020603050405020304" pitchFamily="18" charset="0"/>
                  <a:ea typeface="宋体" panose="02010600030101010101" pitchFamily="2" charset="-122"/>
                </a:endParaRPr>
              </a:p>
            </p:txBody>
          </p:sp>
        </p:gr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2000"/>
                                  </p:stCondLst>
                                  <p:childTnLst>
                                    <p:set>
                                      <p:cBhvr>
                                        <p:cTn id="6" dur="1" fill="hold">
                                          <p:stCondLst>
                                            <p:cond delay="0"/>
                                          </p:stCondLst>
                                        </p:cTn>
                                        <p:tgtEl>
                                          <p:spTgt spid="30724"/>
                                        </p:tgtEl>
                                        <p:attrNameLst>
                                          <p:attrName>style.visibility</p:attrName>
                                        </p:attrNameLst>
                                      </p:cBhvr>
                                      <p:to>
                                        <p:strVal val="visible"/>
                                      </p:to>
                                    </p:set>
                                    <p:anim calcmode="lin" valueType="num">
                                      <p:cBhvr>
                                        <p:cTn id="7" dur="1000" fill="hold"/>
                                        <p:tgtEl>
                                          <p:spTgt spid="30724"/>
                                        </p:tgtEl>
                                        <p:attrNameLst>
                                          <p:attrName>ppt_w</p:attrName>
                                        </p:attrNameLst>
                                      </p:cBhvr>
                                      <p:tavLst>
                                        <p:tav tm="0">
                                          <p:val>
                                            <p:fltVal val="0.000000"/>
                                          </p:val>
                                        </p:tav>
                                        <p:tav tm="100000">
                                          <p:val>
                                            <p:strVal val="#ppt_w"/>
                                          </p:val>
                                        </p:tav>
                                      </p:tavLst>
                                    </p:anim>
                                    <p:anim calcmode="lin" valueType="num">
                                      <p:cBhvr>
                                        <p:cTn id="8" dur="1000" fill="hold"/>
                                        <p:tgtEl>
                                          <p:spTgt spid="30724"/>
                                        </p:tgtEl>
                                        <p:attrNameLst>
                                          <p:attrName>ppt_h</p:attrName>
                                        </p:attrNameLst>
                                      </p:cBhvr>
                                      <p:tavLst>
                                        <p:tav tm="0">
                                          <p:val>
                                            <p:fltVal val="0.000000"/>
                                          </p:val>
                                        </p:tav>
                                        <p:tav tm="100000">
                                          <p:val>
                                            <p:strVal val="#ppt_h"/>
                                          </p:val>
                                        </p:tav>
                                      </p:tavLst>
                                    </p:anim>
                                    <p:anim calcmode="lin" valueType="num">
                                      <p:cBhvr>
                                        <p:cTn id="9" dur="1000" fill="hold"/>
                                        <p:tgtEl>
                                          <p:spTgt spid="30724"/>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30724"/>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3000"/>
                            </p:stCondLst>
                            <p:childTnLst>
                              <p:par>
                                <p:cTn id="12" presetID="1" presetClass="entr" presetSubtype="0" fill="hold" grpId="0" nodeType="afterEffect">
                                  <p:stCondLst>
                                    <p:cond delay="1000"/>
                                  </p:stCondLst>
                                  <p:childTnLst>
                                    <p:set>
                                      <p:cBhvr>
                                        <p:cTn id="13" dur="1" fill="hold">
                                          <p:stCondLst>
                                            <p:cond delay="499"/>
                                          </p:stCondLst>
                                        </p:cTn>
                                        <p:tgtEl>
                                          <p:spTgt spid="30912"/>
                                        </p:tgtEl>
                                        <p:attrNameLst>
                                          <p:attrName>style.visibility</p:attrName>
                                        </p:attrNameLst>
                                      </p:cBhvr>
                                      <p:to>
                                        <p:strVal val="visible"/>
                                      </p:to>
                                    </p:set>
                                  </p:childTnLst>
                                </p:cTn>
                              </p:par>
                            </p:childTnLst>
                          </p:cTn>
                        </p:par>
                        <p:par>
                          <p:cTn id="14" fill="hold">
                            <p:stCondLst>
                              <p:cond delay="4500"/>
                            </p:stCondLst>
                            <p:childTnLst>
                              <p:par>
                                <p:cTn id="15" presetID="9" presetClass="entr" presetSubtype="0" fill="hold" nodeType="afterEffect">
                                  <p:stCondLst>
                                    <p:cond delay="0"/>
                                  </p:stCondLst>
                                  <p:childTnLst>
                                    <p:set>
                                      <p:cBhvr>
                                        <p:cTn id="16" dur="1" fill="hold">
                                          <p:stCondLst>
                                            <p:cond delay="0"/>
                                          </p:stCondLst>
                                        </p:cTn>
                                        <p:tgtEl>
                                          <p:spTgt spid="30725"/>
                                        </p:tgtEl>
                                        <p:attrNameLst>
                                          <p:attrName>style.visibility</p:attrName>
                                        </p:attrNameLst>
                                      </p:cBhvr>
                                      <p:to>
                                        <p:strVal val="visible"/>
                                      </p:to>
                                    </p:set>
                                    <p:animEffect transition="in" filter="dissolve">
                                      <p:cBhvr>
                                        <p:cTn id="17" dur="500"/>
                                        <p:tgtEl>
                                          <p:spTgt spid="30725"/>
                                        </p:tgtEl>
                                      </p:cBhvr>
                                    </p:animEffect>
                                  </p:childTnLst>
                                </p:cTn>
                              </p:par>
                            </p:childTnLst>
                          </p:cTn>
                        </p:par>
                        <p:par>
                          <p:cTn id="18" fill="hold">
                            <p:stCondLst>
                              <p:cond delay="5000"/>
                            </p:stCondLst>
                            <p:childTnLst>
                              <p:par>
                                <p:cTn id="19" presetID="12" presetClass="entr" presetSubtype="2" fill="hold" grpId="0" nodeType="afterEffect">
                                  <p:stCondLst>
                                    <p:cond delay="1000"/>
                                  </p:stCondLst>
                                  <p:childTnLst>
                                    <p:set>
                                      <p:cBhvr>
                                        <p:cTn id="20" dur="1" fill="hold">
                                          <p:stCondLst>
                                            <p:cond delay="0"/>
                                          </p:stCondLst>
                                        </p:cTn>
                                        <p:tgtEl>
                                          <p:spTgt spid="30758"/>
                                        </p:tgtEl>
                                        <p:attrNameLst>
                                          <p:attrName>style.visibility</p:attrName>
                                        </p:attrNameLst>
                                      </p:cBhvr>
                                      <p:to>
                                        <p:strVal val="visible"/>
                                      </p:to>
                                    </p:set>
                                    <p:animEffect transition="in" filter="slide(fromRight)">
                                      <p:cBhvr>
                                        <p:cTn id="21" dur="500"/>
                                        <p:tgtEl>
                                          <p:spTgt spid="3075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0759"/>
                                        </p:tgtEl>
                                        <p:attrNameLst>
                                          <p:attrName>style.visibility</p:attrName>
                                        </p:attrNameLst>
                                      </p:cBhvr>
                                      <p:to>
                                        <p:strVal val="visible"/>
                                      </p:to>
                                    </p:set>
                                    <p:animEffect transition="in" filter="wipe(left)">
                                      <p:cBhvr>
                                        <p:cTn id="26" dur="500"/>
                                        <p:tgtEl>
                                          <p:spTgt spid="30759"/>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3107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0908"/>
                                        </p:tgtEl>
                                        <p:attrNameLst>
                                          <p:attrName>style.visibility</p:attrName>
                                        </p:attrNameLst>
                                      </p:cBhvr>
                                      <p:to>
                                        <p:strVal val="visible"/>
                                      </p:to>
                                    </p:set>
                                    <p:animEffect transition="in" filter="wipe(left)">
                                      <p:cBhvr>
                                        <p:cTn id="35" dur="500"/>
                                        <p:tgtEl>
                                          <p:spTgt spid="3090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0796"/>
                                        </p:tgtEl>
                                        <p:attrNameLst>
                                          <p:attrName>style.visibility</p:attrName>
                                        </p:attrNameLst>
                                      </p:cBhvr>
                                      <p:to>
                                        <p:strVal val="visible"/>
                                      </p:to>
                                    </p:set>
                                    <p:animEffect transition="in" filter="wipe(left)">
                                      <p:cBhvr>
                                        <p:cTn id="40" dur="500"/>
                                        <p:tgtEl>
                                          <p:spTgt spid="30796"/>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3120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0832"/>
                                        </p:tgtEl>
                                        <p:attrNameLst>
                                          <p:attrName>style.visibility</p:attrName>
                                        </p:attrNameLst>
                                      </p:cBhvr>
                                      <p:to>
                                        <p:strVal val="visible"/>
                                      </p:to>
                                    </p:set>
                                    <p:anim calcmode="lin" valueType="num">
                                      <p:cBhvr additive="base">
                                        <p:cTn id="49" dur="500" fill="hold"/>
                                        <p:tgtEl>
                                          <p:spTgt spid="30832"/>
                                        </p:tgtEl>
                                        <p:attrNameLst>
                                          <p:attrName>ppt_x</p:attrName>
                                        </p:attrNameLst>
                                      </p:cBhvr>
                                      <p:tavLst>
                                        <p:tav tm="0">
                                          <p:val>
                                            <p:strVal val="0-#ppt_w/2"/>
                                          </p:val>
                                        </p:tav>
                                        <p:tav tm="100000">
                                          <p:val>
                                            <p:strVal val="#ppt_x"/>
                                          </p:val>
                                        </p:tav>
                                      </p:tavLst>
                                    </p:anim>
                                    <p:anim calcmode="lin" valueType="num">
                                      <p:cBhvr additive="base">
                                        <p:cTn id="50" dur="500" fill="hold"/>
                                        <p:tgtEl>
                                          <p:spTgt spid="3083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3110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0910"/>
                                        </p:tgtEl>
                                        <p:attrNameLst>
                                          <p:attrName>style.visibility</p:attrName>
                                        </p:attrNameLst>
                                      </p:cBhvr>
                                      <p:to>
                                        <p:strVal val="visible"/>
                                      </p:to>
                                    </p:set>
                                    <p:animEffect transition="in" filter="wipe(left)">
                                      <p:cBhvr>
                                        <p:cTn id="59" dur="500"/>
                                        <p:tgtEl>
                                          <p:spTgt spid="3091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30904"/>
                                        </p:tgtEl>
                                        <p:attrNameLst>
                                          <p:attrName>style.visibility</p:attrName>
                                        </p:attrNameLst>
                                      </p:cBhvr>
                                      <p:to>
                                        <p:strVal val="visible"/>
                                      </p:to>
                                    </p:set>
                                    <p:animEffect transition="in" filter="wipe(left)">
                                      <p:cBhvr>
                                        <p:cTn id="64" dur="500"/>
                                        <p:tgtEl>
                                          <p:spTgt spid="30904"/>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12" fill="hold" grpId="0" nodeType="clickEffect">
                                  <p:stCondLst>
                                    <p:cond delay="0"/>
                                  </p:stCondLst>
                                  <p:childTnLst>
                                    <p:set>
                                      <p:cBhvr>
                                        <p:cTn id="68" dur="1" fill="hold">
                                          <p:stCondLst>
                                            <p:cond delay="0"/>
                                          </p:stCondLst>
                                        </p:cTn>
                                        <p:tgtEl>
                                          <p:spTgt spid="30905"/>
                                        </p:tgtEl>
                                        <p:attrNameLst>
                                          <p:attrName>style.visibility</p:attrName>
                                        </p:attrNameLst>
                                      </p:cBhvr>
                                      <p:to>
                                        <p:strVal val="visible"/>
                                      </p:to>
                                    </p:set>
                                    <p:anim calcmode="lin" valueType="num">
                                      <p:cBhvr additive="base">
                                        <p:cTn id="69" dur="500" fill="hold"/>
                                        <p:tgtEl>
                                          <p:spTgt spid="30905"/>
                                        </p:tgtEl>
                                        <p:attrNameLst>
                                          <p:attrName>ppt_x</p:attrName>
                                        </p:attrNameLst>
                                      </p:cBhvr>
                                      <p:tavLst>
                                        <p:tav tm="0">
                                          <p:val>
                                            <p:strVal val="0-#ppt_w/2"/>
                                          </p:val>
                                        </p:tav>
                                        <p:tav tm="100000">
                                          <p:val>
                                            <p:strVal val="#ppt_x"/>
                                          </p:val>
                                        </p:tav>
                                      </p:tavLst>
                                    </p:anim>
                                    <p:anim calcmode="lin" valueType="num">
                                      <p:cBhvr additive="base">
                                        <p:cTn id="70" dur="500" fill="hold"/>
                                        <p:tgtEl>
                                          <p:spTgt spid="30905"/>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499"/>
                                          </p:stCondLst>
                                        </p:cTn>
                                        <p:tgtEl>
                                          <p:spTgt spid="3127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30906"/>
                                        </p:tgtEl>
                                        <p:attrNameLst>
                                          <p:attrName>style.visibility</p:attrName>
                                        </p:attrNameLst>
                                      </p:cBhvr>
                                      <p:to>
                                        <p:strVal val="visible"/>
                                      </p:to>
                                    </p:set>
                                    <p:animEffect transition="in" filter="wipe(left)">
                                      <p:cBhvr>
                                        <p:cTn id="79" dur="500"/>
                                        <p:tgtEl>
                                          <p:spTgt spid="30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12" grpId="0" bldLvl="0" animBg="1"/>
      <p:bldP spid="30724" grpId="0"/>
      <p:bldP spid="30758" grpId="0"/>
      <p:bldP spid="30759" grpId="0"/>
      <p:bldP spid="30796" grpId="0"/>
      <p:bldP spid="30832" grpId="0"/>
      <p:bldP spid="30904" grpId="0"/>
      <p:bldP spid="30905" grpId="0"/>
      <p:bldP spid="30906" grpId="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2770" name="Rectangle 2"/>
          <p:cNvSpPr>
            <a:spLocks noGrp="1"/>
          </p:cNvSpPr>
          <p:nvPr>
            <p:ph type="title"/>
          </p:nvPr>
        </p:nvSpPr>
        <p:spPr>
          <a:xfrm>
            <a:off x="288925" y="212725"/>
            <a:ext cx="3338513" cy="452438"/>
          </a:xfrm>
        </p:spPr>
        <p:txBody>
          <a:bodyPr wrap="square" lIns="91440" tIns="45720" rIns="91440" bIns="45720" anchor="ctr"/>
          <a:p>
            <a:pPr algn="l" eaLnBrk="1" hangingPunct="1"/>
            <a:r>
              <a:rPr lang="zh-CN" altLang="en-US" sz="2800" b="1" dirty="0">
                <a:solidFill>
                  <a:srgbClr val="FFFF03"/>
                </a:solidFill>
              </a:rPr>
              <a:t>二、等效电源定理</a:t>
            </a:r>
            <a:endParaRPr lang="zh-CN" altLang="en-US" sz="2800" b="1" dirty="0">
              <a:solidFill>
                <a:srgbClr val="FFFF03"/>
              </a:solidFill>
            </a:endParaRPr>
          </a:p>
        </p:txBody>
      </p:sp>
      <p:sp>
        <p:nvSpPr>
          <p:cNvPr id="32772" name="Text Box 4"/>
          <p:cNvSpPr txBox="1">
            <a:spLocks noChangeArrowheads="1"/>
          </p:cNvSpPr>
          <p:nvPr/>
        </p:nvSpPr>
        <p:spPr bwMode="auto">
          <a:xfrm>
            <a:off x="3243263" y="206375"/>
            <a:ext cx="5365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buNone/>
              <a:defRPr/>
            </a:pPr>
            <a:r>
              <a:rPr kumimoji="1" lang="en-US" altLang="zh-CN" kern="1200" cap="none" spc="0" normalizeH="0" baseline="0" noProof="0" smtClean="0">
                <a:solidFill>
                  <a:srgbClr val="FF3300"/>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r>
              <a:rPr kumimoji="1" lang="zh-CN" altLang="en-US" kern="1200" cap="none" spc="0" normalizeH="0" baseline="0" noProof="0" smtClean="0">
                <a:effectLst>
                  <a:outerShdw blurRad="38100" dist="38100" dir="2700000" algn="tl">
                    <a:srgbClr val="808080"/>
                  </a:outerShdw>
                </a:effectLst>
                <a:latin typeface="Times New Roman" panose="02020603050405020304" pitchFamily="18" charset="0"/>
                <a:ea typeface="宋体" panose="02010600030101010101" pitchFamily="2" charset="-122"/>
                <a:cs typeface="+mn-cs"/>
              </a:rPr>
              <a:t>戴维宁定理与诺顿定理</a:t>
            </a:r>
            <a:endParaRPr kumimoji="1" lang="zh-CN" altLang="en-US" kern="1200" cap="none" spc="0" normalizeH="0" baseline="0" noProof="0" smtClean="0">
              <a:effectLst>
                <a:outerShdw blurRad="38100" dist="38100" dir="2700000" algn="tl">
                  <a:srgbClr val="808080"/>
                </a:outerShdw>
              </a:effectLst>
              <a:latin typeface="Times New Roman" panose="02020603050405020304" pitchFamily="18" charset="0"/>
              <a:ea typeface="宋体" panose="02010600030101010101" pitchFamily="2" charset="-122"/>
              <a:cs typeface="+mn-cs"/>
            </a:endParaRPr>
          </a:p>
        </p:txBody>
      </p:sp>
      <p:sp>
        <p:nvSpPr>
          <p:cNvPr id="32773" name="Rectangle 5"/>
          <p:cNvSpPr>
            <a:spLocks noChangeArrowheads="1"/>
          </p:cNvSpPr>
          <p:nvPr/>
        </p:nvSpPr>
        <p:spPr bwMode="auto">
          <a:xfrm>
            <a:off x="311150" y="2951163"/>
            <a:ext cx="2438400" cy="2203450"/>
          </a:xfrm>
          <a:prstGeom prst="rect">
            <a:avLst/>
          </a:prstGeom>
          <a:noFill/>
          <a:ln w="38100">
            <a:solidFill>
              <a:schemeClr val="accent1"/>
            </a:solidFill>
            <a:prstDash val="dash"/>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3200" b="1" i="0" u="none" strike="noStrike" kern="1200" cap="none" spc="0" normalizeH="0" baseline="0" noProof="0" smtClean="0">
              <a:ln>
                <a:noFill/>
              </a:ln>
              <a:solidFill>
                <a:srgbClr val="FFFF00"/>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2774" name="Text Box 6"/>
          <p:cNvSpPr txBox="1"/>
          <p:nvPr/>
        </p:nvSpPr>
        <p:spPr>
          <a:xfrm>
            <a:off x="438150" y="762000"/>
            <a:ext cx="8434070" cy="1878330"/>
          </a:xfrm>
          <a:prstGeom prst="rect">
            <a:avLst/>
          </a:prstGeom>
          <a:noFill/>
          <a:ln w="9525">
            <a:noFill/>
          </a:ln>
        </p:spPr>
        <p:txBody>
          <a:bodyPr wrap="square" anchor="t">
            <a:spAutoFit/>
          </a:bodyPr>
          <a:p>
            <a:pPr>
              <a:spcBef>
                <a:spcPct val="5000"/>
              </a:spcBef>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二端电路的概念：</a:t>
            </a:r>
            <a:endParaRPr lang="zh-CN" altLang="en-US" dirty="0">
              <a:latin typeface="宋体" panose="02010600030101010101" pitchFamily="2" charset="-122"/>
              <a:ea typeface="宋体" panose="02010600030101010101" pitchFamily="2" charset="-122"/>
            </a:endParaRPr>
          </a:p>
          <a:p>
            <a:pPr eaLnBrk="0" hangingPunct="0">
              <a:spcBef>
                <a:spcPct val="5000"/>
              </a:spcBef>
            </a:pPr>
            <a:r>
              <a:rPr lang="zh-CN" altLang="en-US" dirty="0">
                <a:solidFill>
                  <a:srgbClr val="FFFF03"/>
                </a:solidFill>
                <a:latin typeface="宋体" panose="02010600030101010101" pitchFamily="2" charset="-122"/>
                <a:ea typeface="宋体" panose="02010600030101010101" pitchFamily="2" charset="-122"/>
              </a:rPr>
              <a:t>     二端</a:t>
            </a:r>
            <a:r>
              <a:rPr lang="en-US" altLang="zh-CN" dirty="0">
                <a:solidFill>
                  <a:srgbClr val="FFFF03"/>
                </a:solidFill>
                <a:latin typeface="宋体" panose="02010600030101010101" pitchFamily="2" charset="-122"/>
                <a:ea typeface="宋体" panose="02010600030101010101" pitchFamily="2" charset="-122"/>
              </a:rPr>
              <a:t>(</a:t>
            </a:r>
            <a:r>
              <a:rPr lang="zh-CN" altLang="en-US" dirty="0">
                <a:solidFill>
                  <a:srgbClr val="FFFF03"/>
                </a:solidFill>
                <a:latin typeface="宋体" panose="02010600030101010101" pitchFamily="2" charset="-122"/>
                <a:ea typeface="宋体" panose="02010600030101010101" pitchFamily="2" charset="-122"/>
              </a:rPr>
              <a:t>一端口</a:t>
            </a:r>
            <a:r>
              <a:rPr lang="en-US" altLang="zh-CN" dirty="0">
                <a:solidFill>
                  <a:srgbClr val="FFFF03"/>
                </a:solidFill>
                <a:latin typeface="宋体" panose="02010600030101010101" pitchFamily="2" charset="-122"/>
                <a:ea typeface="宋体" panose="02010600030101010101" pitchFamily="2" charset="-122"/>
              </a:rPr>
              <a:t>)</a:t>
            </a:r>
            <a:r>
              <a:rPr lang="zh-CN" altLang="en-US" dirty="0">
                <a:solidFill>
                  <a:srgbClr val="FFFF03"/>
                </a:solidFill>
                <a:latin typeface="宋体" panose="02010600030101010101" pitchFamily="2" charset="-122"/>
                <a:ea typeface="宋体" panose="02010600030101010101" pitchFamily="2" charset="-122"/>
              </a:rPr>
              <a:t>电路：</a:t>
            </a:r>
            <a:r>
              <a:rPr lang="zh-CN" altLang="en-US" sz="2400" dirty="0">
                <a:latin typeface="宋体" panose="02010600030101010101" pitchFamily="2" charset="-122"/>
                <a:ea typeface="宋体" panose="02010600030101010101" pitchFamily="2" charset="-122"/>
              </a:rPr>
              <a:t>具有两个出线端的部分电路。</a:t>
            </a:r>
            <a:endParaRPr lang="zh-CN" altLang="en-US" sz="2400" dirty="0">
              <a:latin typeface="宋体" panose="02010600030101010101" pitchFamily="2" charset="-122"/>
              <a:ea typeface="宋体" panose="02010600030101010101" pitchFamily="2" charset="-122"/>
            </a:endParaRPr>
          </a:p>
          <a:p>
            <a:pPr eaLnBrk="0" hangingPunct="0">
              <a:spcBef>
                <a:spcPct val="5000"/>
              </a:spcBef>
            </a:pPr>
            <a:r>
              <a:rPr lang="zh-CN" altLang="en-US" dirty="0">
                <a:solidFill>
                  <a:srgbClr val="FFFF03"/>
                </a:solidFill>
                <a:latin typeface="宋体" panose="02010600030101010101" pitchFamily="2" charset="-122"/>
                <a:ea typeface="宋体" panose="02010600030101010101" pitchFamily="2" charset="-122"/>
              </a:rPr>
              <a:t>     无源二端电路：</a:t>
            </a:r>
            <a:r>
              <a:rPr lang="zh-CN" altLang="en-US" dirty="0">
                <a:latin typeface="宋体" panose="02010600030101010101" pitchFamily="2" charset="-122"/>
                <a:ea typeface="宋体" panose="02010600030101010101" pitchFamily="2" charset="-122"/>
              </a:rPr>
              <a:t>二端网络中没有电源。</a:t>
            </a:r>
            <a:endParaRPr lang="zh-CN" altLang="en-US" dirty="0">
              <a:latin typeface="宋体" panose="02010600030101010101" pitchFamily="2" charset="-122"/>
              <a:ea typeface="宋体" panose="02010600030101010101" pitchFamily="2" charset="-122"/>
            </a:endParaRPr>
          </a:p>
          <a:p>
            <a:pPr eaLnBrk="0" hangingPunct="0">
              <a:spcBef>
                <a:spcPct val="5000"/>
              </a:spcBef>
            </a:pPr>
            <a:r>
              <a:rPr lang="zh-CN" altLang="en-US" dirty="0">
                <a:solidFill>
                  <a:srgbClr val="FFFF03"/>
                </a:solidFill>
                <a:latin typeface="宋体" panose="02010600030101010101" pitchFamily="2" charset="-122"/>
                <a:ea typeface="宋体" panose="02010600030101010101" pitchFamily="2" charset="-122"/>
              </a:rPr>
              <a:t>     有源二端电路：</a:t>
            </a:r>
            <a:r>
              <a:rPr lang="zh-CN" altLang="en-US" dirty="0">
                <a:latin typeface="宋体" panose="02010600030101010101" pitchFamily="2" charset="-122"/>
                <a:ea typeface="宋体" panose="02010600030101010101" pitchFamily="2" charset="-122"/>
              </a:rPr>
              <a:t>二端网络中含有电源。</a:t>
            </a:r>
            <a:endParaRPr lang="zh-CN" altLang="zh-CN" dirty="0">
              <a:latin typeface="宋体" panose="02010600030101010101" pitchFamily="2" charset="-122"/>
              <a:ea typeface="宋体" panose="02010600030101010101" pitchFamily="2" charset="-122"/>
            </a:endParaRPr>
          </a:p>
        </p:txBody>
      </p:sp>
      <p:sp>
        <p:nvSpPr>
          <p:cNvPr id="32775" name="Rectangle 7"/>
          <p:cNvSpPr/>
          <p:nvPr/>
        </p:nvSpPr>
        <p:spPr>
          <a:xfrm>
            <a:off x="4689475" y="2908300"/>
            <a:ext cx="3048000" cy="2249488"/>
          </a:xfrm>
          <a:prstGeom prst="rect">
            <a:avLst/>
          </a:prstGeom>
          <a:noFill/>
          <a:ln w="38100" cap="flat" cmpd="sng">
            <a:solidFill>
              <a:schemeClr val="accent1"/>
            </a:solidFill>
            <a:prstDash val="dash"/>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2838" name="AutoShape 70"/>
          <p:cNvSpPr>
            <a:spLocks noChangeArrowheads="1"/>
          </p:cNvSpPr>
          <p:nvPr/>
        </p:nvSpPr>
        <p:spPr bwMode="auto">
          <a:xfrm>
            <a:off x="1066800" y="5691188"/>
            <a:ext cx="2286000" cy="533400"/>
          </a:xfrm>
          <a:prstGeom prst="wedgeRoundRectCallout">
            <a:avLst>
              <a:gd name="adj1" fmla="val 5347"/>
              <a:gd name="adj2" fmla="val -274106"/>
              <a:gd name="adj3" fmla="val 16667"/>
            </a:avLst>
          </a:prstGeom>
          <a:gradFill rotWithShape="0">
            <a:gsLst>
              <a:gs pos="0">
                <a:srgbClr val="FFBD7B"/>
              </a:gs>
              <a:gs pos="50000">
                <a:srgbClr val="FFFFFF"/>
              </a:gs>
              <a:gs pos="100000">
                <a:srgbClr val="FFBD7B"/>
              </a:gs>
            </a:gsLst>
            <a:lin ang="5400000" scaled="1"/>
          </a:gradFill>
          <a:ln w="28575">
            <a:solidFill>
              <a:srgbClr val="FF00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smtClean="0">
                <a:ln>
                  <a:noFill/>
                </a:ln>
                <a:solidFill>
                  <a:schemeClr val="accent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无源二端网络 </a:t>
            </a:r>
            <a:endParaRPr kumimoji="1" lang="zh-CN" altLang="en-US" sz="2800" b="1" i="0" u="none" strike="noStrike" kern="1200" cap="none" spc="0" normalizeH="0" baseline="0" noProof="0" smtClean="0">
              <a:ln>
                <a:noFill/>
              </a:ln>
              <a:solidFill>
                <a:schemeClr val="accent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2839" name="AutoShape 71"/>
          <p:cNvSpPr>
            <a:spLocks noChangeArrowheads="1"/>
          </p:cNvSpPr>
          <p:nvPr/>
        </p:nvSpPr>
        <p:spPr bwMode="auto">
          <a:xfrm>
            <a:off x="5334000" y="5614988"/>
            <a:ext cx="2286000" cy="533400"/>
          </a:xfrm>
          <a:prstGeom prst="wedgeRoundRectCallout">
            <a:avLst>
              <a:gd name="adj1" fmla="val 5347"/>
              <a:gd name="adj2" fmla="val -274106"/>
              <a:gd name="adj3" fmla="val 16667"/>
            </a:avLst>
          </a:prstGeom>
          <a:gradFill rotWithShape="0">
            <a:gsLst>
              <a:gs pos="0">
                <a:srgbClr val="FFCD9B"/>
              </a:gs>
              <a:gs pos="50000">
                <a:schemeClr val="bg1"/>
              </a:gs>
              <a:gs pos="100000">
                <a:srgbClr val="FFCD9B"/>
              </a:gs>
            </a:gsLst>
            <a:lin ang="5400000" scaled="1"/>
          </a:gradFill>
          <a:ln w="28575">
            <a:solidFill>
              <a:srgbClr val="0066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smtClean="0">
                <a:ln>
                  <a:noFill/>
                </a:ln>
                <a:solidFill>
                  <a:schemeClr val="accent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有源二端网络 </a:t>
            </a:r>
            <a:endParaRPr kumimoji="1" lang="zh-CN" altLang="en-US" sz="2800" b="1" i="0" u="none" strike="noStrike" kern="1200" cap="none" spc="0" normalizeH="0" baseline="0" noProof="0" smtClean="0">
              <a:ln>
                <a:noFill/>
              </a:ln>
              <a:solidFill>
                <a:schemeClr val="accent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grpSp>
        <p:nvGrpSpPr>
          <p:cNvPr id="32845" name="Group 77"/>
          <p:cNvGrpSpPr/>
          <p:nvPr/>
        </p:nvGrpSpPr>
        <p:grpSpPr>
          <a:xfrm>
            <a:off x="76200" y="2719388"/>
            <a:ext cx="4249738" cy="2805112"/>
            <a:chOff x="48" y="1713"/>
            <a:chExt cx="2677" cy="1767"/>
          </a:xfrm>
        </p:grpSpPr>
        <p:sp>
          <p:nvSpPr>
            <p:cNvPr id="20489" name="Text Box 39"/>
            <p:cNvSpPr txBox="1"/>
            <p:nvPr/>
          </p:nvSpPr>
          <p:spPr>
            <a:xfrm>
              <a:off x="1919" y="3153"/>
              <a:ext cx="241" cy="327"/>
            </a:xfrm>
            <a:prstGeom prst="rect">
              <a:avLst/>
            </a:prstGeom>
            <a:noFill/>
            <a:ln w="9525">
              <a:noFill/>
            </a:ln>
          </p:spPr>
          <p:txBody>
            <a:bodyPr wrap="none" anchor="ctr">
              <a:spAutoFit/>
            </a:bodyPr>
            <a:p>
              <a:pPr algn="ctr">
                <a:spcBef>
                  <a:spcPct val="50000"/>
                </a:spcBef>
              </a:pPr>
              <a:r>
                <a:rPr lang="en-US" altLang="zh-CN" dirty="0">
                  <a:solidFill>
                    <a:srgbClr val="FFFF03"/>
                  </a:solidFill>
                  <a:latin typeface="Times New Roman" panose="02020603050405020304" pitchFamily="18" charset="0"/>
                  <a:ea typeface="宋体" panose="02010600030101010101" pitchFamily="2" charset="-122"/>
                </a:rPr>
                <a:t>b</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490" name="Text Box 40"/>
            <p:cNvSpPr txBox="1"/>
            <p:nvPr/>
          </p:nvSpPr>
          <p:spPr>
            <a:xfrm>
              <a:off x="1892" y="1713"/>
              <a:ext cx="228" cy="327"/>
            </a:xfrm>
            <a:prstGeom prst="rect">
              <a:avLst/>
            </a:prstGeom>
            <a:noFill/>
            <a:ln w="9525">
              <a:noFill/>
            </a:ln>
          </p:spPr>
          <p:txBody>
            <a:bodyPr wrap="none" anchor="ctr">
              <a:spAutoFit/>
            </a:bodyPr>
            <a:p>
              <a:pPr algn="ctr">
                <a:spcBef>
                  <a:spcPct val="50000"/>
                </a:spcBef>
              </a:pPr>
              <a:r>
                <a:rPr lang="en-US" altLang="zh-CN" dirty="0">
                  <a:solidFill>
                    <a:srgbClr val="FFFF03"/>
                  </a:solidFill>
                  <a:latin typeface="Times New Roman" panose="02020603050405020304" pitchFamily="18" charset="0"/>
                  <a:ea typeface="宋体" panose="02010600030101010101" pitchFamily="2" charset="-122"/>
                </a:rPr>
                <a:t>a</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491" name="Oval 41"/>
            <p:cNvSpPr/>
            <p:nvPr/>
          </p:nvSpPr>
          <p:spPr>
            <a:xfrm flipV="1">
              <a:off x="1866" y="2446"/>
              <a:ext cx="267" cy="23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492" name="Line 42"/>
            <p:cNvSpPr/>
            <p:nvPr/>
          </p:nvSpPr>
          <p:spPr>
            <a:xfrm>
              <a:off x="1866" y="2567"/>
              <a:ext cx="267" cy="1"/>
            </a:xfrm>
            <a:prstGeom prst="line">
              <a:avLst/>
            </a:prstGeom>
            <a:ln w="38100" cap="flat" cmpd="sng">
              <a:solidFill>
                <a:srgbClr val="FF3300"/>
              </a:solidFill>
              <a:prstDash val="solid"/>
              <a:miter/>
              <a:headEnd type="none" w="med" len="med"/>
              <a:tailEnd type="none" w="med" len="med"/>
            </a:ln>
          </p:spPr>
        </p:sp>
        <p:sp>
          <p:nvSpPr>
            <p:cNvPr id="20493" name="Line 44"/>
            <p:cNvSpPr/>
            <p:nvPr/>
          </p:nvSpPr>
          <p:spPr>
            <a:xfrm>
              <a:off x="2592" y="2865"/>
              <a:ext cx="6" cy="235"/>
            </a:xfrm>
            <a:prstGeom prst="line">
              <a:avLst/>
            </a:prstGeom>
            <a:ln w="38100" cap="flat" cmpd="sng">
              <a:solidFill>
                <a:schemeClr val="bg1"/>
              </a:solidFill>
              <a:prstDash val="solid"/>
              <a:round/>
              <a:headEnd type="none" w="med" len="med"/>
              <a:tailEnd type="none" w="med" len="med"/>
            </a:ln>
          </p:spPr>
        </p:sp>
        <p:sp>
          <p:nvSpPr>
            <p:cNvPr id="20494" name="Line 45"/>
            <p:cNvSpPr/>
            <p:nvPr/>
          </p:nvSpPr>
          <p:spPr>
            <a:xfrm flipH="1" flipV="1">
              <a:off x="2592" y="1987"/>
              <a:ext cx="0" cy="638"/>
            </a:xfrm>
            <a:prstGeom prst="line">
              <a:avLst/>
            </a:prstGeom>
            <a:ln w="38100" cap="flat" cmpd="sng">
              <a:solidFill>
                <a:schemeClr val="bg1"/>
              </a:solidFill>
              <a:prstDash val="solid"/>
              <a:round/>
              <a:headEnd type="none" w="med" len="med"/>
              <a:tailEnd type="none" w="med" len="med"/>
            </a:ln>
          </p:spPr>
        </p:sp>
        <p:sp>
          <p:nvSpPr>
            <p:cNvPr id="20495" name="Line 46"/>
            <p:cNvSpPr/>
            <p:nvPr/>
          </p:nvSpPr>
          <p:spPr>
            <a:xfrm flipH="1" flipV="1">
              <a:off x="1824" y="2398"/>
              <a:ext cx="0" cy="386"/>
            </a:xfrm>
            <a:prstGeom prst="line">
              <a:avLst/>
            </a:prstGeom>
            <a:ln w="28575" cap="flat" cmpd="sng">
              <a:solidFill>
                <a:schemeClr val="bg1"/>
              </a:solidFill>
              <a:prstDash val="solid"/>
              <a:round/>
              <a:headEnd type="none" w="med" len="med"/>
              <a:tailEnd type="stealth" w="sm" len="lg"/>
            </a:ln>
          </p:spPr>
        </p:sp>
        <p:sp>
          <p:nvSpPr>
            <p:cNvPr id="20496" name="Line 47"/>
            <p:cNvSpPr/>
            <p:nvPr/>
          </p:nvSpPr>
          <p:spPr>
            <a:xfrm>
              <a:off x="2010" y="2684"/>
              <a:ext cx="0" cy="447"/>
            </a:xfrm>
            <a:prstGeom prst="line">
              <a:avLst/>
            </a:prstGeom>
            <a:ln w="38100" cap="flat" cmpd="sng">
              <a:solidFill>
                <a:schemeClr val="bg1"/>
              </a:solidFill>
              <a:prstDash val="solid"/>
              <a:round/>
              <a:headEnd type="none" w="med" len="med"/>
              <a:tailEnd type="none" w="med" len="med"/>
            </a:ln>
          </p:spPr>
        </p:sp>
        <p:sp>
          <p:nvSpPr>
            <p:cNvPr id="20497" name="Line 49"/>
            <p:cNvSpPr/>
            <p:nvPr/>
          </p:nvSpPr>
          <p:spPr>
            <a:xfrm>
              <a:off x="1114" y="2627"/>
              <a:ext cx="0" cy="504"/>
            </a:xfrm>
            <a:prstGeom prst="line">
              <a:avLst/>
            </a:prstGeom>
            <a:ln w="38100" cap="flat" cmpd="sng">
              <a:solidFill>
                <a:schemeClr val="bg1"/>
              </a:solidFill>
              <a:prstDash val="solid"/>
              <a:round/>
              <a:headEnd type="none" w="med" len="med"/>
              <a:tailEnd type="none" w="med" len="med"/>
            </a:ln>
          </p:spPr>
        </p:sp>
        <p:sp>
          <p:nvSpPr>
            <p:cNvPr id="20498" name="Line 50"/>
            <p:cNvSpPr/>
            <p:nvPr/>
          </p:nvSpPr>
          <p:spPr>
            <a:xfrm flipV="1">
              <a:off x="1114" y="2032"/>
              <a:ext cx="0" cy="366"/>
            </a:xfrm>
            <a:prstGeom prst="line">
              <a:avLst/>
            </a:prstGeom>
            <a:ln w="38100" cap="flat" cmpd="sng">
              <a:solidFill>
                <a:schemeClr val="bg1"/>
              </a:solidFill>
              <a:prstDash val="solid"/>
              <a:round/>
              <a:headEnd type="none" w="med" len="med"/>
              <a:tailEnd type="none" w="med" len="med"/>
            </a:ln>
          </p:spPr>
        </p:sp>
        <p:sp>
          <p:nvSpPr>
            <p:cNvPr id="20499" name="Line 51"/>
            <p:cNvSpPr/>
            <p:nvPr/>
          </p:nvSpPr>
          <p:spPr>
            <a:xfrm flipV="1">
              <a:off x="2010" y="2012"/>
              <a:ext cx="0" cy="434"/>
            </a:xfrm>
            <a:prstGeom prst="line">
              <a:avLst/>
            </a:prstGeom>
            <a:ln w="38100" cap="flat" cmpd="sng">
              <a:solidFill>
                <a:schemeClr val="bg1"/>
              </a:solidFill>
              <a:prstDash val="solid"/>
              <a:round/>
              <a:headEnd type="none" w="med" len="med"/>
              <a:tailEnd type="none" w="med" len="med"/>
            </a:ln>
          </p:spPr>
        </p:sp>
        <p:sp>
          <p:nvSpPr>
            <p:cNvPr id="20500" name="Oval 52"/>
            <p:cNvSpPr/>
            <p:nvPr/>
          </p:nvSpPr>
          <p:spPr>
            <a:xfrm>
              <a:off x="2459" y="2146"/>
              <a:ext cx="266" cy="239"/>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01" name="Rectangle 53"/>
            <p:cNvSpPr/>
            <p:nvPr/>
          </p:nvSpPr>
          <p:spPr>
            <a:xfrm>
              <a:off x="521" y="2378"/>
              <a:ext cx="133" cy="283"/>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pPr algn="ct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02" name="Line 54"/>
            <p:cNvSpPr/>
            <p:nvPr/>
          </p:nvSpPr>
          <p:spPr>
            <a:xfrm>
              <a:off x="576" y="2673"/>
              <a:ext cx="0" cy="427"/>
            </a:xfrm>
            <a:prstGeom prst="line">
              <a:avLst/>
            </a:prstGeom>
            <a:ln w="38100" cap="flat" cmpd="sng">
              <a:solidFill>
                <a:schemeClr val="bg1"/>
              </a:solidFill>
              <a:prstDash val="solid"/>
              <a:round/>
              <a:headEnd type="none" w="med" len="med"/>
              <a:tailEnd type="none" w="med" len="med"/>
            </a:ln>
          </p:spPr>
        </p:sp>
        <p:sp>
          <p:nvSpPr>
            <p:cNvPr id="20503" name="Line 55"/>
            <p:cNvSpPr/>
            <p:nvPr/>
          </p:nvSpPr>
          <p:spPr>
            <a:xfrm flipH="1" flipV="1">
              <a:off x="576" y="2001"/>
              <a:ext cx="0" cy="384"/>
            </a:xfrm>
            <a:prstGeom prst="line">
              <a:avLst/>
            </a:prstGeom>
            <a:ln w="38100" cap="flat" cmpd="sng">
              <a:solidFill>
                <a:schemeClr val="bg1"/>
              </a:solidFill>
              <a:prstDash val="solid"/>
              <a:round/>
              <a:headEnd type="none" w="med" len="med"/>
              <a:tailEnd type="none" w="med" len="med"/>
            </a:ln>
          </p:spPr>
        </p:sp>
        <p:sp>
          <p:nvSpPr>
            <p:cNvPr id="20504" name="Text Box 56"/>
            <p:cNvSpPr txBox="1"/>
            <p:nvPr/>
          </p:nvSpPr>
          <p:spPr>
            <a:xfrm>
              <a:off x="2160" y="2097"/>
              <a:ext cx="362" cy="327"/>
            </a:xfrm>
            <a:prstGeom prst="rect">
              <a:avLst/>
            </a:prstGeom>
            <a:noFill/>
            <a:ln w="9525">
              <a:noFill/>
            </a:ln>
          </p:spPr>
          <p:txBody>
            <a:bodyPr anchor="ctr">
              <a:spAutoFit/>
            </a:bodyPr>
            <a:p>
              <a:pPr algn="ctr">
                <a:spcBef>
                  <a:spcPct val="50000"/>
                </a:spcBef>
              </a:pPr>
              <a:r>
                <a:rPr lang="en-US" altLang="zh-CN" i="1" dirty="0">
                  <a:solidFill>
                    <a:srgbClr val="FFFF03"/>
                  </a:solidFill>
                  <a:latin typeface="Times New Roman" panose="02020603050405020304" pitchFamily="18" charset="0"/>
                  <a:ea typeface="宋体" panose="02010600030101010101" pitchFamily="2" charset="-122"/>
                </a:rPr>
                <a:t>E</a:t>
              </a:r>
              <a:endParaRPr lang="en-US" altLang="zh-CN" i="1" dirty="0">
                <a:solidFill>
                  <a:srgbClr val="FFFF03"/>
                </a:solidFill>
                <a:latin typeface="Times New Roman" panose="02020603050405020304" pitchFamily="18" charset="0"/>
                <a:ea typeface="宋体" panose="02010600030101010101" pitchFamily="2" charset="-122"/>
              </a:endParaRPr>
            </a:p>
          </p:txBody>
        </p:sp>
        <p:sp>
          <p:nvSpPr>
            <p:cNvPr id="20505" name="Text Box 57"/>
            <p:cNvSpPr txBox="1"/>
            <p:nvPr/>
          </p:nvSpPr>
          <p:spPr>
            <a:xfrm>
              <a:off x="2304" y="1905"/>
              <a:ext cx="267" cy="731"/>
            </a:xfrm>
            <a:prstGeom prst="rect">
              <a:avLst/>
            </a:prstGeom>
            <a:noFill/>
            <a:ln w="9525">
              <a:noFill/>
            </a:ln>
          </p:spPr>
          <p:txBody>
            <a:bodyPr anchor="ctr">
              <a:spAutoFit/>
            </a:bodyPr>
            <a:p>
              <a:pPr algn="ctr">
                <a:spcBef>
                  <a:spcPct val="50000"/>
                </a:spcBef>
              </a:pPr>
              <a:r>
                <a:rPr lang="en-US" altLang="zh-CN" dirty="0">
                  <a:solidFill>
                    <a:srgbClr val="FFFF03"/>
                  </a:solidFill>
                  <a:latin typeface="Times New Roman" panose="02020603050405020304" pitchFamily="18" charset="0"/>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a:p>
              <a:pPr algn="ctr">
                <a:spcBef>
                  <a:spcPct val="50000"/>
                </a:spcBef>
              </a:pPr>
              <a:r>
                <a:rPr lang="en-US" altLang="zh-CN" dirty="0">
                  <a:solidFill>
                    <a:srgbClr val="FFFF03"/>
                  </a:solidFill>
                  <a:latin typeface="Times New Roman" panose="02020603050405020304" pitchFamily="18" charset="0"/>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06" name="Text Box 58"/>
            <p:cNvSpPr txBox="1"/>
            <p:nvPr/>
          </p:nvSpPr>
          <p:spPr>
            <a:xfrm>
              <a:off x="48" y="2337"/>
              <a:ext cx="579" cy="327"/>
            </a:xfrm>
            <a:prstGeom prst="rect">
              <a:avLst/>
            </a:prstGeom>
            <a:noFill/>
            <a:ln w="9525">
              <a:noFill/>
            </a:ln>
          </p:spPr>
          <p:txBody>
            <a:bodyPr anchor="ctr">
              <a:spAutoFit/>
            </a:bodyPr>
            <a:p>
              <a:pPr algn="ctr">
                <a:spcBef>
                  <a:spcPct val="50000"/>
                </a:spcBef>
              </a:pPr>
              <a:r>
                <a:rPr lang="en-US" altLang="zh-CN" i="1" dirty="0">
                  <a:solidFill>
                    <a:srgbClr val="FFFF03"/>
                  </a:solidFill>
                  <a:latin typeface="Times New Roman" panose="02020603050405020304" pitchFamily="18" charset="0"/>
                  <a:ea typeface="宋体" panose="02010600030101010101" pitchFamily="2" charset="-122"/>
                </a:rPr>
                <a:t>R</a:t>
              </a:r>
              <a:r>
                <a:rPr lang="en-US" altLang="zh-CN" baseline="-25000" dirty="0">
                  <a:solidFill>
                    <a:srgbClr val="FFFF03"/>
                  </a:solidFill>
                  <a:latin typeface="Times New Roman" panose="02020603050405020304" pitchFamily="18" charset="0"/>
                  <a:ea typeface="宋体" panose="02010600030101010101" pitchFamily="2" charset="-122"/>
                </a:rPr>
                <a:t>1</a:t>
              </a:r>
              <a:endParaRPr lang="en-US" altLang="zh-CN" baseline="-25000" dirty="0">
                <a:solidFill>
                  <a:srgbClr val="FFFF03"/>
                </a:solidFill>
                <a:latin typeface="Times New Roman" panose="02020603050405020304" pitchFamily="18" charset="0"/>
                <a:ea typeface="宋体" panose="02010600030101010101" pitchFamily="2" charset="-122"/>
              </a:endParaRPr>
            </a:p>
          </p:txBody>
        </p:sp>
        <p:sp>
          <p:nvSpPr>
            <p:cNvPr id="20507" name="Oval 59"/>
            <p:cNvSpPr/>
            <p:nvPr/>
          </p:nvSpPr>
          <p:spPr>
            <a:xfrm>
              <a:off x="1990" y="1981"/>
              <a:ext cx="54" cy="51"/>
            </a:xfrm>
            <a:prstGeom prst="ellipse">
              <a:avLst/>
            </a:prstGeom>
            <a:solidFill>
              <a:schemeClr val="bg1"/>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08" name="Oval 60"/>
            <p:cNvSpPr/>
            <p:nvPr/>
          </p:nvSpPr>
          <p:spPr>
            <a:xfrm>
              <a:off x="1990" y="3085"/>
              <a:ext cx="54" cy="51"/>
            </a:xfrm>
            <a:prstGeom prst="ellipse">
              <a:avLst/>
            </a:prstGeom>
            <a:solidFill>
              <a:schemeClr val="bg1"/>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09" name="Line 61"/>
            <p:cNvSpPr/>
            <p:nvPr/>
          </p:nvSpPr>
          <p:spPr>
            <a:xfrm>
              <a:off x="564" y="3104"/>
              <a:ext cx="2033" cy="0"/>
            </a:xfrm>
            <a:prstGeom prst="line">
              <a:avLst/>
            </a:prstGeom>
            <a:ln w="38100" cap="flat" cmpd="sng">
              <a:solidFill>
                <a:schemeClr val="bg1"/>
              </a:solidFill>
              <a:prstDash val="solid"/>
              <a:round/>
              <a:headEnd type="none" w="med" len="med"/>
              <a:tailEnd type="none" w="med" len="med"/>
            </a:ln>
          </p:spPr>
        </p:sp>
        <p:sp>
          <p:nvSpPr>
            <p:cNvPr id="20510" name="Line 62"/>
            <p:cNvSpPr/>
            <p:nvPr/>
          </p:nvSpPr>
          <p:spPr>
            <a:xfrm flipV="1">
              <a:off x="576" y="1997"/>
              <a:ext cx="2021" cy="4"/>
            </a:xfrm>
            <a:prstGeom prst="line">
              <a:avLst/>
            </a:prstGeom>
            <a:ln w="38100" cap="flat" cmpd="sng">
              <a:solidFill>
                <a:schemeClr val="bg1"/>
              </a:solidFill>
              <a:prstDash val="solid"/>
              <a:round/>
              <a:headEnd type="none" w="med" len="med"/>
              <a:tailEnd type="none" w="med" len="med"/>
            </a:ln>
          </p:spPr>
        </p:sp>
        <p:sp>
          <p:nvSpPr>
            <p:cNvPr id="20511" name="Oval 63"/>
            <p:cNvSpPr/>
            <p:nvPr/>
          </p:nvSpPr>
          <p:spPr>
            <a:xfrm>
              <a:off x="1082" y="1981"/>
              <a:ext cx="54" cy="51"/>
            </a:xfrm>
            <a:prstGeom prst="ellipse">
              <a:avLst/>
            </a:prstGeom>
            <a:solidFill>
              <a:schemeClr val="bg1"/>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12" name="Oval 64"/>
            <p:cNvSpPr/>
            <p:nvPr/>
          </p:nvSpPr>
          <p:spPr>
            <a:xfrm>
              <a:off x="1077" y="3085"/>
              <a:ext cx="54" cy="51"/>
            </a:xfrm>
            <a:prstGeom prst="ellipse">
              <a:avLst/>
            </a:prstGeom>
            <a:solidFill>
              <a:schemeClr val="bg1"/>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13" name="Text Box 65"/>
            <p:cNvSpPr txBox="1"/>
            <p:nvPr/>
          </p:nvSpPr>
          <p:spPr>
            <a:xfrm>
              <a:off x="624" y="2332"/>
              <a:ext cx="579" cy="327"/>
            </a:xfrm>
            <a:prstGeom prst="rect">
              <a:avLst/>
            </a:prstGeom>
            <a:noFill/>
            <a:ln w="9525">
              <a:noFill/>
            </a:ln>
          </p:spPr>
          <p:txBody>
            <a:bodyPr anchor="ctr">
              <a:spAutoFit/>
            </a:bodyPr>
            <a:p>
              <a:pPr algn="ctr">
                <a:spcBef>
                  <a:spcPct val="50000"/>
                </a:spcBef>
              </a:pPr>
              <a:r>
                <a:rPr lang="en-US" altLang="zh-CN" i="1" dirty="0">
                  <a:solidFill>
                    <a:srgbClr val="FFFF03"/>
                  </a:solidFill>
                  <a:latin typeface="Times New Roman" panose="02020603050405020304" pitchFamily="18" charset="0"/>
                  <a:ea typeface="宋体" panose="02010600030101010101" pitchFamily="2" charset="-122"/>
                </a:rPr>
                <a:t>R</a:t>
              </a:r>
              <a:r>
                <a:rPr lang="en-US" altLang="zh-CN" baseline="-25000" dirty="0">
                  <a:solidFill>
                    <a:srgbClr val="FFFF03"/>
                  </a:solidFill>
                  <a:latin typeface="Times New Roman" panose="02020603050405020304" pitchFamily="18" charset="0"/>
                  <a:ea typeface="宋体" panose="02010600030101010101" pitchFamily="2" charset="-122"/>
                </a:rPr>
                <a:t>2</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14" name="Text Box 66"/>
            <p:cNvSpPr txBox="1"/>
            <p:nvPr/>
          </p:nvSpPr>
          <p:spPr>
            <a:xfrm>
              <a:off x="1437" y="2383"/>
              <a:ext cx="579" cy="327"/>
            </a:xfrm>
            <a:prstGeom prst="rect">
              <a:avLst/>
            </a:prstGeom>
            <a:noFill/>
            <a:ln w="9525">
              <a:noFill/>
            </a:ln>
          </p:spPr>
          <p:txBody>
            <a:bodyPr anchor="ctr">
              <a:spAutoFit/>
            </a:bodyPr>
            <a:p>
              <a:pPr algn="ctr">
                <a:spcBef>
                  <a:spcPct val="50000"/>
                </a:spcBef>
              </a:pPr>
              <a:r>
                <a:rPr lang="en-US" altLang="zh-CN" i="1"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S</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15" name="Text Box 67"/>
            <p:cNvSpPr txBox="1"/>
            <p:nvPr/>
          </p:nvSpPr>
          <p:spPr>
            <a:xfrm>
              <a:off x="2064" y="2586"/>
              <a:ext cx="579" cy="327"/>
            </a:xfrm>
            <a:prstGeom prst="rect">
              <a:avLst/>
            </a:prstGeom>
            <a:noFill/>
            <a:ln w="9525">
              <a:noFill/>
            </a:ln>
          </p:spPr>
          <p:txBody>
            <a:bodyPr anchor="ctr">
              <a:spAutoFit/>
            </a:bodyPr>
            <a:p>
              <a:pPr algn="ctr">
                <a:spcBef>
                  <a:spcPct val="50000"/>
                </a:spcBef>
              </a:pPr>
              <a:r>
                <a:rPr lang="en-US" altLang="zh-CN" i="1" dirty="0">
                  <a:solidFill>
                    <a:srgbClr val="FFFF03"/>
                  </a:solidFill>
                  <a:latin typeface="Times New Roman" panose="02020603050405020304" pitchFamily="18" charset="0"/>
                  <a:ea typeface="宋体" panose="02010600030101010101" pitchFamily="2" charset="-122"/>
                </a:rPr>
                <a:t>R</a:t>
              </a:r>
              <a:r>
                <a:rPr lang="en-US" altLang="zh-CN" baseline="-25000" dirty="0">
                  <a:solidFill>
                    <a:srgbClr val="FFFF03"/>
                  </a:solidFill>
                  <a:latin typeface="Times New Roman" panose="02020603050405020304" pitchFamily="18" charset="0"/>
                  <a:ea typeface="宋体" panose="02010600030101010101" pitchFamily="2" charset="-122"/>
                </a:rPr>
                <a:t>3</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16" name="Rectangle 68"/>
            <p:cNvSpPr/>
            <p:nvPr/>
          </p:nvSpPr>
          <p:spPr>
            <a:xfrm rot="5400000">
              <a:off x="1466" y="1855"/>
              <a:ext cx="133" cy="283"/>
            </a:xfrm>
            <a:prstGeom prst="rect">
              <a:avLst/>
            </a:prstGeom>
            <a:solidFill>
              <a:srgbClr val="0066FF"/>
            </a:solidFill>
            <a:ln w="38100" cap="flat" cmpd="sng">
              <a:solidFill>
                <a:srgbClr val="FFFF03"/>
              </a:solidFill>
              <a:prstDash val="solid"/>
              <a:miter/>
              <a:headEnd type="none" w="med" len="med"/>
              <a:tailEnd type="none" w="med" len="med"/>
            </a:ln>
          </p:spPr>
          <p:txBody>
            <a:bodyPr rot="10800000" vert="eaVert" wrap="none" anchor="ctr"/>
            <a:p>
              <a:pPr algn="ct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17" name="Text Box 69"/>
            <p:cNvSpPr txBox="1"/>
            <p:nvPr/>
          </p:nvSpPr>
          <p:spPr>
            <a:xfrm>
              <a:off x="1248" y="2049"/>
              <a:ext cx="579" cy="327"/>
            </a:xfrm>
            <a:prstGeom prst="rect">
              <a:avLst/>
            </a:prstGeom>
            <a:noFill/>
            <a:ln w="9525">
              <a:noFill/>
            </a:ln>
          </p:spPr>
          <p:txBody>
            <a:bodyPr anchor="ctr">
              <a:spAutoFit/>
            </a:bodyPr>
            <a:p>
              <a:pPr algn="ctr">
                <a:spcBef>
                  <a:spcPct val="50000"/>
                </a:spcBef>
              </a:pPr>
              <a:r>
                <a:rPr lang="en-US" altLang="zh-CN" i="1" dirty="0">
                  <a:solidFill>
                    <a:srgbClr val="FFFF03"/>
                  </a:solidFill>
                  <a:latin typeface="Times New Roman" panose="02020603050405020304" pitchFamily="18" charset="0"/>
                  <a:ea typeface="宋体" panose="02010600030101010101" pitchFamily="2" charset="-122"/>
                </a:rPr>
                <a:t>R</a:t>
              </a:r>
              <a:r>
                <a:rPr lang="en-US" altLang="zh-CN" baseline="-25000" dirty="0">
                  <a:solidFill>
                    <a:srgbClr val="FFFF03"/>
                  </a:solidFill>
                  <a:latin typeface="Times New Roman" panose="02020603050405020304" pitchFamily="18" charset="0"/>
                  <a:ea typeface="宋体" panose="02010600030101010101" pitchFamily="2" charset="-122"/>
                </a:rPr>
                <a:t>4</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18" name="Rectangle 48"/>
            <p:cNvSpPr/>
            <p:nvPr/>
          </p:nvSpPr>
          <p:spPr>
            <a:xfrm>
              <a:off x="1050" y="2408"/>
              <a:ext cx="122" cy="345"/>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pPr algn="ct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19" name="Rectangle 43"/>
            <p:cNvSpPr/>
            <p:nvPr/>
          </p:nvSpPr>
          <p:spPr>
            <a:xfrm>
              <a:off x="2539" y="2627"/>
              <a:ext cx="122" cy="314"/>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pPr algn="ct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20" name="Line 72"/>
            <p:cNvSpPr/>
            <p:nvPr/>
          </p:nvSpPr>
          <p:spPr>
            <a:xfrm>
              <a:off x="2591" y="2141"/>
              <a:ext cx="1" cy="232"/>
            </a:xfrm>
            <a:prstGeom prst="line">
              <a:avLst/>
            </a:prstGeom>
            <a:ln w="38100" cap="flat" cmpd="sng">
              <a:solidFill>
                <a:srgbClr val="FF3300"/>
              </a:solidFill>
              <a:prstDash val="solid"/>
              <a:round/>
              <a:headEnd type="none" w="med" len="med"/>
              <a:tailEnd type="none" w="med" len="med"/>
            </a:ln>
          </p:spPr>
        </p:sp>
      </p:grpSp>
      <p:grpSp>
        <p:nvGrpSpPr>
          <p:cNvPr id="32846" name="Group 78"/>
          <p:cNvGrpSpPr/>
          <p:nvPr/>
        </p:nvGrpSpPr>
        <p:grpSpPr>
          <a:xfrm>
            <a:off x="4419600" y="2719388"/>
            <a:ext cx="4191000" cy="2652712"/>
            <a:chOff x="2784" y="1713"/>
            <a:chExt cx="2640" cy="1671"/>
          </a:xfrm>
        </p:grpSpPr>
        <p:sp>
          <p:nvSpPr>
            <p:cNvPr id="20522" name="Text Box 9"/>
            <p:cNvSpPr txBox="1"/>
            <p:nvPr/>
          </p:nvSpPr>
          <p:spPr>
            <a:xfrm>
              <a:off x="4992" y="3057"/>
              <a:ext cx="241" cy="327"/>
            </a:xfrm>
            <a:prstGeom prst="rect">
              <a:avLst/>
            </a:prstGeom>
            <a:noFill/>
            <a:ln w="9525">
              <a:noFill/>
            </a:ln>
          </p:spPr>
          <p:txBody>
            <a:bodyPr wrap="none" anchor="ctr">
              <a:spAutoFit/>
            </a:bodyPr>
            <a:p>
              <a:pPr algn="ctr">
                <a:spcBef>
                  <a:spcPct val="50000"/>
                </a:spcBef>
              </a:pPr>
              <a:r>
                <a:rPr lang="en-US" altLang="zh-CN" dirty="0">
                  <a:solidFill>
                    <a:srgbClr val="FFFF03"/>
                  </a:solidFill>
                  <a:latin typeface="Times New Roman" panose="02020603050405020304" pitchFamily="18" charset="0"/>
                  <a:ea typeface="宋体" panose="02010600030101010101" pitchFamily="2" charset="-122"/>
                </a:rPr>
                <a:t>b</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23" name="Text Box 10"/>
            <p:cNvSpPr txBox="1"/>
            <p:nvPr/>
          </p:nvSpPr>
          <p:spPr>
            <a:xfrm>
              <a:off x="4936" y="1713"/>
              <a:ext cx="228" cy="327"/>
            </a:xfrm>
            <a:prstGeom prst="rect">
              <a:avLst/>
            </a:prstGeom>
            <a:noFill/>
            <a:ln w="9525">
              <a:noFill/>
            </a:ln>
          </p:spPr>
          <p:txBody>
            <a:bodyPr wrap="none" anchor="ctr">
              <a:spAutoFit/>
            </a:bodyPr>
            <a:p>
              <a:pPr algn="ctr">
                <a:spcBef>
                  <a:spcPct val="50000"/>
                </a:spcBef>
              </a:pPr>
              <a:r>
                <a:rPr lang="en-US" altLang="zh-CN" dirty="0">
                  <a:solidFill>
                    <a:srgbClr val="FFFF03"/>
                  </a:solidFill>
                  <a:latin typeface="Times New Roman" panose="02020603050405020304" pitchFamily="18" charset="0"/>
                  <a:ea typeface="宋体" panose="02010600030101010101" pitchFamily="2" charset="-122"/>
                </a:rPr>
                <a:t>a</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24" name="Oval 11"/>
            <p:cNvSpPr/>
            <p:nvPr/>
          </p:nvSpPr>
          <p:spPr>
            <a:xfrm flipV="1">
              <a:off x="4602" y="2446"/>
              <a:ext cx="267" cy="23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25" name="Line 12"/>
            <p:cNvSpPr/>
            <p:nvPr/>
          </p:nvSpPr>
          <p:spPr>
            <a:xfrm>
              <a:off x="4602" y="2567"/>
              <a:ext cx="271" cy="1"/>
            </a:xfrm>
            <a:prstGeom prst="line">
              <a:avLst/>
            </a:prstGeom>
            <a:ln w="38100" cap="flat" cmpd="sng">
              <a:solidFill>
                <a:srgbClr val="FF3300"/>
              </a:solidFill>
              <a:prstDash val="solid"/>
              <a:miter/>
              <a:headEnd type="none" w="med" len="med"/>
              <a:tailEnd type="none" w="med" len="med"/>
            </a:ln>
          </p:spPr>
        </p:sp>
        <p:sp>
          <p:nvSpPr>
            <p:cNvPr id="20526" name="Rectangle 13"/>
            <p:cNvSpPr/>
            <p:nvPr/>
          </p:nvSpPr>
          <p:spPr>
            <a:xfrm>
              <a:off x="5275" y="2446"/>
              <a:ext cx="133" cy="238"/>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pPr algn="ct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27" name="Line 14"/>
            <p:cNvSpPr/>
            <p:nvPr/>
          </p:nvSpPr>
          <p:spPr>
            <a:xfrm>
              <a:off x="5333" y="2684"/>
              <a:ext cx="1" cy="416"/>
            </a:xfrm>
            <a:prstGeom prst="line">
              <a:avLst/>
            </a:prstGeom>
            <a:ln w="38100" cap="flat" cmpd="sng">
              <a:solidFill>
                <a:schemeClr val="bg1"/>
              </a:solidFill>
              <a:prstDash val="solid"/>
              <a:round/>
              <a:headEnd type="none" w="med" len="med"/>
              <a:tailEnd type="none" w="med" len="med"/>
            </a:ln>
          </p:spPr>
        </p:sp>
        <p:sp>
          <p:nvSpPr>
            <p:cNvPr id="20528" name="Line 15"/>
            <p:cNvSpPr/>
            <p:nvPr/>
          </p:nvSpPr>
          <p:spPr>
            <a:xfrm flipH="1" flipV="1">
              <a:off x="5332" y="1983"/>
              <a:ext cx="1" cy="463"/>
            </a:xfrm>
            <a:prstGeom prst="line">
              <a:avLst/>
            </a:prstGeom>
            <a:ln w="38100" cap="flat" cmpd="sng">
              <a:solidFill>
                <a:schemeClr val="bg1"/>
              </a:solidFill>
              <a:prstDash val="solid"/>
              <a:round/>
              <a:headEnd type="none" w="med" len="med"/>
              <a:tailEnd type="none" w="med" len="med"/>
            </a:ln>
          </p:spPr>
        </p:sp>
        <p:sp>
          <p:nvSpPr>
            <p:cNvPr id="20529" name="Line 16"/>
            <p:cNvSpPr/>
            <p:nvPr/>
          </p:nvSpPr>
          <p:spPr>
            <a:xfrm flipV="1">
              <a:off x="4560" y="2398"/>
              <a:ext cx="0" cy="367"/>
            </a:xfrm>
            <a:prstGeom prst="line">
              <a:avLst/>
            </a:prstGeom>
            <a:ln w="28575" cap="flat" cmpd="sng">
              <a:solidFill>
                <a:schemeClr val="bg1"/>
              </a:solidFill>
              <a:prstDash val="solid"/>
              <a:round/>
              <a:headEnd type="none" w="med" len="med"/>
              <a:tailEnd type="stealth" w="sm" len="lg"/>
            </a:ln>
          </p:spPr>
        </p:sp>
        <p:sp>
          <p:nvSpPr>
            <p:cNvPr id="20530" name="Line 17"/>
            <p:cNvSpPr/>
            <p:nvPr/>
          </p:nvSpPr>
          <p:spPr>
            <a:xfrm>
              <a:off x="4746" y="2684"/>
              <a:ext cx="0" cy="447"/>
            </a:xfrm>
            <a:prstGeom prst="line">
              <a:avLst/>
            </a:prstGeom>
            <a:ln w="38100" cap="flat" cmpd="sng">
              <a:solidFill>
                <a:schemeClr val="bg1"/>
              </a:solidFill>
              <a:prstDash val="solid"/>
              <a:round/>
              <a:headEnd type="none" w="med" len="med"/>
              <a:tailEnd type="none" w="med" len="med"/>
            </a:ln>
          </p:spPr>
        </p:sp>
        <p:sp>
          <p:nvSpPr>
            <p:cNvPr id="20531" name="Rectangle 18"/>
            <p:cNvSpPr/>
            <p:nvPr/>
          </p:nvSpPr>
          <p:spPr>
            <a:xfrm>
              <a:off x="3888" y="2408"/>
              <a:ext cx="133" cy="237"/>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pPr algn="ct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32" name="Line 19"/>
            <p:cNvSpPr/>
            <p:nvPr/>
          </p:nvSpPr>
          <p:spPr>
            <a:xfrm>
              <a:off x="3952" y="2643"/>
              <a:ext cx="0" cy="492"/>
            </a:xfrm>
            <a:prstGeom prst="line">
              <a:avLst/>
            </a:prstGeom>
            <a:ln w="38100" cap="flat" cmpd="sng">
              <a:solidFill>
                <a:schemeClr val="bg1"/>
              </a:solidFill>
              <a:prstDash val="solid"/>
              <a:round/>
              <a:headEnd type="none" w="med" len="med"/>
              <a:tailEnd type="none" w="med" len="med"/>
            </a:ln>
          </p:spPr>
        </p:sp>
        <p:sp>
          <p:nvSpPr>
            <p:cNvPr id="20533" name="Line 20"/>
            <p:cNvSpPr/>
            <p:nvPr/>
          </p:nvSpPr>
          <p:spPr>
            <a:xfrm flipV="1">
              <a:off x="3952" y="2032"/>
              <a:ext cx="0" cy="366"/>
            </a:xfrm>
            <a:prstGeom prst="line">
              <a:avLst/>
            </a:prstGeom>
            <a:ln w="38100" cap="flat" cmpd="sng">
              <a:solidFill>
                <a:schemeClr val="bg1"/>
              </a:solidFill>
              <a:prstDash val="solid"/>
              <a:round/>
              <a:headEnd type="none" w="med" len="med"/>
              <a:tailEnd type="none" w="med" len="med"/>
            </a:ln>
          </p:spPr>
        </p:sp>
        <p:sp>
          <p:nvSpPr>
            <p:cNvPr id="20534" name="Line 21"/>
            <p:cNvSpPr/>
            <p:nvPr/>
          </p:nvSpPr>
          <p:spPr>
            <a:xfrm flipV="1">
              <a:off x="4746" y="2012"/>
              <a:ext cx="0" cy="434"/>
            </a:xfrm>
            <a:prstGeom prst="line">
              <a:avLst/>
            </a:prstGeom>
            <a:ln w="38100" cap="flat" cmpd="sng">
              <a:solidFill>
                <a:schemeClr val="bg1"/>
              </a:solidFill>
              <a:prstDash val="solid"/>
              <a:round/>
              <a:headEnd type="none" w="med" len="med"/>
              <a:tailEnd type="none" w="med" len="med"/>
            </a:ln>
          </p:spPr>
        </p:sp>
        <p:sp>
          <p:nvSpPr>
            <p:cNvPr id="20535" name="Oval 22"/>
            <p:cNvSpPr/>
            <p:nvPr/>
          </p:nvSpPr>
          <p:spPr>
            <a:xfrm>
              <a:off x="3175" y="2207"/>
              <a:ext cx="266" cy="239"/>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36" name="Rectangle 23"/>
            <p:cNvSpPr/>
            <p:nvPr/>
          </p:nvSpPr>
          <p:spPr>
            <a:xfrm>
              <a:off x="3235" y="2624"/>
              <a:ext cx="133" cy="239"/>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pPr algn="ct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37" name="Line 24"/>
            <p:cNvSpPr/>
            <p:nvPr/>
          </p:nvSpPr>
          <p:spPr>
            <a:xfrm>
              <a:off x="3300" y="2863"/>
              <a:ext cx="2" cy="237"/>
            </a:xfrm>
            <a:prstGeom prst="line">
              <a:avLst/>
            </a:prstGeom>
            <a:ln w="38100" cap="flat" cmpd="sng">
              <a:solidFill>
                <a:schemeClr val="bg1"/>
              </a:solidFill>
              <a:prstDash val="solid"/>
              <a:round/>
              <a:headEnd type="none" w="med" len="med"/>
              <a:tailEnd type="none" w="med" len="med"/>
            </a:ln>
          </p:spPr>
        </p:sp>
        <p:sp>
          <p:nvSpPr>
            <p:cNvPr id="20538" name="Line 25"/>
            <p:cNvSpPr/>
            <p:nvPr/>
          </p:nvSpPr>
          <p:spPr>
            <a:xfrm flipH="1" flipV="1">
              <a:off x="3300" y="1997"/>
              <a:ext cx="0" cy="609"/>
            </a:xfrm>
            <a:prstGeom prst="line">
              <a:avLst/>
            </a:prstGeom>
            <a:ln w="38100" cap="flat" cmpd="sng">
              <a:solidFill>
                <a:schemeClr val="bg1"/>
              </a:solidFill>
              <a:prstDash val="solid"/>
              <a:round/>
              <a:headEnd type="none" w="med" len="med"/>
              <a:tailEnd type="none" w="med" len="med"/>
            </a:ln>
          </p:spPr>
        </p:sp>
        <p:sp>
          <p:nvSpPr>
            <p:cNvPr id="20539" name="Text Box 26"/>
            <p:cNvSpPr txBox="1"/>
            <p:nvPr/>
          </p:nvSpPr>
          <p:spPr>
            <a:xfrm>
              <a:off x="2880" y="2153"/>
              <a:ext cx="362" cy="327"/>
            </a:xfrm>
            <a:prstGeom prst="rect">
              <a:avLst/>
            </a:prstGeom>
            <a:noFill/>
            <a:ln w="9525">
              <a:noFill/>
            </a:ln>
          </p:spPr>
          <p:txBody>
            <a:bodyPr anchor="ctr">
              <a:spAutoFit/>
            </a:bodyPr>
            <a:p>
              <a:pPr algn="ctr">
                <a:spcBef>
                  <a:spcPct val="50000"/>
                </a:spcBef>
              </a:pPr>
              <a:r>
                <a:rPr lang="en-US" altLang="zh-CN" i="1" dirty="0">
                  <a:solidFill>
                    <a:srgbClr val="FFFF03"/>
                  </a:solidFill>
                  <a:latin typeface="Times New Roman" panose="02020603050405020304" pitchFamily="18" charset="0"/>
                  <a:ea typeface="宋体" panose="02010600030101010101" pitchFamily="2" charset="-122"/>
                </a:rPr>
                <a:t>E</a:t>
              </a:r>
              <a:endParaRPr lang="en-US" altLang="zh-CN" i="1" dirty="0">
                <a:solidFill>
                  <a:srgbClr val="FFFF03"/>
                </a:solidFill>
                <a:latin typeface="Times New Roman" panose="02020603050405020304" pitchFamily="18" charset="0"/>
                <a:ea typeface="宋体" panose="02010600030101010101" pitchFamily="2" charset="-122"/>
              </a:endParaRPr>
            </a:p>
          </p:txBody>
        </p:sp>
        <p:sp>
          <p:nvSpPr>
            <p:cNvPr id="20540" name="Text Box 27"/>
            <p:cNvSpPr txBox="1"/>
            <p:nvPr/>
          </p:nvSpPr>
          <p:spPr>
            <a:xfrm>
              <a:off x="3049" y="1940"/>
              <a:ext cx="267" cy="731"/>
            </a:xfrm>
            <a:prstGeom prst="rect">
              <a:avLst/>
            </a:prstGeom>
            <a:noFill/>
            <a:ln w="9525">
              <a:noFill/>
            </a:ln>
          </p:spPr>
          <p:txBody>
            <a:bodyPr anchor="ctr">
              <a:spAutoFit/>
            </a:bodyPr>
            <a:p>
              <a:pPr algn="ctr">
                <a:spcBef>
                  <a:spcPct val="50000"/>
                </a:spcBef>
              </a:pPr>
              <a:r>
                <a:rPr lang="en-US" altLang="zh-CN" dirty="0">
                  <a:solidFill>
                    <a:srgbClr val="FFFF03"/>
                  </a:solidFill>
                  <a:latin typeface="Times New Roman" panose="02020603050405020304" pitchFamily="18" charset="0"/>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a:p>
              <a:pPr algn="ctr">
                <a:spcBef>
                  <a:spcPct val="50000"/>
                </a:spcBef>
              </a:pPr>
              <a:r>
                <a:rPr lang="en-US" altLang="zh-CN" dirty="0">
                  <a:solidFill>
                    <a:srgbClr val="FFFF03"/>
                  </a:solidFill>
                  <a:latin typeface="Times New Roman" panose="02020603050405020304" pitchFamily="18" charset="0"/>
                  <a:ea typeface="宋体" panose="02010600030101010101" pitchFamily="2" charset="-122"/>
                </a:rPr>
                <a:t>–</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41" name="Text Box 28"/>
            <p:cNvSpPr txBox="1"/>
            <p:nvPr/>
          </p:nvSpPr>
          <p:spPr>
            <a:xfrm>
              <a:off x="2784" y="2583"/>
              <a:ext cx="579" cy="327"/>
            </a:xfrm>
            <a:prstGeom prst="rect">
              <a:avLst/>
            </a:prstGeom>
            <a:noFill/>
            <a:ln w="9525">
              <a:noFill/>
            </a:ln>
          </p:spPr>
          <p:txBody>
            <a:bodyPr anchor="ctr">
              <a:spAutoFit/>
            </a:bodyPr>
            <a:p>
              <a:pPr algn="ctr">
                <a:spcBef>
                  <a:spcPct val="50000"/>
                </a:spcBef>
              </a:pPr>
              <a:r>
                <a:rPr lang="en-US" altLang="zh-CN" i="1" dirty="0">
                  <a:solidFill>
                    <a:srgbClr val="FFFF03"/>
                  </a:solidFill>
                  <a:latin typeface="Times New Roman" panose="02020603050405020304" pitchFamily="18" charset="0"/>
                  <a:ea typeface="宋体" panose="02010600030101010101" pitchFamily="2" charset="-122"/>
                </a:rPr>
                <a:t>R</a:t>
              </a:r>
              <a:r>
                <a:rPr lang="en-US" altLang="zh-CN" baseline="-25000" dirty="0">
                  <a:solidFill>
                    <a:srgbClr val="FFFF03"/>
                  </a:solidFill>
                  <a:latin typeface="Times New Roman" panose="02020603050405020304" pitchFamily="18" charset="0"/>
                  <a:ea typeface="宋体" panose="02010600030101010101" pitchFamily="2" charset="-122"/>
                </a:rPr>
                <a:t>1</a:t>
              </a:r>
              <a:endParaRPr lang="en-US" altLang="zh-CN" baseline="-25000" dirty="0">
                <a:solidFill>
                  <a:srgbClr val="FFFF03"/>
                </a:solidFill>
                <a:latin typeface="Times New Roman" panose="02020603050405020304" pitchFamily="18" charset="0"/>
                <a:ea typeface="宋体" panose="02010600030101010101" pitchFamily="2" charset="-122"/>
              </a:endParaRPr>
            </a:p>
          </p:txBody>
        </p:sp>
        <p:sp>
          <p:nvSpPr>
            <p:cNvPr id="20542" name="Oval 29"/>
            <p:cNvSpPr/>
            <p:nvPr/>
          </p:nvSpPr>
          <p:spPr>
            <a:xfrm>
              <a:off x="4726" y="1981"/>
              <a:ext cx="54" cy="51"/>
            </a:xfrm>
            <a:prstGeom prst="ellipse">
              <a:avLst/>
            </a:prstGeom>
            <a:solidFill>
              <a:schemeClr val="bg1"/>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43" name="Oval 30"/>
            <p:cNvSpPr/>
            <p:nvPr/>
          </p:nvSpPr>
          <p:spPr>
            <a:xfrm>
              <a:off x="4726" y="3085"/>
              <a:ext cx="54" cy="51"/>
            </a:xfrm>
            <a:prstGeom prst="ellipse">
              <a:avLst/>
            </a:prstGeom>
            <a:solidFill>
              <a:schemeClr val="bg1"/>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44" name="Line 31"/>
            <p:cNvSpPr/>
            <p:nvPr/>
          </p:nvSpPr>
          <p:spPr>
            <a:xfrm>
              <a:off x="3300" y="3104"/>
              <a:ext cx="2033" cy="0"/>
            </a:xfrm>
            <a:prstGeom prst="line">
              <a:avLst/>
            </a:prstGeom>
            <a:ln w="38100" cap="flat" cmpd="sng">
              <a:solidFill>
                <a:schemeClr val="bg1"/>
              </a:solidFill>
              <a:prstDash val="solid"/>
              <a:round/>
              <a:headEnd type="none" w="med" len="med"/>
              <a:tailEnd type="none" w="med" len="med"/>
            </a:ln>
          </p:spPr>
        </p:sp>
        <p:sp>
          <p:nvSpPr>
            <p:cNvPr id="20545" name="Line 32"/>
            <p:cNvSpPr/>
            <p:nvPr/>
          </p:nvSpPr>
          <p:spPr>
            <a:xfrm>
              <a:off x="3300" y="1997"/>
              <a:ext cx="2033" cy="0"/>
            </a:xfrm>
            <a:prstGeom prst="line">
              <a:avLst/>
            </a:prstGeom>
            <a:ln w="38100" cap="flat" cmpd="sng">
              <a:solidFill>
                <a:schemeClr val="bg1"/>
              </a:solidFill>
              <a:prstDash val="solid"/>
              <a:round/>
              <a:headEnd type="none" w="med" len="med"/>
              <a:tailEnd type="none" w="med" len="med"/>
            </a:ln>
          </p:spPr>
        </p:sp>
        <p:sp>
          <p:nvSpPr>
            <p:cNvPr id="20546" name="Oval 33"/>
            <p:cNvSpPr/>
            <p:nvPr/>
          </p:nvSpPr>
          <p:spPr>
            <a:xfrm>
              <a:off x="3920" y="1981"/>
              <a:ext cx="54" cy="51"/>
            </a:xfrm>
            <a:prstGeom prst="ellipse">
              <a:avLst/>
            </a:prstGeom>
            <a:solidFill>
              <a:schemeClr val="bg1"/>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47" name="Oval 34"/>
            <p:cNvSpPr/>
            <p:nvPr/>
          </p:nvSpPr>
          <p:spPr>
            <a:xfrm>
              <a:off x="3915" y="3085"/>
              <a:ext cx="54" cy="51"/>
            </a:xfrm>
            <a:prstGeom prst="ellipse">
              <a:avLst/>
            </a:prstGeom>
            <a:solidFill>
              <a:schemeClr val="bg1"/>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0548" name="Text Box 35"/>
            <p:cNvSpPr txBox="1"/>
            <p:nvPr/>
          </p:nvSpPr>
          <p:spPr>
            <a:xfrm>
              <a:off x="3443" y="2321"/>
              <a:ext cx="579" cy="327"/>
            </a:xfrm>
            <a:prstGeom prst="rect">
              <a:avLst/>
            </a:prstGeom>
            <a:noFill/>
            <a:ln w="9525">
              <a:noFill/>
            </a:ln>
          </p:spPr>
          <p:txBody>
            <a:bodyPr anchor="ctr">
              <a:spAutoFit/>
            </a:bodyPr>
            <a:p>
              <a:pPr algn="ctr">
                <a:spcBef>
                  <a:spcPct val="50000"/>
                </a:spcBef>
              </a:pPr>
              <a:r>
                <a:rPr lang="en-US" altLang="zh-CN" i="1" dirty="0">
                  <a:solidFill>
                    <a:srgbClr val="FFFF03"/>
                  </a:solidFill>
                  <a:latin typeface="Times New Roman" panose="02020603050405020304" pitchFamily="18" charset="0"/>
                  <a:ea typeface="宋体" panose="02010600030101010101" pitchFamily="2" charset="-122"/>
                </a:rPr>
                <a:t>R</a:t>
              </a:r>
              <a:r>
                <a:rPr lang="en-US" altLang="zh-CN" baseline="-25000" dirty="0">
                  <a:solidFill>
                    <a:srgbClr val="FFFF03"/>
                  </a:solidFill>
                  <a:latin typeface="Times New Roman" panose="02020603050405020304" pitchFamily="18" charset="0"/>
                  <a:ea typeface="宋体" panose="02010600030101010101" pitchFamily="2" charset="-122"/>
                </a:rPr>
                <a:t>2</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49" name="Text Box 36"/>
            <p:cNvSpPr txBox="1"/>
            <p:nvPr/>
          </p:nvSpPr>
          <p:spPr>
            <a:xfrm>
              <a:off x="4173" y="2383"/>
              <a:ext cx="579" cy="327"/>
            </a:xfrm>
            <a:prstGeom prst="rect">
              <a:avLst/>
            </a:prstGeom>
            <a:noFill/>
            <a:ln w="9525">
              <a:noFill/>
            </a:ln>
          </p:spPr>
          <p:txBody>
            <a:bodyPr anchor="ctr">
              <a:spAutoFit/>
            </a:bodyPr>
            <a:p>
              <a:pPr algn="ctr">
                <a:spcBef>
                  <a:spcPct val="50000"/>
                </a:spcBef>
              </a:pPr>
              <a:r>
                <a:rPr lang="en-US" altLang="zh-CN" i="1" dirty="0">
                  <a:solidFill>
                    <a:srgbClr val="FFFF03"/>
                  </a:solidFill>
                  <a:latin typeface="Times New Roman" panose="02020603050405020304" pitchFamily="18" charset="0"/>
                  <a:ea typeface="宋体" panose="02010600030101010101" pitchFamily="2" charset="-122"/>
                </a:rPr>
                <a:t>I</a:t>
              </a:r>
              <a:r>
                <a:rPr lang="en-US" altLang="zh-CN" baseline="-25000" dirty="0">
                  <a:solidFill>
                    <a:srgbClr val="FFFF03"/>
                  </a:solidFill>
                  <a:latin typeface="Times New Roman" panose="02020603050405020304" pitchFamily="18" charset="0"/>
                  <a:ea typeface="宋体" panose="02010600030101010101" pitchFamily="2" charset="-122"/>
                </a:rPr>
                <a:t>S</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50" name="Text Box 37"/>
            <p:cNvSpPr txBox="1"/>
            <p:nvPr/>
          </p:nvSpPr>
          <p:spPr>
            <a:xfrm>
              <a:off x="4845" y="2391"/>
              <a:ext cx="579" cy="327"/>
            </a:xfrm>
            <a:prstGeom prst="rect">
              <a:avLst/>
            </a:prstGeom>
            <a:noFill/>
            <a:ln w="9525">
              <a:noFill/>
            </a:ln>
          </p:spPr>
          <p:txBody>
            <a:bodyPr anchor="ctr">
              <a:spAutoFit/>
            </a:bodyPr>
            <a:p>
              <a:pPr algn="ctr">
                <a:spcBef>
                  <a:spcPct val="50000"/>
                </a:spcBef>
              </a:pPr>
              <a:r>
                <a:rPr lang="en-US" altLang="zh-CN" i="1" dirty="0">
                  <a:solidFill>
                    <a:srgbClr val="FFFF03"/>
                  </a:solidFill>
                  <a:latin typeface="Times New Roman" panose="02020603050405020304" pitchFamily="18" charset="0"/>
                  <a:ea typeface="宋体" panose="02010600030101010101" pitchFamily="2" charset="-122"/>
                </a:rPr>
                <a:t>R</a:t>
              </a:r>
              <a:r>
                <a:rPr lang="en-US" altLang="zh-CN" baseline="-25000" dirty="0">
                  <a:solidFill>
                    <a:srgbClr val="FFFF03"/>
                  </a:solidFill>
                  <a:latin typeface="Times New Roman" panose="02020603050405020304" pitchFamily="18" charset="0"/>
                  <a:ea typeface="宋体" panose="02010600030101010101" pitchFamily="2" charset="-122"/>
                </a:rPr>
                <a:t>3</a:t>
              </a:r>
              <a:endParaRPr lang="en-US" altLang="zh-CN" dirty="0">
                <a:solidFill>
                  <a:srgbClr val="FFFF03"/>
                </a:solidFill>
                <a:latin typeface="Times New Roman" panose="02020603050405020304" pitchFamily="18" charset="0"/>
                <a:ea typeface="宋体" panose="02010600030101010101" pitchFamily="2" charset="-122"/>
              </a:endParaRPr>
            </a:p>
          </p:txBody>
        </p:sp>
        <p:sp>
          <p:nvSpPr>
            <p:cNvPr id="20551" name="Line 75"/>
            <p:cNvSpPr/>
            <p:nvPr/>
          </p:nvSpPr>
          <p:spPr>
            <a:xfrm flipH="1">
              <a:off x="3297" y="2217"/>
              <a:ext cx="3" cy="224"/>
            </a:xfrm>
            <a:prstGeom prst="line">
              <a:avLst/>
            </a:prstGeom>
            <a:ln w="38100" cap="flat" cmpd="sng">
              <a:solidFill>
                <a:srgbClr val="FF3300"/>
              </a:solidFill>
              <a:prstDash val="solid"/>
              <a:round/>
              <a:headEnd type="none" w="med" len="med"/>
              <a:tailEnd type="none" w="med" len="med"/>
            </a:ln>
          </p:spPr>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32770"/>
                                        </p:tgtEl>
                                        <p:attrNameLst>
                                          <p:attrName>style.visibility</p:attrName>
                                        </p:attrNameLst>
                                      </p:cBhvr>
                                      <p:to>
                                        <p:strVal val="visible"/>
                                      </p:to>
                                    </p:set>
                                    <p:anim calcmode="lin" valueType="num">
                                      <p:cBhvr>
                                        <p:cTn id="7" dur="500" fill="hold"/>
                                        <p:tgtEl>
                                          <p:spTgt spid="32770"/>
                                        </p:tgtEl>
                                        <p:attrNameLst>
                                          <p:attrName>ppt_x</p:attrName>
                                        </p:attrNameLst>
                                      </p:cBhvr>
                                      <p:tavLst>
                                        <p:tav tm="0">
                                          <p:val>
                                            <p:strVal val="0-#ppt_w/2"/>
                                          </p:val>
                                        </p:tav>
                                        <p:tav tm="100000">
                                          <p:val>
                                            <p:strVal val="#ppt_x"/>
                                          </p:val>
                                        </p:tav>
                                      </p:tavLst>
                                    </p:anim>
                                    <p:anim calcmode="lin" valueType="num">
                                      <p:cBhvr>
                                        <p:cTn id="8" dur="500" fill="hold"/>
                                        <p:tgtEl>
                                          <p:spTgt spid="32770"/>
                                        </p:tgtEl>
                                        <p:attrNameLst>
                                          <p:attrName>ppt_y</p:attrName>
                                        </p:attrNameLst>
                                      </p:cBhvr>
                                      <p:tavLst>
                                        <p:tav tm="0">
                                          <p:val>
                                            <p:strVal val="#ppt_y"/>
                                          </p:val>
                                        </p:tav>
                                        <p:tav tm="100000">
                                          <p:val>
                                            <p:strVal val="#ppt_y"/>
                                          </p:val>
                                        </p:tav>
                                      </p:tavLst>
                                    </p:anim>
                                  </p:childTnLst>
                                </p:cTn>
                              </p:par>
                            </p:childTnLst>
                          </p:cTn>
                        </p:par>
                        <p:par>
                          <p:cTn id="9" fill="hold">
                            <p:stCondLst>
                              <p:cond delay="2500"/>
                            </p:stCondLst>
                            <p:childTnLst>
                              <p:par>
                                <p:cTn id="10" presetID="2" presetClass="entr" presetSubtype="2" fill="hold" grpId="0" nodeType="afterEffect">
                                  <p:stCondLst>
                                    <p:cond delay="1000"/>
                                  </p:stCondLst>
                                  <p:childTnLst>
                                    <p:set>
                                      <p:cBhvr>
                                        <p:cTn id="11" dur="1" fill="hold">
                                          <p:stCondLst>
                                            <p:cond delay="0"/>
                                          </p:stCondLst>
                                        </p:cTn>
                                        <p:tgtEl>
                                          <p:spTgt spid="32772"/>
                                        </p:tgtEl>
                                        <p:attrNameLst>
                                          <p:attrName>style.visibility</p:attrName>
                                        </p:attrNameLst>
                                      </p:cBhvr>
                                      <p:to>
                                        <p:strVal val="visible"/>
                                      </p:to>
                                    </p:set>
                                    <p:anim calcmode="lin" valueType="num">
                                      <p:cBhvr>
                                        <p:cTn id="12" dur="500" fill="hold"/>
                                        <p:tgtEl>
                                          <p:spTgt spid="32772"/>
                                        </p:tgtEl>
                                        <p:attrNameLst>
                                          <p:attrName>ppt_x</p:attrName>
                                        </p:attrNameLst>
                                      </p:cBhvr>
                                      <p:tavLst>
                                        <p:tav tm="0">
                                          <p:val>
                                            <p:strVal val="1+#ppt_w/2"/>
                                          </p:val>
                                        </p:tav>
                                        <p:tav tm="100000">
                                          <p:val>
                                            <p:strVal val="#ppt_x"/>
                                          </p:val>
                                        </p:tav>
                                      </p:tavLst>
                                    </p:anim>
                                    <p:anim calcmode="lin" valueType="num">
                                      <p:cBhvr>
                                        <p:cTn id="13" dur="500" fill="hold"/>
                                        <p:tgtEl>
                                          <p:spTgt spid="3277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2774">
                                            <p:txEl>
                                              <p:charRg st="0" end="9"/>
                                            </p:txEl>
                                          </p:spTgt>
                                        </p:tgtEl>
                                        <p:attrNameLst>
                                          <p:attrName>style.visibility</p:attrName>
                                        </p:attrNameLst>
                                      </p:cBhvr>
                                      <p:to>
                                        <p:strVal val="visible"/>
                                      </p:to>
                                    </p:set>
                                    <p:animEffect transition="in" filter="wipe(left)">
                                      <p:cBhvr>
                                        <p:cTn id="18" dur="500"/>
                                        <p:tgtEl>
                                          <p:spTgt spid="32774">
                                            <p:txEl>
                                              <p:charRg st="0" end="9"/>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2774">
                                            <p:txEl>
                                              <p:charRg st="9" end="36"/>
                                            </p:txEl>
                                          </p:spTgt>
                                        </p:tgtEl>
                                        <p:attrNameLst>
                                          <p:attrName>style.visibility</p:attrName>
                                        </p:attrNameLst>
                                      </p:cBhvr>
                                      <p:to>
                                        <p:strVal val="visible"/>
                                      </p:to>
                                    </p:set>
                                    <p:animEffect transition="in" filter="wipe(left)">
                                      <p:cBhvr>
                                        <p:cTn id="23" dur="500"/>
                                        <p:tgtEl>
                                          <p:spTgt spid="32774">
                                            <p:txEl>
                                              <p:charRg st="9" end="3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2774">
                                            <p:txEl>
                                              <p:charRg st="36" end="57"/>
                                            </p:txEl>
                                          </p:spTgt>
                                        </p:tgtEl>
                                        <p:attrNameLst>
                                          <p:attrName>style.visibility</p:attrName>
                                        </p:attrNameLst>
                                      </p:cBhvr>
                                      <p:to>
                                        <p:strVal val="visible"/>
                                      </p:to>
                                    </p:set>
                                    <p:animEffect transition="in" filter="wipe(left)">
                                      <p:cBhvr>
                                        <p:cTn id="28" dur="500"/>
                                        <p:tgtEl>
                                          <p:spTgt spid="32774">
                                            <p:txEl>
                                              <p:charRg st="36" end="5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2774">
                                            <p:txEl>
                                              <p:charRg st="57" end="78"/>
                                            </p:txEl>
                                          </p:spTgt>
                                        </p:tgtEl>
                                        <p:attrNameLst>
                                          <p:attrName>style.visibility</p:attrName>
                                        </p:attrNameLst>
                                      </p:cBhvr>
                                      <p:to>
                                        <p:strVal val="visible"/>
                                      </p:to>
                                    </p:set>
                                    <p:animEffect transition="in" filter="wipe(left)">
                                      <p:cBhvr>
                                        <p:cTn id="33" dur="500"/>
                                        <p:tgtEl>
                                          <p:spTgt spid="32774">
                                            <p:txEl>
                                              <p:charRg st="57" end="7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2845"/>
                                        </p:tgtEl>
                                        <p:attrNameLst>
                                          <p:attrName>style.visibility</p:attrName>
                                        </p:attrNameLst>
                                      </p:cBhvr>
                                      <p:to>
                                        <p:strVal val="visible"/>
                                      </p:to>
                                    </p:set>
                                    <p:animEffect transition="in" filter="wipe(left)">
                                      <p:cBhvr>
                                        <p:cTn id="38" dur="500"/>
                                        <p:tgtEl>
                                          <p:spTgt spid="32845"/>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288" fill="hold" grpId="0" nodeType="clickEffect">
                                  <p:stCondLst>
                                    <p:cond delay="0"/>
                                  </p:stCondLst>
                                  <p:childTnLst>
                                    <p:set>
                                      <p:cBhvr>
                                        <p:cTn id="42" dur="1" fill="hold">
                                          <p:stCondLst>
                                            <p:cond delay="0"/>
                                          </p:stCondLst>
                                        </p:cTn>
                                        <p:tgtEl>
                                          <p:spTgt spid="32773"/>
                                        </p:tgtEl>
                                        <p:attrNameLst>
                                          <p:attrName>style.visibility</p:attrName>
                                        </p:attrNameLst>
                                      </p:cBhvr>
                                      <p:to>
                                        <p:strVal val="visible"/>
                                      </p:to>
                                    </p:set>
                                    <p:anim calcmode="lin" valueType="num">
                                      <p:cBhvr>
                                        <p:cTn id="43" dur="500" fill="hold"/>
                                        <p:tgtEl>
                                          <p:spTgt spid="32773"/>
                                        </p:tgtEl>
                                        <p:attrNameLst>
                                          <p:attrName>ppt_w</p:attrName>
                                        </p:attrNameLst>
                                      </p:cBhvr>
                                      <p:tavLst>
                                        <p:tav tm="0">
                                          <p:val>
                                            <p:strVal val="4/3*#ppt_w"/>
                                          </p:val>
                                        </p:tav>
                                        <p:tav tm="100000">
                                          <p:val>
                                            <p:strVal val="#ppt_w"/>
                                          </p:val>
                                        </p:tav>
                                      </p:tavLst>
                                    </p:anim>
                                    <p:anim calcmode="lin" valueType="num">
                                      <p:cBhvr>
                                        <p:cTn id="44" dur="500" fill="hold"/>
                                        <p:tgtEl>
                                          <p:spTgt spid="32773"/>
                                        </p:tgtEl>
                                        <p:attrNameLst>
                                          <p:attrName>ppt_h</p:attrName>
                                        </p:attrNameLst>
                                      </p:cBhvr>
                                      <p:tavLst>
                                        <p:tav tm="0">
                                          <p:val>
                                            <p:strVal val="4/3*#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32838"/>
                                        </p:tgtEl>
                                        <p:attrNameLst>
                                          <p:attrName>style.visibility</p:attrName>
                                        </p:attrNameLst>
                                      </p:cBhvr>
                                      <p:to>
                                        <p:strVal val="visible"/>
                                      </p:to>
                                    </p:set>
                                    <p:animEffect transition="in" filter="wipe(down)">
                                      <p:cBhvr>
                                        <p:cTn id="49" dur="500"/>
                                        <p:tgtEl>
                                          <p:spTgt spid="3283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2846"/>
                                        </p:tgtEl>
                                        <p:attrNameLst>
                                          <p:attrName>style.visibility</p:attrName>
                                        </p:attrNameLst>
                                      </p:cBhvr>
                                      <p:to>
                                        <p:strVal val="visible"/>
                                      </p:to>
                                    </p:set>
                                    <p:animEffect transition="in" filter="wipe(left)">
                                      <p:cBhvr>
                                        <p:cTn id="54" dur="500"/>
                                        <p:tgtEl>
                                          <p:spTgt spid="32846"/>
                                        </p:tgtEl>
                                      </p:cBhvr>
                                    </p:animEffect>
                                  </p:childTnLst>
                                </p:cTn>
                              </p:par>
                            </p:childTnLst>
                          </p:cTn>
                        </p:par>
                      </p:childTnLst>
                    </p:cTn>
                  </p:par>
                  <p:par>
                    <p:cTn id="55" fill="hold">
                      <p:stCondLst>
                        <p:cond delay="indefinite"/>
                      </p:stCondLst>
                      <p:childTnLst>
                        <p:par>
                          <p:cTn id="56" fill="hold">
                            <p:stCondLst>
                              <p:cond delay="0"/>
                            </p:stCondLst>
                            <p:childTnLst>
                              <p:par>
                                <p:cTn id="57" presetID="23" presetClass="entr" presetSubtype="288" fill="hold" grpId="0" nodeType="clickEffect">
                                  <p:stCondLst>
                                    <p:cond delay="0"/>
                                  </p:stCondLst>
                                  <p:childTnLst>
                                    <p:set>
                                      <p:cBhvr>
                                        <p:cTn id="58" dur="1" fill="hold">
                                          <p:stCondLst>
                                            <p:cond delay="0"/>
                                          </p:stCondLst>
                                        </p:cTn>
                                        <p:tgtEl>
                                          <p:spTgt spid="32775"/>
                                        </p:tgtEl>
                                        <p:attrNameLst>
                                          <p:attrName>style.visibility</p:attrName>
                                        </p:attrNameLst>
                                      </p:cBhvr>
                                      <p:to>
                                        <p:strVal val="visible"/>
                                      </p:to>
                                    </p:set>
                                    <p:anim calcmode="lin" valueType="num">
                                      <p:cBhvr>
                                        <p:cTn id="59" dur="500" fill="hold"/>
                                        <p:tgtEl>
                                          <p:spTgt spid="32775"/>
                                        </p:tgtEl>
                                        <p:attrNameLst>
                                          <p:attrName>ppt_w</p:attrName>
                                        </p:attrNameLst>
                                      </p:cBhvr>
                                      <p:tavLst>
                                        <p:tav tm="0">
                                          <p:val>
                                            <p:strVal val="4/3*#ppt_w"/>
                                          </p:val>
                                        </p:tav>
                                        <p:tav tm="100000">
                                          <p:val>
                                            <p:strVal val="#ppt_w"/>
                                          </p:val>
                                        </p:tav>
                                      </p:tavLst>
                                    </p:anim>
                                    <p:anim calcmode="lin" valueType="num">
                                      <p:cBhvr>
                                        <p:cTn id="60" dur="500" fill="hold"/>
                                        <p:tgtEl>
                                          <p:spTgt spid="32775"/>
                                        </p:tgtEl>
                                        <p:attrNameLst>
                                          <p:attrName>ppt_h</p:attrName>
                                        </p:attrNameLst>
                                      </p:cBhvr>
                                      <p:tavLst>
                                        <p:tav tm="0">
                                          <p:val>
                                            <p:strVal val="4/3*#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32839"/>
                                        </p:tgtEl>
                                        <p:attrNameLst>
                                          <p:attrName>style.visibility</p:attrName>
                                        </p:attrNameLst>
                                      </p:cBhvr>
                                      <p:to>
                                        <p:strVal val="visible"/>
                                      </p:to>
                                    </p:set>
                                    <p:animEffect transition="in" filter="wipe(down)">
                                      <p:cBhvr>
                                        <p:cTn id="65" dur="500"/>
                                        <p:tgtEl>
                                          <p:spTgt spid="32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772" grpId="0" bldLvl="0" animBg="1"/>
      <p:bldP spid="32773" grpId="0" bldLvl="0" animBg="1"/>
      <p:bldP spid="32774" grpId="0" build="p"/>
      <p:bldP spid="32775" grpId="0" bldLvl="0" animBg="1"/>
      <p:bldP spid="32838" grpId="0" bldLvl="0" animBg="1"/>
      <p:bldP spid="32839"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pSp>
        <p:nvGrpSpPr>
          <p:cNvPr id="34901" name="Group 85"/>
          <p:cNvGrpSpPr/>
          <p:nvPr/>
        </p:nvGrpSpPr>
        <p:grpSpPr>
          <a:xfrm>
            <a:off x="1271270" y="178435"/>
            <a:ext cx="2209800" cy="1433513"/>
            <a:chOff x="448" y="386"/>
            <a:chExt cx="1392" cy="903"/>
          </a:xfrm>
        </p:grpSpPr>
        <p:grpSp>
          <p:nvGrpSpPr>
            <p:cNvPr id="21506" name="Group 17"/>
            <p:cNvGrpSpPr/>
            <p:nvPr/>
          </p:nvGrpSpPr>
          <p:grpSpPr>
            <a:xfrm flipH="1">
              <a:off x="1120" y="563"/>
              <a:ext cx="456" cy="60"/>
              <a:chOff x="1692" y="1980"/>
              <a:chExt cx="456" cy="60"/>
            </a:xfrm>
          </p:grpSpPr>
          <p:sp>
            <p:nvSpPr>
              <p:cNvPr id="21507" name="Oval 18"/>
              <p:cNvSpPr/>
              <p:nvPr/>
            </p:nvSpPr>
            <p:spPr>
              <a:xfrm>
                <a:off x="1692" y="1980"/>
                <a:ext cx="60" cy="60"/>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1508" name="Line 19"/>
              <p:cNvSpPr/>
              <p:nvPr/>
            </p:nvSpPr>
            <p:spPr>
              <a:xfrm>
                <a:off x="1740" y="2004"/>
                <a:ext cx="408" cy="0"/>
              </a:xfrm>
              <a:prstGeom prst="line">
                <a:avLst/>
              </a:prstGeom>
              <a:ln w="38100" cap="flat" cmpd="sng">
                <a:solidFill>
                  <a:schemeClr val="bg1"/>
                </a:solidFill>
                <a:prstDash val="solid"/>
                <a:round/>
                <a:headEnd type="none" w="med" len="med"/>
                <a:tailEnd type="none" w="med" len="med"/>
              </a:ln>
            </p:spPr>
          </p:sp>
        </p:grpSp>
        <p:grpSp>
          <p:nvGrpSpPr>
            <p:cNvPr id="21509" name="Group 20"/>
            <p:cNvGrpSpPr/>
            <p:nvPr/>
          </p:nvGrpSpPr>
          <p:grpSpPr>
            <a:xfrm flipH="1">
              <a:off x="1120" y="1067"/>
              <a:ext cx="456" cy="60"/>
              <a:chOff x="1692" y="1980"/>
              <a:chExt cx="456" cy="60"/>
            </a:xfrm>
          </p:grpSpPr>
          <p:sp>
            <p:nvSpPr>
              <p:cNvPr id="21510" name="Oval 21"/>
              <p:cNvSpPr/>
              <p:nvPr/>
            </p:nvSpPr>
            <p:spPr>
              <a:xfrm>
                <a:off x="1692" y="1980"/>
                <a:ext cx="60" cy="60"/>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1511" name="Line 22"/>
              <p:cNvSpPr/>
              <p:nvPr/>
            </p:nvSpPr>
            <p:spPr>
              <a:xfrm>
                <a:off x="1740" y="2004"/>
                <a:ext cx="408" cy="0"/>
              </a:xfrm>
              <a:prstGeom prst="line">
                <a:avLst/>
              </a:prstGeom>
              <a:ln w="38100" cap="flat" cmpd="sng">
                <a:solidFill>
                  <a:schemeClr val="bg1"/>
                </a:solidFill>
                <a:prstDash val="solid"/>
                <a:round/>
                <a:headEnd type="none" w="med" len="med"/>
                <a:tailEnd type="none" w="med" len="med"/>
              </a:ln>
            </p:spPr>
          </p:sp>
        </p:grpSp>
        <p:sp>
          <p:nvSpPr>
            <p:cNvPr id="34839" name="Text Box 23"/>
            <p:cNvSpPr txBox="1">
              <a:spLocks noChangeArrowheads="1"/>
            </p:cNvSpPr>
            <p:nvPr/>
          </p:nvSpPr>
          <p:spPr bwMode="auto">
            <a:xfrm>
              <a:off x="1600" y="434"/>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R="0" algn="ctr" defTabSz="914400">
                <a:spcBef>
                  <a:spcPct val="50000"/>
                </a:spcBef>
                <a:buClrTx/>
                <a:buSzTx/>
                <a:buFontTx/>
                <a:buNone/>
                <a:defRPr/>
              </a:pPr>
              <a:r>
                <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4840" name="Text Box 24"/>
            <p:cNvSpPr txBox="1">
              <a:spLocks noChangeArrowheads="1"/>
            </p:cNvSpPr>
            <p:nvPr/>
          </p:nvSpPr>
          <p:spPr bwMode="auto">
            <a:xfrm>
              <a:off x="1599" y="962"/>
              <a:ext cx="24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R="0" algn="ctr" defTabSz="914400">
                <a:spcBef>
                  <a:spcPct val="50000"/>
                </a:spcBef>
                <a:buClrTx/>
                <a:buSzTx/>
                <a:buFontTx/>
                <a:buNone/>
                <a:defRPr/>
              </a:pPr>
              <a:r>
                <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b</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4841" name="Text Box 25"/>
            <p:cNvSpPr txBox="1">
              <a:spLocks noChangeArrowheads="1"/>
            </p:cNvSpPr>
            <p:nvPr/>
          </p:nvSpPr>
          <p:spPr bwMode="auto">
            <a:xfrm>
              <a:off x="448" y="386"/>
              <a:ext cx="672" cy="889"/>
            </a:xfrm>
            <a:prstGeom prst="rect">
              <a:avLst/>
            </a:prstGeom>
            <a:noFill/>
            <a:ln w="38100">
              <a:solidFill>
                <a:schemeClr val="bg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R="0" algn="ctr" defTabSz="914400" eaLnBrk="0" hangingPunct="0">
                <a:buClrTx/>
                <a:buSzTx/>
                <a:buFontTx/>
                <a:buNone/>
                <a:defRPr/>
              </a:pPr>
              <a:r>
                <a:rPr kumimoji="1" lang="zh-CN" altLang="en-US"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无源二端网络</a:t>
              </a:r>
              <a:endParaRPr kumimoji="1" lang="zh-CN" altLang="en-US"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grpSp>
      <p:sp>
        <p:nvSpPr>
          <p:cNvPr id="34842" name="AutoShape 26"/>
          <p:cNvSpPr/>
          <p:nvPr/>
        </p:nvSpPr>
        <p:spPr>
          <a:xfrm flipH="1">
            <a:off x="4826000" y="3279775"/>
            <a:ext cx="304800" cy="2209800"/>
          </a:xfrm>
          <a:prstGeom prst="leftBrace">
            <a:avLst>
              <a:gd name="adj1" fmla="val 60282"/>
              <a:gd name="adj2" fmla="val 50000"/>
            </a:avLst>
          </a:prstGeom>
          <a:noFill/>
          <a:ln w="38100" cap="flat" cmpd="sng">
            <a:solidFill>
              <a:schemeClr val="accent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4860" name="Text Box 44" descr="40%"/>
          <p:cNvSpPr txBox="1">
            <a:spLocks noChangeArrowheads="1"/>
          </p:cNvSpPr>
          <p:nvPr/>
        </p:nvSpPr>
        <p:spPr bwMode="auto">
          <a:xfrm>
            <a:off x="5664200" y="2822575"/>
            <a:ext cx="3014663" cy="974725"/>
          </a:xfrm>
          <a:prstGeom prst="rect">
            <a:avLst/>
          </a:prstGeom>
          <a:pattFill prst="pct40">
            <a:fgClr>
              <a:srgbClr val="FFCCCC"/>
            </a:fgClr>
            <a:bgClr>
              <a:srgbClr val="FFFFFF"/>
            </a:bgClr>
          </a:pattFill>
          <a:ln w="28575">
            <a:solidFill>
              <a:srgbClr val="FF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R="0" defTabSz="914400">
              <a:buClrTx/>
              <a:buSzTx/>
              <a:buFontTx/>
              <a:buNone/>
              <a:defRPr/>
            </a:pPr>
            <a:r>
              <a:rPr kumimoji="1" lang="en-US" altLang="zh-CN" kern="1200" cap="none" spc="0" normalizeH="0" baseline="0" noProof="0" smtClean="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1" lang="zh-CN" altLang="en-US" kern="1200" cap="none" spc="0" normalizeH="0" baseline="0" noProof="0" smtClean="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电压源</a:t>
            </a:r>
            <a:endParaRPr kumimoji="1" lang="zh-CN" altLang="en-US" kern="1200" cap="none" spc="0" normalizeH="0" baseline="0" noProof="0" smtClean="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R="0" defTabSz="914400">
              <a:buClrTx/>
              <a:buSzTx/>
              <a:buFontTx/>
              <a:buNone/>
              <a:defRPr/>
            </a:pPr>
            <a:r>
              <a:rPr kumimoji="1" lang="zh-CN" altLang="en-US" kern="1200" cap="none" spc="0" normalizeH="0" baseline="0" noProof="0" smtClean="0">
                <a:solidFill>
                  <a:srgbClr val="0000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（戴维宁定理）</a:t>
            </a:r>
            <a:endParaRPr kumimoji="1" lang="zh-CN" altLang="en-US" b="0" kern="1200" cap="none" spc="0" normalizeH="0" baseline="0" noProof="0" smtClean="0">
              <a:solidFill>
                <a:srgbClr val="0000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4861" name="AutoShape 45"/>
          <p:cNvSpPr>
            <a:spLocks noChangeArrowheads="1"/>
          </p:cNvSpPr>
          <p:nvPr/>
        </p:nvSpPr>
        <p:spPr bwMode="auto">
          <a:xfrm>
            <a:off x="5130800" y="5543550"/>
            <a:ext cx="533400" cy="400050"/>
          </a:xfrm>
          <a:prstGeom prst="notchedRightArrow">
            <a:avLst>
              <a:gd name="adj1" fmla="val 50000"/>
              <a:gd name="adj2" fmla="val 33333"/>
            </a:avLst>
          </a:prstGeom>
          <a:gradFill rotWithShape="0">
            <a:gsLst>
              <a:gs pos="0">
                <a:srgbClr val="FFFF00"/>
              </a:gs>
              <a:gs pos="100000">
                <a:srgbClr val="FF3300"/>
              </a:gs>
            </a:gsLst>
            <a:lin ang="0" scaled="1"/>
          </a:gradFill>
          <a:ln w="38100">
            <a:solidFill>
              <a:srgbClr val="FF33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sz="2800" b="1" i="0" u="none" strike="noStrike" kern="1200" cap="none" spc="0" normalizeH="0" baseline="0" noProof="0" smtClean="0">
              <a:ln>
                <a:noFill/>
              </a:ln>
              <a:solidFill>
                <a:srgbClr val="FFFF03"/>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4862" name="Rectangle 46" descr="40%"/>
          <p:cNvSpPr>
            <a:spLocks noChangeArrowheads="1"/>
          </p:cNvSpPr>
          <p:nvPr/>
        </p:nvSpPr>
        <p:spPr bwMode="auto">
          <a:xfrm>
            <a:off x="5816600" y="5232400"/>
            <a:ext cx="2365375" cy="984250"/>
          </a:xfrm>
          <a:prstGeom prst="rect">
            <a:avLst/>
          </a:prstGeom>
          <a:pattFill prst="pct40">
            <a:fgClr>
              <a:srgbClr val="00FF00"/>
            </a:fgClr>
            <a:bgClr>
              <a:srgbClr val="FFFFFF"/>
            </a:bgClr>
          </a:pattFill>
          <a:ln w="38100">
            <a:solidFill>
              <a:srgbClr val="FF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smtClean="0">
                <a:ln>
                  <a:noFill/>
                </a:ln>
                <a:solidFill>
                  <a:srgbClr val="FF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电流源</a:t>
            </a:r>
            <a:endParaRPr kumimoji="1" lang="zh-CN" altLang="en-US" sz="2800" b="1" i="0" u="none" strike="noStrike" kern="1200" cap="none" spc="0" normalizeH="0" baseline="0" noProof="0" smtClean="0">
              <a:ln>
                <a:noFill/>
              </a:ln>
              <a:solidFill>
                <a:srgbClr val="FF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（诺顿定理）</a:t>
            </a:r>
            <a:endParaRPr kumimoji="1" lang="zh-CN" altLang="en-US" sz="2800" b="1" i="0" u="none" strike="noStrike" kern="1200" cap="none" spc="0" normalizeH="0" baseline="0" noProof="0" smtClean="0">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grpSp>
        <p:nvGrpSpPr>
          <p:cNvPr id="34904" name="Group 88"/>
          <p:cNvGrpSpPr/>
          <p:nvPr/>
        </p:nvGrpSpPr>
        <p:grpSpPr>
          <a:xfrm>
            <a:off x="406400" y="3660775"/>
            <a:ext cx="2209800" cy="1433513"/>
            <a:chOff x="256" y="2306"/>
            <a:chExt cx="1392" cy="903"/>
          </a:xfrm>
        </p:grpSpPr>
        <p:grpSp>
          <p:nvGrpSpPr>
            <p:cNvPr id="21520" name="Group 48"/>
            <p:cNvGrpSpPr/>
            <p:nvPr/>
          </p:nvGrpSpPr>
          <p:grpSpPr>
            <a:xfrm flipH="1">
              <a:off x="928" y="2483"/>
              <a:ext cx="456" cy="60"/>
              <a:chOff x="1692" y="1980"/>
              <a:chExt cx="456" cy="60"/>
            </a:xfrm>
          </p:grpSpPr>
          <p:sp>
            <p:nvSpPr>
              <p:cNvPr id="21521" name="Oval 49"/>
              <p:cNvSpPr/>
              <p:nvPr/>
            </p:nvSpPr>
            <p:spPr>
              <a:xfrm>
                <a:off x="1692" y="1980"/>
                <a:ext cx="60" cy="60"/>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1522" name="Line 50"/>
              <p:cNvSpPr/>
              <p:nvPr/>
            </p:nvSpPr>
            <p:spPr>
              <a:xfrm>
                <a:off x="1740" y="2004"/>
                <a:ext cx="408" cy="0"/>
              </a:xfrm>
              <a:prstGeom prst="line">
                <a:avLst/>
              </a:prstGeom>
              <a:ln w="38100" cap="flat" cmpd="sng">
                <a:solidFill>
                  <a:schemeClr val="bg1"/>
                </a:solidFill>
                <a:prstDash val="solid"/>
                <a:round/>
                <a:headEnd type="none" w="med" len="med"/>
                <a:tailEnd type="none" w="med" len="med"/>
              </a:ln>
            </p:spPr>
          </p:sp>
        </p:grpSp>
        <p:grpSp>
          <p:nvGrpSpPr>
            <p:cNvPr id="21523" name="Group 51"/>
            <p:cNvGrpSpPr/>
            <p:nvPr/>
          </p:nvGrpSpPr>
          <p:grpSpPr>
            <a:xfrm flipH="1">
              <a:off x="928" y="2987"/>
              <a:ext cx="456" cy="60"/>
              <a:chOff x="1692" y="1980"/>
              <a:chExt cx="456" cy="60"/>
            </a:xfrm>
          </p:grpSpPr>
          <p:sp>
            <p:nvSpPr>
              <p:cNvPr id="21524" name="Oval 52"/>
              <p:cNvSpPr/>
              <p:nvPr/>
            </p:nvSpPr>
            <p:spPr>
              <a:xfrm>
                <a:off x="1692" y="1980"/>
                <a:ext cx="60" cy="60"/>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1525" name="Line 53"/>
              <p:cNvSpPr/>
              <p:nvPr/>
            </p:nvSpPr>
            <p:spPr>
              <a:xfrm>
                <a:off x="1740" y="2004"/>
                <a:ext cx="408" cy="0"/>
              </a:xfrm>
              <a:prstGeom prst="line">
                <a:avLst/>
              </a:prstGeom>
              <a:ln w="38100" cap="flat" cmpd="sng">
                <a:solidFill>
                  <a:schemeClr val="bg1"/>
                </a:solidFill>
                <a:prstDash val="solid"/>
                <a:round/>
                <a:headEnd type="none" w="med" len="med"/>
                <a:tailEnd type="none" w="med" len="med"/>
              </a:ln>
            </p:spPr>
          </p:sp>
        </p:grpSp>
        <p:sp>
          <p:nvSpPr>
            <p:cNvPr id="34870" name="Text Box 54"/>
            <p:cNvSpPr txBox="1">
              <a:spLocks noChangeArrowheads="1"/>
            </p:cNvSpPr>
            <p:nvPr/>
          </p:nvSpPr>
          <p:spPr bwMode="auto">
            <a:xfrm>
              <a:off x="1408" y="2354"/>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R="0" algn="ctr" defTabSz="914400">
                <a:spcBef>
                  <a:spcPct val="50000"/>
                </a:spcBef>
                <a:buClrTx/>
                <a:buSzTx/>
                <a:buFontTx/>
                <a:buNone/>
                <a:defRPr/>
              </a:pPr>
              <a:r>
                <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4871" name="Text Box 55"/>
            <p:cNvSpPr txBox="1">
              <a:spLocks noChangeArrowheads="1"/>
            </p:cNvSpPr>
            <p:nvPr/>
          </p:nvSpPr>
          <p:spPr bwMode="auto">
            <a:xfrm>
              <a:off x="1407" y="2882"/>
              <a:ext cx="24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R="0" algn="ctr" defTabSz="914400">
                <a:spcBef>
                  <a:spcPct val="50000"/>
                </a:spcBef>
                <a:buClrTx/>
                <a:buSzTx/>
                <a:buFontTx/>
                <a:buNone/>
                <a:defRPr/>
              </a:pPr>
              <a:r>
                <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b</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4872" name="Text Box 56"/>
            <p:cNvSpPr txBox="1">
              <a:spLocks noChangeArrowheads="1"/>
            </p:cNvSpPr>
            <p:nvPr/>
          </p:nvSpPr>
          <p:spPr bwMode="auto">
            <a:xfrm>
              <a:off x="256" y="2306"/>
              <a:ext cx="672" cy="889"/>
            </a:xfrm>
            <a:prstGeom prst="rect">
              <a:avLst/>
            </a:prstGeom>
            <a:noFill/>
            <a:ln w="38100">
              <a:solidFill>
                <a:schemeClr val="bg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R="0" algn="ctr" defTabSz="914400" eaLnBrk="0" hangingPunct="0">
                <a:buClrTx/>
                <a:buSzTx/>
                <a:buFontTx/>
                <a:buNone/>
                <a:defRPr/>
              </a:pPr>
              <a:r>
                <a:rPr kumimoji="1" lang="zh-CN" altLang="en-US"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有源二端网络</a:t>
              </a:r>
              <a:endParaRPr kumimoji="1" lang="zh-CN" altLang="en-US"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grpSp>
      <p:sp>
        <p:nvSpPr>
          <p:cNvPr id="34873" name="AutoShape 57"/>
          <p:cNvSpPr>
            <a:spLocks noChangeArrowheads="1"/>
          </p:cNvSpPr>
          <p:nvPr/>
        </p:nvSpPr>
        <p:spPr bwMode="auto">
          <a:xfrm>
            <a:off x="2387600" y="4194175"/>
            <a:ext cx="533400" cy="400050"/>
          </a:xfrm>
          <a:prstGeom prst="notchedRightArrow">
            <a:avLst>
              <a:gd name="adj1" fmla="val 50000"/>
              <a:gd name="adj2" fmla="val 33333"/>
            </a:avLst>
          </a:prstGeom>
          <a:gradFill rotWithShape="0">
            <a:gsLst>
              <a:gs pos="0">
                <a:srgbClr val="FFFF00"/>
              </a:gs>
              <a:gs pos="100000">
                <a:srgbClr val="FF3300"/>
              </a:gs>
            </a:gsLst>
            <a:lin ang="0" scaled="1"/>
          </a:gradFill>
          <a:ln w="38100">
            <a:solidFill>
              <a:srgbClr val="FF33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sz="2800" b="1" i="0" u="none" strike="noStrike" kern="1200" cap="none" spc="0" normalizeH="0" baseline="0" noProof="0" smtClean="0">
              <a:ln>
                <a:noFill/>
              </a:ln>
              <a:solidFill>
                <a:srgbClr val="FFFF03"/>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4874" name="AutoShape 58"/>
          <p:cNvSpPr>
            <a:spLocks noChangeArrowheads="1"/>
          </p:cNvSpPr>
          <p:nvPr/>
        </p:nvSpPr>
        <p:spPr bwMode="auto">
          <a:xfrm>
            <a:off x="5054600" y="3051175"/>
            <a:ext cx="533400" cy="400050"/>
          </a:xfrm>
          <a:prstGeom prst="notchedRightArrow">
            <a:avLst>
              <a:gd name="adj1" fmla="val 50000"/>
              <a:gd name="adj2" fmla="val 33333"/>
            </a:avLst>
          </a:prstGeom>
          <a:gradFill rotWithShape="0">
            <a:gsLst>
              <a:gs pos="0">
                <a:srgbClr val="FFFF00"/>
              </a:gs>
              <a:gs pos="100000">
                <a:srgbClr val="FF3300"/>
              </a:gs>
            </a:gsLst>
            <a:lin ang="0" scaled="1"/>
          </a:gradFill>
          <a:ln w="38100">
            <a:solidFill>
              <a:srgbClr val="FF33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sz="2800" b="1" i="0" u="none" strike="noStrike" kern="1200" cap="none" spc="0" normalizeH="0" baseline="0" noProof="0" smtClean="0">
              <a:ln>
                <a:noFill/>
              </a:ln>
              <a:solidFill>
                <a:srgbClr val="FFFF03"/>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4875" name="AutoShape 59"/>
          <p:cNvSpPr>
            <a:spLocks noChangeArrowheads="1"/>
          </p:cNvSpPr>
          <p:nvPr/>
        </p:nvSpPr>
        <p:spPr bwMode="auto">
          <a:xfrm>
            <a:off x="3492500" y="701358"/>
            <a:ext cx="533400" cy="400050"/>
          </a:xfrm>
          <a:prstGeom prst="notchedRightArrow">
            <a:avLst>
              <a:gd name="adj1" fmla="val 50000"/>
              <a:gd name="adj2" fmla="val 33333"/>
            </a:avLst>
          </a:prstGeom>
          <a:gradFill rotWithShape="0">
            <a:gsLst>
              <a:gs pos="0">
                <a:srgbClr val="FFFF00"/>
              </a:gs>
              <a:gs pos="100000">
                <a:srgbClr val="FF3300"/>
              </a:gs>
            </a:gsLst>
            <a:lin ang="0" scaled="1"/>
          </a:gradFill>
          <a:ln w="38100">
            <a:solidFill>
              <a:srgbClr val="FF33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sz="2800" b="1" i="0" u="none" strike="noStrike" kern="1200" cap="none" spc="0" normalizeH="0" baseline="0" noProof="0" smtClean="0">
              <a:ln>
                <a:noFill/>
              </a:ln>
              <a:solidFill>
                <a:srgbClr val="FFFF03"/>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4898" name="Text Box 82"/>
          <p:cNvSpPr txBox="1">
            <a:spLocks noChangeArrowheads="1"/>
          </p:cNvSpPr>
          <p:nvPr/>
        </p:nvSpPr>
        <p:spPr bwMode="auto">
          <a:xfrm>
            <a:off x="5683250" y="384810"/>
            <a:ext cx="3014663" cy="974725"/>
          </a:xfrm>
          <a:prstGeom prst="rect">
            <a:avLst/>
          </a:prstGeom>
          <a:solidFill>
            <a:srgbClr val="F3F4C4"/>
          </a:solidFill>
          <a:ln w="28575">
            <a:solidFill>
              <a:srgbClr val="FF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R="0" algn="ctr" defTabSz="914400">
              <a:buClrTx/>
              <a:buSzTx/>
              <a:buFontTx/>
              <a:buNone/>
              <a:defRPr/>
            </a:pPr>
            <a:r>
              <a:rPr kumimoji="1" lang="zh-CN" altLang="en-US" kern="1200" cap="none" spc="0" normalizeH="0" baseline="0" noProof="0" smtClean="0">
                <a:solidFill>
                  <a:srgbClr val="000099"/>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无源二端网络可化简为一个电阻</a:t>
            </a:r>
            <a:endParaRPr kumimoji="1" lang="zh-CN" altLang="en-US" kern="1200" cap="none" spc="0" normalizeH="0" baseline="0" noProof="0" smtClean="0">
              <a:solidFill>
                <a:srgbClr val="000099"/>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4899" name="Text Box 83"/>
          <p:cNvSpPr txBox="1">
            <a:spLocks noChangeArrowheads="1"/>
          </p:cNvSpPr>
          <p:nvPr/>
        </p:nvSpPr>
        <p:spPr bwMode="auto">
          <a:xfrm>
            <a:off x="5697538" y="4041775"/>
            <a:ext cx="3014663" cy="974725"/>
          </a:xfrm>
          <a:prstGeom prst="rect">
            <a:avLst/>
          </a:prstGeom>
          <a:solidFill>
            <a:srgbClr val="F3F4C4"/>
          </a:solidFill>
          <a:ln w="28575">
            <a:solidFill>
              <a:srgbClr val="FF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R="0" algn="ctr" defTabSz="914400">
              <a:buClrTx/>
              <a:buSzTx/>
              <a:buFontTx/>
              <a:buNone/>
              <a:defRPr/>
            </a:pPr>
            <a:r>
              <a:rPr kumimoji="1" lang="zh-CN" altLang="en-US" kern="1200" cap="none" spc="0" normalizeH="0" baseline="0" noProof="0" smtClean="0">
                <a:solidFill>
                  <a:srgbClr val="000099"/>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有源二端网络可化简为一个电源</a:t>
            </a:r>
            <a:endParaRPr kumimoji="1" lang="zh-CN" altLang="en-US" kern="1200" cap="none" spc="0" normalizeH="0" baseline="0" noProof="0" smtClean="0">
              <a:solidFill>
                <a:srgbClr val="000099"/>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34903" name="Group 87"/>
          <p:cNvGrpSpPr/>
          <p:nvPr/>
        </p:nvGrpSpPr>
        <p:grpSpPr>
          <a:xfrm>
            <a:off x="4234815" y="-15875"/>
            <a:ext cx="1284288" cy="1890713"/>
            <a:chOff x="2358" y="242"/>
            <a:chExt cx="809" cy="1191"/>
          </a:xfrm>
        </p:grpSpPr>
        <p:sp>
          <p:nvSpPr>
            <p:cNvPr id="34821" name="Text Box 5"/>
            <p:cNvSpPr txBox="1">
              <a:spLocks noChangeArrowheads="1"/>
            </p:cNvSpPr>
            <p:nvPr/>
          </p:nvSpPr>
          <p:spPr bwMode="auto">
            <a:xfrm>
              <a:off x="2926" y="24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R="0" algn="ctr" defTabSz="914400">
                <a:spcBef>
                  <a:spcPct val="50000"/>
                </a:spcBef>
                <a:buClrTx/>
                <a:buSzTx/>
                <a:buFontTx/>
                <a:buNone/>
                <a:defRPr/>
              </a:pPr>
              <a:r>
                <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4830" name="Text Box 14"/>
            <p:cNvSpPr txBox="1">
              <a:spLocks noChangeArrowheads="1"/>
            </p:cNvSpPr>
            <p:nvPr/>
          </p:nvSpPr>
          <p:spPr bwMode="auto">
            <a:xfrm>
              <a:off x="2926" y="1106"/>
              <a:ext cx="24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R="0" algn="ctr" defTabSz="914400">
                <a:spcBef>
                  <a:spcPct val="50000"/>
                </a:spcBef>
                <a:buClrTx/>
                <a:buSzTx/>
                <a:buFontTx/>
                <a:buNone/>
                <a:defRPr/>
              </a:pPr>
              <a:r>
                <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b</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4831" name="Text Box 15"/>
            <p:cNvSpPr txBox="1">
              <a:spLocks noChangeArrowheads="1"/>
            </p:cNvSpPr>
            <p:nvPr/>
          </p:nvSpPr>
          <p:spPr bwMode="auto">
            <a:xfrm>
              <a:off x="2500" y="683"/>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R="0" algn="ctr" defTabSz="914400">
                <a:spcBef>
                  <a:spcPct val="50000"/>
                </a:spcBef>
                <a:buClrTx/>
                <a:buSzTx/>
                <a:buFontTx/>
                <a:buNone/>
                <a:defRPr/>
              </a:pPr>
              <a:r>
                <a:rPr kumimoji="1" lang="en-US" altLang="zh-CN" i="1"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R</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grpSp>
          <p:nvGrpSpPr>
            <p:cNvPr id="21538" name="Group 86"/>
            <p:cNvGrpSpPr/>
            <p:nvPr/>
          </p:nvGrpSpPr>
          <p:grpSpPr>
            <a:xfrm>
              <a:off x="2358" y="386"/>
              <a:ext cx="514" cy="912"/>
              <a:chOff x="2358" y="386"/>
              <a:chExt cx="514" cy="912"/>
            </a:xfrm>
          </p:grpSpPr>
          <p:sp>
            <p:nvSpPr>
              <p:cNvPr id="21539" name="Line 8"/>
              <p:cNvSpPr/>
              <p:nvPr/>
            </p:nvSpPr>
            <p:spPr>
              <a:xfrm flipH="1">
                <a:off x="2416" y="938"/>
                <a:ext cx="0" cy="336"/>
              </a:xfrm>
              <a:prstGeom prst="line">
                <a:avLst/>
              </a:prstGeom>
              <a:ln w="38100" cap="flat" cmpd="sng">
                <a:solidFill>
                  <a:schemeClr val="bg1"/>
                </a:solidFill>
                <a:prstDash val="solid"/>
                <a:round/>
                <a:headEnd type="none" w="med" len="med"/>
                <a:tailEnd type="none" w="med" len="med"/>
              </a:ln>
            </p:spPr>
          </p:sp>
          <p:sp>
            <p:nvSpPr>
              <p:cNvPr id="21540" name="Line 9"/>
              <p:cNvSpPr/>
              <p:nvPr/>
            </p:nvSpPr>
            <p:spPr>
              <a:xfrm flipH="1" flipV="1">
                <a:off x="2416" y="410"/>
                <a:ext cx="0" cy="336"/>
              </a:xfrm>
              <a:prstGeom prst="line">
                <a:avLst/>
              </a:prstGeom>
              <a:ln w="38100" cap="flat" cmpd="sng">
                <a:solidFill>
                  <a:schemeClr val="bg1"/>
                </a:solidFill>
                <a:prstDash val="solid"/>
                <a:round/>
                <a:headEnd type="none" w="med" len="med"/>
                <a:tailEnd type="none" w="med" len="med"/>
              </a:ln>
            </p:spPr>
          </p:sp>
          <p:sp>
            <p:nvSpPr>
              <p:cNvPr id="21541" name="Oval 10"/>
              <p:cNvSpPr/>
              <p:nvPr/>
            </p:nvSpPr>
            <p:spPr>
              <a:xfrm flipH="1">
                <a:off x="2812" y="1238"/>
                <a:ext cx="60" cy="60"/>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1542" name="Line 11"/>
              <p:cNvSpPr/>
              <p:nvPr/>
            </p:nvSpPr>
            <p:spPr>
              <a:xfrm flipH="1">
                <a:off x="2416" y="1262"/>
                <a:ext cx="408" cy="0"/>
              </a:xfrm>
              <a:prstGeom prst="line">
                <a:avLst/>
              </a:prstGeom>
              <a:ln w="38100" cap="flat" cmpd="sng">
                <a:solidFill>
                  <a:schemeClr val="bg1"/>
                </a:solidFill>
                <a:prstDash val="solid"/>
                <a:round/>
                <a:headEnd type="none" w="med" len="med"/>
                <a:tailEnd type="none" w="med" len="med"/>
              </a:ln>
            </p:spPr>
          </p:sp>
          <p:sp>
            <p:nvSpPr>
              <p:cNvPr id="21543" name="Oval 12"/>
              <p:cNvSpPr/>
              <p:nvPr/>
            </p:nvSpPr>
            <p:spPr>
              <a:xfrm flipH="1">
                <a:off x="2800" y="386"/>
                <a:ext cx="60" cy="60"/>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1544" name="Line 13"/>
              <p:cNvSpPr/>
              <p:nvPr/>
            </p:nvSpPr>
            <p:spPr>
              <a:xfrm flipH="1">
                <a:off x="2404" y="410"/>
                <a:ext cx="408" cy="0"/>
              </a:xfrm>
              <a:prstGeom prst="line">
                <a:avLst/>
              </a:prstGeom>
              <a:ln w="38100" cap="flat" cmpd="sng">
                <a:solidFill>
                  <a:schemeClr val="bg1"/>
                </a:solidFill>
                <a:prstDash val="solid"/>
                <a:round/>
                <a:headEnd type="none" w="med" len="med"/>
                <a:tailEnd type="none" w="med" len="med"/>
              </a:ln>
            </p:spPr>
          </p:sp>
          <p:sp>
            <p:nvSpPr>
              <p:cNvPr id="34823" name="Rectangle 7"/>
              <p:cNvSpPr>
                <a:spLocks noChangeArrowheads="1"/>
              </p:cNvSpPr>
              <p:nvPr/>
            </p:nvSpPr>
            <p:spPr bwMode="auto">
              <a:xfrm flipH="1">
                <a:off x="2358" y="616"/>
                <a:ext cx="106" cy="322"/>
              </a:xfrm>
              <a:prstGeom prst="rect">
                <a:avLst/>
              </a:prstGeom>
              <a:solidFill>
                <a:srgbClr val="0066FF"/>
              </a:solidFill>
              <a:ln w="38100">
                <a:solidFill>
                  <a:srgbClr val="FFFF03"/>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sz="2800" b="1" i="0" u="none" strike="noStrike" kern="1200" cap="none" spc="0" normalizeH="0" baseline="0" noProof="0" smtClean="0">
                  <a:ln>
                    <a:noFill/>
                  </a:ln>
                  <a:solidFill>
                    <a:srgbClr val="FFFF03"/>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grpSp>
      </p:grpSp>
      <p:grpSp>
        <p:nvGrpSpPr>
          <p:cNvPr id="34910" name="Group 94"/>
          <p:cNvGrpSpPr/>
          <p:nvPr/>
        </p:nvGrpSpPr>
        <p:grpSpPr>
          <a:xfrm>
            <a:off x="2746375" y="2212975"/>
            <a:ext cx="2043113" cy="2241550"/>
            <a:chOff x="1730" y="1394"/>
            <a:chExt cx="1287" cy="1412"/>
          </a:xfrm>
        </p:grpSpPr>
        <p:grpSp>
          <p:nvGrpSpPr>
            <p:cNvPr id="21547" name="Group 28"/>
            <p:cNvGrpSpPr/>
            <p:nvPr/>
          </p:nvGrpSpPr>
          <p:grpSpPr>
            <a:xfrm>
              <a:off x="1904" y="1519"/>
              <a:ext cx="840" cy="78"/>
              <a:chOff x="4422" y="2412"/>
              <a:chExt cx="666" cy="60"/>
            </a:xfrm>
          </p:grpSpPr>
          <p:sp>
            <p:nvSpPr>
              <p:cNvPr id="21548" name="Line 29"/>
              <p:cNvSpPr/>
              <p:nvPr/>
            </p:nvSpPr>
            <p:spPr>
              <a:xfrm rot="5400000" flipV="1">
                <a:off x="4734" y="2130"/>
                <a:ext cx="0" cy="624"/>
              </a:xfrm>
              <a:prstGeom prst="line">
                <a:avLst/>
              </a:prstGeom>
              <a:ln w="38100" cap="flat" cmpd="sng">
                <a:solidFill>
                  <a:schemeClr val="bg1"/>
                </a:solidFill>
                <a:prstDash val="solid"/>
                <a:round/>
                <a:headEnd type="none" w="med" len="med"/>
                <a:tailEnd type="none" w="med" len="med"/>
              </a:ln>
            </p:spPr>
          </p:sp>
          <p:sp>
            <p:nvSpPr>
              <p:cNvPr id="21549" name="Oval 30"/>
              <p:cNvSpPr/>
              <p:nvPr/>
            </p:nvSpPr>
            <p:spPr>
              <a:xfrm>
                <a:off x="5028" y="2412"/>
                <a:ext cx="60" cy="60"/>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sp>
          <p:nvSpPr>
            <p:cNvPr id="21550" name="Line 31"/>
            <p:cNvSpPr/>
            <p:nvPr/>
          </p:nvSpPr>
          <p:spPr>
            <a:xfrm>
              <a:off x="1730" y="1984"/>
              <a:ext cx="0" cy="0"/>
            </a:xfrm>
            <a:prstGeom prst="line">
              <a:avLst/>
            </a:prstGeom>
            <a:ln w="9525" cap="flat" cmpd="sng">
              <a:solidFill>
                <a:schemeClr val="bg1"/>
              </a:solidFill>
              <a:prstDash val="solid"/>
              <a:round/>
              <a:headEnd type="none" w="med" len="med"/>
              <a:tailEnd type="none" w="med" len="med"/>
            </a:ln>
          </p:spPr>
        </p:sp>
        <p:sp>
          <p:nvSpPr>
            <p:cNvPr id="21551" name="Oval 32"/>
            <p:cNvSpPr/>
            <p:nvPr/>
          </p:nvSpPr>
          <p:spPr>
            <a:xfrm>
              <a:off x="1790" y="1736"/>
              <a:ext cx="242" cy="248"/>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1552" name="Line 33"/>
            <p:cNvSpPr/>
            <p:nvPr/>
          </p:nvSpPr>
          <p:spPr>
            <a:xfrm>
              <a:off x="1911" y="1550"/>
              <a:ext cx="0" cy="620"/>
            </a:xfrm>
            <a:prstGeom prst="line">
              <a:avLst/>
            </a:prstGeom>
            <a:ln w="38100" cap="flat" cmpd="sng">
              <a:solidFill>
                <a:schemeClr val="bg1"/>
              </a:solidFill>
              <a:prstDash val="solid"/>
              <a:miter/>
              <a:headEnd type="none" w="med" len="med"/>
              <a:tailEnd type="none" w="med" len="med"/>
            </a:ln>
          </p:spPr>
        </p:sp>
        <p:sp>
          <p:nvSpPr>
            <p:cNvPr id="34850" name="Rectangle 34"/>
            <p:cNvSpPr>
              <a:spLocks noChangeArrowheads="1"/>
            </p:cNvSpPr>
            <p:nvPr/>
          </p:nvSpPr>
          <p:spPr bwMode="auto">
            <a:xfrm>
              <a:off x="1851" y="2170"/>
              <a:ext cx="121" cy="248"/>
            </a:xfrm>
            <a:prstGeom prst="rect">
              <a:avLst/>
            </a:prstGeom>
            <a:solidFill>
              <a:srgbClr val="0066FF"/>
            </a:solidFill>
            <a:ln w="38100">
              <a:solidFill>
                <a:srgbClr val="FFFF03"/>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sz="2800" b="1" i="0" u="none" strike="noStrike" kern="1200" cap="none" spc="0" normalizeH="0" baseline="0" noProof="0" smtClean="0">
                <a:ln>
                  <a:noFill/>
                </a:ln>
                <a:solidFill>
                  <a:srgbClr val="FFFF03"/>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21554" name="Line 35"/>
            <p:cNvSpPr/>
            <p:nvPr/>
          </p:nvSpPr>
          <p:spPr>
            <a:xfrm>
              <a:off x="1911" y="2418"/>
              <a:ext cx="0" cy="248"/>
            </a:xfrm>
            <a:prstGeom prst="line">
              <a:avLst/>
            </a:prstGeom>
            <a:ln w="38100" cap="flat" cmpd="sng">
              <a:solidFill>
                <a:schemeClr val="bg1"/>
              </a:solidFill>
              <a:prstDash val="solid"/>
              <a:round/>
              <a:headEnd type="none" w="med" len="med"/>
              <a:tailEnd type="none" w="med" len="med"/>
            </a:ln>
          </p:spPr>
        </p:sp>
        <p:sp>
          <p:nvSpPr>
            <p:cNvPr id="34852" name="Text Box 36"/>
            <p:cNvSpPr txBox="1">
              <a:spLocks noChangeArrowheads="1"/>
            </p:cNvSpPr>
            <p:nvPr/>
          </p:nvSpPr>
          <p:spPr bwMode="auto">
            <a:xfrm>
              <a:off x="1911" y="1492"/>
              <a:ext cx="242" cy="6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R="0" algn="ctr" defTabSz="914400">
                <a:spcBef>
                  <a:spcPct val="10000"/>
                </a:spcBef>
                <a:buClrTx/>
                <a:buSzTx/>
                <a:buFontTx/>
                <a:buNone/>
                <a:defRPr/>
              </a:pPr>
              <a:r>
                <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b="0"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a:p>
              <a:pPr marR="0" algn="ctr" defTabSz="914400">
                <a:spcBef>
                  <a:spcPct val="10000"/>
                </a:spcBef>
                <a:buClrTx/>
                <a:buSzTx/>
                <a:buFontTx/>
                <a:buNone/>
                <a:defRPr/>
              </a:pPr>
              <a:r>
                <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_</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grpSp>
          <p:nvGrpSpPr>
            <p:cNvPr id="21556" name="Group 37"/>
            <p:cNvGrpSpPr/>
            <p:nvPr/>
          </p:nvGrpSpPr>
          <p:grpSpPr>
            <a:xfrm>
              <a:off x="1904" y="2620"/>
              <a:ext cx="840" cy="77"/>
              <a:chOff x="4422" y="2412"/>
              <a:chExt cx="666" cy="60"/>
            </a:xfrm>
          </p:grpSpPr>
          <p:sp>
            <p:nvSpPr>
              <p:cNvPr id="21557" name="Line 38"/>
              <p:cNvSpPr/>
              <p:nvPr/>
            </p:nvSpPr>
            <p:spPr>
              <a:xfrm rot="5400000" flipV="1">
                <a:off x="4734" y="2130"/>
                <a:ext cx="0" cy="624"/>
              </a:xfrm>
              <a:prstGeom prst="line">
                <a:avLst/>
              </a:prstGeom>
              <a:ln w="38100" cap="flat" cmpd="sng">
                <a:solidFill>
                  <a:schemeClr val="bg1"/>
                </a:solidFill>
                <a:prstDash val="solid"/>
                <a:round/>
                <a:headEnd type="none" w="med" len="med"/>
                <a:tailEnd type="none" w="med" len="med"/>
              </a:ln>
            </p:spPr>
          </p:sp>
          <p:sp>
            <p:nvSpPr>
              <p:cNvPr id="21558" name="Oval 39"/>
              <p:cNvSpPr/>
              <p:nvPr/>
            </p:nvSpPr>
            <p:spPr>
              <a:xfrm>
                <a:off x="5028" y="2412"/>
                <a:ext cx="60" cy="60"/>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sp>
          <p:nvSpPr>
            <p:cNvPr id="34856" name="Text Box 40"/>
            <p:cNvSpPr txBox="1">
              <a:spLocks noChangeArrowheads="1"/>
            </p:cNvSpPr>
            <p:nvPr/>
          </p:nvSpPr>
          <p:spPr bwMode="auto">
            <a:xfrm>
              <a:off x="1887" y="1711"/>
              <a:ext cx="47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R="0" algn="ctr" defTabSz="914400">
                <a:spcBef>
                  <a:spcPct val="50000"/>
                </a:spcBef>
                <a:buClrTx/>
                <a:buSzTx/>
                <a:buFontTx/>
                <a:buNone/>
                <a:defRPr/>
              </a:pPr>
              <a:r>
                <a:rPr kumimoji="1" lang="en-US" altLang="zh-CN" i="1"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E</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4857" name="Text Box 41"/>
            <p:cNvSpPr txBox="1">
              <a:spLocks noChangeArrowheads="1"/>
            </p:cNvSpPr>
            <p:nvPr/>
          </p:nvSpPr>
          <p:spPr bwMode="auto">
            <a:xfrm>
              <a:off x="1909" y="2130"/>
              <a:ext cx="47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R="0" algn="ctr" defTabSz="914400">
                <a:spcBef>
                  <a:spcPct val="50000"/>
                </a:spcBef>
                <a:buClrTx/>
                <a:buSzTx/>
                <a:buFontTx/>
                <a:buNone/>
                <a:defRPr/>
              </a:pPr>
              <a:r>
                <a:rPr kumimoji="1" lang="en-US" altLang="zh-CN" i="1"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R</a:t>
              </a:r>
              <a:r>
                <a:rPr kumimoji="1" lang="en-US" altLang="zh-CN" kern="1200" cap="none" spc="0" normalizeH="0" baseline="-2500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0</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4858" name="Text Box 42"/>
            <p:cNvSpPr txBox="1">
              <a:spLocks noChangeArrowheads="1"/>
            </p:cNvSpPr>
            <p:nvPr/>
          </p:nvSpPr>
          <p:spPr bwMode="auto">
            <a:xfrm>
              <a:off x="2767" y="1394"/>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R="0" algn="ctr" defTabSz="914400">
                <a:spcBef>
                  <a:spcPct val="50000"/>
                </a:spcBef>
                <a:buClrTx/>
                <a:buSzTx/>
                <a:buFontTx/>
                <a:buNone/>
                <a:defRPr/>
              </a:pPr>
              <a:r>
                <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4859" name="Text Box 43"/>
            <p:cNvSpPr txBox="1">
              <a:spLocks noChangeArrowheads="1"/>
            </p:cNvSpPr>
            <p:nvPr/>
          </p:nvSpPr>
          <p:spPr bwMode="auto">
            <a:xfrm>
              <a:off x="2776" y="2479"/>
              <a:ext cx="24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R="0" algn="ctr" defTabSz="914400">
                <a:spcBef>
                  <a:spcPct val="50000"/>
                </a:spcBef>
                <a:buClrTx/>
                <a:buSzTx/>
                <a:buFontTx/>
                <a:buNone/>
                <a:defRPr/>
              </a:pPr>
              <a:r>
                <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b</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21563" name="Line 89"/>
            <p:cNvSpPr/>
            <p:nvPr/>
          </p:nvSpPr>
          <p:spPr>
            <a:xfrm>
              <a:off x="1906" y="1739"/>
              <a:ext cx="7" cy="239"/>
            </a:xfrm>
            <a:prstGeom prst="line">
              <a:avLst/>
            </a:prstGeom>
            <a:ln w="38100" cap="flat" cmpd="sng">
              <a:solidFill>
                <a:srgbClr val="FF3300"/>
              </a:solidFill>
              <a:prstDash val="solid"/>
              <a:round/>
              <a:headEnd type="none" w="med" len="med"/>
              <a:tailEnd type="none" w="med" len="med"/>
            </a:ln>
          </p:spPr>
        </p:sp>
      </p:grpSp>
      <p:grpSp>
        <p:nvGrpSpPr>
          <p:cNvPr id="34909" name="Group 93"/>
          <p:cNvGrpSpPr/>
          <p:nvPr/>
        </p:nvGrpSpPr>
        <p:grpSpPr>
          <a:xfrm>
            <a:off x="2792413" y="4270375"/>
            <a:ext cx="2185987" cy="2266950"/>
            <a:chOff x="1759" y="2690"/>
            <a:chExt cx="1377" cy="1428"/>
          </a:xfrm>
        </p:grpSpPr>
        <p:grpSp>
          <p:nvGrpSpPr>
            <p:cNvPr id="21565" name="Group 62"/>
            <p:cNvGrpSpPr/>
            <p:nvPr/>
          </p:nvGrpSpPr>
          <p:grpSpPr>
            <a:xfrm flipV="1">
              <a:off x="1759" y="3307"/>
              <a:ext cx="271" cy="244"/>
              <a:chOff x="1344" y="1872"/>
              <a:chExt cx="192" cy="192"/>
            </a:xfrm>
          </p:grpSpPr>
          <p:sp>
            <p:nvSpPr>
              <p:cNvPr id="21566" name="Oval 63"/>
              <p:cNvSpPr/>
              <p:nvPr/>
            </p:nvSpPr>
            <p:spPr>
              <a:xfrm>
                <a:off x="1344" y="1872"/>
                <a:ext cx="192" cy="192"/>
              </a:xfrm>
              <a:prstGeom prst="ellipse">
                <a:avLst/>
              </a:prstGeom>
              <a:noFill/>
              <a:ln w="38100" cap="flat" cmpd="sng">
                <a:solidFill>
                  <a:srgbClr val="FF3300"/>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1567" name="Line 64"/>
              <p:cNvSpPr/>
              <p:nvPr/>
            </p:nvSpPr>
            <p:spPr>
              <a:xfrm>
                <a:off x="1344" y="1968"/>
                <a:ext cx="192" cy="0"/>
              </a:xfrm>
              <a:prstGeom prst="line">
                <a:avLst/>
              </a:prstGeom>
              <a:ln w="38100" cap="flat" cmpd="sng">
                <a:solidFill>
                  <a:srgbClr val="FF3300"/>
                </a:solidFill>
                <a:prstDash val="solid"/>
                <a:miter/>
                <a:headEnd type="none" w="med" len="med"/>
                <a:tailEnd type="none" w="med" len="med"/>
              </a:ln>
            </p:spPr>
          </p:sp>
        </p:grpSp>
        <p:sp>
          <p:nvSpPr>
            <p:cNvPr id="21568" name="Line 65"/>
            <p:cNvSpPr/>
            <p:nvPr/>
          </p:nvSpPr>
          <p:spPr>
            <a:xfrm>
              <a:off x="1895" y="3551"/>
              <a:ext cx="0" cy="429"/>
            </a:xfrm>
            <a:prstGeom prst="line">
              <a:avLst/>
            </a:prstGeom>
            <a:ln w="38100" cap="flat" cmpd="sng">
              <a:solidFill>
                <a:schemeClr val="bg1"/>
              </a:solidFill>
              <a:prstDash val="solid"/>
              <a:round/>
              <a:headEnd type="none" w="med" len="med"/>
              <a:tailEnd type="none" w="med" len="med"/>
            </a:ln>
          </p:spPr>
        </p:sp>
        <p:sp>
          <p:nvSpPr>
            <p:cNvPr id="21569" name="Line 66"/>
            <p:cNvSpPr/>
            <p:nvPr/>
          </p:nvSpPr>
          <p:spPr>
            <a:xfrm>
              <a:off x="1895" y="2878"/>
              <a:ext cx="0" cy="429"/>
            </a:xfrm>
            <a:prstGeom prst="line">
              <a:avLst/>
            </a:prstGeom>
            <a:ln w="38100" cap="flat" cmpd="sng">
              <a:solidFill>
                <a:schemeClr val="bg1"/>
              </a:solidFill>
              <a:prstDash val="solid"/>
              <a:round/>
              <a:headEnd type="none" w="med" len="med"/>
              <a:tailEnd type="none" w="med" len="med"/>
            </a:ln>
          </p:spPr>
        </p:sp>
        <p:sp>
          <p:nvSpPr>
            <p:cNvPr id="34884" name="Rectangle 68"/>
            <p:cNvSpPr>
              <a:spLocks noChangeArrowheads="1"/>
            </p:cNvSpPr>
            <p:nvPr/>
          </p:nvSpPr>
          <p:spPr bwMode="auto">
            <a:xfrm>
              <a:off x="2387" y="3291"/>
              <a:ext cx="136" cy="245"/>
            </a:xfrm>
            <a:prstGeom prst="rect">
              <a:avLst/>
            </a:prstGeom>
            <a:solidFill>
              <a:srgbClr val="0066FF"/>
            </a:solidFill>
            <a:ln w="38100">
              <a:solidFill>
                <a:srgbClr val="FFFF03"/>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sz="2800" b="1" i="0" u="none" strike="noStrike" kern="1200" cap="none" spc="0" normalizeH="0" baseline="0" noProof="0" smtClean="0">
                <a:ln>
                  <a:noFill/>
                </a:ln>
                <a:solidFill>
                  <a:srgbClr val="FFFF03"/>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21571" name="Line 69"/>
            <p:cNvSpPr/>
            <p:nvPr/>
          </p:nvSpPr>
          <p:spPr>
            <a:xfrm>
              <a:off x="2455" y="3536"/>
              <a:ext cx="0" cy="428"/>
            </a:xfrm>
            <a:prstGeom prst="line">
              <a:avLst/>
            </a:prstGeom>
            <a:ln w="38100" cap="flat" cmpd="sng">
              <a:solidFill>
                <a:schemeClr val="bg1"/>
              </a:solidFill>
              <a:prstDash val="solid"/>
              <a:round/>
              <a:headEnd type="none" w="med" len="med"/>
              <a:tailEnd type="none" w="med" len="med"/>
            </a:ln>
          </p:spPr>
        </p:sp>
        <p:sp>
          <p:nvSpPr>
            <p:cNvPr id="21572" name="Line 70"/>
            <p:cNvSpPr/>
            <p:nvPr/>
          </p:nvSpPr>
          <p:spPr>
            <a:xfrm flipV="1">
              <a:off x="2455" y="2863"/>
              <a:ext cx="0" cy="428"/>
            </a:xfrm>
            <a:prstGeom prst="line">
              <a:avLst/>
            </a:prstGeom>
            <a:ln w="38100" cap="flat" cmpd="sng">
              <a:solidFill>
                <a:schemeClr val="bg1"/>
              </a:solidFill>
              <a:prstDash val="solid"/>
              <a:round/>
              <a:headEnd type="none" w="med" len="med"/>
              <a:tailEnd type="none" w="med" len="med"/>
            </a:ln>
          </p:spPr>
        </p:sp>
        <p:grpSp>
          <p:nvGrpSpPr>
            <p:cNvPr id="21573" name="Group 71"/>
            <p:cNvGrpSpPr/>
            <p:nvPr/>
          </p:nvGrpSpPr>
          <p:grpSpPr>
            <a:xfrm>
              <a:off x="1886" y="3918"/>
              <a:ext cx="943" cy="77"/>
              <a:chOff x="4422" y="2412"/>
              <a:chExt cx="666" cy="60"/>
            </a:xfrm>
          </p:grpSpPr>
          <p:sp>
            <p:nvSpPr>
              <p:cNvPr id="21574" name="Line 72"/>
              <p:cNvSpPr/>
              <p:nvPr/>
            </p:nvSpPr>
            <p:spPr>
              <a:xfrm rot="5400000" flipV="1">
                <a:off x="4734" y="2130"/>
                <a:ext cx="0" cy="624"/>
              </a:xfrm>
              <a:prstGeom prst="line">
                <a:avLst/>
              </a:prstGeom>
              <a:ln w="38100" cap="flat" cmpd="sng">
                <a:solidFill>
                  <a:schemeClr val="bg1"/>
                </a:solidFill>
                <a:prstDash val="solid"/>
                <a:round/>
                <a:headEnd type="none" w="med" len="med"/>
                <a:tailEnd type="none" w="med" len="med"/>
              </a:ln>
            </p:spPr>
          </p:sp>
          <p:sp>
            <p:nvSpPr>
              <p:cNvPr id="21575" name="Oval 73"/>
              <p:cNvSpPr/>
              <p:nvPr/>
            </p:nvSpPr>
            <p:spPr>
              <a:xfrm>
                <a:off x="5028" y="2412"/>
                <a:ext cx="60" cy="60"/>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grpSp>
          <p:nvGrpSpPr>
            <p:cNvPr id="21576" name="Group 74"/>
            <p:cNvGrpSpPr/>
            <p:nvPr/>
          </p:nvGrpSpPr>
          <p:grpSpPr>
            <a:xfrm>
              <a:off x="1886" y="2832"/>
              <a:ext cx="943" cy="77"/>
              <a:chOff x="4422" y="2412"/>
              <a:chExt cx="666" cy="60"/>
            </a:xfrm>
          </p:grpSpPr>
          <p:sp>
            <p:nvSpPr>
              <p:cNvPr id="21577" name="Line 75"/>
              <p:cNvSpPr/>
              <p:nvPr/>
            </p:nvSpPr>
            <p:spPr>
              <a:xfrm rot="5400000" flipV="1">
                <a:off x="4734" y="2130"/>
                <a:ext cx="0" cy="624"/>
              </a:xfrm>
              <a:prstGeom prst="line">
                <a:avLst/>
              </a:prstGeom>
              <a:ln w="38100" cap="flat" cmpd="sng">
                <a:solidFill>
                  <a:schemeClr val="bg1"/>
                </a:solidFill>
                <a:prstDash val="solid"/>
                <a:round/>
                <a:headEnd type="none" w="med" len="med"/>
                <a:tailEnd type="none" w="med" len="med"/>
              </a:ln>
            </p:spPr>
          </p:sp>
          <p:sp>
            <p:nvSpPr>
              <p:cNvPr id="21578" name="Oval 76"/>
              <p:cNvSpPr/>
              <p:nvPr/>
            </p:nvSpPr>
            <p:spPr>
              <a:xfrm>
                <a:off x="5028" y="2412"/>
                <a:ext cx="60" cy="60"/>
              </a:xfrm>
              <a:prstGeom prst="ellipse">
                <a:avLst/>
              </a:prstGeom>
              <a:no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sp>
          <p:nvSpPr>
            <p:cNvPr id="34893" name="Text Box 77"/>
            <p:cNvSpPr txBox="1">
              <a:spLocks noChangeArrowheads="1"/>
            </p:cNvSpPr>
            <p:nvPr/>
          </p:nvSpPr>
          <p:spPr bwMode="auto">
            <a:xfrm>
              <a:off x="2851" y="269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R="0" algn="ctr" defTabSz="914400">
                <a:spcBef>
                  <a:spcPct val="50000"/>
                </a:spcBef>
                <a:buClrTx/>
                <a:buSzTx/>
                <a:buFontTx/>
                <a:buNone/>
                <a:defRPr/>
              </a:pPr>
              <a:r>
                <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4894" name="Text Box 78"/>
            <p:cNvSpPr txBox="1">
              <a:spLocks noChangeArrowheads="1"/>
            </p:cNvSpPr>
            <p:nvPr/>
          </p:nvSpPr>
          <p:spPr bwMode="auto">
            <a:xfrm>
              <a:off x="2895" y="3791"/>
              <a:ext cx="24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R="0" algn="ctr" defTabSz="914400">
                <a:spcBef>
                  <a:spcPct val="50000"/>
                </a:spcBef>
                <a:buClrTx/>
                <a:buSzTx/>
                <a:buFontTx/>
                <a:buNone/>
                <a:defRPr/>
              </a:pPr>
              <a:r>
                <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b</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21581" name="Line 79"/>
            <p:cNvSpPr/>
            <p:nvPr/>
          </p:nvSpPr>
          <p:spPr>
            <a:xfrm flipV="1">
              <a:off x="2072" y="3254"/>
              <a:ext cx="0" cy="336"/>
            </a:xfrm>
            <a:prstGeom prst="line">
              <a:avLst/>
            </a:prstGeom>
            <a:ln w="38100" cap="flat" cmpd="sng">
              <a:solidFill>
                <a:srgbClr val="FF3300"/>
              </a:solidFill>
              <a:prstDash val="solid"/>
              <a:round/>
              <a:headEnd type="none" w="med" len="med"/>
              <a:tailEnd type="stealth" w="sm" len="lg"/>
            </a:ln>
          </p:spPr>
        </p:sp>
        <p:sp>
          <p:nvSpPr>
            <p:cNvPr id="34896" name="Text Box 80"/>
            <p:cNvSpPr txBox="1">
              <a:spLocks noChangeArrowheads="1"/>
            </p:cNvSpPr>
            <p:nvPr/>
          </p:nvSpPr>
          <p:spPr bwMode="auto">
            <a:xfrm>
              <a:off x="1971" y="3302"/>
              <a:ext cx="47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R="0" algn="ctr" defTabSz="914400">
                <a:spcBef>
                  <a:spcPct val="50000"/>
                </a:spcBef>
                <a:buClrTx/>
                <a:buSzTx/>
                <a:buFontTx/>
                <a:buNone/>
                <a:defRPr/>
              </a:pPr>
              <a:r>
                <a:rPr kumimoji="1" lang="en-US" altLang="zh-CN" i="1"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I</a:t>
              </a:r>
              <a:r>
                <a:rPr kumimoji="1" lang="en-US" altLang="zh-CN" kern="1200" cap="none" spc="0" normalizeH="0" baseline="-2500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S</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4897" name="Text Box 81"/>
            <p:cNvSpPr txBox="1">
              <a:spLocks noChangeArrowheads="1"/>
            </p:cNvSpPr>
            <p:nvPr/>
          </p:nvSpPr>
          <p:spPr bwMode="auto">
            <a:xfrm>
              <a:off x="2441" y="3254"/>
              <a:ext cx="47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R="0" algn="ctr" defTabSz="914400">
                <a:spcBef>
                  <a:spcPct val="50000"/>
                </a:spcBef>
                <a:buClrTx/>
                <a:buSzTx/>
                <a:buFontTx/>
                <a:buNone/>
                <a:defRPr/>
              </a:pPr>
              <a:r>
                <a:rPr kumimoji="1" lang="en-US" altLang="zh-CN" i="1"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R</a:t>
              </a:r>
              <a:r>
                <a:rPr kumimoji="1" lang="en-US" altLang="zh-CN" kern="1200" cap="none" spc="0" normalizeH="0" baseline="-2500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0</a:t>
              </a:r>
              <a:endParaRPr kumimoji="1" lang="en-US" altLang="zh-CN" kern="1200" cap="none" spc="0" normalizeH="0" baseline="0" noProof="0" smtClean="0">
                <a:solidFill>
                  <a:srgbClr val="FFFF03"/>
                </a:solidFill>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21584" name="Oval 91"/>
            <p:cNvSpPr/>
            <p:nvPr/>
          </p:nvSpPr>
          <p:spPr>
            <a:xfrm>
              <a:off x="2423" y="2836"/>
              <a:ext cx="56" cy="56"/>
            </a:xfrm>
            <a:prstGeom prst="ellipse">
              <a:avLst/>
            </a:prstGeom>
            <a:solidFill>
              <a:schemeClr val="bg1"/>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1585" name="Oval 92"/>
            <p:cNvSpPr/>
            <p:nvPr/>
          </p:nvSpPr>
          <p:spPr>
            <a:xfrm>
              <a:off x="2423" y="3923"/>
              <a:ext cx="56" cy="56"/>
            </a:xfrm>
            <a:prstGeom prst="ellipse">
              <a:avLst/>
            </a:prstGeom>
            <a:solidFill>
              <a:schemeClr val="bg1"/>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2000"/>
                                  </p:stCondLst>
                                  <p:childTnLst>
                                    <p:set>
                                      <p:cBhvr>
                                        <p:cTn id="6" dur="1" fill="hold">
                                          <p:stCondLst>
                                            <p:cond delay="0"/>
                                          </p:stCondLst>
                                        </p:cTn>
                                        <p:tgtEl>
                                          <p:spTgt spid="34901"/>
                                        </p:tgtEl>
                                        <p:attrNameLst>
                                          <p:attrName>style.visibility</p:attrName>
                                        </p:attrNameLst>
                                      </p:cBhvr>
                                      <p:to>
                                        <p:strVal val="visible"/>
                                      </p:to>
                                    </p:set>
                                    <p:anim calcmode="lin" valueType="num">
                                      <p:cBhvr>
                                        <p:cTn id="7" dur="500" fill="hold"/>
                                        <p:tgtEl>
                                          <p:spTgt spid="34901"/>
                                        </p:tgtEl>
                                        <p:attrNameLst>
                                          <p:attrName>ppt_x</p:attrName>
                                        </p:attrNameLst>
                                      </p:cBhvr>
                                      <p:tavLst>
                                        <p:tav tm="0">
                                          <p:val>
                                            <p:strVal val="#ppt_x-#ppt_w/2"/>
                                          </p:val>
                                        </p:tav>
                                        <p:tav tm="100000">
                                          <p:val>
                                            <p:strVal val="#ppt_x"/>
                                          </p:val>
                                        </p:tav>
                                      </p:tavLst>
                                    </p:anim>
                                    <p:anim calcmode="lin" valueType="num">
                                      <p:cBhvr>
                                        <p:cTn id="8" dur="500" fill="hold"/>
                                        <p:tgtEl>
                                          <p:spTgt spid="34901"/>
                                        </p:tgtEl>
                                        <p:attrNameLst>
                                          <p:attrName>ppt_y</p:attrName>
                                        </p:attrNameLst>
                                      </p:cBhvr>
                                      <p:tavLst>
                                        <p:tav tm="0">
                                          <p:val>
                                            <p:strVal val="#ppt_y"/>
                                          </p:val>
                                        </p:tav>
                                        <p:tav tm="100000">
                                          <p:val>
                                            <p:strVal val="#ppt_y"/>
                                          </p:val>
                                        </p:tav>
                                      </p:tavLst>
                                    </p:anim>
                                    <p:anim calcmode="lin" valueType="num">
                                      <p:cBhvr>
                                        <p:cTn id="9" dur="500" fill="hold"/>
                                        <p:tgtEl>
                                          <p:spTgt spid="34901"/>
                                        </p:tgtEl>
                                        <p:attrNameLst>
                                          <p:attrName>ppt_w</p:attrName>
                                        </p:attrNameLst>
                                      </p:cBhvr>
                                      <p:tavLst>
                                        <p:tav tm="0">
                                          <p:val>
                                            <p:fltVal val="0.000000"/>
                                          </p:val>
                                        </p:tav>
                                        <p:tav tm="100000">
                                          <p:val>
                                            <p:strVal val="#ppt_w"/>
                                          </p:val>
                                        </p:tav>
                                      </p:tavLst>
                                    </p:anim>
                                    <p:anim calcmode="lin" valueType="num">
                                      <p:cBhvr>
                                        <p:cTn id="10" dur="500" fill="hold"/>
                                        <p:tgtEl>
                                          <p:spTgt spid="34901"/>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4875"/>
                                        </p:tgtEl>
                                        <p:attrNameLst>
                                          <p:attrName>style.visibility</p:attrName>
                                        </p:attrNameLst>
                                      </p:cBhvr>
                                      <p:to>
                                        <p:strVal val="visible"/>
                                      </p:to>
                                    </p:set>
                                    <p:animEffect transition="in" filter="wipe(left)">
                                      <p:cBhvr>
                                        <p:cTn id="15" dur="500"/>
                                        <p:tgtEl>
                                          <p:spTgt spid="34875"/>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nodeType="clickEffect">
                                  <p:stCondLst>
                                    <p:cond delay="0"/>
                                  </p:stCondLst>
                                  <p:childTnLst>
                                    <p:set>
                                      <p:cBhvr>
                                        <p:cTn id="19" dur="1" fill="hold">
                                          <p:stCondLst>
                                            <p:cond delay="0"/>
                                          </p:stCondLst>
                                        </p:cTn>
                                        <p:tgtEl>
                                          <p:spTgt spid="34903"/>
                                        </p:tgtEl>
                                        <p:attrNameLst>
                                          <p:attrName>style.visibility</p:attrName>
                                        </p:attrNameLst>
                                      </p:cBhvr>
                                      <p:to>
                                        <p:strVal val="visible"/>
                                      </p:to>
                                    </p:set>
                                    <p:anim calcmode="lin" valueType="num">
                                      <p:cBhvr>
                                        <p:cTn id="20" dur="500" fill="hold"/>
                                        <p:tgtEl>
                                          <p:spTgt spid="34903"/>
                                        </p:tgtEl>
                                        <p:attrNameLst>
                                          <p:attrName>ppt_x</p:attrName>
                                        </p:attrNameLst>
                                      </p:cBhvr>
                                      <p:tavLst>
                                        <p:tav tm="0">
                                          <p:val>
                                            <p:strVal val="#ppt_x-#ppt_w/2"/>
                                          </p:val>
                                        </p:tav>
                                        <p:tav tm="100000">
                                          <p:val>
                                            <p:strVal val="#ppt_x"/>
                                          </p:val>
                                        </p:tav>
                                      </p:tavLst>
                                    </p:anim>
                                    <p:anim calcmode="lin" valueType="num">
                                      <p:cBhvr>
                                        <p:cTn id="21" dur="500" fill="hold"/>
                                        <p:tgtEl>
                                          <p:spTgt spid="34903"/>
                                        </p:tgtEl>
                                        <p:attrNameLst>
                                          <p:attrName>ppt_y</p:attrName>
                                        </p:attrNameLst>
                                      </p:cBhvr>
                                      <p:tavLst>
                                        <p:tav tm="0">
                                          <p:val>
                                            <p:strVal val="#ppt_y"/>
                                          </p:val>
                                        </p:tav>
                                        <p:tav tm="100000">
                                          <p:val>
                                            <p:strVal val="#ppt_y"/>
                                          </p:val>
                                        </p:tav>
                                      </p:tavLst>
                                    </p:anim>
                                    <p:anim calcmode="lin" valueType="num">
                                      <p:cBhvr>
                                        <p:cTn id="22" dur="500" fill="hold"/>
                                        <p:tgtEl>
                                          <p:spTgt spid="34903"/>
                                        </p:tgtEl>
                                        <p:attrNameLst>
                                          <p:attrName>ppt_w</p:attrName>
                                        </p:attrNameLst>
                                      </p:cBhvr>
                                      <p:tavLst>
                                        <p:tav tm="0">
                                          <p:val>
                                            <p:fltVal val="0.000000"/>
                                          </p:val>
                                        </p:tav>
                                        <p:tav tm="100000">
                                          <p:val>
                                            <p:strVal val="#ppt_w"/>
                                          </p:val>
                                        </p:tav>
                                      </p:tavLst>
                                    </p:anim>
                                    <p:anim calcmode="lin" valueType="num">
                                      <p:cBhvr>
                                        <p:cTn id="23" dur="500" fill="hold"/>
                                        <p:tgtEl>
                                          <p:spTgt spid="34903"/>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34898"/>
                                        </p:tgtEl>
                                        <p:attrNameLst>
                                          <p:attrName>style.visibility</p:attrName>
                                        </p:attrNameLst>
                                      </p:cBhvr>
                                      <p:to>
                                        <p:strVal val="visible"/>
                                      </p:to>
                                    </p:set>
                                    <p:animEffect transition="in" filter="box(out)">
                                      <p:cBhvr>
                                        <p:cTn id="28" dur="500"/>
                                        <p:tgtEl>
                                          <p:spTgt spid="34898"/>
                                        </p:tgtEl>
                                      </p:cBhvr>
                                    </p:animEffect>
                                  </p:childTnLst>
                                </p:cTn>
                              </p:par>
                            </p:childTnLst>
                          </p:cTn>
                        </p:par>
                      </p:childTnLst>
                    </p:cTn>
                  </p:par>
                  <p:par>
                    <p:cTn id="29" fill="hold">
                      <p:stCondLst>
                        <p:cond delay="indefinite"/>
                      </p:stCondLst>
                      <p:childTnLst>
                        <p:par>
                          <p:cTn id="30" fill="hold">
                            <p:stCondLst>
                              <p:cond delay="0"/>
                            </p:stCondLst>
                            <p:childTnLst>
                              <p:par>
                                <p:cTn id="31" presetID="17" presetClass="entr" presetSubtype="8" fill="hold" nodeType="clickEffect">
                                  <p:stCondLst>
                                    <p:cond delay="0"/>
                                  </p:stCondLst>
                                  <p:childTnLst>
                                    <p:set>
                                      <p:cBhvr>
                                        <p:cTn id="32" dur="1" fill="hold">
                                          <p:stCondLst>
                                            <p:cond delay="0"/>
                                          </p:stCondLst>
                                        </p:cTn>
                                        <p:tgtEl>
                                          <p:spTgt spid="34904"/>
                                        </p:tgtEl>
                                        <p:attrNameLst>
                                          <p:attrName>style.visibility</p:attrName>
                                        </p:attrNameLst>
                                      </p:cBhvr>
                                      <p:to>
                                        <p:strVal val="visible"/>
                                      </p:to>
                                    </p:set>
                                    <p:anim calcmode="lin" valueType="num">
                                      <p:cBhvr>
                                        <p:cTn id="33" dur="500" fill="hold"/>
                                        <p:tgtEl>
                                          <p:spTgt spid="34904"/>
                                        </p:tgtEl>
                                        <p:attrNameLst>
                                          <p:attrName>ppt_x</p:attrName>
                                        </p:attrNameLst>
                                      </p:cBhvr>
                                      <p:tavLst>
                                        <p:tav tm="0">
                                          <p:val>
                                            <p:strVal val="#ppt_x-#ppt_w/2"/>
                                          </p:val>
                                        </p:tav>
                                        <p:tav tm="100000">
                                          <p:val>
                                            <p:strVal val="#ppt_x"/>
                                          </p:val>
                                        </p:tav>
                                      </p:tavLst>
                                    </p:anim>
                                    <p:anim calcmode="lin" valueType="num">
                                      <p:cBhvr>
                                        <p:cTn id="34" dur="500" fill="hold"/>
                                        <p:tgtEl>
                                          <p:spTgt spid="34904"/>
                                        </p:tgtEl>
                                        <p:attrNameLst>
                                          <p:attrName>ppt_y</p:attrName>
                                        </p:attrNameLst>
                                      </p:cBhvr>
                                      <p:tavLst>
                                        <p:tav tm="0">
                                          <p:val>
                                            <p:strVal val="#ppt_y"/>
                                          </p:val>
                                        </p:tav>
                                        <p:tav tm="100000">
                                          <p:val>
                                            <p:strVal val="#ppt_y"/>
                                          </p:val>
                                        </p:tav>
                                      </p:tavLst>
                                    </p:anim>
                                    <p:anim calcmode="lin" valueType="num">
                                      <p:cBhvr>
                                        <p:cTn id="35" dur="500" fill="hold"/>
                                        <p:tgtEl>
                                          <p:spTgt spid="34904"/>
                                        </p:tgtEl>
                                        <p:attrNameLst>
                                          <p:attrName>ppt_w</p:attrName>
                                        </p:attrNameLst>
                                      </p:cBhvr>
                                      <p:tavLst>
                                        <p:tav tm="0">
                                          <p:val>
                                            <p:fltVal val="0.000000"/>
                                          </p:val>
                                        </p:tav>
                                        <p:tav tm="100000">
                                          <p:val>
                                            <p:strVal val="#ppt_w"/>
                                          </p:val>
                                        </p:tav>
                                      </p:tavLst>
                                    </p:anim>
                                    <p:anim calcmode="lin" valueType="num">
                                      <p:cBhvr>
                                        <p:cTn id="36" dur="500" fill="hold"/>
                                        <p:tgtEl>
                                          <p:spTgt spid="34904"/>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4873"/>
                                        </p:tgtEl>
                                        <p:attrNameLst>
                                          <p:attrName>style.visibility</p:attrName>
                                        </p:attrNameLst>
                                      </p:cBhvr>
                                      <p:to>
                                        <p:strVal val="visible"/>
                                      </p:to>
                                    </p:set>
                                    <p:animEffect transition="in" filter="wipe(left)">
                                      <p:cBhvr>
                                        <p:cTn id="41" dur="500"/>
                                        <p:tgtEl>
                                          <p:spTgt spid="34873"/>
                                        </p:tgtEl>
                                      </p:cBhvr>
                                    </p:animEffect>
                                  </p:childTnLst>
                                </p:cTn>
                              </p:par>
                            </p:childTnLst>
                          </p:cTn>
                        </p:par>
                      </p:childTnLst>
                    </p:cTn>
                  </p:par>
                  <p:par>
                    <p:cTn id="42" fill="hold">
                      <p:stCondLst>
                        <p:cond delay="indefinite"/>
                      </p:stCondLst>
                      <p:childTnLst>
                        <p:par>
                          <p:cTn id="43" fill="hold">
                            <p:stCondLst>
                              <p:cond delay="0"/>
                            </p:stCondLst>
                            <p:childTnLst>
                              <p:par>
                                <p:cTn id="44" presetID="17" presetClass="entr" presetSubtype="8" fill="hold" nodeType="clickEffect">
                                  <p:stCondLst>
                                    <p:cond delay="0"/>
                                  </p:stCondLst>
                                  <p:childTnLst>
                                    <p:set>
                                      <p:cBhvr>
                                        <p:cTn id="45" dur="1" fill="hold">
                                          <p:stCondLst>
                                            <p:cond delay="0"/>
                                          </p:stCondLst>
                                        </p:cTn>
                                        <p:tgtEl>
                                          <p:spTgt spid="34910"/>
                                        </p:tgtEl>
                                        <p:attrNameLst>
                                          <p:attrName>style.visibility</p:attrName>
                                        </p:attrNameLst>
                                      </p:cBhvr>
                                      <p:to>
                                        <p:strVal val="visible"/>
                                      </p:to>
                                    </p:set>
                                    <p:anim calcmode="lin" valueType="num">
                                      <p:cBhvr>
                                        <p:cTn id="46" dur="500" fill="hold"/>
                                        <p:tgtEl>
                                          <p:spTgt spid="34910"/>
                                        </p:tgtEl>
                                        <p:attrNameLst>
                                          <p:attrName>ppt_x</p:attrName>
                                        </p:attrNameLst>
                                      </p:cBhvr>
                                      <p:tavLst>
                                        <p:tav tm="0">
                                          <p:val>
                                            <p:strVal val="#ppt_x-#ppt_w/2"/>
                                          </p:val>
                                        </p:tav>
                                        <p:tav tm="100000">
                                          <p:val>
                                            <p:strVal val="#ppt_x"/>
                                          </p:val>
                                        </p:tav>
                                      </p:tavLst>
                                    </p:anim>
                                    <p:anim calcmode="lin" valueType="num">
                                      <p:cBhvr>
                                        <p:cTn id="47" dur="500" fill="hold"/>
                                        <p:tgtEl>
                                          <p:spTgt spid="34910"/>
                                        </p:tgtEl>
                                        <p:attrNameLst>
                                          <p:attrName>ppt_y</p:attrName>
                                        </p:attrNameLst>
                                      </p:cBhvr>
                                      <p:tavLst>
                                        <p:tav tm="0">
                                          <p:val>
                                            <p:strVal val="#ppt_y"/>
                                          </p:val>
                                        </p:tav>
                                        <p:tav tm="100000">
                                          <p:val>
                                            <p:strVal val="#ppt_y"/>
                                          </p:val>
                                        </p:tav>
                                      </p:tavLst>
                                    </p:anim>
                                    <p:anim calcmode="lin" valueType="num">
                                      <p:cBhvr>
                                        <p:cTn id="48" dur="500" fill="hold"/>
                                        <p:tgtEl>
                                          <p:spTgt spid="34910"/>
                                        </p:tgtEl>
                                        <p:attrNameLst>
                                          <p:attrName>ppt_w</p:attrName>
                                        </p:attrNameLst>
                                      </p:cBhvr>
                                      <p:tavLst>
                                        <p:tav tm="0">
                                          <p:val>
                                            <p:fltVal val="0.000000"/>
                                          </p:val>
                                        </p:tav>
                                        <p:tav tm="100000">
                                          <p:val>
                                            <p:strVal val="#ppt_w"/>
                                          </p:val>
                                        </p:tav>
                                      </p:tavLst>
                                    </p:anim>
                                    <p:anim calcmode="lin" valueType="num">
                                      <p:cBhvr>
                                        <p:cTn id="49" dur="500" fill="hold"/>
                                        <p:tgtEl>
                                          <p:spTgt spid="34910"/>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17" presetClass="entr" presetSubtype="8" fill="hold" nodeType="clickEffect">
                                  <p:stCondLst>
                                    <p:cond delay="0"/>
                                  </p:stCondLst>
                                  <p:childTnLst>
                                    <p:set>
                                      <p:cBhvr>
                                        <p:cTn id="53" dur="1" fill="hold">
                                          <p:stCondLst>
                                            <p:cond delay="0"/>
                                          </p:stCondLst>
                                        </p:cTn>
                                        <p:tgtEl>
                                          <p:spTgt spid="34909"/>
                                        </p:tgtEl>
                                        <p:attrNameLst>
                                          <p:attrName>style.visibility</p:attrName>
                                        </p:attrNameLst>
                                      </p:cBhvr>
                                      <p:to>
                                        <p:strVal val="visible"/>
                                      </p:to>
                                    </p:set>
                                    <p:anim calcmode="lin" valueType="num">
                                      <p:cBhvr>
                                        <p:cTn id="54" dur="500" fill="hold"/>
                                        <p:tgtEl>
                                          <p:spTgt spid="34909"/>
                                        </p:tgtEl>
                                        <p:attrNameLst>
                                          <p:attrName>ppt_x</p:attrName>
                                        </p:attrNameLst>
                                      </p:cBhvr>
                                      <p:tavLst>
                                        <p:tav tm="0">
                                          <p:val>
                                            <p:strVal val="#ppt_x-#ppt_w/2"/>
                                          </p:val>
                                        </p:tav>
                                        <p:tav tm="100000">
                                          <p:val>
                                            <p:strVal val="#ppt_x"/>
                                          </p:val>
                                        </p:tav>
                                      </p:tavLst>
                                    </p:anim>
                                    <p:anim calcmode="lin" valueType="num">
                                      <p:cBhvr>
                                        <p:cTn id="55" dur="500" fill="hold"/>
                                        <p:tgtEl>
                                          <p:spTgt spid="34909"/>
                                        </p:tgtEl>
                                        <p:attrNameLst>
                                          <p:attrName>ppt_y</p:attrName>
                                        </p:attrNameLst>
                                      </p:cBhvr>
                                      <p:tavLst>
                                        <p:tav tm="0">
                                          <p:val>
                                            <p:strVal val="#ppt_y"/>
                                          </p:val>
                                        </p:tav>
                                        <p:tav tm="100000">
                                          <p:val>
                                            <p:strVal val="#ppt_y"/>
                                          </p:val>
                                        </p:tav>
                                      </p:tavLst>
                                    </p:anim>
                                    <p:anim calcmode="lin" valueType="num">
                                      <p:cBhvr>
                                        <p:cTn id="56" dur="500" fill="hold"/>
                                        <p:tgtEl>
                                          <p:spTgt spid="34909"/>
                                        </p:tgtEl>
                                        <p:attrNameLst>
                                          <p:attrName>ppt_w</p:attrName>
                                        </p:attrNameLst>
                                      </p:cBhvr>
                                      <p:tavLst>
                                        <p:tav tm="0">
                                          <p:val>
                                            <p:fltVal val="0.000000"/>
                                          </p:val>
                                        </p:tav>
                                        <p:tav tm="100000">
                                          <p:val>
                                            <p:strVal val="#ppt_w"/>
                                          </p:val>
                                        </p:tav>
                                      </p:tavLst>
                                    </p:anim>
                                    <p:anim calcmode="lin" valueType="num">
                                      <p:cBhvr>
                                        <p:cTn id="57" dur="500" fill="hold"/>
                                        <p:tgtEl>
                                          <p:spTgt spid="34909"/>
                                        </p:tgtEl>
                                        <p:attrNameLst>
                                          <p:attrName>ppt_h</p:attrName>
                                        </p:attrNameLst>
                                      </p:cBhvr>
                                      <p:tavLst>
                                        <p:tav tm="0">
                                          <p:val>
                                            <p:strVal val="#ppt_h"/>
                                          </p:val>
                                        </p:tav>
                                        <p:tav tm="100000">
                                          <p:val>
                                            <p:strVal val="#ppt_h"/>
                                          </p:val>
                                        </p:tav>
                                      </p:tavLst>
                                    </p:anim>
                                  </p:childTnLst>
                                </p:cTn>
                              </p:par>
                            </p:childTnLst>
                          </p:cTn>
                        </p:par>
                        <p:par>
                          <p:cTn id="58" fill="hold">
                            <p:stCondLst>
                              <p:cond delay="500"/>
                            </p:stCondLst>
                            <p:childTnLst>
                              <p:par>
                                <p:cTn id="59" presetID="22" presetClass="entr" presetSubtype="1" fill="hold" grpId="0" nodeType="afterEffect">
                                  <p:stCondLst>
                                    <p:cond delay="1000"/>
                                  </p:stCondLst>
                                  <p:childTnLst>
                                    <p:set>
                                      <p:cBhvr>
                                        <p:cTn id="60" dur="1" fill="hold">
                                          <p:stCondLst>
                                            <p:cond delay="0"/>
                                          </p:stCondLst>
                                        </p:cTn>
                                        <p:tgtEl>
                                          <p:spTgt spid="34842"/>
                                        </p:tgtEl>
                                        <p:attrNameLst>
                                          <p:attrName>style.visibility</p:attrName>
                                        </p:attrNameLst>
                                      </p:cBhvr>
                                      <p:to>
                                        <p:strVal val="visible"/>
                                      </p:to>
                                    </p:set>
                                    <p:animEffect transition="in" filter="wipe(up)">
                                      <p:cBhvr>
                                        <p:cTn id="61" dur="500"/>
                                        <p:tgtEl>
                                          <p:spTgt spid="34842"/>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32" fill="hold" grpId="0" nodeType="clickEffect">
                                  <p:stCondLst>
                                    <p:cond delay="0"/>
                                  </p:stCondLst>
                                  <p:childTnLst>
                                    <p:set>
                                      <p:cBhvr>
                                        <p:cTn id="65" dur="1" fill="hold">
                                          <p:stCondLst>
                                            <p:cond delay="0"/>
                                          </p:stCondLst>
                                        </p:cTn>
                                        <p:tgtEl>
                                          <p:spTgt spid="34899"/>
                                        </p:tgtEl>
                                        <p:attrNameLst>
                                          <p:attrName>style.visibility</p:attrName>
                                        </p:attrNameLst>
                                      </p:cBhvr>
                                      <p:to>
                                        <p:strVal val="visible"/>
                                      </p:to>
                                    </p:set>
                                    <p:animEffect transition="in" filter="box(out)">
                                      <p:cBhvr>
                                        <p:cTn id="66" dur="500"/>
                                        <p:tgtEl>
                                          <p:spTgt spid="3489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34874"/>
                                        </p:tgtEl>
                                        <p:attrNameLst>
                                          <p:attrName>style.visibility</p:attrName>
                                        </p:attrNameLst>
                                      </p:cBhvr>
                                      <p:to>
                                        <p:strVal val="visible"/>
                                      </p:to>
                                    </p:set>
                                    <p:animEffect transition="in" filter="wipe(left)">
                                      <p:cBhvr>
                                        <p:cTn id="71" dur="500"/>
                                        <p:tgtEl>
                                          <p:spTgt spid="34874"/>
                                        </p:tgtEl>
                                      </p:cBhvr>
                                    </p:animEffect>
                                  </p:childTnLst>
                                </p:cTn>
                              </p:par>
                            </p:childTnLst>
                          </p:cTn>
                        </p:par>
                        <p:par>
                          <p:cTn id="72" fill="hold">
                            <p:stCondLst>
                              <p:cond delay="500"/>
                            </p:stCondLst>
                            <p:childTnLst>
                              <p:par>
                                <p:cTn id="73" presetID="4" presetClass="entr" presetSubtype="32" fill="hold" grpId="0" nodeType="afterEffect">
                                  <p:stCondLst>
                                    <p:cond delay="0"/>
                                  </p:stCondLst>
                                  <p:childTnLst>
                                    <p:set>
                                      <p:cBhvr>
                                        <p:cTn id="74" dur="1" fill="hold">
                                          <p:stCondLst>
                                            <p:cond delay="0"/>
                                          </p:stCondLst>
                                        </p:cTn>
                                        <p:tgtEl>
                                          <p:spTgt spid="34860"/>
                                        </p:tgtEl>
                                        <p:attrNameLst>
                                          <p:attrName>style.visibility</p:attrName>
                                        </p:attrNameLst>
                                      </p:cBhvr>
                                      <p:to>
                                        <p:strVal val="visible"/>
                                      </p:to>
                                    </p:set>
                                    <p:animEffect transition="in" filter="box(out)">
                                      <p:cBhvr>
                                        <p:cTn id="75" dur="500"/>
                                        <p:tgtEl>
                                          <p:spTgt spid="3486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4861"/>
                                        </p:tgtEl>
                                        <p:attrNameLst>
                                          <p:attrName>style.visibility</p:attrName>
                                        </p:attrNameLst>
                                      </p:cBhvr>
                                      <p:to>
                                        <p:strVal val="visible"/>
                                      </p:to>
                                    </p:set>
                                    <p:animEffect transition="in" filter="wipe(left)">
                                      <p:cBhvr>
                                        <p:cTn id="80" dur="500"/>
                                        <p:tgtEl>
                                          <p:spTgt spid="34861"/>
                                        </p:tgtEl>
                                      </p:cBhvr>
                                    </p:animEffect>
                                  </p:childTnLst>
                                </p:cTn>
                              </p:par>
                            </p:childTnLst>
                          </p:cTn>
                        </p:par>
                        <p:par>
                          <p:cTn id="81" fill="hold">
                            <p:stCondLst>
                              <p:cond delay="500"/>
                            </p:stCondLst>
                            <p:childTnLst>
                              <p:par>
                                <p:cTn id="82" presetID="4" presetClass="entr" presetSubtype="32" fill="hold" grpId="0" nodeType="afterEffect">
                                  <p:stCondLst>
                                    <p:cond delay="0"/>
                                  </p:stCondLst>
                                  <p:childTnLst>
                                    <p:set>
                                      <p:cBhvr>
                                        <p:cTn id="83" dur="1" fill="hold">
                                          <p:stCondLst>
                                            <p:cond delay="0"/>
                                          </p:stCondLst>
                                        </p:cTn>
                                        <p:tgtEl>
                                          <p:spTgt spid="34862"/>
                                        </p:tgtEl>
                                        <p:attrNameLst>
                                          <p:attrName>style.visibility</p:attrName>
                                        </p:attrNameLst>
                                      </p:cBhvr>
                                      <p:to>
                                        <p:strVal val="visible"/>
                                      </p:to>
                                    </p:set>
                                    <p:animEffect transition="in" filter="box(out)">
                                      <p:cBhvr>
                                        <p:cTn id="84" dur="500"/>
                                        <p:tgtEl>
                                          <p:spTgt spid="34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42" grpId="0" bldLvl="0" animBg="1"/>
      <p:bldP spid="34860" grpId="0" bldLvl="0" animBg="1"/>
      <p:bldP spid="34861" grpId="0" bldLvl="0" animBg="1"/>
      <p:bldP spid="34862" grpId="0" bldLvl="0" animBg="1"/>
      <p:bldP spid="34873" grpId="0" bldLvl="0" animBg="1"/>
      <p:bldP spid="34874" grpId="0" bldLvl="0" animBg="1"/>
      <p:bldP spid="34875" grpId="0" bldLvl="0" animBg="1"/>
      <p:bldP spid="34898" grpId="0" bldLvl="0" animBg="1"/>
      <p:bldP spid="34899"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5844" name="Rectangle 4"/>
          <p:cNvSpPr>
            <a:spLocks noGrp="1"/>
          </p:cNvSpPr>
          <p:nvPr>
            <p:ph type="title"/>
          </p:nvPr>
        </p:nvSpPr>
        <p:spPr>
          <a:xfrm>
            <a:off x="236538" y="52388"/>
            <a:ext cx="2854325" cy="452437"/>
          </a:xfrm>
        </p:spPr>
        <p:txBody>
          <a:bodyPr wrap="square" lIns="91440" tIns="45720" rIns="91440" bIns="45720" anchor="ctr"/>
          <a:p>
            <a:pPr algn="l" eaLnBrk="1" hangingPunct="1"/>
            <a:r>
              <a:rPr lang="en-US" altLang="zh-CN" sz="2800" b="1" dirty="0">
                <a:solidFill>
                  <a:schemeClr val="bg1"/>
                </a:solidFill>
                <a:latin typeface="宋体" panose="02010600030101010101" pitchFamily="2" charset="-122"/>
              </a:rPr>
              <a:t>1.  </a:t>
            </a:r>
            <a:r>
              <a:rPr lang="zh-CN" altLang="en-US" sz="2800" b="1" dirty="0">
                <a:solidFill>
                  <a:schemeClr val="bg1"/>
                </a:solidFill>
                <a:latin typeface="宋体" panose="02010600030101010101" pitchFamily="2" charset="-122"/>
              </a:rPr>
              <a:t>戴维宁定理</a:t>
            </a:r>
            <a:endParaRPr lang="zh-CN" altLang="en-US" sz="2800" b="1" dirty="0">
              <a:solidFill>
                <a:schemeClr val="bg1"/>
              </a:solidFill>
              <a:latin typeface="宋体" panose="02010600030101010101" pitchFamily="2" charset="-122"/>
            </a:endParaRPr>
          </a:p>
        </p:txBody>
      </p:sp>
      <p:sp>
        <p:nvSpPr>
          <p:cNvPr id="35845" name="Rectangle 5"/>
          <p:cNvSpPr>
            <a:spLocks noChangeArrowheads="1"/>
          </p:cNvSpPr>
          <p:nvPr/>
        </p:nvSpPr>
        <p:spPr bwMode="auto">
          <a:xfrm>
            <a:off x="4953000" y="1828800"/>
            <a:ext cx="1589088" cy="1981200"/>
          </a:xfrm>
          <a:prstGeom prst="rect">
            <a:avLst/>
          </a:prstGeom>
          <a:noFill/>
          <a:ln w="38100">
            <a:solidFill>
              <a:schemeClr val="accent1"/>
            </a:solidFill>
            <a:prstDash val="dash"/>
            <a:miter lim="800000"/>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40000"/>
              </a:lnSpc>
              <a:spcBef>
                <a:spcPct val="0"/>
              </a:spcBef>
              <a:spcAft>
                <a:spcPct val="0"/>
              </a:spcAft>
              <a:buClrTx/>
              <a:buSzTx/>
              <a:buFontTx/>
              <a:buNone/>
              <a:defRPr/>
            </a:pPr>
            <a:endParaRPr kumimoji="0" lang="en-US" altLang="zh-CN" sz="28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0" fontAlgn="base" latinLnBrk="0" hangingPunct="0">
              <a:lnSpc>
                <a:spcPct val="120000"/>
              </a:lnSpc>
              <a:spcBef>
                <a:spcPct val="0"/>
              </a:spcBef>
              <a:spcAft>
                <a:spcPct val="0"/>
              </a:spcAft>
              <a:buClrTx/>
              <a:buSzTx/>
              <a:buFontTx/>
              <a:buNone/>
              <a:defRPr/>
            </a:pPr>
            <a:endParaRPr kumimoji="0" lang="en-US" altLang="zh-CN" sz="28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5846" name="Rectangle 6"/>
          <p:cNvSpPr/>
          <p:nvPr/>
        </p:nvSpPr>
        <p:spPr>
          <a:xfrm>
            <a:off x="401320" y="630555"/>
            <a:ext cx="8088630" cy="995045"/>
          </a:xfrm>
          <a:prstGeom prst="rect">
            <a:avLst/>
          </a:prstGeom>
          <a:noFill/>
          <a:ln w="38100">
            <a:noFill/>
          </a:ln>
        </p:spPr>
        <p:txBody>
          <a:bodyPr wrap="square" anchor="ctr">
            <a:spAutoFit/>
          </a:bodyPr>
          <a:p>
            <a:pPr>
              <a:lnSpc>
                <a:spcPct val="105000"/>
              </a:lnSpc>
            </a:pPr>
            <a:r>
              <a:rPr lang="zh-CN" altLang="en-US" dirty="0">
                <a:solidFill>
                  <a:srgbClr val="FFFF03"/>
                </a:solidFill>
                <a:latin typeface="宋体" panose="02010600030101010101" pitchFamily="2" charset="-122"/>
                <a:ea typeface="宋体" panose="02010600030101010101" pitchFamily="2" charset="-122"/>
              </a:rPr>
              <a:t>任何一个有源二端线性网络都可以用一个电动势为</a:t>
            </a:r>
            <a:r>
              <a:rPr lang="en-US" altLang="zh-CN" i="1" dirty="0">
                <a:solidFill>
                  <a:srgbClr val="FFFF03"/>
                </a:solidFill>
                <a:latin typeface="宋体" panose="02010600030101010101" pitchFamily="2" charset="-122"/>
                <a:ea typeface="宋体" panose="02010600030101010101" pitchFamily="2" charset="-122"/>
              </a:rPr>
              <a:t>E</a:t>
            </a:r>
            <a:r>
              <a:rPr lang="zh-CN" altLang="en-US" dirty="0">
                <a:solidFill>
                  <a:srgbClr val="FFFF03"/>
                </a:solidFill>
                <a:latin typeface="宋体" panose="02010600030101010101" pitchFamily="2" charset="-122"/>
                <a:ea typeface="宋体" panose="02010600030101010101" pitchFamily="2" charset="-122"/>
              </a:rPr>
              <a:t>的理想电压源和内阻 </a:t>
            </a:r>
            <a:r>
              <a:rPr lang="en-US" altLang="zh-CN" i="1" dirty="0">
                <a:solidFill>
                  <a:srgbClr val="FFFF03"/>
                </a:solidFill>
                <a:latin typeface="宋体" panose="02010600030101010101" pitchFamily="2" charset="-122"/>
                <a:ea typeface="宋体" panose="02010600030101010101" pitchFamily="2" charset="-122"/>
              </a:rPr>
              <a:t>R</a:t>
            </a:r>
            <a:r>
              <a:rPr lang="en-US" altLang="zh-CN" baseline="-25000" dirty="0">
                <a:solidFill>
                  <a:srgbClr val="FFFF03"/>
                </a:solidFill>
                <a:latin typeface="宋体" panose="02010600030101010101" pitchFamily="2" charset="-122"/>
                <a:ea typeface="宋体" panose="02010600030101010101" pitchFamily="2" charset="-122"/>
              </a:rPr>
              <a:t>0 </a:t>
            </a:r>
            <a:r>
              <a:rPr lang="zh-CN" altLang="en-US" dirty="0">
                <a:solidFill>
                  <a:srgbClr val="FFFF03"/>
                </a:solidFill>
                <a:latin typeface="宋体" panose="02010600030101010101" pitchFamily="2" charset="-122"/>
                <a:ea typeface="宋体" panose="02010600030101010101" pitchFamily="2" charset="-122"/>
              </a:rPr>
              <a:t>串联的电源来等效代替。  </a:t>
            </a:r>
            <a:endParaRPr lang="zh-CN" altLang="en-US" dirty="0">
              <a:solidFill>
                <a:srgbClr val="FFFF03"/>
              </a:solidFill>
              <a:latin typeface="宋体" panose="02010600030101010101" pitchFamily="2" charset="-122"/>
              <a:ea typeface="宋体" panose="02010600030101010101" pitchFamily="2" charset="-122"/>
            </a:endParaRPr>
          </a:p>
        </p:txBody>
      </p:sp>
      <p:sp>
        <p:nvSpPr>
          <p:cNvPr id="35847" name="AutoShape 7"/>
          <p:cNvSpPr>
            <a:spLocks noChangeArrowheads="1"/>
          </p:cNvSpPr>
          <p:nvPr/>
        </p:nvSpPr>
        <p:spPr bwMode="auto">
          <a:xfrm>
            <a:off x="4191000" y="2590800"/>
            <a:ext cx="533400" cy="400050"/>
          </a:xfrm>
          <a:prstGeom prst="notchedRightArrow">
            <a:avLst>
              <a:gd name="adj1" fmla="val 50000"/>
              <a:gd name="adj2" fmla="val 33333"/>
            </a:avLst>
          </a:prstGeom>
          <a:gradFill rotWithShape="0">
            <a:gsLst>
              <a:gs pos="0">
                <a:srgbClr val="FFFF00"/>
              </a:gs>
              <a:gs pos="100000">
                <a:srgbClr val="FF3300"/>
              </a:gs>
            </a:gsLst>
            <a:lin ang="0" scaled="1"/>
          </a:gradFill>
          <a:ln w="38100">
            <a:solidFill>
              <a:srgbClr val="FF33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sz="2800" b="1" i="0" u="none" strike="noStrike" kern="1200" cap="none" spc="0" normalizeH="0" baseline="0" noProof="0" smtClean="0">
              <a:ln>
                <a:noFill/>
              </a:ln>
              <a:solidFill>
                <a:srgbClr val="FFCC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grpSp>
        <p:nvGrpSpPr>
          <p:cNvPr id="35888" name="Group 48"/>
          <p:cNvGrpSpPr/>
          <p:nvPr/>
        </p:nvGrpSpPr>
        <p:grpSpPr>
          <a:xfrm>
            <a:off x="1344613" y="1689100"/>
            <a:ext cx="2752725" cy="2154238"/>
            <a:chOff x="847" y="1064"/>
            <a:chExt cx="1734" cy="1357"/>
          </a:xfrm>
        </p:grpSpPr>
        <p:sp>
          <p:nvSpPr>
            <p:cNvPr id="22534" name="Rectangle 9"/>
            <p:cNvSpPr/>
            <p:nvPr/>
          </p:nvSpPr>
          <p:spPr>
            <a:xfrm>
              <a:off x="847" y="1296"/>
              <a:ext cx="656" cy="912"/>
            </a:xfrm>
            <a:prstGeom prst="rect">
              <a:avLst/>
            </a:prstGeom>
            <a:noFill/>
            <a:ln w="38100" cap="flat" cmpd="sng">
              <a:solidFill>
                <a:schemeClr val="bg1"/>
              </a:solidFill>
              <a:prstDash val="solid"/>
              <a:miter/>
              <a:headEnd type="none" w="med" len="med"/>
              <a:tailEnd type="none" w="med" len="med"/>
            </a:ln>
          </p:spPr>
          <p:txBody>
            <a:bodyPr wrap="none" anchor="ctr"/>
            <a:p>
              <a:pPr algn="ctr" eaLnBrk="0" hangingPunct="0">
                <a:lnSpc>
                  <a:spcPct val="110000"/>
                </a:lnSpc>
              </a:pPr>
              <a:r>
                <a:rPr lang="zh-CN" altLang="en-US" sz="2400" dirty="0">
                  <a:latin typeface="Times New Roman" panose="02020603050405020304" pitchFamily="18" charset="0"/>
                  <a:ea typeface="宋体" panose="02010600030101010101" pitchFamily="2" charset="-122"/>
                </a:rPr>
                <a:t>有源</a:t>
              </a:r>
              <a:endParaRPr lang="zh-CN" altLang="en-US" sz="2400" dirty="0">
                <a:latin typeface="Times New Roman" panose="02020603050405020304" pitchFamily="18" charset="0"/>
                <a:ea typeface="宋体" panose="02010600030101010101" pitchFamily="2" charset="-122"/>
              </a:endParaRPr>
            </a:p>
            <a:p>
              <a:pPr algn="ctr" eaLnBrk="0" hangingPunct="0">
                <a:lnSpc>
                  <a:spcPct val="110000"/>
                </a:lnSpc>
              </a:pPr>
              <a:r>
                <a:rPr lang="zh-CN" altLang="en-US" sz="2400" dirty="0">
                  <a:latin typeface="Times New Roman" panose="02020603050405020304" pitchFamily="18" charset="0"/>
                  <a:ea typeface="宋体" panose="02010600030101010101" pitchFamily="2" charset="-122"/>
                </a:rPr>
                <a:t>二端</a:t>
              </a:r>
              <a:endParaRPr lang="zh-CN" altLang="en-US" sz="2400" dirty="0">
                <a:latin typeface="Times New Roman" panose="02020603050405020304" pitchFamily="18" charset="0"/>
                <a:ea typeface="宋体" panose="02010600030101010101" pitchFamily="2" charset="-122"/>
              </a:endParaRPr>
            </a:p>
            <a:p>
              <a:pPr algn="ctr" eaLnBrk="0" hangingPunct="0">
                <a:lnSpc>
                  <a:spcPct val="110000"/>
                </a:lnSpc>
              </a:pPr>
              <a:r>
                <a:rPr lang="zh-CN" altLang="en-US" sz="2400" dirty="0">
                  <a:latin typeface="Times New Roman" panose="02020603050405020304" pitchFamily="18" charset="0"/>
                  <a:ea typeface="宋体" panose="02010600030101010101" pitchFamily="2" charset="-122"/>
                </a:rPr>
                <a:t>网络</a:t>
              </a:r>
              <a:endParaRPr lang="zh-CN" altLang="en-US" sz="2400" dirty="0">
                <a:latin typeface="Times New Roman" panose="02020603050405020304" pitchFamily="18" charset="0"/>
                <a:ea typeface="宋体" panose="02010600030101010101" pitchFamily="2" charset="-122"/>
              </a:endParaRPr>
            </a:p>
          </p:txBody>
        </p:sp>
        <p:sp>
          <p:nvSpPr>
            <p:cNvPr id="22535" name="Line 10"/>
            <p:cNvSpPr/>
            <p:nvPr/>
          </p:nvSpPr>
          <p:spPr>
            <a:xfrm>
              <a:off x="1515" y="1392"/>
              <a:ext cx="716" cy="0"/>
            </a:xfrm>
            <a:prstGeom prst="line">
              <a:avLst/>
            </a:prstGeom>
            <a:ln w="38100" cap="flat" cmpd="sng">
              <a:solidFill>
                <a:schemeClr val="bg1"/>
              </a:solidFill>
              <a:prstDash val="solid"/>
              <a:round/>
              <a:headEnd type="none" w="med" len="med"/>
              <a:tailEnd type="none" w="med" len="med"/>
            </a:ln>
          </p:spPr>
        </p:sp>
        <p:sp>
          <p:nvSpPr>
            <p:cNvPr id="22536" name="Line 11"/>
            <p:cNvSpPr/>
            <p:nvPr/>
          </p:nvSpPr>
          <p:spPr>
            <a:xfrm>
              <a:off x="1519" y="2101"/>
              <a:ext cx="720" cy="0"/>
            </a:xfrm>
            <a:prstGeom prst="line">
              <a:avLst/>
            </a:prstGeom>
            <a:ln w="38100" cap="flat" cmpd="sng">
              <a:solidFill>
                <a:schemeClr val="bg1"/>
              </a:solidFill>
              <a:prstDash val="solid"/>
              <a:round/>
              <a:headEnd type="none" w="med" len="med"/>
              <a:tailEnd type="none" w="med" len="med"/>
            </a:ln>
          </p:spPr>
        </p:sp>
        <p:sp>
          <p:nvSpPr>
            <p:cNvPr id="22537" name="Line 12"/>
            <p:cNvSpPr/>
            <p:nvPr/>
          </p:nvSpPr>
          <p:spPr>
            <a:xfrm flipH="1">
              <a:off x="2239" y="1881"/>
              <a:ext cx="0" cy="227"/>
            </a:xfrm>
            <a:prstGeom prst="line">
              <a:avLst/>
            </a:prstGeom>
            <a:ln w="38100" cap="flat" cmpd="sng">
              <a:solidFill>
                <a:schemeClr val="bg1"/>
              </a:solidFill>
              <a:prstDash val="solid"/>
              <a:round/>
              <a:headEnd type="none" w="med" len="med"/>
              <a:tailEnd type="none" w="med" len="med"/>
            </a:ln>
          </p:spPr>
        </p:sp>
        <p:sp>
          <p:nvSpPr>
            <p:cNvPr id="22538" name="Rectangle 13"/>
            <p:cNvSpPr/>
            <p:nvPr/>
          </p:nvSpPr>
          <p:spPr>
            <a:xfrm>
              <a:off x="2177" y="1584"/>
              <a:ext cx="110" cy="294"/>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2539" name="Text Box 14"/>
            <p:cNvSpPr txBox="1"/>
            <p:nvPr/>
          </p:nvSpPr>
          <p:spPr>
            <a:xfrm>
              <a:off x="2252" y="1599"/>
              <a:ext cx="329" cy="288"/>
            </a:xfrm>
            <a:prstGeom prst="rect">
              <a:avLst/>
            </a:prstGeom>
            <a:noFill/>
            <a:ln w="38100">
              <a:noFill/>
            </a:ln>
          </p:spPr>
          <p:txBody>
            <a:bodyPr wrap="none" anchor="t">
              <a:spAutoFit/>
            </a:bodyPr>
            <a:p>
              <a:pPr eaLnBrk="0" hangingPunct="0"/>
              <a:r>
                <a:rPr lang="en-US" altLang="zh-CN" sz="2400" i="1" dirty="0">
                  <a:solidFill>
                    <a:srgbClr val="FFFF03"/>
                  </a:solidFill>
                  <a:latin typeface="Times New Roman" panose="02020603050405020304" pitchFamily="18" charset="0"/>
                  <a:ea typeface="宋体" panose="02010600030101010101" pitchFamily="2" charset="-122"/>
                </a:rPr>
                <a:t>R</a:t>
              </a:r>
              <a:r>
                <a:rPr lang="en-US" altLang="zh-CN" sz="2400" baseline="-25000" dirty="0">
                  <a:solidFill>
                    <a:srgbClr val="FFFF03"/>
                  </a:solidFill>
                  <a:latin typeface="Times New Roman" panose="02020603050405020304" pitchFamily="18" charset="0"/>
                  <a:ea typeface="宋体" panose="02010600030101010101" pitchFamily="2" charset="-122"/>
                </a:rPr>
                <a:t>L</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22540" name="Line 15"/>
            <p:cNvSpPr/>
            <p:nvPr/>
          </p:nvSpPr>
          <p:spPr>
            <a:xfrm flipH="1">
              <a:off x="2239" y="1392"/>
              <a:ext cx="0" cy="192"/>
            </a:xfrm>
            <a:prstGeom prst="line">
              <a:avLst/>
            </a:prstGeom>
            <a:ln w="38100" cap="flat" cmpd="sng">
              <a:solidFill>
                <a:schemeClr val="bg1"/>
              </a:solidFill>
              <a:prstDash val="solid"/>
              <a:round/>
              <a:headEnd type="none" w="med" len="med"/>
              <a:tailEnd type="none" w="med" len="med"/>
            </a:ln>
          </p:spPr>
        </p:sp>
        <p:sp>
          <p:nvSpPr>
            <p:cNvPr id="22541" name="Rectangle 16"/>
            <p:cNvSpPr/>
            <p:nvPr/>
          </p:nvSpPr>
          <p:spPr>
            <a:xfrm>
              <a:off x="1719" y="1088"/>
              <a:ext cx="212" cy="288"/>
            </a:xfrm>
            <a:prstGeom prst="rect">
              <a:avLst/>
            </a:prstGeom>
            <a:noFill/>
            <a:ln w="9525">
              <a:noFill/>
            </a:ln>
          </p:spPr>
          <p:txBody>
            <a:bodyPr wrap="none" anchor="t">
              <a:spAutoFit/>
            </a:bodyPr>
            <a:p>
              <a:pPr algn="ctr"/>
              <a:r>
                <a:rPr lang="en-US" altLang="zh-CN" sz="2400" dirty="0">
                  <a:solidFill>
                    <a:srgbClr val="FFFF03"/>
                  </a:solidFill>
                  <a:latin typeface="Times New Roman" panose="02020603050405020304" pitchFamily="18" charset="0"/>
                  <a:ea typeface="宋体" panose="02010600030101010101" pitchFamily="2" charset="-122"/>
                </a:rPr>
                <a:t>a</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22542" name="Oval 17"/>
            <p:cNvSpPr/>
            <p:nvPr/>
          </p:nvSpPr>
          <p:spPr>
            <a:xfrm>
              <a:off x="1807" y="1366"/>
              <a:ext cx="63" cy="63"/>
            </a:xfrm>
            <a:prstGeom prst="ellipse">
              <a:avLst/>
            </a:prstGeom>
            <a:solidFill>
              <a:schemeClr val="accent2"/>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2543" name="Oval 18"/>
            <p:cNvSpPr/>
            <p:nvPr/>
          </p:nvSpPr>
          <p:spPr>
            <a:xfrm>
              <a:off x="1792" y="2064"/>
              <a:ext cx="63" cy="63"/>
            </a:xfrm>
            <a:prstGeom prst="ellipse">
              <a:avLst/>
            </a:prstGeom>
            <a:solidFill>
              <a:schemeClr val="accent2"/>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2544" name="Rectangle 19"/>
            <p:cNvSpPr/>
            <p:nvPr/>
          </p:nvSpPr>
          <p:spPr>
            <a:xfrm>
              <a:off x="1714" y="2133"/>
              <a:ext cx="223" cy="288"/>
            </a:xfrm>
            <a:prstGeom prst="rect">
              <a:avLst/>
            </a:prstGeom>
            <a:noFill/>
            <a:ln w="9525">
              <a:noFill/>
            </a:ln>
          </p:spPr>
          <p:txBody>
            <a:bodyPr wrap="none" anchor="t">
              <a:spAutoFit/>
            </a:bodyPr>
            <a:p>
              <a:pPr algn="ctr"/>
              <a:r>
                <a:rPr lang="en-US" altLang="zh-CN" sz="2400" dirty="0">
                  <a:solidFill>
                    <a:srgbClr val="FFFF03"/>
                  </a:solidFill>
                  <a:latin typeface="Times New Roman" panose="02020603050405020304" pitchFamily="18" charset="0"/>
                  <a:ea typeface="宋体" panose="02010600030101010101" pitchFamily="2" charset="-122"/>
                </a:rPr>
                <a:t>b</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22545" name="Text Box 20"/>
            <p:cNvSpPr txBox="1"/>
            <p:nvPr/>
          </p:nvSpPr>
          <p:spPr>
            <a:xfrm>
              <a:off x="1691" y="1440"/>
              <a:ext cx="255" cy="610"/>
            </a:xfrm>
            <a:prstGeom prst="rect">
              <a:avLst/>
            </a:prstGeom>
            <a:noFill/>
            <a:ln w="9525">
              <a:noFill/>
            </a:ln>
          </p:spPr>
          <p:txBody>
            <a:bodyPr wrap="none" anchor="t">
              <a:spAutoFit/>
            </a:bodyPr>
            <a:p>
              <a:pPr algn="ctr">
                <a:lnSpc>
                  <a:spcPct val="80000"/>
                </a:lnSpc>
              </a:pPr>
              <a:r>
                <a:rPr lang="en-US" altLang="zh-CN" sz="2400" dirty="0">
                  <a:solidFill>
                    <a:srgbClr val="FFFF03"/>
                  </a:solidFill>
                  <a:latin typeface="Times New Roman" panose="02020603050405020304" pitchFamily="18" charset="0"/>
                  <a:ea typeface="宋体" panose="02010600030101010101" pitchFamily="2" charset="-122"/>
                </a:rPr>
                <a:t>+</a:t>
              </a:r>
              <a:endParaRPr lang="en-US" altLang="zh-CN" sz="2400" dirty="0">
                <a:solidFill>
                  <a:srgbClr val="FFFF03"/>
                </a:solidFill>
                <a:latin typeface="Times New Roman" panose="02020603050405020304" pitchFamily="18" charset="0"/>
                <a:ea typeface="宋体" panose="02010600030101010101" pitchFamily="2" charset="-122"/>
              </a:endParaRPr>
            </a:p>
            <a:p>
              <a:pPr algn="ctr">
                <a:lnSpc>
                  <a:spcPct val="80000"/>
                </a:lnSpc>
              </a:pPr>
              <a:r>
                <a:rPr lang="en-US" altLang="zh-CN" sz="2400" i="1" dirty="0">
                  <a:solidFill>
                    <a:srgbClr val="FFFF03"/>
                  </a:solidFill>
                  <a:latin typeface="Times New Roman" panose="02020603050405020304" pitchFamily="18" charset="0"/>
                  <a:ea typeface="宋体" panose="02010600030101010101" pitchFamily="2" charset="-122"/>
                </a:rPr>
                <a:t>U</a:t>
              </a:r>
              <a:endParaRPr lang="en-US" altLang="zh-CN" sz="2400" dirty="0">
                <a:solidFill>
                  <a:srgbClr val="FFFF03"/>
                </a:solidFill>
                <a:latin typeface="Times New Roman" panose="02020603050405020304" pitchFamily="18" charset="0"/>
                <a:ea typeface="宋体" panose="02010600030101010101" pitchFamily="2" charset="-122"/>
              </a:endParaRPr>
            </a:p>
            <a:p>
              <a:pPr algn="ctr">
                <a:lnSpc>
                  <a:spcPct val="80000"/>
                </a:lnSpc>
              </a:pPr>
              <a:r>
                <a:rPr lang="en-US" altLang="zh-CN" sz="2400" dirty="0">
                  <a:solidFill>
                    <a:srgbClr val="FFFF03"/>
                  </a:solidFill>
                  <a:latin typeface="Times New Roman" panose="02020603050405020304" pitchFamily="18" charset="0"/>
                  <a:ea typeface="宋体" panose="02010600030101010101" pitchFamily="2" charset="-122"/>
                </a:rPr>
                <a:t>–</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22546" name="Line 21"/>
            <p:cNvSpPr/>
            <p:nvPr/>
          </p:nvSpPr>
          <p:spPr>
            <a:xfrm>
              <a:off x="1920" y="1322"/>
              <a:ext cx="288" cy="0"/>
            </a:xfrm>
            <a:prstGeom prst="line">
              <a:avLst/>
            </a:prstGeom>
            <a:ln w="38100" cap="flat" cmpd="sng">
              <a:solidFill>
                <a:schemeClr val="bg1"/>
              </a:solidFill>
              <a:prstDash val="solid"/>
              <a:round/>
              <a:headEnd type="none" w="med" len="med"/>
              <a:tailEnd type="stealth" w="sm" len="lg"/>
            </a:ln>
          </p:spPr>
        </p:sp>
        <p:sp>
          <p:nvSpPr>
            <p:cNvPr id="22547" name="Rectangle 22"/>
            <p:cNvSpPr/>
            <p:nvPr/>
          </p:nvSpPr>
          <p:spPr>
            <a:xfrm>
              <a:off x="1963" y="1064"/>
              <a:ext cx="191" cy="288"/>
            </a:xfrm>
            <a:prstGeom prst="rect">
              <a:avLst/>
            </a:prstGeom>
            <a:noFill/>
            <a:ln w="9525">
              <a:noFill/>
            </a:ln>
          </p:spPr>
          <p:txBody>
            <a:bodyPr wrap="none" anchor="t">
              <a:spAutoFit/>
            </a:bodyPr>
            <a:p>
              <a:pPr algn="ctr"/>
              <a:r>
                <a:rPr lang="en-US" altLang="zh-CN" sz="2400" i="1" dirty="0">
                  <a:solidFill>
                    <a:srgbClr val="FFFF03"/>
                  </a:solidFill>
                  <a:latin typeface="Times New Roman" panose="02020603050405020304" pitchFamily="18" charset="0"/>
                  <a:ea typeface="宋体" panose="02010600030101010101" pitchFamily="2" charset="-122"/>
                </a:rPr>
                <a:t>I</a:t>
              </a:r>
              <a:endParaRPr lang="en-US" altLang="zh-CN" sz="2400" i="1" dirty="0">
                <a:solidFill>
                  <a:srgbClr val="FFFF03"/>
                </a:solidFill>
                <a:latin typeface="Times New Roman" panose="02020603050405020304" pitchFamily="18" charset="0"/>
                <a:ea typeface="宋体" panose="02010600030101010101" pitchFamily="2" charset="-122"/>
              </a:endParaRPr>
            </a:p>
          </p:txBody>
        </p:sp>
      </p:grpSp>
      <p:sp>
        <p:nvSpPr>
          <p:cNvPr id="35885" name="Text Box 45"/>
          <p:cNvSpPr txBox="1"/>
          <p:nvPr/>
        </p:nvSpPr>
        <p:spPr>
          <a:xfrm>
            <a:off x="533400" y="5057775"/>
            <a:ext cx="8153400" cy="1373188"/>
          </a:xfrm>
          <a:prstGeom prst="rect">
            <a:avLst/>
          </a:prstGeom>
          <a:noFill/>
          <a:ln w="9525">
            <a:noFill/>
          </a:ln>
        </p:spPr>
        <p:txBody>
          <a:bodyPr anchor="t">
            <a:spAutoFit/>
          </a:bodyPr>
          <a:p>
            <a:pPr eaLnBrk="0" hangingPunct="0"/>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等效电源的内阻</a:t>
            </a:r>
            <a:r>
              <a:rPr lang="en-US" altLang="zh-CN" i="1" dirty="0">
                <a:latin typeface="Times New Roman" panose="02020603050405020304" pitchFamily="18" charset="0"/>
                <a:ea typeface="宋体" panose="02010600030101010101" pitchFamily="2" charset="-122"/>
              </a:rPr>
              <a:t>R</a:t>
            </a:r>
            <a:r>
              <a:rPr lang="en-US" altLang="zh-CN" baseline="-25000"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等于有源二端网络中所有电源均除去（理想电压源短路，理想电流源开路）后所得到的无源二端网络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两端之间的等效电阻。</a:t>
            </a:r>
            <a:endParaRPr lang="zh-CN" altLang="en-US" dirty="0">
              <a:latin typeface="Times New Roman" panose="02020603050405020304" pitchFamily="18" charset="0"/>
              <a:ea typeface="宋体" panose="02010600030101010101" pitchFamily="2" charset="-122"/>
            </a:endParaRPr>
          </a:p>
        </p:txBody>
      </p:sp>
      <p:sp>
        <p:nvSpPr>
          <p:cNvPr id="35886" name="Text Box 46"/>
          <p:cNvSpPr txBox="1"/>
          <p:nvPr/>
        </p:nvSpPr>
        <p:spPr>
          <a:xfrm>
            <a:off x="533400" y="4114800"/>
            <a:ext cx="8077200" cy="946150"/>
          </a:xfrm>
          <a:prstGeom prst="rect">
            <a:avLst/>
          </a:prstGeom>
          <a:noFill/>
          <a:ln w="9525">
            <a:noFill/>
          </a:ln>
        </p:spPr>
        <p:txBody>
          <a:bodyPr anchor="t">
            <a:spAutoFit/>
          </a:bodyPr>
          <a:p>
            <a:pPr eaLnBrk="0" hangingPunct="0"/>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等效电源的电动势</a:t>
            </a:r>
            <a:r>
              <a:rPr lang="en-US" altLang="zh-CN" i="1" dirty="0">
                <a:latin typeface="Times New Roman" panose="02020603050405020304" pitchFamily="18" charset="0"/>
                <a:ea typeface="宋体" panose="02010600030101010101" pitchFamily="2" charset="-122"/>
              </a:rPr>
              <a:t>E </a:t>
            </a:r>
            <a:r>
              <a:rPr lang="zh-CN" altLang="en-US" dirty="0">
                <a:latin typeface="Times New Roman" panose="02020603050405020304" pitchFamily="18" charset="0"/>
                <a:ea typeface="宋体" panose="02010600030101010101" pitchFamily="2" charset="-122"/>
              </a:rPr>
              <a:t>就是有源二端网络的开路电压</a:t>
            </a:r>
            <a:r>
              <a:rPr lang="en-US" altLang="zh-CN"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，即将负载断开后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两端之间的电压。</a:t>
            </a:r>
            <a:endParaRPr lang="zh-CN" altLang="en-US" dirty="0">
              <a:latin typeface="Times New Roman" panose="02020603050405020304" pitchFamily="18" charset="0"/>
              <a:ea typeface="宋体" panose="02010600030101010101" pitchFamily="2" charset="-122"/>
            </a:endParaRPr>
          </a:p>
        </p:txBody>
      </p:sp>
      <p:sp>
        <p:nvSpPr>
          <p:cNvPr id="35887" name="AutoShape 47"/>
          <p:cNvSpPr/>
          <p:nvPr/>
        </p:nvSpPr>
        <p:spPr>
          <a:xfrm>
            <a:off x="3276600" y="3505200"/>
            <a:ext cx="1981200" cy="533400"/>
          </a:xfrm>
          <a:prstGeom prst="wedgeRoundRectCallout">
            <a:avLst>
              <a:gd name="adj1" fmla="val 43671"/>
              <a:gd name="adj2" fmla="val -144046"/>
              <a:gd name="adj3" fmla="val 16667"/>
            </a:avLst>
          </a:prstGeom>
          <a:gradFill rotWithShape="0">
            <a:gsLst>
              <a:gs pos="0">
                <a:srgbClr val="5E9EFF">
                  <a:alpha val="100000"/>
                </a:srgbClr>
              </a:gs>
              <a:gs pos="20000">
                <a:srgbClr val="85C2FF">
                  <a:alpha val="100000"/>
                </a:srgbClr>
              </a:gs>
              <a:gs pos="35001">
                <a:srgbClr val="C4D6EB">
                  <a:alpha val="100000"/>
                </a:srgbClr>
              </a:gs>
              <a:gs pos="50000">
                <a:srgbClr val="FFEBFA">
                  <a:alpha val="100000"/>
                </a:srgbClr>
              </a:gs>
              <a:gs pos="64999">
                <a:srgbClr val="C4D6EB">
                  <a:alpha val="100000"/>
                </a:srgbClr>
              </a:gs>
              <a:gs pos="80000">
                <a:srgbClr val="85C2FF">
                  <a:alpha val="100000"/>
                </a:srgbClr>
              </a:gs>
              <a:gs pos="100000">
                <a:srgbClr val="5E9EFF">
                  <a:alpha val="100000"/>
                </a:srgbClr>
              </a:gs>
            </a:gsLst>
            <a:lin ang="5400000" scaled="1"/>
            <a:tileRect/>
          </a:gradFill>
          <a:ln w="28575" cap="flat" cmpd="sng">
            <a:solidFill>
              <a:srgbClr val="006600"/>
            </a:solidFill>
            <a:prstDash val="solid"/>
            <a:miter/>
            <a:headEnd type="none" w="med" len="med"/>
            <a:tailEnd type="none" w="med" len="med"/>
          </a:ln>
        </p:spPr>
        <p:txBody>
          <a:bodyPr wrap="none" anchor="ctr"/>
          <a:p>
            <a:pPr algn="ctr" eaLnBrk="0" hangingPunct="0"/>
            <a:r>
              <a:rPr lang="zh-CN" altLang="en-US" dirty="0">
                <a:solidFill>
                  <a:srgbClr val="FF3300"/>
                </a:solidFill>
                <a:latin typeface="Times New Roman" panose="02020603050405020304" pitchFamily="18" charset="0"/>
                <a:ea typeface="宋体" panose="02010600030101010101" pitchFamily="2" charset="-122"/>
              </a:rPr>
              <a:t>等效电源</a:t>
            </a:r>
            <a:endParaRPr lang="zh-CN" altLang="en-US" dirty="0">
              <a:solidFill>
                <a:srgbClr val="FF3300"/>
              </a:solidFill>
              <a:latin typeface="Times New Roman" panose="02020603050405020304" pitchFamily="18" charset="0"/>
              <a:ea typeface="宋体" panose="02010600030101010101" pitchFamily="2" charset="-122"/>
            </a:endParaRPr>
          </a:p>
        </p:txBody>
      </p:sp>
      <p:grpSp>
        <p:nvGrpSpPr>
          <p:cNvPr id="35890" name="Group 50"/>
          <p:cNvGrpSpPr/>
          <p:nvPr/>
        </p:nvGrpSpPr>
        <p:grpSpPr>
          <a:xfrm>
            <a:off x="5257800" y="1498600"/>
            <a:ext cx="3036888" cy="2667000"/>
            <a:chOff x="3312" y="944"/>
            <a:chExt cx="1913" cy="1680"/>
          </a:xfrm>
        </p:grpSpPr>
        <p:sp>
          <p:nvSpPr>
            <p:cNvPr id="22552" name="Oval 24"/>
            <p:cNvSpPr/>
            <p:nvPr/>
          </p:nvSpPr>
          <p:spPr>
            <a:xfrm>
              <a:off x="3570" y="1881"/>
              <a:ext cx="269" cy="260"/>
            </a:xfrm>
            <a:prstGeom prst="ellipse">
              <a:avLst/>
            </a:prstGeom>
            <a:noFill/>
            <a:ln w="38100" cap="flat" cmpd="sng">
              <a:solidFill>
                <a:srgbClr val="FF3300"/>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2553" name="Line 25"/>
            <p:cNvSpPr/>
            <p:nvPr/>
          </p:nvSpPr>
          <p:spPr>
            <a:xfrm>
              <a:off x="3696" y="1248"/>
              <a:ext cx="1152" cy="0"/>
            </a:xfrm>
            <a:prstGeom prst="line">
              <a:avLst/>
            </a:prstGeom>
            <a:ln w="38100" cap="flat" cmpd="sng">
              <a:solidFill>
                <a:schemeClr val="bg1"/>
              </a:solidFill>
              <a:prstDash val="solid"/>
              <a:round/>
              <a:headEnd type="none" w="med" len="med"/>
              <a:tailEnd type="none" w="med" len="med"/>
            </a:ln>
          </p:spPr>
        </p:sp>
        <p:sp>
          <p:nvSpPr>
            <p:cNvPr id="22554" name="Line 26"/>
            <p:cNvSpPr/>
            <p:nvPr/>
          </p:nvSpPr>
          <p:spPr>
            <a:xfrm>
              <a:off x="3704" y="2304"/>
              <a:ext cx="1145" cy="0"/>
            </a:xfrm>
            <a:prstGeom prst="line">
              <a:avLst/>
            </a:prstGeom>
            <a:ln w="38100" cap="flat" cmpd="sng">
              <a:solidFill>
                <a:schemeClr val="bg1"/>
              </a:solidFill>
              <a:prstDash val="solid"/>
              <a:round/>
              <a:headEnd type="none" w="med" len="med"/>
              <a:tailEnd type="none" w="med" len="med"/>
            </a:ln>
          </p:spPr>
        </p:sp>
        <p:sp>
          <p:nvSpPr>
            <p:cNvPr id="22555" name="Line 27"/>
            <p:cNvSpPr/>
            <p:nvPr/>
          </p:nvSpPr>
          <p:spPr>
            <a:xfrm>
              <a:off x="3696" y="1728"/>
              <a:ext cx="0" cy="576"/>
            </a:xfrm>
            <a:prstGeom prst="line">
              <a:avLst/>
            </a:prstGeom>
            <a:ln w="38100" cap="flat" cmpd="sng">
              <a:solidFill>
                <a:schemeClr val="bg1"/>
              </a:solidFill>
              <a:prstDash val="solid"/>
              <a:round/>
              <a:headEnd type="none" w="med" len="med"/>
              <a:tailEnd type="none" w="med" len="med"/>
            </a:ln>
          </p:spPr>
        </p:sp>
        <p:sp>
          <p:nvSpPr>
            <p:cNvPr id="22556" name="Rectangle 28"/>
            <p:cNvSpPr/>
            <p:nvPr/>
          </p:nvSpPr>
          <p:spPr>
            <a:xfrm>
              <a:off x="3631" y="1449"/>
              <a:ext cx="125" cy="277"/>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2557" name="Text Box 29"/>
            <p:cNvSpPr txBox="1"/>
            <p:nvPr/>
          </p:nvSpPr>
          <p:spPr>
            <a:xfrm>
              <a:off x="3329" y="1833"/>
              <a:ext cx="415" cy="288"/>
            </a:xfrm>
            <a:prstGeom prst="rect">
              <a:avLst/>
            </a:prstGeom>
            <a:noFill/>
            <a:ln w="38100">
              <a:noFill/>
            </a:ln>
          </p:spPr>
          <p:txBody>
            <a:bodyPr anchor="t">
              <a:spAutoFit/>
            </a:bodyPr>
            <a:p>
              <a:pPr eaLnBrk="0" hangingPunct="0"/>
              <a:r>
                <a:rPr lang="en-US" altLang="zh-CN" sz="2400" i="1" dirty="0">
                  <a:solidFill>
                    <a:srgbClr val="FFFF03"/>
                  </a:solidFill>
                  <a:latin typeface="Times New Roman" panose="02020603050405020304" pitchFamily="18" charset="0"/>
                  <a:ea typeface="宋体" panose="02010600030101010101" pitchFamily="2" charset="-122"/>
                </a:rPr>
                <a:t>E</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22558" name="Text Box 30"/>
            <p:cNvSpPr txBox="1"/>
            <p:nvPr/>
          </p:nvSpPr>
          <p:spPr>
            <a:xfrm>
              <a:off x="3312" y="1387"/>
              <a:ext cx="452" cy="288"/>
            </a:xfrm>
            <a:prstGeom prst="rect">
              <a:avLst/>
            </a:prstGeom>
            <a:noFill/>
            <a:ln w="38100">
              <a:noFill/>
            </a:ln>
          </p:spPr>
          <p:txBody>
            <a:bodyPr anchor="t">
              <a:spAutoFit/>
            </a:bodyPr>
            <a:p>
              <a:pPr eaLnBrk="0" hangingPunct="0"/>
              <a:r>
                <a:rPr lang="en-US" altLang="zh-CN" sz="2400" i="1" dirty="0">
                  <a:solidFill>
                    <a:srgbClr val="FFFF03"/>
                  </a:solidFill>
                  <a:latin typeface="Times New Roman" panose="02020603050405020304" pitchFamily="18" charset="0"/>
                  <a:ea typeface="宋体" panose="02010600030101010101" pitchFamily="2" charset="-122"/>
                </a:rPr>
                <a:t>R</a:t>
              </a:r>
              <a:r>
                <a:rPr lang="en-US" altLang="zh-CN" sz="2400" baseline="-25000" dirty="0">
                  <a:solidFill>
                    <a:srgbClr val="FFFF03"/>
                  </a:solidFill>
                  <a:latin typeface="Times New Roman" panose="02020603050405020304" pitchFamily="18" charset="0"/>
                  <a:ea typeface="宋体" panose="02010600030101010101" pitchFamily="2" charset="-122"/>
                </a:rPr>
                <a:t>0</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22559" name="Text Box 31"/>
            <p:cNvSpPr txBox="1"/>
            <p:nvPr/>
          </p:nvSpPr>
          <p:spPr>
            <a:xfrm>
              <a:off x="3696" y="1673"/>
              <a:ext cx="225" cy="288"/>
            </a:xfrm>
            <a:prstGeom prst="rect">
              <a:avLst/>
            </a:prstGeom>
            <a:noFill/>
            <a:ln w="38100">
              <a:noFill/>
            </a:ln>
          </p:spPr>
          <p:txBody>
            <a:bodyPr wrap="none" anchor="t">
              <a:spAutoFit/>
            </a:bodyPr>
            <a:p>
              <a:pPr eaLnBrk="0" hangingPunct="0"/>
              <a:r>
                <a:rPr lang="en-US" altLang="zh-CN" sz="2400" dirty="0">
                  <a:solidFill>
                    <a:srgbClr val="FFFF03"/>
                  </a:solidFill>
                  <a:latin typeface="Times New Roman" panose="02020603050405020304" pitchFamily="18" charset="0"/>
                  <a:ea typeface="宋体" panose="02010600030101010101" pitchFamily="2" charset="-122"/>
                </a:rPr>
                <a:t>+</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22560" name="Text Box 32"/>
            <p:cNvSpPr txBox="1"/>
            <p:nvPr/>
          </p:nvSpPr>
          <p:spPr>
            <a:xfrm>
              <a:off x="3696" y="1961"/>
              <a:ext cx="212" cy="288"/>
            </a:xfrm>
            <a:prstGeom prst="rect">
              <a:avLst/>
            </a:prstGeom>
            <a:noFill/>
            <a:ln w="38100">
              <a:noFill/>
            </a:ln>
          </p:spPr>
          <p:txBody>
            <a:bodyPr wrap="none" anchor="t">
              <a:spAutoFit/>
            </a:bodyPr>
            <a:p>
              <a:pPr eaLnBrk="0" hangingPunct="0"/>
              <a:r>
                <a:rPr lang="en-US" altLang="zh-CN" sz="2400" dirty="0">
                  <a:solidFill>
                    <a:srgbClr val="FFFF03"/>
                  </a:solidFill>
                  <a:latin typeface="Times New Roman" panose="02020603050405020304" pitchFamily="18" charset="0"/>
                  <a:ea typeface="宋体" panose="02010600030101010101" pitchFamily="2" charset="-122"/>
                </a:rPr>
                <a:t>_</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22561" name="Line 33"/>
            <p:cNvSpPr/>
            <p:nvPr/>
          </p:nvSpPr>
          <p:spPr>
            <a:xfrm flipH="1">
              <a:off x="4848" y="1872"/>
              <a:ext cx="0" cy="432"/>
            </a:xfrm>
            <a:prstGeom prst="line">
              <a:avLst/>
            </a:prstGeom>
            <a:ln w="38100" cap="flat" cmpd="sng">
              <a:solidFill>
                <a:schemeClr val="bg1"/>
              </a:solidFill>
              <a:prstDash val="solid"/>
              <a:round/>
              <a:headEnd type="none" w="med" len="med"/>
              <a:tailEnd type="none" w="med" len="med"/>
            </a:ln>
          </p:spPr>
        </p:sp>
        <p:sp>
          <p:nvSpPr>
            <p:cNvPr id="22562" name="Rectangle 34"/>
            <p:cNvSpPr/>
            <p:nvPr/>
          </p:nvSpPr>
          <p:spPr>
            <a:xfrm>
              <a:off x="4799" y="1584"/>
              <a:ext cx="110" cy="294"/>
            </a:xfrm>
            <a:prstGeom prst="rect">
              <a:avLst/>
            </a:prstGeom>
            <a:solidFill>
              <a:srgbClr val="0066FF"/>
            </a:solidFill>
            <a:ln w="38100" cap="flat" cmpd="sng">
              <a:solidFill>
                <a:srgbClr val="FFFF03"/>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2563" name="Text Box 35"/>
            <p:cNvSpPr txBox="1"/>
            <p:nvPr/>
          </p:nvSpPr>
          <p:spPr>
            <a:xfrm>
              <a:off x="4896" y="1577"/>
              <a:ext cx="329" cy="288"/>
            </a:xfrm>
            <a:prstGeom prst="rect">
              <a:avLst/>
            </a:prstGeom>
            <a:noFill/>
            <a:ln w="38100">
              <a:noFill/>
            </a:ln>
          </p:spPr>
          <p:txBody>
            <a:bodyPr wrap="none" anchor="t">
              <a:spAutoFit/>
            </a:bodyPr>
            <a:p>
              <a:pPr eaLnBrk="0" hangingPunct="0"/>
              <a:r>
                <a:rPr lang="en-US" altLang="zh-CN" sz="2400" i="1" dirty="0">
                  <a:solidFill>
                    <a:srgbClr val="FFFF03"/>
                  </a:solidFill>
                  <a:latin typeface="Times New Roman" panose="02020603050405020304" pitchFamily="18" charset="0"/>
                  <a:ea typeface="宋体" panose="02010600030101010101" pitchFamily="2" charset="-122"/>
                </a:rPr>
                <a:t>R</a:t>
              </a:r>
              <a:r>
                <a:rPr lang="en-US" altLang="zh-CN" sz="2400" baseline="-25000" dirty="0">
                  <a:solidFill>
                    <a:srgbClr val="FFFF03"/>
                  </a:solidFill>
                  <a:latin typeface="Times New Roman" panose="02020603050405020304" pitchFamily="18" charset="0"/>
                  <a:ea typeface="宋体" panose="02010600030101010101" pitchFamily="2" charset="-122"/>
                </a:rPr>
                <a:t>L</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22564" name="Line 36"/>
            <p:cNvSpPr/>
            <p:nvPr/>
          </p:nvSpPr>
          <p:spPr>
            <a:xfrm flipH="1">
              <a:off x="4848" y="1248"/>
              <a:ext cx="0" cy="336"/>
            </a:xfrm>
            <a:prstGeom prst="line">
              <a:avLst/>
            </a:prstGeom>
            <a:ln w="38100" cap="flat" cmpd="sng">
              <a:solidFill>
                <a:schemeClr val="bg1"/>
              </a:solidFill>
              <a:prstDash val="solid"/>
              <a:round/>
              <a:headEnd type="none" w="med" len="med"/>
              <a:tailEnd type="none" w="med" len="med"/>
            </a:ln>
          </p:spPr>
        </p:sp>
        <p:sp>
          <p:nvSpPr>
            <p:cNvPr id="22565" name="Rectangle 37"/>
            <p:cNvSpPr/>
            <p:nvPr/>
          </p:nvSpPr>
          <p:spPr>
            <a:xfrm>
              <a:off x="4184" y="944"/>
              <a:ext cx="212" cy="288"/>
            </a:xfrm>
            <a:prstGeom prst="rect">
              <a:avLst/>
            </a:prstGeom>
            <a:noFill/>
            <a:ln w="9525">
              <a:noFill/>
            </a:ln>
          </p:spPr>
          <p:txBody>
            <a:bodyPr wrap="none" anchor="t">
              <a:spAutoFit/>
            </a:bodyPr>
            <a:p>
              <a:pPr algn="ctr"/>
              <a:r>
                <a:rPr lang="en-US" altLang="zh-CN" sz="2400" dirty="0">
                  <a:solidFill>
                    <a:srgbClr val="FFFF03"/>
                  </a:solidFill>
                  <a:latin typeface="Times New Roman" panose="02020603050405020304" pitchFamily="18" charset="0"/>
                  <a:ea typeface="宋体" panose="02010600030101010101" pitchFamily="2" charset="-122"/>
                </a:rPr>
                <a:t>a</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22566" name="Oval 38"/>
            <p:cNvSpPr/>
            <p:nvPr/>
          </p:nvSpPr>
          <p:spPr>
            <a:xfrm>
              <a:off x="4272" y="1223"/>
              <a:ext cx="63" cy="63"/>
            </a:xfrm>
            <a:prstGeom prst="ellipse">
              <a:avLst/>
            </a:prstGeom>
            <a:solidFill>
              <a:schemeClr val="accent2"/>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2567" name="Oval 39"/>
            <p:cNvSpPr/>
            <p:nvPr/>
          </p:nvSpPr>
          <p:spPr>
            <a:xfrm>
              <a:off x="4293" y="2277"/>
              <a:ext cx="63" cy="63"/>
            </a:xfrm>
            <a:prstGeom prst="ellipse">
              <a:avLst/>
            </a:prstGeom>
            <a:solidFill>
              <a:schemeClr val="accent2"/>
            </a:solidFill>
            <a:ln w="38100" cap="flat" cmpd="sng">
              <a:solidFill>
                <a:schemeClr val="bg1"/>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2568" name="Rectangle 40"/>
            <p:cNvSpPr/>
            <p:nvPr/>
          </p:nvSpPr>
          <p:spPr>
            <a:xfrm>
              <a:off x="4233" y="2336"/>
              <a:ext cx="223" cy="288"/>
            </a:xfrm>
            <a:prstGeom prst="rect">
              <a:avLst/>
            </a:prstGeom>
            <a:noFill/>
            <a:ln w="9525">
              <a:noFill/>
            </a:ln>
          </p:spPr>
          <p:txBody>
            <a:bodyPr wrap="none" anchor="t">
              <a:spAutoFit/>
            </a:bodyPr>
            <a:p>
              <a:pPr algn="ctr"/>
              <a:r>
                <a:rPr lang="en-US" altLang="zh-CN" sz="2400" dirty="0">
                  <a:solidFill>
                    <a:srgbClr val="FFFF03"/>
                  </a:solidFill>
                  <a:latin typeface="Times New Roman" panose="02020603050405020304" pitchFamily="18" charset="0"/>
                  <a:ea typeface="宋体" panose="02010600030101010101" pitchFamily="2" charset="-122"/>
                </a:rPr>
                <a:t>b</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22569" name="Text Box 41"/>
            <p:cNvSpPr txBox="1"/>
            <p:nvPr/>
          </p:nvSpPr>
          <p:spPr>
            <a:xfrm>
              <a:off x="4209" y="1285"/>
              <a:ext cx="255" cy="955"/>
            </a:xfrm>
            <a:prstGeom prst="rect">
              <a:avLst/>
            </a:prstGeom>
            <a:noFill/>
            <a:ln w="9525">
              <a:noFill/>
            </a:ln>
          </p:spPr>
          <p:txBody>
            <a:bodyPr wrap="none" anchor="t">
              <a:spAutoFit/>
            </a:bodyPr>
            <a:p>
              <a:pPr algn="ctr">
                <a:lnSpc>
                  <a:spcPct val="130000"/>
                </a:lnSpc>
              </a:pPr>
              <a:r>
                <a:rPr lang="en-US" altLang="zh-CN" sz="2400" dirty="0">
                  <a:solidFill>
                    <a:srgbClr val="FFFF03"/>
                  </a:solidFill>
                  <a:latin typeface="Times New Roman" panose="02020603050405020304" pitchFamily="18" charset="0"/>
                  <a:ea typeface="宋体" panose="02010600030101010101" pitchFamily="2" charset="-122"/>
                </a:rPr>
                <a:t>+</a:t>
              </a:r>
              <a:endParaRPr lang="en-US" altLang="zh-CN" sz="2400" dirty="0">
                <a:solidFill>
                  <a:srgbClr val="FFFF03"/>
                </a:solidFill>
                <a:latin typeface="Times New Roman" panose="02020603050405020304" pitchFamily="18" charset="0"/>
                <a:ea typeface="宋体" panose="02010600030101010101" pitchFamily="2" charset="-122"/>
              </a:endParaRPr>
            </a:p>
            <a:p>
              <a:pPr algn="ctr">
                <a:lnSpc>
                  <a:spcPct val="130000"/>
                </a:lnSpc>
              </a:pPr>
              <a:r>
                <a:rPr lang="en-US" altLang="zh-CN" sz="2400" i="1" dirty="0">
                  <a:solidFill>
                    <a:srgbClr val="FFFF03"/>
                  </a:solidFill>
                  <a:latin typeface="Times New Roman" panose="02020603050405020304" pitchFamily="18" charset="0"/>
                  <a:ea typeface="宋体" panose="02010600030101010101" pitchFamily="2" charset="-122"/>
                </a:rPr>
                <a:t>U</a:t>
              </a:r>
              <a:endParaRPr lang="en-US" altLang="zh-CN" sz="2400" dirty="0">
                <a:solidFill>
                  <a:srgbClr val="FFFF03"/>
                </a:solidFill>
                <a:latin typeface="Times New Roman" panose="02020603050405020304" pitchFamily="18" charset="0"/>
                <a:ea typeface="宋体" panose="02010600030101010101" pitchFamily="2" charset="-122"/>
              </a:endParaRPr>
            </a:p>
            <a:p>
              <a:pPr algn="ctr">
                <a:lnSpc>
                  <a:spcPct val="130000"/>
                </a:lnSpc>
              </a:pPr>
              <a:r>
                <a:rPr lang="en-US" altLang="zh-CN" sz="2400" dirty="0">
                  <a:solidFill>
                    <a:srgbClr val="FFFF03"/>
                  </a:solidFill>
                  <a:latin typeface="Times New Roman" panose="02020603050405020304" pitchFamily="18" charset="0"/>
                  <a:ea typeface="宋体" panose="02010600030101010101" pitchFamily="2" charset="-122"/>
                </a:rPr>
                <a:t>–</a:t>
              </a:r>
              <a:endParaRPr lang="en-US" altLang="zh-CN" sz="2400" dirty="0">
                <a:solidFill>
                  <a:srgbClr val="FFFF03"/>
                </a:solidFill>
                <a:latin typeface="Times New Roman" panose="02020603050405020304" pitchFamily="18" charset="0"/>
                <a:ea typeface="宋体" panose="02010600030101010101" pitchFamily="2" charset="-122"/>
              </a:endParaRPr>
            </a:p>
          </p:txBody>
        </p:sp>
        <p:sp>
          <p:nvSpPr>
            <p:cNvPr id="22570" name="Line 42"/>
            <p:cNvSpPr/>
            <p:nvPr/>
          </p:nvSpPr>
          <p:spPr>
            <a:xfrm>
              <a:off x="4512" y="1200"/>
              <a:ext cx="288" cy="0"/>
            </a:xfrm>
            <a:prstGeom prst="line">
              <a:avLst/>
            </a:prstGeom>
            <a:ln w="38100" cap="flat" cmpd="sng">
              <a:solidFill>
                <a:schemeClr val="bg1"/>
              </a:solidFill>
              <a:prstDash val="solid"/>
              <a:round/>
              <a:headEnd type="none" w="med" len="med"/>
              <a:tailEnd type="stealth" w="sm" len="lg"/>
            </a:ln>
          </p:spPr>
        </p:sp>
        <p:sp>
          <p:nvSpPr>
            <p:cNvPr id="22571" name="Rectangle 43"/>
            <p:cNvSpPr/>
            <p:nvPr/>
          </p:nvSpPr>
          <p:spPr>
            <a:xfrm>
              <a:off x="4518" y="944"/>
              <a:ext cx="191" cy="288"/>
            </a:xfrm>
            <a:prstGeom prst="rect">
              <a:avLst/>
            </a:prstGeom>
            <a:noFill/>
            <a:ln w="9525">
              <a:noFill/>
            </a:ln>
          </p:spPr>
          <p:txBody>
            <a:bodyPr wrap="none" anchor="t">
              <a:spAutoFit/>
            </a:bodyPr>
            <a:p>
              <a:pPr algn="ctr"/>
              <a:r>
                <a:rPr lang="en-US" altLang="zh-CN" sz="2400" i="1" dirty="0">
                  <a:solidFill>
                    <a:srgbClr val="FFFF03"/>
                  </a:solidFill>
                  <a:latin typeface="Times New Roman" panose="02020603050405020304" pitchFamily="18" charset="0"/>
                  <a:ea typeface="宋体" panose="02010600030101010101" pitchFamily="2" charset="-122"/>
                </a:rPr>
                <a:t>I</a:t>
              </a:r>
              <a:endParaRPr lang="en-US" altLang="zh-CN" sz="2400" i="1" dirty="0">
                <a:solidFill>
                  <a:srgbClr val="FFFF03"/>
                </a:solidFill>
                <a:latin typeface="Times New Roman" panose="02020603050405020304" pitchFamily="18" charset="0"/>
                <a:ea typeface="宋体" panose="02010600030101010101" pitchFamily="2" charset="-122"/>
              </a:endParaRPr>
            </a:p>
          </p:txBody>
        </p:sp>
        <p:sp>
          <p:nvSpPr>
            <p:cNvPr id="22572" name="Line 44"/>
            <p:cNvSpPr/>
            <p:nvPr/>
          </p:nvSpPr>
          <p:spPr>
            <a:xfrm>
              <a:off x="3696" y="1248"/>
              <a:ext cx="0" cy="192"/>
            </a:xfrm>
            <a:prstGeom prst="line">
              <a:avLst/>
            </a:prstGeom>
            <a:ln w="38100" cap="flat" cmpd="sng">
              <a:solidFill>
                <a:schemeClr val="bg1"/>
              </a:solidFill>
              <a:prstDash val="solid"/>
              <a:round/>
              <a:headEnd type="none" w="med" len="med"/>
              <a:tailEnd type="none" w="med" len="med"/>
            </a:ln>
          </p:spPr>
        </p:sp>
        <p:sp>
          <p:nvSpPr>
            <p:cNvPr id="22573" name="Line 49"/>
            <p:cNvSpPr/>
            <p:nvPr/>
          </p:nvSpPr>
          <p:spPr>
            <a:xfrm>
              <a:off x="3695" y="1880"/>
              <a:ext cx="0" cy="272"/>
            </a:xfrm>
            <a:prstGeom prst="line">
              <a:avLst/>
            </a:prstGeom>
            <a:ln w="38100" cap="flat" cmpd="sng">
              <a:solidFill>
                <a:srgbClr val="FF3300"/>
              </a:solidFill>
              <a:prstDash val="solid"/>
              <a:round/>
              <a:headEnd type="none" w="med" len="med"/>
              <a:tailEnd type="none" w="med" len="med"/>
            </a:ln>
          </p:spPr>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35844"/>
                                        </p:tgtEl>
                                        <p:attrNameLst>
                                          <p:attrName>style.visibility</p:attrName>
                                        </p:attrNameLst>
                                      </p:cBhvr>
                                      <p:to>
                                        <p:strVal val="visible"/>
                                      </p:to>
                                    </p:set>
                                    <p:anim calcmode="lin" valueType="num">
                                      <p:cBhvr>
                                        <p:cTn id="7" dur="500" fill="hold"/>
                                        <p:tgtEl>
                                          <p:spTgt spid="35844"/>
                                        </p:tgtEl>
                                        <p:attrNameLst>
                                          <p:attrName>ppt_x</p:attrName>
                                        </p:attrNameLst>
                                      </p:cBhvr>
                                      <p:tavLst>
                                        <p:tav tm="0">
                                          <p:val>
                                            <p:strVal val="0-#ppt_w/2"/>
                                          </p:val>
                                        </p:tav>
                                        <p:tav tm="100000">
                                          <p:val>
                                            <p:strVal val="#ppt_x"/>
                                          </p:val>
                                        </p:tav>
                                      </p:tavLst>
                                    </p:anim>
                                    <p:anim calcmode="lin" valueType="num">
                                      <p:cBhvr>
                                        <p:cTn id="8" dur="500" fill="hold"/>
                                        <p:tgtEl>
                                          <p:spTgt spid="358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5846">
                                            <p:txEl>
                                              <p:charRg st="0" end="53"/>
                                            </p:txEl>
                                          </p:spTgt>
                                        </p:tgtEl>
                                        <p:attrNameLst>
                                          <p:attrName>style.visibility</p:attrName>
                                        </p:attrNameLst>
                                      </p:cBhvr>
                                      <p:to>
                                        <p:strVal val="visible"/>
                                      </p:to>
                                    </p:set>
                                    <p:animEffect transition="in" filter="wipe(left)">
                                      <p:cBhvr>
                                        <p:cTn id="13" dur="500"/>
                                        <p:tgtEl>
                                          <p:spTgt spid="35846">
                                            <p:txEl>
                                              <p:charRg st="0" end="5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5888"/>
                                        </p:tgtEl>
                                        <p:attrNameLst>
                                          <p:attrName>style.visibility</p:attrName>
                                        </p:attrNameLst>
                                      </p:cBhvr>
                                      <p:to>
                                        <p:strVal val="visible"/>
                                      </p:to>
                                    </p:set>
                                    <p:anim calcmode="lin" valueType="num">
                                      <p:cBhvr>
                                        <p:cTn id="18" dur="500" fill="hold"/>
                                        <p:tgtEl>
                                          <p:spTgt spid="35888"/>
                                        </p:tgtEl>
                                        <p:attrNameLst>
                                          <p:attrName>ppt_x</p:attrName>
                                        </p:attrNameLst>
                                      </p:cBhvr>
                                      <p:tavLst>
                                        <p:tav tm="0">
                                          <p:val>
                                            <p:strVal val="0-#ppt_w/2"/>
                                          </p:val>
                                        </p:tav>
                                        <p:tav tm="100000">
                                          <p:val>
                                            <p:strVal val="#ppt_x"/>
                                          </p:val>
                                        </p:tav>
                                      </p:tavLst>
                                    </p:anim>
                                    <p:anim calcmode="lin" valueType="num">
                                      <p:cBhvr>
                                        <p:cTn id="19" dur="500" fill="hold"/>
                                        <p:tgtEl>
                                          <p:spTgt spid="3588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5847"/>
                                        </p:tgtEl>
                                        <p:attrNameLst>
                                          <p:attrName>style.visibility</p:attrName>
                                        </p:attrNameLst>
                                      </p:cBhvr>
                                      <p:to>
                                        <p:strVal val="visible"/>
                                      </p:to>
                                    </p:set>
                                    <p:animEffect transition="in" filter="wipe(left)">
                                      <p:cBhvr>
                                        <p:cTn id="24" dur="500"/>
                                        <p:tgtEl>
                                          <p:spTgt spid="35847"/>
                                        </p:tgtEl>
                                      </p:cBhvr>
                                    </p:animEffect>
                                  </p:childTnLst>
                                </p:cTn>
                              </p:par>
                            </p:childTnLst>
                          </p:cTn>
                        </p:par>
                        <p:par>
                          <p:cTn id="25" fill="hold">
                            <p:stCondLst>
                              <p:cond delay="500"/>
                            </p:stCondLst>
                            <p:childTnLst>
                              <p:par>
                                <p:cTn id="26" presetID="2" presetClass="entr" presetSubtype="2" fill="hold" nodeType="afterEffect">
                                  <p:stCondLst>
                                    <p:cond delay="1000"/>
                                  </p:stCondLst>
                                  <p:childTnLst>
                                    <p:set>
                                      <p:cBhvr>
                                        <p:cTn id="27" dur="1" fill="hold">
                                          <p:stCondLst>
                                            <p:cond delay="0"/>
                                          </p:stCondLst>
                                        </p:cTn>
                                        <p:tgtEl>
                                          <p:spTgt spid="35890"/>
                                        </p:tgtEl>
                                        <p:attrNameLst>
                                          <p:attrName>style.visibility</p:attrName>
                                        </p:attrNameLst>
                                      </p:cBhvr>
                                      <p:to>
                                        <p:strVal val="visible"/>
                                      </p:to>
                                    </p:set>
                                    <p:anim calcmode="lin" valueType="num">
                                      <p:cBhvr>
                                        <p:cTn id="28" dur="500" fill="hold"/>
                                        <p:tgtEl>
                                          <p:spTgt spid="35890"/>
                                        </p:tgtEl>
                                        <p:attrNameLst>
                                          <p:attrName>ppt_x</p:attrName>
                                        </p:attrNameLst>
                                      </p:cBhvr>
                                      <p:tavLst>
                                        <p:tav tm="0">
                                          <p:val>
                                            <p:strVal val="1+#ppt_w/2"/>
                                          </p:val>
                                        </p:tav>
                                        <p:tav tm="100000">
                                          <p:val>
                                            <p:strVal val="#ppt_x"/>
                                          </p:val>
                                        </p:tav>
                                      </p:tavLst>
                                    </p:anim>
                                    <p:anim calcmode="lin" valueType="num">
                                      <p:cBhvr>
                                        <p:cTn id="29" dur="500" fill="hold"/>
                                        <p:tgtEl>
                                          <p:spTgt spid="35890"/>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37" fill="hold" grpId="0" nodeType="clickEffect">
                                  <p:stCondLst>
                                    <p:cond delay="0"/>
                                  </p:stCondLst>
                                  <p:childTnLst>
                                    <p:set>
                                      <p:cBhvr>
                                        <p:cTn id="33" dur="1" fill="hold">
                                          <p:stCondLst>
                                            <p:cond delay="0"/>
                                          </p:stCondLst>
                                        </p:cTn>
                                        <p:tgtEl>
                                          <p:spTgt spid="35845"/>
                                        </p:tgtEl>
                                        <p:attrNameLst>
                                          <p:attrName>style.visibility</p:attrName>
                                        </p:attrNameLst>
                                      </p:cBhvr>
                                      <p:to>
                                        <p:strVal val="visible"/>
                                      </p:to>
                                    </p:set>
                                    <p:animEffect transition="in" filter="barn(outVertical)">
                                      <p:cBhvr>
                                        <p:cTn id="34" dur="500"/>
                                        <p:tgtEl>
                                          <p:spTgt spid="35845"/>
                                        </p:tgtEl>
                                      </p:cBhvr>
                                    </p:animEffect>
                                  </p:childTnLst>
                                </p:cTn>
                              </p:par>
                            </p:childTnLst>
                          </p:cTn>
                        </p:par>
                        <p:par>
                          <p:cTn id="35" fill="hold">
                            <p:stCondLst>
                              <p:cond delay="500"/>
                            </p:stCondLst>
                            <p:childTnLst>
                              <p:par>
                                <p:cTn id="36" presetID="22" presetClass="entr" presetSubtype="4" fill="hold" grpId="0" nodeType="afterEffect">
                                  <p:stCondLst>
                                    <p:cond delay="1000"/>
                                  </p:stCondLst>
                                  <p:childTnLst>
                                    <p:set>
                                      <p:cBhvr>
                                        <p:cTn id="37" dur="1" fill="hold">
                                          <p:stCondLst>
                                            <p:cond delay="0"/>
                                          </p:stCondLst>
                                        </p:cTn>
                                        <p:tgtEl>
                                          <p:spTgt spid="35887"/>
                                        </p:tgtEl>
                                        <p:attrNameLst>
                                          <p:attrName>style.visibility</p:attrName>
                                        </p:attrNameLst>
                                      </p:cBhvr>
                                      <p:to>
                                        <p:strVal val="visible"/>
                                      </p:to>
                                    </p:set>
                                    <p:animEffect transition="in" filter="wipe(down)">
                                      <p:cBhvr>
                                        <p:cTn id="38" dur="500"/>
                                        <p:tgtEl>
                                          <p:spTgt spid="3588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5886"/>
                                        </p:tgtEl>
                                        <p:attrNameLst>
                                          <p:attrName>style.visibility</p:attrName>
                                        </p:attrNameLst>
                                      </p:cBhvr>
                                      <p:to>
                                        <p:strVal val="visible"/>
                                      </p:to>
                                    </p:set>
                                    <p:animEffect transition="in" filter="wipe(left)">
                                      <p:cBhvr>
                                        <p:cTn id="43" dur="500"/>
                                        <p:tgtEl>
                                          <p:spTgt spid="3588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5885"/>
                                        </p:tgtEl>
                                        <p:attrNameLst>
                                          <p:attrName>style.visibility</p:attrName>
                                        </p:attrNameLst>
                                      </p:cBhvr>
                                      <p:to>
                                        <p:strVal val="visible"/>
                                      </p:to>
                                    </p:set>
                                    <p:animEffect transition="in" filter="wipe(left)">
                                      <p:cBhvr>
                                        <p:cTn id="48" dur="500"/>
                                        <p:tgtEl>
                                          <p:spTgt spid="35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p:bldP spid="35845" grpId="0" bldLvl="0" animBg="1"/>
      <p:bldP spid="35846" grpId="0" build="p"/>
      <p:bldP spid="35847" grpId="0" bldLvl="0" animBg="1"/>
      <p:bldP spid="35885" grpId="0"/>
      <p:bldP spid="35886" grpId="0"/>
      <p:bldP spid="35887"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6868" name="Rectangle 4"/>
          <p:cNvSpPr>
            <a:spLocks noGrp="1"/>
          </p:cNvSpPr>
          <p:nvPr>
            <p:ph type="title"/>
          </p:nvPr>
        </p:nvSpPr>
        <p:spPr>
          <a:xfrm>
            <a:off x="1030288" y="350838"/>
            <a:ext cx="1112837" cy="504825"/>
          </a:xfrm>
        </p:spPr>
        <p:txBody>
          <a:bodyPr wrap="square" lIns="91440" tIns="45720" rIns="91440" bIns="45720" anchor="ctr"/>
          <a:p>
            <a:pPr algn="l" eaLnBrk="1" hangingPunct="1"/>
            <a:r>
              <a:rPr lang="en-US" altLang="zh-CN" sz="3200" b="1" dirty="0">
                <a:solidFill>
                  <a:srgbClr val="FFFF99"/>
                </a:solidFill>
                <a:ea typeface="幼圆" pitchFamily="49" charset="-122"/>
              </a:rPr>
              <a:t>[</a:t>
            </a:r>
            <a:r>
              <a:rPr lang="zh-CN" altLang="en-US" sz="2800" b="1" dirty="0">
                <a:solidFill>
                  <a:srgbClr val="FFFF99"/>
                </a:solidFill>
                <a:ea typeface="幼圆" pitchFamily="49" charset="-122"/>
              </a:rPr>
              <a:t>例</a:t>
            </a:r>
            <a:r>
              <a:rPr lang="en-US" altLang="zh-CN" sz="2800" b="1" dirty="0">
                <a:solidFill>
                  <a:srgbClr val="FFFF99"/>
                </a:solidFill>
                <a:ea typeface="幼圆" pitchFamily="49" charset="-122"/>
              </a:rPr>
              <a:t>1</a:t>
            </a:r>
            <a:r>
              <a:rPr lang="en-US" altLang="zh-CN" sz="3200" b="1" dirty="0">
                <a:solidFill>
                  <a:srgbClr val="FFFF99"/>
                </a:solidFill>
                <a:ea typeface="幼圆" pitchFamily="49" charset="-122"/>
              </a:rPr>
              <a:t>] </a:t>
            </a:r>
            <a:endParaRPr lang="en-US" altLang="zh-CN" sz="3200" b="1" dirty="0">
              <a:solidFill>
                <a:srgbClr val="FFFF99"/>
              </a:solidFill>
              <a:ea typeface="幼圆" pitchFamily="49" charset="-122"/>
            </a:endParaRPr>
          </a:p>
        </p:txBody>
      </p:sp>
      <p:sp>
        <p:nvSpPr>
          <p:cNvPr id="36869" name="Rectangle 5"/>
          <p:cNvSpPr/>
          <p:nvPr/>
        </p:nvSpPr>
        <p:spPr>
          <a:xfrm>
            <a:off x="1865313" y="371475"/>
            <a:ext cx="3092450" cy="519113"/>
          </a:xfrm>
          <a:prstGeom prst="rect">
            <a:avLst/>
          </a:prstGeom>
          <a:noFill/>
          <a:ln w="31750">
            <a:noFill/>
          </a:ln>
        </p:spPr>
        <p:txBody>
          <a:bodyPr anchor="t">
            <a:spAutoFit/>
          </a:bodyPr>
          <a:p>
            <a:pPr eaLnBrk="0" hangingPunct="0"/>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求</a:t>
            </a:r>
            <a:r>
              <a:rPr lang="en-US" altLang="zh-CN" dirty="0">
                <a:latin typeface="Times New Roman" panose="02020603050405020304" pitchFamily="18" charset="0"/>
                <a:ea typeface="宋体" panose="02010600030101010101" pitchFamily="2" charset="-122"/>
              </a:rPr>
              <a:t>R</a:t>
            </a:r>
            <a:r>
              <a:rPr lang="zh-CN" altLang="en-US" dirty="0">
                <a:latin typeface="Times New Roman" panose="02020603050405020304" pitchFamily="18" charset="0"/>
                <a:ea typeface="宋体" panose="02010600030101010101" pitchFamily="2" charset="-122"/>
              </a:rPr>
              <a:t>支路的电流。</a:t>
            </a:r>
            <a:endParaRPr lang="zh-CN" altLang="en-US" dirty="0">
              <a:latin typeface="Times New Roman" panose="02020603050405020304" pitchFamily="18" charset="0"/>
              <a:ea typeface="宋体" panose="02010600030101010101" pitchFamily="2" charset="-122"/>
            </a:endParaRPr>
          </a:p>
        </p:txBody>
      </p:sp>
      <p:sp>
        <p:nvSpPr>
          <p:cNvPr id="36870" name="Rectangle 6"/>
          <p:cNvSpPr/>
          <p:nvPr/>
        </p:nvSpPr>
        <p:spPr>
          <a:xfrm>
            <a:off x="3549650" y="1449388"/>
            <a:ext cx="2141538" cy="2305050"/>
          </a:xfrm>
          <a:prstGeom prst="rect">
            <a:avLst/>
          </a:prstGeom>
          <a:noFill/>
          <a:ln w="38100" cap="flat" cmpd="sng">
            <a:solidFill>
              <a:schemeClr val="accent1"/>
            </a:solidFill>
            <a:prstDash val="dashDot"/>
            <a:miter/>
            <a:headEnd type="none" w="med" len="med"/>
            <a:tailEnd type="none" w="med" len="med"/>
          </a:ln>
        </p:spPr>
        <p:txBody>
          <a:bodyPr wrap="none" anchor="ctr"/>
          <a:p>
            <a:pPr algn="ctr"/>
            <a:endParaRPr lang="zh-CN" altLang="zh-CN" b="0" i="1" dirty="0">
              <a:solidFill>
                <a:schemeClr val="tx1"/>
              </a:solidFill>
              <a:latin typeface="Times New Roman" panose="02020603050405020304" pitchFamily="18" charset="0"/>
              <a:ea typeface="宋体" panose="02010600030101010101" pitchFamily="2" charset="-122"/>
            </a:endParaRPr>
          </a:p>
        </p:txBody>
      </p:sp>
      <p:sp>
        <p:nvSpPr>
          <p:cNvPr id="36881" name="AutoShape 17"/>
          <p:cNvSpPr/>
          <p:nvPr/>
        </p:nvSpPr>
        <p:spPr>
          <a:xfrm>
            <a:off x="3008313" y="2493963"/>
            <a:ext cx="504825" cy="215900"/>
          </a:xfrm>
          <a:prstGeom prst="rightArrow">
            <a:avLst>
              <a:gd name="adj1" fmla="val 50000"/>
              <a:gd name="adj2" fmla="val 58412"/>
            </a:avLst>
          </a:prstGeom>
          <a:solidFill>
            <a:srgbClr val="FF00FF"/>
          </a:solidFill>
          <a:ln w="38100" cap="flat" cmpd="sng">
            <a:solidFill>
              <a:srgbClr val="FF00FF"/>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6920" name="AutoShape 56"/>
          <p:cNvSpPr/>
          <p:nvPr/>
        </p:nvSpPr>
        <p:spPr>
          <a:xfrm>
            <a:off x="6537325" y="2540000"/>
            <a:ext cx="431800" cy="268288"/>
          </a:xfrm>
          <a:prstGeom prst="rightArrow">
            <a:avLst>
              <a:gd name="adj1" fmla="val 50000"/>
              <a:gd name="adj2" fmla="val 40206"/>
            </a:avLst>
          </a:prstGeom>
          <a:solidFill>
            <a:srgbClr val="FF00FF"/>
          </a:solidFill>
          <a:ln w="38100" cap="flat" cmpd="sng">
            <a:solidFill>
              <a:srgbClr val="FF00FF"/>
            </a:solidFill>
            <a:prstDash val="solid"/>
            <a:miter/>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36945" name="Rectangle 81"/>
          <p:cNvSpPr/>
          <p:nvPr/>
        </p:nvSpPr>
        <p:spPr>
          <a:xfrm>
            <a:off x="417513" y="4221163"/>
            <a:ext cx="1079500" cy="579437"/>
          </a:xfrm>
          <a:prstGeom prst="rect">
            <a:avLst/>
          </a:prstGeom>
          <a:noFill/>
          <a:ln w="38100">
            <a:noFill/>
          </a:ln>
        </p:spPr>
        <p:txBody>
          <a:bodyPr anchor="t">
            <a:spAutoFit/>
          </a:bodyPr>
          <a:p>
            <a:pPr eaLnBrk="0" hangingPunct="0"/>
            <a:r>
              <a:rPr lang="en-US" altLang="zh-CN" sz="3200" dirty="0">
                <a:solidFill>
                  <a:srgbClr val="FFFF99"/>
                </a:solidFill>
                <a:latin typeface="Times New Roman" panose="02020603050405020304" pitchFamily="18" charset="0"/>
                <a:ea typeface="幼圆" pitchFamily="49" charset="-122"/>
              </a:rPr>
              <a:t>[</a:t>
            </a:r>
            <a:r>
              <a:rPr lang="zh-CN" altLang="en-US" sz="3200" dirty="0">
                <a:solidFill>
                  <a:srgbClr val="FFFF99"/>
                </a:solidFill>
                <a:latin typeface="Times New Roman" panose="02020603050405020304" pitchFamily="18" charset="0"/>
                <a:ea typeface="幼圆" pitchFamily="49" charset="-122"/>
              </a:rPr>
              <a:t>解</a:t>
            </a:r>
            <a:r>
              <a:rPr lang="en-US" altLang="zh-CN" sz="3200" dirty="0">
                <a:solidFill>
                  <a:srgbClr val="FFFF99"/>
                </a:solidFill>
                <a:latin typeface="Times New Roman" panose="02020603050405020304" pitchFamily="18" charset="0"/>
                <a:ea typeface="幼圆" pitchFamily="49" charset="-122"/>
              </a:rPr>
              <a:t>]</a:t>
            </a:r>
            <a:endParaRPr lang="en-US" altLang="zh-CN" sz="3200" dirty="0">
              <a:solidFill>
                <a:srgbClr val="FFFF99"/>
              </a:solidFill>
              <a:latin typeface="Times New Roman" panose="02020603050405020304" pitchFamily="18" charset="0"/>
              <a:ea typeface="幼圆" pitchFamily="49" charset="-122"/>
            </a:endParaRPr>
          </a:p>
        </p:txBody>
      </p:sp>
      <p:grpSp>
        <p:nvGrpSpPr>
          <p:cNvPr id="37030" name="Group 166"/>
          <p:cNvGrpSpPr/>
          <p:nvPr/>
        </p:nvGrpSpPr>
        <p:grpSpPr>
          <a:xfrm>
            <a:off x="1173163" y="4214813"/>
            <a:ext cx="3078162" cy="596900"/>
            <a:chOff x="739" y="2655"/>
            <a:chExt cx="1939" cy="376"/>
          </a:xfrm>
        </p:grpSpPr>
        <p:grpSp>
          <p:nvGrpSpPr>
            <p:cNvPr id="23560" name="Group 92"/>
            <p:cNvGrpSpPr/>
            <p:nvPr/>
          </p:nvGrpSpPr>
          <p:grpSpPr>
            <a:xfrm>
              <a:off x="739" y="2671"/>
              <a:ext cx="1563" cy="360"/>
              <a:chOff x="771" y="2671"/>
              <a:chExt cx="1563" cy="360"/>
            </a:xfrm>
          </p:grpSpPr>
          <p:sp>
            <p:nvSpPr>
              <p:cNvPr id="23561" name="Text Box 93"/>
              <p:cNvSpPr txBox="1"/>
              <p:nvPr/>
            </p:nvSpPr>
            <p:spPr>
              <a:xfrm>
                <a:off x="771" y="2704"/>
                <a:ext cx="340" cy="327"/>
              </a:xfrm>
              <a:prstGeom prst="rect">
                <a:avLst/>
              </a:prstGeom>
              <a:noFill/>
              <a:ln w="38100">
                <a:noFill/>
              </a:ln>
            </p:spPr>
            <p:txBody>
              <a:bodyPr wrap="none" anchor="t">
                <a:spAutoFit/>
              </a:bodyPr>
              <a:p>
                <a:pPr eaLnBrk="0" hangingPunct="0"/>
                <a:r>
                  <a:rPr lang="en-US" altLang="zh-CN" b="0" dirty="0">
                    <a:latin typeface="Times New Roman" panose="02020603050405020304" pitchFamily="18" charset="0"/>
                    <a:ea typeface="隶书" pitchFamily="49" charset="-122"/>
                  </a:rPr>
                  <a:t> 1.</a:t>
                </a:r>
                <a:endParaRPr lang="en-US" altLang="zh-CN" b="0" dirty="0">
                  <a:latin typeface="Times New Roman" panose="02020603050405020304" pitchFamily="18" charset="0"/>
                  <a:ea typeface="隶书" pitchFamily="49" charset="-122"/>
                </a:endParaRPr>
              </a:p>
            </p:txBody>
          </p:sp>
          <p:sp>
            <p:nvSpPr>
              <p:cNvPr id="23562" name="Text Box 94"/>
              <p:cNvSpPr txBox="1"/>
              <p:nvPr/>
            </p:nvSpPr>
            <p:spPr>
              <a:xfrm>
                <a:off x="1098" y="2671"/>
                <a:ext cx="1236" cy="327"/>
              </a:xfrm>
              <a:prstGeom prst="rect">
                <a:avLst/>
              </a:prstGeom>
              <a:noFill/>
              <a:ln w="38100">
                <a:noFill/>
              </a:ln>
            </p:spPr>
            <p:txBody>
              <a:bodyPr wrap="none" anchor="t">
                <a:spAutoFit/>
              </a:bodyPr>
              <a:p>
                <a:pPr eaLnBrk="0" hangingPunct="0"/>
                <a:r>
                  <a:rPr lang="zh-CN" altLang="en-US" b="0" dirty="0">
                    <a:latin typeface="Times New Roman" panose="02020603050405020304" pitchFamily="18" charset="0"/>
                    <a:ea typeface="隶书" pitchFamily="49" charset="-122"/>
                  </a:rPr>
                  <a:t>求开路电压</a:t>
                </a:r>
                <a:endParaRPr lang="zh-CN" altLang="en-US" b="0" dirty="0">
                  <a:latin typeface="Times New Roman" panose="02020603050405020304" pitchFamily="18" charset="0"/>
                  <a:ea typeface="隶书" pitchFamily="49" charset="-122"/>
                </a:endParaRPr>
              </a:p>
            </p:txBody>
          </p:sp>
        </p:grpSp>
        <p:sp>
          <p:nvSpPr>
            <p:cNvPr id="23563" name="Text Box 95"/>
            <p:cNvSpPr txBox="1"/>
            <p:nvPr/>
          </p:nvSpPr>
          <p:spPr>
            <a:xfrm>
              <a:off x="2200" y="2655"/>
              <a:ext cx="478" cy="365"/>
            </a:xfrm>
            <a:prstGeom prst="rect">
              <a:avLst/>
            </a:prstGeom>
            <a:noFill/>
            <a:ln w="38100">
              <a:noFill/>
            </a:ln>
          </p:spPr>
          <p:txBody>
            <a:bodyPr wrap="none" anchor="t">
              <a:spAutoFit/>
            </a:bodyPr>
            <a:p>
              <a:pPr eaLnBrk="0" hangingPunct="0"/>
              <a:r>
                <a:rPr lang="en-US" altLang="zh-CN" sz="3200" i="1" dirty="0">
                  <a:latin typeface="Times New Roman" panose="02020603050405020304" pitchFamily="18" charset="0"/>
                  <a:ea typeface="隶书" pitchFamily="49" charset="-122"/>
                </a:rPr>
                <a:t>U</a:t>
              </a:r>
              <a:r>
                <a:rPr lang="en-US" altLang="zh-CN" sz="3200" baseline="-25000" dirty="0">
                  <a:latin typeface="Times New Roman" panose="02020603050405020304" pitchFamily="18" charset="0"/>
                  <a:ea typeface="隶书" pitchFamily="49" charset="-122"/>
                </a:rPr>
                <a:t>ab</a:t>
              </a:r>
              <a:endParaRPr lang="en-US" altLang="zh-CN" sz="3200" baseline="-25000" dirty="0">
                <a:latin typeface="Times New Roman" panose="02020603050405020304" pitchFamily="18" charset="0"/>
                <a:ea typeface="隶书" pitchFamily="49" charset="-122"/>
              </a:endParaRPr>
            </a:p>
          </p:txBody>
        </p:sp>
      </p:grpSp>
      <p:grpSp>
        <p:nvGrpSpPr>
          <p:cNvPr id="36960" name="Group 96"/>
          <p:cNvGrpSpPr/>
          <p:nvPr/>
        </p:nvGrpSpPr>
        <p:grpSpPr>
          <a:xfrm>
            <a:off x="417513" y="4941888"/>
            <a:ext cx="1042987" cy="644525"/>
            <a:chOff x="567" y="3113"/>
            <a:chExt cx="657" cy="406"/>
          </a:xfrm>
        </p:grpSpPr>
        <p:sp>
          <p:nvSpPr>
            <p:cNvPr id="23565" name="Text Box 97"/>
            <p:cNvSpPr txBox="1"/>
            <p:nvPr/>
          </p:nvSpPr>
          <p:spPr>
            <a:xfrm>
              <a:off x="567" y="3113"/>
              <a:ext cx="478" cy="365"/>
            </a:xfrm>
            <a:prstGeom prst="rect">
              <a:avLst/>
            </a:prstGeom>
            <a:noFill/>
            <a:ln w="38100">
              <a:noFill/>
            </a:ln>
          </p:spPr>
          <p:txBody>
            <a:bodyPr wrap="none" anchor="t">
              <a:spAutoFit/>
            </a:bodyPr>
            <a:p>
              <a:pPr eaLnBrk="0" hangingPunct="0"/>
              <a:r>
                <a:rPr lang="en-US" altLang="zh-CN" sz="3200" i="1" dirty="0">
                  <a:solidFill>
                    <a:srgbClr val="FFFF03"/>
                  </a:solidFill>
                  <a:latin typeface="Times New Roman" panose="02020603050405020304" pitchFamily="18" charset="0"/>
                  <a:ea typeface="隶书" pitchFamily="49" charset="-122"/>
                </a:rPr>
                <a:t>U</a:t>
              </a:r>
              <a:r>
                <a:rPr lang="en-US" altLang="zh-CN" sz="3200" baseline="-25000" dirty="0">
                  <a:solidFill>
                    <a:srgbClr val="FFFF03"/>
                  </a:solidFill>
                  <a:latin typeface="Times New Roman" panose="02020603050405020304" pitchFamily="18" charset="0"/>
                  <a:ea typeface="隶书" pitchFamily="49" charset="-122"/>
                </a:rPr>
                <a:t>ab</a:t>
              </a:r>
              <a:endParaRPr lang="en-US" altLang="zh-CN" sz="3200" baseline="-25000" dirty="0">
                <a:solidFill>
                  <a:srgbClr val="FFFF03"/>
                </a:solidFill>
                <a:latin typeface="Times New Roman" panose="02020603050405020304" pitchFamily="18" charset="0"/>
                <a:ea typeface="隶书" pitchFamily="49" charset="-122"/>
              </a:endParaRPr>
            </a:p>
          </p:txBody>
        </p:sp>
        <p:sp>
          <p:nvSpPr>
            <p:cNvPr id="23566" name="Text Box 98"/>
            <p:cNvSpPr txBox="1"/>
            <p:nvPr/>
          </p:nvSpPr>
          <p:spPr>
            <a:xfrm>
              <a:off x="962" y="3154"/>
              <a:ext cx="262" cy="365"/>
            </a:xfrm>
            <a:prstGeom prst="rect">
              <a:avLst/>
            </a:prstGeom>
            <a:noFill/>
            <a:ln w="38100">
              <a:noFill/>
            </a:ln>
          </p:spPr>
          <p:txBody>
            <a:bodyPr wrap="none" anchor="t">
              <a:spAutoFit/>
            </a:bodyPr>
            <a:p>
              <a:pPr eaLnBrk="0" hangingPunct="0"/>
              <a:r>
                <a:rPr lang="en-US" altLang="zh-CN" sz="3200" dirty="0">
                  <a:solidFill>
                    <a:srgbClr val="FFFF03"/>
                  </a:solidFill>
                  <a:latin typeface="Times New Roman" panose="02020603050405020304" pitchFamily="18" charset="0"/>
                  <a:ea typeface="隶书" pitchFamily="49" charset="-122"/>
                </a:rPr>
                <a:t>=</a:t>
              </a:r>
              <a:endParaRPr lang="en-US" altLang="zh-CN" sz="3200" dirty="0">
                <a:solidFill>
                  <a:srgbClr val="FFFF03"/>
                </a:solidFill>
                <a:latin typeface="Times New Roman" panose="02020603050405020304" pitchFamily="18" charset="0"/>
                <a:ea typeface="隶书" pitchFamily="49" charset="-122"/>
              </a:endParaRPr>
            </a:p>
          </p:txBody>
        </p:sp>
      </p:grpSp>
      <p:grpSp>
        <p:nvGrpSpPr>
          <p:cNvPr id="37008" name="Group 144"/>
          <p:cNvGrpSpPr/>
          <p:nvPr/>
        </p:nvGrpSpPr>
        <p:grpSpPr>
          <a:xfrm>
            <a:off x="1333500" y="4838700"/>
            <a:ext cx="1476375" cy="915988"/>
            <a:chOff x="840" y="3048"/>
            <a:chExt cx="930" cy="577"/>
          </a:xfrm>
        </p:grpSpPr>
        <p:sp>
          <p:nvSpPr>
            <p:cNvPr id="23568" name="Text Box 105"/>
            <p:cNvSpPr txBox="1"/>
            <p:nvPr/>
          </p:nvSpPr>
          <p:spPr>
            <a:xfrm>
              <a:off x="840" y="3158"/>
              <a:ext cx="340" cy="327"/>
            </a:xfrm>
            <a:prstGeom prst="rect">
              <a:avLst/>
            </a:prstGeom>
            <a:noFill/>
            <a:ln w="38100">
              <a:noFill/>
            </a:ln>
          </p:spPr>
          <p:txBody>
            <a:bodyPr wrap="none" anchor="t">
              <a:spAutoFit/>
            </a:bodyPr>
            <a:p>
              <a:pPr eaLnBrk="0" hangingPunct="0"/>
              <a:r>
                <a:rPr lang="en-US" altLang="zh-CN" b="0" dirty="0">
                  <a:solidFill>
                    <a:srgbClr val="FFFF03"/>
                  </a:solidFill>
                  <a:latin typeface="Times New Roman" panose="02020603050405020304" pitchFamily="18" charset="0"/>
                  <a:ea typeface="隶书" pitchFamily="49" charset="-122"/>
                </a:rPr>
                <a:t>15</a:t>
              </a:r>
              <a:endParaRPr lang="en-US" altLang="zh-CN" b="0" dirty="0">
                <a:solidFill>
                  <a:srgbClr val="FFFF03"/>
                </a:solidFill>
                <a:latin typeface="Times New Roman" panose="02020603050405020304" pitchFamily="18" charset="0"/>
                <a:ea typeface="隶书" pitchFamily="49" charset="-122"/>
              </a:endParaRPr>
            </a:p>
          </p:txBody>
        </p:sp>
        <p:sp>
          <p:nvSpPr>
            <p:cNvPr id="23569" name="Line 106"/>
            <p:cNvSpPr/>
            <p:nvPr/>
          </p:nvSpPr>
          <p:spPr>
            <a:xfrm>
              <a:off x="1214" y="3339"/>
              <a:ext cx="499" cy="0"/>
            </a:xfrm>
            <a:prstGeom prst="line">
              <a:avLst/>
            </a:prstGeom>
            <a:ln w="38100" cap="flat" cmpd="sng">
              <a:solidFill>
                <a:srgbClr val="FFFF03"/>
              </a:solidFill>
              <a:prstDash val="solid"/>
              <a:round/>
              <a:headEnd type="none" w="med" len="med"/>
              <a:tailEnd type="none" w="sm" len="lg"/>
            </a:ln>
          </p:spPr>
        </p:sp>
        <p:sp>
          <p:nvSpPr>
            <p:cNvPr id="23570" name="Text Box 107"/>
            <p:cNvSpPr txBox="1"/>
            <p:nvPr/>
          </p:nvSpPr>
          <p:spPr>
            <a:xfrm>
              <a:off x="1261" y="3048"/>
              <a:ext cx="340" cy="327"/>
            </a:xfrm>
            <a:prstGeom prst="rect">
              <a:avLst/>
            </a:prstGeom>
            <a:noFill/>
            <a:ln w="12700">
              <a:noFill/>
            </a:ln>
          </p:spPr>
          <p:txBody>
            <a:bodyPr wrap="none" anchor="t">
              <a:spAutoFit/>
            </a:bodyPr>
            <a:p>
              <a:pPr eaLnBrk="0" hangingPunct="0"/>
              <a:r>
                <a:rPr lang="en-US" altLang="zh-CN" b="0" dirty="0">
                  <a:solidFill>
                    <a:srgbClr val="FFFF03"/>
                  </a:solidFill>
                  <a:latin typeface="Times New Roman" panose="02020603050405020304" pitchFamily="18" charset="0"/>
                  <a:ea typeface="隶书" pitchFamily="49" charset="-122"/>
                </a:rPr>
                <a:t>10</a:t>
              </a:r>
              <a:endParaRPr lang="en-US" altLang="zh-CN" b="0" dirty="0">
                <a:solidFill>
                  <a:srgbClr val="FFFF03"/>
                </a:solidFill>
                <a:latin typeface="Times New Roman" panose="02020603050405020304" pitchFamily="18" charset="0"/>
                <a:ea typeface="隶书" pitchFamily="49" charset="-122"/>
              </a:endParaRPr>
            </a:p>
          </p:txBody>
        </p:sp>
        <p:sp>
          <p:nvSpPr>
            <p:cNvPr id="23571" name="Text Box 108"/>
            <p:cNvSpPr txBox="1"/>
            <p:nvPr/>
          </p:nvSpPr>
          <p:spPr>
            <a:xfrm>
              <a:off x="1192" y="3298"/>
              <a:ext cx="578" cy="327"/>
            </a:xfrm>
            <a:prstGeom prst="rect">
              <a:avLst/>
            </a:prstGeom>
            <a:noFill/>
            <a:ln w="12700">
              <a:noFill/>
            </a:ln>
          </p:spPr>
          <p:txBody>
            <a:bodyPr wrap="none" anchor="t">
              <a:spAutoFit/>
            </a:bodyPr>
            <a:p>
              <a:pPr eaLnBrk="0" hangingPunct="0"/>
              <a:r>
                <a:rPr lang="en-US" altLang="zh-CN" b="0" dirty="0">
                  <a:solidFill>
                    <a:srgbClr val="FFFF03"/>
                  </a:solidFill>
                  <a:latin typeface="Times New Roman" panose="02020603050405020304" pitchFamily="18" charset="0"/>
                  <a:ea typeface="隶书" pitchFamily="49" charset="-122"/>
                </a:rPr>
                <a:t>5+15</a:t>
              </a:r>
              <a:endParaRPr lang="en-US" altLang="zh-CN" b="0" dirty="0">
                <a:solidFill>
                  <a:srgbClr val="FFFF03"/>
                </a:solidFill>
                <a:latin typeface="Times New Roman" panose="02020603050405020304" pitchFamily="18" charset="0"/>
                <a:ea typeface="隶书" pitchFamily="49" charset="-122"/>
              </a:endParaRPr>
            </a:p>
          </p:txBody>
        </p:sp>
      </p:grpSp>
      <p:grpSp>
        <p:nvGrpSpPr>
          <p:cNvPr id="37010" name="Group 146"/>
          <p:cNvGrpSpPr/>
          <p:nvPr/>
        </p:nvGrpSpPr>
        <p:grpSpPr>
          <a:xfrm>
            <a:off x="2844800" y="4868863"/>
            <a:ext cx="1909763" cy="950912"/>
            <a:chOff x="1792" y="3067"/>
            <a:chExt cx="1203" cy="599"/>
          </a:xfrm>
        </p:grpSpPr>
        <p:sp>
          <p:nvSpPr>
            <p:cNvPr id="23573" name="Text Box 110"/>
            <p:cNvSpPr txBox="1"/>
            <p:nvPr/>
          </p:nvSpPr>
          <p:spPr>
            <a:xfrm>
              <a:off x="1792" y="3113"/>
              <a:ext cx="244" cy="365"/>
            </a:xfrm>
            <a:prstGeom prst="rect">
              <a:avLst/>
            </a:prstGeom>
            <a:noFill/>
            <a:ln w="12700">
              <a:noFill/>
            </a:ln>
          </p:spPr>
          <p:txBody>
            <a:bodyPr wrap="none" anchor="t">
              <a:spAutoFit/>
            </a:bodyPr>
            <a:p>
              <a:pPr eaLnBrk="0" hangingPunct="0"/>
              <a:r>
                <a:rPr lang="en-US" altLang="zh-CN" sz="3200" dirty="0">
                  <a:solidFill>
                    <a:srgbClr val="FFFF03"/>
                  </a:solidFill>
                  <a:latin typeface="Times New Roman" panose="02020603050405020304" pitchFamily="18" charset="0"/>
                  <a:ea typeface="宋体" panose="02010600030101010101" pitchFamily="2" charset="-122"/>
                </a:rPr>
                <a:t>–</a:t>
              </a:r>
              <a:endParaRPr lang="en-US" altLang="zh-CN" sz="3200" dirty="0">
                <a:solidFill>
                  <a:srgbClr val="FFFF03"/>
                </a:solidFill>
                <a:latin typeface="Times New Roman" panose="02020603050405020304" pitchFamily="18" charset="0"/>
                <a:ea typeface="宋体" panose="02010600030101010101" pitchFamily="2" charset="-122"/>
              </a:endParaRPr>
            </a:p>
          </p:txBody>
        </p:sp>
        <p:grpSp>
          <p:nvGrpSpPr>
            <p:cNvPr id="23574" name="Group 145"/>
            <p:cNvGrpSpPr/>
            <p:nvPr/>
          </p:nvGrpSpPr>
          <p:grpSpPr>
            <a:xfrm>
              <a:off x="1986" y="3067"/>
              <a:ext cx="1009" cy="599"/>
              <a:chOff x="1986" y="3067"/>
              <a:chExt cx="1009" cy="599"/>
            </a:xfrm>
          </p:grpSpPr>
          <p:sp>
            <p:nvSpPr>
              <p:cNvPr id="23575" name="Text Box 112"/>
              <p:cNvSpPr txBox="1"/>
              <p:nvPr/>
            </p:nvSpPr>
            <p:spPr>
              <a:xfrm>
                <a:off x="1986" y="3177"/>
                <a:ext cx="340" cy="327"/>
              </a:xfrm>
              <a:prstGeom prst="rect">
                <a:avLst/>
              </a:prstGeom>
              <a:noFill/>
              <a:ln w="38100">
                <a:noFill/>
              </a:ln>
            </p:spPr>
            <p:txBody>
              <a:bodyPr wrap="none" anchor="t">
                <a:spAutoFit/>
              </a:bodyPr>
              <a:p>
                <a:pPr eaLnBrk="0" hangingPunct="0"/>
                <a:r>
                  <a:rPr lang="en-US" altLang="zh-CN" b="0" dirty="0">
                    <a:solidFill>
                      <a:srgbClr val="FFFF03"/>
                    </a:solidFill>
                    <a:latin typeface="Times New Roman" panose="02020603050405020304" pitchFamily="18" charset="0"/>
                    <a:ea typeface="隶书" pitchFamily="49" charset="-122"/>
                  </a:rPr>
                  <a:t>10</a:t>
                </a:r>
                <a:endParaRPr lang="en-US" altLang="zh-CN" b="0" dirty="0">
                  <a:solidFill>
                    <a:srgbClr val="FFFF03"/>
                  </a:solidFill>
                  <a:latin typeface="Times New Roman" panose="02020603050405020304" pitchFamily="18" charset="0"/>
                  <a:ea typeface="隶书" pitchFamily="49" charset="-122"/>
                </a:endParaRPr>
              </a:p>
            </p:txBody>
          </p:sp>
          <p:sp>
            <p:nvSpPr>
              <p:cNvPr id="23576" name="Line 113"/>
              <p:cNvSpPr/>
              <p:nvPr/>
            </p:nvSpPr>
            <p:spPr>
              <a:xfrm>
                <a:off x="2360" y="3358"/>
                <a:ext cx="499" cy="0"/>
              </a:xfrm>
              <a:prstGeom prst="line">
                <a:avLst/>
              </a:prstGeom>
              <a:ln w="38100" cap="flat" cmpd="sng">
                <a:solidFill>
                  <a:srgbClr val="FFFF03"/>
                </a:solidFill>
                <a:prstDash val="solid"/>
                <a:round/>
                <a:headEnd type="none" w="med" len="med"/>
                <a:tailEnd type="none" w="sm" len="lg"/>
              </a:ln>
            </p:spPr>
          </p:sp>
          <p:sp>
            <p:nvSpPr>
              <p:cNvPr id="23577" name="Text Box 114"/>
              <p:cNvSpPr txBox="1"/>
              <p:nvPr/>
            </p:nvSpPr>
            <p:spPr>
              <a:xfrm>
                <a:off x="2407" y="3067"/>
                <a:ext cx="340" cy="327"/>
              </a:xfrm>
              <a:prstGeom prst="rect">
                <a:avLst/>
              </a:prstGeom>
              <a:noFill/>
              <a:ln w="12700">
                <a:noFill/>
              </a:ln>
            </p:spPr>
            <p:txBody>
              <a:bodyPr wrap="none" anchor="t">
                <a:spAutoFit/>
              </a:bodyPr>
              <a:p>
                <a:pPr eaLnBrk="0" hangingPunct="0"/>
                <a:r>
                  <a:rPr lang="en-US" altLang="zh-CN" b="0" dirty="0">
                    <a:solidFill>
                      <a:srgbClr val="FFFF03"/>
                    </a:solidFill>
                    <a:latin typeface="Times New Roman" panose="02020603050405020304" pitchFamily="18" charset="0"/>
                    <a:ea typeface="隶书" pitchFamily="49" charset="-122"/>
                  </a:rPr>
                  <a:t>10</a:t>
                </a:r>
                <a:endParaRPr lang="en-US" altLang="zh-CN" b="0" dirty="0">
                  <a:solidFill>
                    <a:srgbClr val="FFFF03"/>
                  </a:solidFill>
                  <a:latin typeface="Times New Roman" panose="02020603050405020304" pitchFamily="18" charset="0"/>
                  <a:ea typeface="隶书" pitchFamily="49" charset="-122"/>
                </a:endParaRPr>
              </a:p>
            </p:txBody>
          </p:sp>
          <p:sp>
            <p:nvSpPr>
              <p:cNvPr id="23578" name="Text Box 115"/>
              <p:cNvSpPr txBox="1"/>
              <p:nvPr/>
            </p:nvSpPr>
            <p:spPr>
              <a:xfrm>
                <a:off x="2305" y="3339"/>
                <a:ext cx="690" cy="327"/>
              </a:xfrm>
              <a:prstGeom prst="rect">
                <a:avLst/>
              </a:prstGeom>
              <a:noFill/>
              <a:ln w="12700">
                <a:noFill/>
              </a:ln>
            </p:spPr>
            <p:txBody>
              <a:bodyPr wrap="none" anchor="t">
                <a:spAutoFit/>
              </a:bodyPr>
              <a:p>
                <a:pPr eaLnBrk="0" hangingPunct="0"/>
                <a:r>
                  <a:rPr lang="en-US" altLang="zh-CN" b="0" dirty="0">
                    <a:solidFill>
                      <a:srgbClr val="FFFF03"/>
                    </a:solidFill>
                    <a:latin typeface="Times New Roman" panose="02020603050405020304" pitchFamily="18" charset="0"/>
                    <a:ea typeface="隶书" pitchFamily="49" charset="-122"/>
                  </a:rPr>
                  <a:t>10+10</a:t>
                </a:r>
                <a:endParaRPr lang="en-US" altLang="zh-CN" b="0" dirty="0">
                  <a:solidFill>
                    <a:srgbClr val="FFFF03"/>
                  </a:solidFill>
                  <a:latin typeface="Times New Roman" panose="02020603050405020304" pitchFamily="18" charset="0"/>
                  <a:ea typeface="隶书" pitchFamily="49" charset="-122"/>
                </a:endParaRPr>
              </a:p>
            </p:txBody>
          </p:sp>
        </p:grpSp>
      </p:grpSp>
      <p:sp>
        <p:nvSpPr>
          <p:cNvPr id="36980" name="Text Box 116"/>
          <p:cNvSpPr txBox="1"/>
          <p:nvPr/>
        </p:nvSpPr>
        <p:spPr>
          <a:xfrm>
            <a:off x="1044575" y="5654675"/>
            <a:ext cx="1219200" cy="579438"/>
          </a:xfrm>
          <a:prstGeom prst="rect">
            <a:avLst/>
          </a:prstGeom>
          <a:noFill/>
          <a:ln w="12700">
            <a:noFill/>
          </a:ln>
        </p:spPr>
        <p:txBody>
          <a:bodyPr wrap="none" anchor="t">
            <a:spAutoFit/>
          </a:bodyPr>
          <a:p>
            <a:pPr eaLnBrk="0" hangingPunct="0"/>
            <a:r>
              <a:rPr lang="en-US" altLang="zh-CN" sz="3200" dirty="0">
                <a:solidFill>
                  <a:srgbClr val="FFFF03"/>
                </a:solidFill>
                <a:latin typeface="Times New Roman" panose="02020603050405020304" pitchFamily="18" charset="0"/>
                <a:ea typeface="隶书" pitchFamily="49" charset="-122"/>
              </a:rPr>
              <a:t>= </a:t>
            </a:r>
            <a:r>
              <a:rPr lang="en-US" altLang="zh-CN" b="0" dirty="0">
                <a:solidFill>
                  <a:srgbClr val="FFFF03"/>
                </a:solidFill>
                <a:latin typeface="Times New Roman" panose="02020603050405020304" pitchFamily="18" charset="0"/>
                <a:ea typeface="隶书" pitchFamily="49" charset="-122"/>
              </a:rPr>
              <a:t>2.5V</a:t>
            </a:r>
            <a:endParaRPr lang="en-US" altLang="zh-CN" b="0" dirty="0">
              <a:solidFill>
                <a:srgbClr val="FFFF03"/>
              </a:solidFill>
              <a:latin typeface="Times New Roman" panose="02020603050405020304" pitchFamily="18" charset="0"/>
              <a:ea typeface="隶书" pitchFamily="49" charset="-122"/>
            </a:endParaRPr>
          </a:p>
        </p:txBody>
      </p:sp>
      <p:grpSp>
        <p:nvGrpSpPr>
          <p:cNvPr id="36981" name="Group 117"/>
          <p:cNvGrpSpPr/>
          <p:nvPr/>
        </p:nvGrpSpPr>
        <p:grpSpPr>
          <a:xfrm>
            <a:off x="5059363" y="4221163"/>
            <a:ext cx="1477962" cy="571500"/>
            <a:chOff x="3152" y="2659"/>
            <a:chExt cx="931" cy="360"/>
          </a:xfrm>
        </p:grpSpPr>
        <p:grpSp>
          <p:nvGrpSpPr>
            <p:cNvPr id="23581" name="Group 118"/>
            <p:cNvGrpSpPr/>
            <p:nvPr/>
          </p:nvGrpSpPr>
          <p:grpSpPr>
            <a:xfrm>
              <a:off x="3152" y="2659"/>
              <a:ext cx="667" cy="360"/>
              <a:chOff x="771" y="2671"/>
              <a:chExt cx="667" cy="360"/>
            </a:xfrm>
          </p:grpSpPr>
          <p:sp>
            <p:nvSpPr>
              <p:cNvPr id="23582" name="Text Box 119"/>
              <p:cNvSpPr txBox="1"/>
              <p:nvPr/>
            </p:nvSpPr>
            <p:spPr>
              <a:xfrm>
                <a:off x="771" y="2704"/>
                <a:ext cx="340" cy="327"/>
              </a:xfrm>
              <a:prstGeom prst="rect">
                <a:avLst/>
              </a:prstGeom>
              <a:noFill/>
              <a:ln w="38100">
                <a:noFill/>
              </a:ln>
            </p:spPr>
            <p:txBody>
              <a:bodyPr wrap="none" anchor="t">
                <a:spAutoFit/>
              </a:bodyPr>
              <a:p>
                <a:pPr eaLnBrk="0" hangingPunct="0"/>
                <a:r>
                  <a:rPr lang="en-US" altLang="zh-CN" b="0" dirty="0">
                    <a:latin typeface="Times New Roman" panose="02020603050405020304" pitchFamily="18" charset="0"/>
                    <a:ea typeface="隶书" pitchFamily="49" charset="-122"/>
                  </a:rPr>
                  <a:t> 2.</a:t>
                </a:r>
                <a:endParaRPr lang="en-US" altLang="zh-CN" b="0" dirty="0">
                  <a:latin typeface="Times New Roman" panose="02020603050405020304" pitchFamily="18" charset="0"/>
                  <a:ea typeface="隶书" pitchFamily="49" charset="-122"/>
                </a:endParaRPr>
              </a:p>
            </p:txBody>
          </p:sp>
          <p:sp>
            <p:nvSpPr>
              <p:cNvPr id="23583" name="Text Box 120"/>
              <p:cNvSpPr txBox="1"/>
              <p:nvPr/>
            </p:nvSpPr>
            <p:spPr>
              <a:xfrm>
                <a:off x="1098" y="2671"/>
                <a:ext cx="340" cy="327"/>
              </a:xfrm>
              <a:prstGeom prst="rect">
                <a:avLst/>
              </a:prstGeom>
              <a:noFill/>
              <a:ln w="38100">
                <a:noFill/>
              </a:ln>
            </p:spPr>
            <p:txBody>
              <a:bodyPr wrap="none" anchor="t">
                <a:spAutoFit/>
              </a:bodyPr>
              <a:p>
                <a:pPr eaLnBrk="0" hangingPunct="0"/>
                <a:r>
                  <a:rPr lang="zh-CN" altLang="en-US" b="0" dirty="0">
                    <a:latin typeface="Times New Roman" panose="02020603050405020304" pitchFamily="18" charset="0"/>
                    <a:ea typeface="隶书" pitchFamily="49" charset="-122"/>
                  </a:rPr>
                  <a:t>求</a:t>
                </a:r>
                <a:endParaRPr lang="zh-CN" altLang="en-US" b="0" dirty="0">
                  <a:latin typeface="Times New Roman" panose="02020603050405020304" pitchFamily="18" charset="0"/>
                  <a:ea typeface="隶书" pitchFamily="49" charset="-122"/>
                </a:endParaRPr>
              </a:p>
            </p:txBody>
          </p:sp>
        </p:grpSp>
        <p:sp>
          <p:nvSpPr>
            <p:cNvPr id="23584" name="Rectangle 121"/>
            <p:cNvSpPr/>
            <p:nvPr/>
          </p:nvSpPr>
          <p:spPr>
            <a:xfrm>
              <a:off x="3742" y="2659"/>
              <a:ext cx="341" cy="327"/>
            </a:xfrm>
            <a:prstGeom prst="rect">
              <a:avLst/>
            </a:prstGeom>
            <a:noFill/>
            <a:ln w="38100">
              <a:noFill/>
            </a:ln>
          </p:spPr>
          <p:txBody>
            <a:bodyPr wrap="none" anchor="t">
              <a:spAutoFit/>
            </a:bodyPr>
            <a:p>
              <a:pPr eaLnBrk="0" hangingPunct="0"/>
              <a:r>
                <a:rPr lang="en-US" altLang="zh-CN" i="1" dirty="0">
                  <a:latin typeface="Times New Roman" panose="02020603050405020304" pitchFamily="18" charset="0"/>
                  <a:ea typeface="宋体" panose="02010600030101010101" pitchFamily="2" charset="-122"/>
                </a:rPr>
                <a:t>R</a:t>
              </a:r>
              <a:r>
                <a:rPr lang="en-US" altLang="zh-CN" baseline="-25000" dirty="0">
                  <a:latin typeface="Times New Roman" panose="02020603050405020304" pitchFamily="18" charset="0"/>
                  <a:ea typeface="宋体" panose="02010600030101010101" pitchFamily="2" charset="-122"/>
                </a:rPr>
                <a:t>0</a:t>
              </a:r>
              <a:endParaRPr lang="en-US" altLang="zh-CN" baseline="-25000" dirty="0">
                <a:latin typeface="Times New Roman" panose="02020603050405020304" pitchFamily="18" charset="0"/>
                <a:ea typeface="宋体" panose="02010600030101010101" pitchFamily="2" charset="-122"/>
              </a:endParaRPr>
            </a:p>
          </p:txBody>
        </p:sp>
      </p:grpSp>
      <p:grpSp>
        <p:nvGrpSpPr>
          <p:cNvPr id="36986" name="Group 122"/>
          <p:cNvGrpSpPr/>
          <p:nvPr/>
        </p:nvGrpSpPr>
        <p:grpSpPr>
          <a:xfrm>
            <a:off x="5168900" y="4865688"/>
            <a:ext cx="2008188" cy="579437"/>
            <a:chOff x="3288" y="3065"/>
            <a:chExt cx="1265" cy="365"/>
          </a:xfrm>
        </p:grpSpPr>
        <p:sp>
          <p:nvSpPr>
            <p:cNvPr id="23586" name="Rectangle 123"/>
            <p:cNvSpPr/>
            <p:nvPr/>
          </p:nvSpPr>
          <p:spPr>
            <a:xfrm>
              <a:off x="3288" y="3067"/>
              <a:ext cx="341" cy="327"/>
            </a:xfrm>
            <a:prstGeom prst="rect">
              <a:avLst/>
            </a:prstGeom>
            <a:noFill/>
            <a:ln w="12700">
              <a:noFill/>
            </a:ln>
          </p:spPr>
          <p:txBody>
            <a:bodyPr wrap="none" anchor="t">
              <a:spAutoFit/>
            </a:bodyPr>
            <a:p>
              <a:pPr eaLnBrk="0" hangingPunct="0"/>
              <a:r>
                <a:rPr lang="en-US" altLang="zh-CN" i="1" dirty="0">
                  <a:solidFill>
                    <a:srgbClr val="FFFF03"/>
                  </a:solidFill>
                  <a:latin typeface="Times New Roman" panose="02020603050405020304" pitchFamily="18" charset="0"/>
                  <a:ea typeface="宋体" panose="02010600030101010101" pitchFamily="2" charset="-122"/>
                </a:rPr>
                <a:t>R</a:t>
              </a:r>
              <a:r>
                <a:rPr lang="en-US" altLang="zh-CN" baseline="-25000" dirty="0">
                  <a:solidFill>
                    <a:srgbClr val="FFFF03"/>
                  </a:solidFill>
                  <a:latin typeface="Times New Roman" panose="02020603050405020304" pitchFamily="18" charset="0"/>
                  <a:ea typeface="宋体" panose="02010600030101010101" pitchFamily="2" charset="-122"/>
                </a:rPr>
                <a:t>0</a:t>
              </a:r>
              <a:endParaRPr lang="en-US" altLang="zh-CN" baseline="-25000" dirty="0">
                <a:solidFill>
                  <a:srgbClr val="FFFF03"/>
                </a:solidFill>
                <a:latin typeface="Times New Roman" panose="02020603050405020304" pitchFamily="18" charset="0"/>
                <a:ea typeface="宋体" panose="02010600030101010101" pitchFamily="2" charset="-122"/>
              </a:endParaRPr>
            </a:p>
          </p:txBody>
        </p:sp>
        <p:sp>
          <p:nvSpPr>
            <p:cNvPr id="23587" name="Text Box 124"/>
            <p:cNvSpPr txBox="1"/>
            <p:nvPr/>
          </p:nvSpPr>
          <p:spPr>
            <a:xfrm>
              <a:off x="3593" y="3065"/>
              <a:ext cx="960" cy="365"/>
            </a:xfrm>
            <a:prstGeom prst="rect">
              <a:avLst/>
            </a:prstGeom>
            <a:noFill/>
            <a:ln w="12700">
              <a:noFill/>
            </a:ln>
          </p:spPr>
          <p:txBody>
            <a:bodyPr wrap="none" anchor="t">
              <a:spAutoFit/>
            </a:bodyPr>
            <a:p>
              <a:pPr eaLnBrk="0" hangingPunct="0"/>
              <a:r>
                <a:rPr lang="en-US" altLang="zh-CN" sz="3200" dirty="0">
                  <a:solidFill>
                    <a:srgbClr val="FFFF03"/>
                  </a:solidFill>
                  <a:latin typeface="Times New Roman" panose="02020603050405020304" pitchFamily="18" charset="0"/>
                  <a:ea typeface="隶书" pitchFamily="49" charset="-122"/>
                </a:rPr>
                <a:t>=</a:t>
              </a:r>
              <a:r>
                <a:rPr lang="en-US" altLang="zh-CN" b="0" dirty="0">
                  <a:solidFill>
                    <a:srgbClr val="FFFF03"/>
                  </a:solidFill>
                  <a:latin typeface="Times New Roman" panose="02020603050405020304" pitchFamily="18" charset="0"/>
                  <a:ea typeface="隶书" pitchFamily="49" charset="-122"/>
                </a:rPr>
                <a:t>5//15+5</a:t>
              </a:r>
              <a:endParaRPr lang="en-US" altLang="zh-CN" b="0" dirty="0">
                <a:solidFill>
                  <a:srgbClr val="FFFF03"/>
                </a:solidFill>
                <a:latin typeface="Times New Roman" panose="02020603050405020304" pitchFamily="18" charset="0"/>
                <a:ea typeface="隶书" pitchFamily="49" charset="-122"/>
              </a:endParaRPr>
            </a:p>
          </p:txBody>
        </p:sp>
      </p:grpSp>
      <p:grpSp>
        <p:nvGrpSpPr>
          <p:cNvPr id="36989" name="Group 125"/>
          <p:cNvGrpSpPr/>
          <p:nvPr/>
        </p:nvGrpSpPr>
        <p:grpSpPr>
          <a:xfrm>
            <a:off x="5653088" y="5441950"/>
            <a:ext cx="1301750" cy="579438"/>
            <a:chOff x="3593" y="3336"/>
            <a:chExt cx="820" cy="365"/>
          </a:xfrm>
        </p:grpSpPr>
        <p:sp>
          <p:nvSpPr>
            <p:cNvPr id="23589" name="Text Box 126"/>
            <p:cNvSpPr txBox="1"/>
            <p:nvPr/>
          </p:nvSpPr>
          <p:spPr>
            <a:xfrm>
              <a:off x="3593" y="3336"/>
              <a:ext cx="654" cy="365"/>
            </a:xfrm>
            <a:prstGeom prst="rect">
              <a:avLst/>
            </a:prstGeom>
            <a:noFill/>
            <a:ln w="12700">
              <a:noFill/>
            </a:ln>
          </p:spPr>
          <p:txBody>
            <a:bodyPr wrap="none" anchor="t">
              <a:spAutoFit/>
            </a:bodyPr>
            <a:p>
              <a:pPr eaLnBrk="0" hangingPunct="0"/>
              <a:r>
                <a:rPr lang="en-US" altLang="zh-CN" sz="3200" dirty="0">
                  <a:solidFill>
                    <a:srgbClr val="FFFF03"/>
                  </a:solidFill>
                  <a:latin typeface="Times New Roman" panose="02020603050405020304" pitchFamily="18" charset="0"/>
                  <a:ea typeface="隶书" pitchFamily="49" charset="-122"/>
                </a:rPr>
                <a:t>=</a:t>
              </a:r>
              <a:r>
                <a:rPr lang="en-US" altLang="zh-CN" b="0" dirty="0">
                  <a:solidFill>
                    <a:srgbClr val="FFFF03"/>
                  </a:solidFill>
                  <a:latin typeface="Times New Roman" panose="02020603050405020304" pitchFamily="18" charset="0"/>
                  <a:ea typeface="隶书" pitchFamily="49" charset="-122"/>
                </a:rPr>
                <a:t>8.75</a:t>
              </a:r>
              <a:endParaRPr lang="en-US" altLang="zh-CN" b="0" dirty="0">
                <a:solidFill>
                  <a:srgbClr val="FFFF03"/>
                </a:solidFill>
                <a:latin typeface="Times New Roman" panose="02020603050405020304" pitchFamily="18" charset="0"/>
                <a:ea typeface="隶书" pitchFamily="49" charset="-122"/>
              </a:endParaRPr>
            </a:p>
          </p:txBody>
        </p:sp>
        <p:sp>
          <p:nvSpPr>
            <p:cNvPr id="23590" name="Rectangle 127"/>
            <p:cNvSpPr/>
            <p:nvPr/>
          </p:nvSpPr>
          <p:spPr>
            <a:xfrm>
              <a:off x="4150" y="3385"/>
              <a:ext cx="263" cy="288"/>
            </a:xfrm>
            <a:prstGeom prst="rect">
              <a:avLst/>
            </a:prstGeom>
            <a:noFill/>
            <a:ln w="12700">
              <a:noFill/>
            </a:ln>
          </p:spPr>
          <p:txBody>
            <a:bodyPr wrap="none" anchor="t">
              <a:spAutoFit/>
            </a:bodyPr>
            <a:p>
              <a:pPr eaLnBrk="0" hangingPunct="0"/>
              <a:r>
                <a:rPr lang="en-US" altLang="zh-CN" sz="2400" b="0" dirty="0">
                  <a:solidFill>
                    <a:srgbClr val="FFFF03"/>
                  </a:solidFill>
                  <a:latin typeface="Times New Roman" panose="02020603050405020304" pitchFamily="18" charset="0"/>
                  <a:ea typeface="隶书" pitchFamily="49" charset="-122"/>
                  <a:sym typeface="Symbol" panose="05050102010706020507" pitchFamily="18" charset="2"/>
                </a:rPr>
                <a:t></a:t>
              </a:r>
              <a:endParaRPr lang="en-US" altLang="zh-CN" sz="2400" b="0" dirty="0">
                <a:solidFill>
                  <a:srgbClr val="FFFF03"/>
                </a:solidFill>
                <a:latin typeface="Times New Roman" panose="02020603050405020304" pitchFamily="18" charset="0"/>
                <a:ea typeface="隶书" pitchFamily="49" charset="-122"/>
                <a:sym typeface="Symbol" panose="05050102010706020507" pitchFamily="18" charset="2"/>
              </a:endParaRPr>
            </a:p>
          </p:txBody>
        </p:sp>
      </p:grpSp>
      <p:grpSp>
        <p:nvGrpSpPr>
          <p:cNvPr id="36992" name="Group 128"/>
          <p:cNvGrpSpPr/>
          <p:nvPr/>
        </p:nvGrpSpPr>
        <p:grpSpPr>
          <a:xfrm>
            <a:off x="7329488" y="4221163"/>
            <a:ext cx="1258887" cy="571500"/>
            <a:chOff x="3152" y="2659"/>
            <a:chExt cx="793" cy="360"/>
          </a:xfrm>
        </p:grpSpPr>
        <p:grpSp>
          <p:nvGrpSpPr>
            <p:cNvPr id="23592" name="Group 129"/>
            <p:cNvGrpSpPr/>
            <p:nvPr/>
          </p:nvGrpSpPr>
          <p:grpSpPr>
            <a:xfrm>
              <a:off x="3152" y="2659"/>
              <a:ext cx="667" cy="360"/>
              <a:chOff x="771" y="2671"/>
              <a:chExt cx="667" cy="360"/>
            </a:xfrm>
          </p:grpSpPr>
          <p:sp>
            <p:nvSpPr>
              <p:cNvPr id="23593" name="Text Box 130"/>
              <p:cNvSpPr txBox="1"/>
              <p:nvPr/>
            </p:nvSpPr>
            <p:spPr>
              <a:xfrm>
                <a:off x="771" y="2704"/>
                <a:ext cx="340" cy="327"/>
              </a:xfrm>
              <a:prstGeom prst="rect">
                <a:avLst/>
              </a:prstGeom>
              <a:noFill/>
              <a:ln w="38100">
                <a:noFill/>
              </a:ln>
            </p:spPr>
            <p:txBody>
              <a:bodyPr wrap="none" anchor="t">
                <a:spAutoFit/>
              </a:bodyPr>
              <a:p>
                <a:pPr eaLnBrk="0" hangingPunct="0"/>
                <a:r>
                  <a:rPr lang="en-US" altLang="zh-CN" b="0" dirty="0">
                    <a:latin typeface="Times New Roman" panose="02020603050405020304" pitchFamily="18" charset="0"/>
                    <a:ea typeface="隶书" pitchFamily="49" charset="-122"/>
                  </a:rPr>
                  <a:t> 3.</a:t>
                </a:r>
                <a:endParaRPr lang="en-US" altLang="zh-CN" b="0" dirty="0">
                  <a:latin typeface="Times New Roman" panose="02020603050405020304" pitchFamily="18" charset="0"/>
                  <a:ea typeface="隶书" pitchFamily="49" charset="-122"/>
                </a:endParaRPr>
              </a:p>
            </p:txBody>
          </p:sp>
          <p:sp>
            <p:nvSpPr>
              <p:cNvPr id="23594" name="Text Box 131"/>
              <p:cNvSpPr txBox="1"/>
              <p:nvPr/>
            </p:nvSpPr>
            <p:spPr>
              <a:xfrm>
                <a:off x="1098" y="2671"/>
                <a:ext cx="340" cy="327"/>
              </a:xfrm>
              <a:prstGeom prst="rect">
                <a:avLst/>
              </a:prstGeom>
              <a:noFill/>
              <a:ln w="38100">
                <a:noFill/>
              </a:ln>
            </p:spPr>
            <p:txBody>
              <a:bodyPr wrap="none" anchor="t">
                <a:spAutoFit/>
              </a:bodyPr>
              <a:p>
                <a:pPr eaLnBrk="0" hangingPunct="0"/>
                <a:r>
                  <a:rPr lang="zh-CN" altLang="en-US" b="0" dirty="0">
                    <a:latin typeface="Times New Roman" panose="02020603050405020304" pitchFamily="18" charset="0"/>
                    <a:ea typeface="隶书" pitchFamily="49" charset="-122"/>
                  </a:rPr>
                  <a:t>求</a:t>
                </a:r>
                <a:endParaRPr lang="zh-CN" altLang="en-US" b="0" dirty="0">
                  <a:latin typeface="Times New Roman" panose="02020603050405020304" pitchFamily="18" charset="0"/>
                  <a:ea typeface="隶书" pitchFamily="49" charset="-122"/>
                </a:endParaRPr>
              </a:p>
            </p:txBody>
          </p:sp>
        </p:grpSp>
        <p:sp>
          <p:nvSpPr>
            <p:cNvPr id="23595" name="Rectangle 132"/>
            <p:cNvSpPr/>
            <p:nvPr/>
          </p:nvSpPr>
          <p:spPr>
            <a:xfrm>
              <a:off x="3742" y="2659"/>
              <a:ext cx="203" cy="327"/>
            </a:xfrm>
            <a:prstGeom prst="rect">
              <a:avLst/>
            </a:prstGeom>
            <a:noFill/>
            <a:ln w="38100">
              <a:noFill/>
            </a:ln>
          </p:spPr>
          <p:txBody>
            <a:bodyPr wrap="none" anchor="t">
              <a:spAutoFit/>
            </a:bodyPr>
            <a:p>
              <a:pPr eaLnBrk="0" hangingPunct="0"/>
              <a:r>
                <a:rPr lang="en-US" altLang="zh-CN" i="1" dirty="0">
                  <a:latin typeface="Times New Roman" panose="02020603050405020304" pitchFamily="18" charset="0"/>
                  <a:ea typeface="宋体" panose="02010600030101010101" pitchFamily="2" charset="-122"/>
                </a:rPr>
                <a:t>I</a:t>
              </a:r>
              <a:endParaRPr lang="en-US" altLang="zh-CN" i="1" baseline="-25000" dirty="0">
                <a:latin typeface="Times New Roman" panose="02020603050405020304" pitchFamily="18" charset="0"/>
                <a:ea typeface="宋体" panose="02010600030101010101" pitchFamily="2" charset="-122"/>
              </a:endParaRPr>
            </a:p>
          </p:txBody>
        </p:sp>
      </p:grpSp>
      <p:grpSp>
        <p:nvGrpSpPr>
          <p:cNvPr id="37012" name="Group 148"/>
          <p:cNvGrpSpPr/>
          <p:nvPr/>
        </p:nvGrpSpPr>
        <p:grpSpPr>
          <a:xfrm>
            <a:off x="7329488" y="4652963"/>
            <a:ext cx="1727200" cy="911225"/>
            <a:chOff x="4617" y="2931"/>
            <a:chExt cx="1088" cy="574"/>
          </a:xfrm>
        </p:grpSpPr>
        <p:sp>
          <p:nvSpPr>
            <p:cNvPr id="23597" name="Rectangle 134"/>
            <p:cNvSpPr/>
            <p:nvPr/>
          </p:nvSpPr>
          <p:spPr>
            <a:xfrm>
              <a:off x="4617" y="3067"/>
              <a:ext cx="387" cy="327"/>
            </a:xfrm>
            <a:prstGeom prst="rect">
              <a:avLst/>
            </a:prstGeom>
            <a:noFill/>
            <a:ln w="12700">
              <a:noFill/>
            </a:ln>
          </p:spPr>
          <p:txBody>
            <a:bodyPr wrap="none" anchor="t">
              <a:spAutoFit/>
            </a:bodyPr>
            <a:p>
              <a:pPr eaLnBrk="0" hangingPunct="0"/>
              <a:r>
                <a:rPr lang="en-US" altLang="zh-CN" i="1" dirty="0">
                  <a:solidFill>
                    <a:srgbClr val="FFFF03"/>
                  </a:solidFill>
                  <a:latin typeface="Times New Roman" panose="02020603050405020304" pitchFamily="18" charset="0"/>
                  <a:ea typeface="宋体" panose="02010600030101010101" pitchFamily="2" charset="-122"/>
                </a:rPr>
                <a:t>I =</a:t>
              </a:r>
              <a:endParaRPr lang="en-US" altLang="zh-CN" i="1" dirty="0">
                <a:solidFill>
                  <a:srgbClr val="FFFF03"/>
                </a:solidFill>
                <a:latin typeface="Times New Roman" panose="02020603050405020304" pitchFamily="18" charset="0"/>
                <a:ea typeface="宋体" panose="02010600030101010101" pitchFamily="2" charset="-122"/>
              </a:endParaRPr>
            </a:p>
          </p:txBody>
        </p:sp>
        <p:grpSp>
          <p:nvGrpSpPr>
            <p:cNvPr id="23598" name="Group 147"/>
            <p:cNvGrpSpPr/>
            <p:nvPr/>
          </p:nvGrpSpPr>
          <p:grpSpPr>
            <a:xfrm>
              <a:off x="4684" y="2931"/>
              <a:ext cx="1021" cy="574"/>
              <a:chOff x="4684" y="2931"/>
              <a:chExt cx="1021" cy="574"/>
            </a:xfrm>
          </p:grpSpPr>
          <p:sp>
            <p:nvSpPr>
              <p:cNvPr id="23599" name="Text Box 136"/>
              <p:cNvSpPr txBox="1"/>
              <p:nvPr/>
            </p:nvSpPr>
            <p:spPr>
              <a:xfrm>
                <a:off x="4684" y="3027"/>
                <a:ext cx="116" cy="327"/>
              </a:xfrm>
              <a:prstGeom prst="rect">
                <a:avLst/>
              </a:prstGeom>
              <a:noFill/>
              <a:ln w="38100">
                <a:noFill/>
              </a:ln>
            </p:spPr>
            <p:txBody>
              <a:bodyPr wrap="none" anchor="t">
                <a:spAutoFit/>
              </a:bodyPr>
              <a:p>
                <a:pPr eaLnBrk="0" hangingPunct="0"/>
                <a:endParaRPr lang="zh-CN" altLang="zh-CN" b="0" dirty="0">
                  <a:solidFill>
                    <a:srgbClr val="FFFF03"/>
                  </a:solidFill>
                  <a:latin typeface="Times New Roman" panose="02020603050405020304" pitchFamily="18" charset="0"/>
                  <a:ea typeface="隶书" pitchFamily="49" charset="-122"/>
                </a:endParaRPr>
              </a:p>
            </p:txBody>
          </p:sp>
          <p:sp>
            <p:nvSpPr>
              <p:cNvPr id="23600" name="Line 137"/>
              <p:cNvSpPr/>
              <p:nvPr/>
            </p:nvSpPr>
            <p:spPr>
              <a:xfrm>
                <a:off x="5058" y="3222"/>
                <a:ext cx="499" cy="0"/>
              </a:xfrm>
              <a:prstGeom prst="line">
                <a:avLst/>
              </a:prstGeom>
              <a:ln w="38100" cap="flat" cmpd="sng">
                <a:solidFill>
                  <a:srgbClr val="FFFF03"/>
                </a:solidFill>
                <a:prstDash val="solid"/>
                <a:round/>
                <a:headEnd type="none" w="med" len="med"/>
                <a:tailEnd type="none" w="sm" len="lg"/>
              </a:ln>
            </p:spPr>
          </p:sp>
          <p:sp>
            <p:nvSpPr>
              <p:cNvPr id="23601" name="Text Box 138"/>
              <p:cNvSpPr txBox="1"/>
              <p:nvPr/>
            </p:nvSpPr>
            <p:spPr>
              <a:xfrm>
                <a:off x="5105" y="2931"/>
                <a:ext cx="396" cy="327"/>
              </a:xfrm>
              <a:prstGeom prst="rect">
                <a:avLst/>
              </a:prstGeom>
              <a:noFill/>
              <a:ln w="12700">
                <a:noFill/>
              </a:ln>
            </p:spPr>
            <p:txBody>
              <a:bodyPr wrap="none" anchor="t">
                <a:spAutoFit/>
              </a:bodyPr>
              <a:p>
                <a:pPr eaLnBrk="0" hangingPunct="0"/>
                <a:r>
                  <a:rPr lang="en-US" altLang="zh-CN" b="0" dirty="0">
                    <a:solidFill>
                      <a:srgbClr val="FFFF03"/>
                    </a:solidFill>
                    <a:latin typeface="Times New Roman" panose="02020603050405020304" pitchFamily="18" charset="0"/>
                    <a:ea typeface="隶书" pitchFamily="49" charset="-122"/>
                  </a:rPr>
                  <a:t>2.5</a:t>
                </a:r>
                <a:endParaRPr lang="en-US" altLang="zh-CN" b="0" dirty="0">
                  <a:solidFill>
                    <a:srgbClr val="FFFF03"/>
                  </a:solidFill>
                  <a:latin typeface="Times New Roman" panose="02020603050405020304" pitchFamily="18" charset="0"/>
                  <a:ea typeface="隶书" pitchFamily="49" charset="-122"/>
                </a:endParaRPr>
              </a:p>
            </p:txBody>
          </p:sp>
          <p:sp>
            <p:nvSpPr>
              <p:cNvPr id="23602" name="Text Box 139"/>
              <p:cNvSpPr txBox="1"/>
              <p:nvPr/>
            </p:nvSpPr>
            <p:spPr>
              <a:xfrm>
                <a:off x="4959" y="3178"/>
                <a:ext cx="746" cy="327"/>
              </a:xfrm>
              <a:prstGeom prst="rect">
                <a:avLst/>
              </a:prstGeom>
              <a:noFill/>
              <a:ln w="12700">
                <a:noFill/>
              </a:ln>
            </p:spPr>
            <p:txBody>
              <a:bodyPr wrap="none" anchor="t">
                <a:spAutoFit/>
              </a:bodyPr>
              <a:p>
                <a:pPr eaLnBrk="0" hangingPunct="0"/>
                <a:r>
                  <a:rPr lang="en-US" altLang="zh-CN" b="0" dirty="0">
                    <a:solidFill>
                      <a:srgbClr val="FFFF03"/>
                    </a:solidFill>
                    <a:latin typeface="Times New Roman" panose="02020603050405020304" pitchFamily="18" charset="0"/>
                    <a:ea typeface="隶书" pitchFamily="49" charset="-122"/>
                  </a:rPr>
                  <a:t>5+8.75</a:t>
                </a:r>
                <a:endParaRPr lang="en-US" altLang="zh-CN" b="0" dirty="0">
                  <a:solidFill>
                    <a:srgbClr val="FFFF03"/>
                  </a:solidFill>
                  <a:latin typeface="Times New Roman" panose="02020603050405020304" pitchFamily="18" charset="0"/>
                  <a:ea typeface="隶书" pitchFamily="49" charset="-122"/>
                </a:endParaRPr>
              </a:p>
            </p:txBody>
          </p:sp>
        </p:grpSp>
      </p:grpSp>
      <p:grpSp>
        <p:nvGrpSpPr>
          <p:cNvPr id="37004" name="Group 140"/>
          <p:cNvGrpSpPr/>
          <p:nvPr/>
        </p:nvGrpSpPr>
        <p:grpSpPr>
          <a:xfrm>
            <a:off x="7545388" y="5516563"/>
            <a:ext cx="1289050" cy="579437"/>
            <a:chOff x="3593" y="3336"/>
            <a:chExt cx="812" cy="365"/>
          </a:xfrm>
        </p:grpSpPr>
        <p:sp>
          <p:nvSpPr>
            <p:cNvPr id="23604" name="Text Box 141"/>
            <p:cNvSpPr txBox="1"/>
            <p:nvPr/>
          </p:nvSpPr>
          <p:spPr>
            <a:xfrm>
              <a:off x="3593" y="3336"/>
              <a:ext cx="654" cy="365"/>
            </a:xfrm>
            <a:prstGeom prst="rect">
              <a:avLst/>
            </a:prstGeom>
            <a:noFill/>
            <a:ln w="12700">
              <a:noFill/>
            </a:ln>
          </p:spPr>
          <p:txBody>
            <a:bodyPr wrap="none" anchor="t">
              <a:spAutoFit/>
            </a:bodyPr>
            <a:p>
              <a:pPr eaLnBrk="0" hangingPunct="0"/>
              <a:r>
                <a:rPr lang="en-US" altLang="zh-CN" sz="3200" dirty="0">
                  <a:solidFill>
                    <a:srgbClr val="FFFF03"/>
                  </a:solidFill>
                  <a:latin typeface="Times New Roman" panose="02020603050405020304" pitchFamily="18" charset="0"/>
                  <a:ea typeface="隶书" pitchFamily="49" charset="-122"/>
                </a:rPr>
                <a:t>=</a:t>
              </a:r>
              <a:r>
                <a:rPr lang="en-US" altLang="zh-CN" b="0" dirty="0">
                  <a:solidFill>
                    <a:srgbClr val="FFFF03"/>
                  </a:solidFill>
                  <a:latin typeface="Times New Roman" panose="02020603050405020304" pitchFamily="18" charset="0"/>
                  <a:ea typeface="隶书" pitchFamily="49" charset="-122"/>
                </a:rPr>
                <a:t>0.18</a:t>
              </a:r>
              <a:endParaRPr lang="en-US" altLang="zh-CN" b="0" dirty="0">
                <a:solidFill>
                  <a:srgbClr val="FFFF03"/>
                </a:solidFill>
                <a:latin typeface="Times New Roman" panose="02020603050405020304" pitchFamily="18" charset="0"/>
                <a:ea typeface="隶书" pitchFamily="49" charset="-122"/>
              </a:endParaRPr>
            </a:p>
          </p:txBody>
        </p:sp>
        <p:sp>
          <p:nvSpPr>
            <p:cNvPr id="23605" name="Rectangle 142"/>
            <p:cNvSpPr/>
            <p:nvPr/>
          </p:nvSpPr>
          <p:spPr>
            <a:xfrm>
              <a:off x="4150" y="3389"/>
              <a:ext cx="255" cy="288"/>
            </a:xfrm>
            <a:prstGeom prst="rect">
              <a:avLst/>
            </a:prstGeom>
            <a:noFill/>
            <a:ln w="12700">
              <a:noFill/>
            </a:ln>
          </p:spPr>
          <p:txBody>
            <a:bodyPr wrap="none" anchor="t">
              <a:spAutoFit/>
            </a:bodyPr>
            <a:p>
              <a:pPr eaLnBrk="0" hangingPunct="0"/>
              <a:r>
                <a:rPr lang="en-US" altLang="zh-CN" sz="2400" b="0" dirty="0">
                  <a:solidFill>
                    <a:srgbClr val="FFFF03"/>
                  </a:solidFill>
                  <a:latin typeface="Times New Roman" panose="02020603050405020304" pitchFamily="18" charset="0"/>
                  <a:ea typeface="隶书" pitchFamily="49" charset="-122"/>
                  <a:sym typeface="Symbol" panose="05050102010706020507" pitchFamily="18" charset="2"/>
                </a:rPr>
                <a:t>A</a:t>
              </a:r>
              <a:endParaRPr lang="en-US" altLang="zh-CN" sz="2400" b="0" dirty="0">
                <a:solidFill>
                  <a:srgbClr val="FFFF03"/>
                </a:solidFill>
                <a:latin typeface="Times New Roman" panose="02020603050405020304" pitchFamily="18" charset="0"/>
                <a:ea typeface="隶书" pitchFamily="49" charset="-122"/>
                <a:sym typeface="Symbol" panose="05050102010706020507" pitchFamily="18" charset="2"/>
              </a:endParaRPr>
            </a:p>
          </p:txBody>
        </p:sp>
      </p:grpSp>
      <p:grpSp>
        <p:nvGrpSpPr>
          <p:cNvPr id="37015" name="Group 151"/>
          <p:cNvGrpSpPr/>
          <p:nvPr/>
        </p:nvGrpSpPr>
        <p:grpSpPr>
          <a:xfrm>
            <a:off x="165100" y="1125538"/>
            <a:ext cx="2843213" cy="3287712"/>
            <a:chOff x="104" y="709"/>
            <a:chExt cx="1791" cy="2071"/>
          </a:xfrm>
        </p:grpSpPr>
        <p:sp>
          <p:nvSpPr>
            <p:cNvPr id="23607" name="Rectangle 34"/>
            <p:cNvSpPr/>
            <p:nvPr/>
          </p:nvSpPr>
          <p:spPr>
            <a:xfrm>
              <a:off x="104" y="709"/>
              <a:ext cx="1791" cy="1950"/>
            </a:xfrm>
            <a:prstGeom prst="rect">
              <a:avLst/>
            </a:prstGeom>
            <a:noFill/>
            <a:ln w="38100">
              <a:noFill/>
            </a:ln>
          </p:spPr>
          <p:txBody>
            <a:bodyPr wrap="none" anchor="ctr"/>
            <a:p>
              <a:pPr algn="ctr"/>
              <a:endParaRPr lang="zh-CN" altLang="zh-CN" sz="2400" i="1" dirty="0">
                <a:latin typeface="Times New Roman" panose="02020603050405020304" pitchFamily="18" charset="0"/>
                <a:ea typeface="宋体" panose="02010600030101010101" pitchFamily="2" charset="-122"/>
              </a:endParaRPr>
            </a:p>
          </p:txBody>
        </p:sp>
        <p:sp>
          <p:nvSpPr>
            <p:cNvPr id="23608" name="Text Box 35"/>
            <p:cNvSpPr txBox="1"/>
            <p:nvPr/>
          </p:nvSpPr>
          <p:spPr>
            <a:xfrm>
              <a:off x="856" y="2215"/>
              <a:ext cx="116" cy="288"/>
            </a:xfrm>
            <a:prstGeom prst="rect">
              <a:avLst/>
            </a:prstGeom>
            <a:noFill/>
            <a:ln w="38100">
              <a:noFill/>
            </a:ln>
          </p:spPr>
          <p:txBody>
            <a:bodyPr wrap="none" anchor="ctr">
              <a:spAutoFit/>
            </a:bodyPr>
            <a:p>
              <a:pPr algn="ctr"/>
              <a:endParaRPr lang="zh-CN" altLang="zh-CN" sz="2400" dirty="0">
                <a:latin typeface="Times New Roman" panose="02020603050405020304" pitchFamily="18" charset="0"/>
                <a:ea typeface="幼圆" pitchFamily="49" charset="-122"/>
              </a:endParaRPr>
            </a:p>
          </p:txBody>
        </p:sp>
        <p:sp>
          <p:nvSpPr>
            <p:cNvPr id="23609" name="Line 36"/>
            <p:cNvSpPr/>
            <p:nvPr/>
          </p:nvSpPr>
          <p:spPr>
            <a:xfrm flipH="1">
              <a:off x="325" y="846"/>
              <a:ext cx="643" cy="644"/>
            </a:xfrm>
            <a:prstGeom prst="line">
              <a:avLst/>
            </a:prstGeom>
            <a:ln w="38100" cap="flat" cmpd="sng">
              <a:solidFill>
                <a:srgbClr val="FFCC66"/>
              </a:solidFill>
              <a:prstDash val="solid"/>
              <a:round/>
              <a:headEnd type="none" w="med" len="med"/>
              <a:tailEnd type="none" w="med" len="med"/>
            </a:ln>
          </p:spPr>
        </p:sp>
        <p:sp>
          <p:nvSpPr>
            <p:cNvPr id="23610" name="Line 37"/>
            <p:cNvSpPr/>
            <p:nvPr/>
          </p:nvSpPr>
          <p:spPr>
            <a:xfrm flipH="1">
              <a:off x="978" y="1490"/>
              <a:ext cx="664" cy="652"/>
            </a:xfrm>
            <a:prstGeom prst="line">
              <a:avLst/>
            </a:prstGeom>
            <a:ln w="38100" cap="flat" cmpd="sng">
              <a:solidFill>
                <a:srgbClr val="FFCC66"/>
              </a:solidFill>
              <a:prstDash val="solid"/>
              <a:round/>
              <a:headEnd type="none" w="med" len="med"/>
              <a:tailEnd type="none" w="med" len="med"/>
            </a:ln>
          </p:spPr>
        </p:sp>
        <p:sp>
          <p:nvSpPr>
            <p:cNvPr id="23611" name="Line 38"/>
            <p:cNvSpPr/>
            <p:nvPr/>
          </p:nvSpPr>
          <p:spPr>
            <a:xfrm>
              <a:off x="303" y="1501"/>
              <a:ext cx="664" cy="652"/>
            </a:xfrm>
            <a:prstGeom prst="line">
              <a:avLst/>
            </a:prstGeom>
            <a:ln w="38100" cap="flat" cmpd="sng">
              <a:solidFill>
                <a:srgbClr val="FFCC66"/>
              </a:solidFill>
              <a:prstDash val="solid"/>
              <a:round/>
              <a:headEnd type="oval" w="med" len="med"/>
              <a:tailEnd type="oval" w="med" len="med"/>
            </a:ln>
          </p:spPr>
        </p:sp>
        <p:sp>
          <p:nvSpPr>
            <p:cNvPr id="23612" name="Line 39"/>
            <p:cNvSpPr/>
            <p:nvPr/>
          </p:nvSpPr>
          <p:spPr>
            <a:xfrm>
              <a:off x="1000" y="847"/>
              <a:ext cx="653" cy="654"/>
            </a:xfrm>
            <a:prstGeom prst="line">
              <a:avLst/>
            </a:prstGeom>
            <a:ln w="38100" cap="flat" cmpd="sng">
              <a:solidFill>
                <a:srgbClr val="FFCC66"/>
              </a:solidFill>
              <a:prstDash val="solid"/>
              <a:round/>
              <a:headEnd type="oval" w="med" len="med"/>
              <a:tailEnd type="oval" w="med" len="med"/>
            </a:ln>
          </p:spPr>
        </p:sp>
        <p:sp>
          <p:nvSpPr>
            <p:cNvPr id="23613" name="Text Box 40"/>
            <p:cNvSpPr txBox="1"/>
            <p:nvPr/>
          </p:nvSpPr>
          <p:spPr>
            <a:xfrm>
              <a:off x="625" y="2195"/>
              <a:ext cx="225" cy="288"/>
            </a:xfrm>
            <a:prstGeom prst="rect">
              <a:avLst/>
            </a:prstGeom>
            <a:noFill/>
            <a:ln w="38100">
              <a:noFill/>
            </a:ln>
          </p:spPr>
          <p:txBody>
            <a:bodyPr wrap="none" anchor="ctr">
              <a:spAutoFit/>
            </a:bodyPr>
            <a:p>
              <a:pPr algn="ctr"/>
              <a:r>
                <a:rPr lang="en-US" altLang="zh-CN" sz="2400" i="1" dirty="0">
                  <a:latin typeface="Times New Roman" panose="02020603050405020304" pitchFamily="18" charset="0"/>
                  <a:ea typeface="宋体" panose="02010600030101010101" pitchFamily="2" charset="-122"/>
                </a:rPr>
                <a:t>+</a:t>
              </a:r>
              <a:endParaRPr lang="en-US" altLang="zh-CN" sz="2400" i="1" dirty="0">
                <a:latin typeface="Times New Roman" panose="02020603050405020304" pitchFamily="18" charset="0"/>
                <a:ea typeface="宋体" panose="02010600030101010101" pitchFamily="2" charset="-122"/>
              </a:endParaRPr>
            </a:p>
          </p:txBody>
        </p:sp>
        <p:sp>
          <p:nvSpPr>
            <p:cNvPr id="23614" name="Text Box 41"/>
            <p:cNvSpPr txBox="1"/>
            <p:nvPr/>
          </p:nvSpPr>
          <p:spPr>
            <a:xfrm>
              <a:off x="1158" y="2195"/>
              <a:ext cx="180" cy="288"/>
            </a:xfrm>
            <a:prstGeom prst="rect">
              <a:avLst/>
            </a:prstGeom>
            <a:noFill/>
            <a:ln w="38100">
              <a:noFill/>
            </a:ln>
          </p:spPr>
          <p:txBody>
            <a:bodyPr wrap="none" anchor="ctr">
              <a:spAutoFit/>
            </a:bodyPr>
            <a:p>
              <a:pPr algn="ctr"/>
              <a:r>
                <a:rPr lang="en-US" altLang="zh-CN" sz="2400" i="1" dirty="0">
                  <a:latin typeface="Times New Roman" panose="02020603050405020304" pitchFamily="18" charset="0"/>
                  <a:ea typeface="宋体" panose="02010600030101010101" pitchFamily="2" charset="-122"/>
                </a:rPr>
                <a:t>-</a:t>
              </a:r>
              <a:endParaRPr lang="en-US" altLang="zh-CN" sz="2400" i="1" dirty="0">
                <a:latin typeface="Times New Roman" panose="02020603050405020304" pitchFamily="18" charset="0"/>
                <a:ea typeface="宋体" panose="02010600030101010101" pitchFamily="2" charset="-122"/>
              </a:endParaRPr>
            </a:p>
          </p:txBody>
        </p:sp>
        <p:sp>
          <p:nvSpPr>
            <p:cNvPr id="23615" name="Text Box 42"/>
            <p:cNvSpPr txBox="1"/>
            <p:nvPr/>
          </p:nvSpPr>
          <p:spPr>
            <a:xfrm>
              <a:off x="1062" y="2076"/>
              <a:ext cx="244" cy="288"/>
            </a:xfrm>
            <a:prstGeom prst="rect">
              <a:avLst/>
            </a:prstGeom>
            <a:noFill/>
            <a:ln w="38100">
              <a:noFill/>
            </a:ln>
          </p:spPr>
          <p:txBody>
            <a:bodyPr wrap="none" anchor="ctr">
              <a:spAutoFit/>
            </a:bodyPr>
            <a:p>
              <a:pPr algn="ctr"/>
              <a:r>
                <a:rPr lang="en-US" altLang="zh-CN" sz="2400" i="1" dirty="0">
                  <a:latin typeface="Times New Roman" panose="02020603050405020304" pitchFamily="18" charset="0"/>
                  <a:ea typeface="宋体" panose="02010600030101010101" pitchFamily="2" charset="-122"/>
                </a:rPr>
                <a:t>E</a:t>
              </a:r>
              <a:endParaRPr lang="en-US" altLang="zh-CN" sz="2400" i="1" dirty="0">
                <a:latin typeface="Times New Roman" panose="02020603050405020304" pitchFamily="18" charset="0"/>
                <a:ea typeface="宋体" panose="02010600030101010101" pitchFamily="2" charset="-122"/>
              </a:endParaRPr>
            </a:p>
          </p:txBody>
        </p:sp>
        <p:sp>
          <p:nvSpPr>
            <p:cNvPr id="23616" name="Line 43"/>
            <p:cNvSpPr/>
            <p:nvPr/>
          </p:nvSpPr>
          <p:spPr>
            <a:xfrm>
              <a:off x="321" y="1476"/>
              <a:ext cx="0" cy="945"/>
            </a:xfrm>
            <a:prstGeom prst="line">
              <a:avLst/>
            </a:prstGeom>
            <a:ln w="38100" cap="flat" cmpd="sng">
              <a:solidFill>
                <a:srgbClr val="FFCC66"/>
              </a:solidFill>
              <a:prstDash val="solid"/>
              <a:round/>
              <a:headEnd type="none" w="med" len="med"/>
              <a:tailEnd type="none" w="med" len="med"/>
            </a:ln>
          </p:spPr>
        </p:sp>
        <p:sp>
          <p:nvSpPr>
            <p:cNvPr id="23617" name="Line 44"/>
            <p:cNvSpPr/>
            <p:nvPr/>
          </p:nvSpPr>
          <p:spPr>
            <a:xfrm>
              <a:off x="1677" y="1476"/>
              <a:ext cx="0" cy="945"/>
            </a:xfrm>
            <a:prstGeom prst="line">
              <a:avLst/>
            </a:prstGeom>
            <a:ln w="38100" cap="flat" cmpd="sng">
              <a:solidFill>
                <a:srgbClr val="FFCC66"/>
              </a:solidFill>
              <a:prstDash val="solid"/>
              <a:round/>
              <a:headEnd type="none" w="med" len="med"/>
              <a:tailEnd type="none" w="med" len="med"/>
            </a:ln>
          </p:spPr>
        </p:sp>
        <p:sp>
          <p:nvSpPr>
            <p:cNvPr id="23618" name="Line 45"/>
            <p:cNvSpPr/>
            <p:nvPr/>
          </p:nvSpPr>
          <p:spPr>
            <a:xfrm>
              <a:off x="973" y="827"/>
              <a:ext cx="0" cy="1299"/>
            </a:xfrm>
            <a:prstGeom prst="line">
              <a:avLst/>
            </a:prstGeom>
            <a:ln w="38100" cap="flat" cmpd="sng">
              <a:solidFill>
                <a:srgbClr val="FFCC66"/>
              </a:solidFill>
              <a:prstDash val="solid"/>
              <a:round/>
              <a:headEnd type="none" w="med" len="med"/>
              <a:tailEnd type="none" w="med" len="med"/>
            </a:ln>
          </p:spPr>
        </p:sp>
        <p:sp>
          <p:nvSpPr>
            <p:cNvPr id="23619" name="Rectangle 46"/>
            <p:cNvSpPr/>
            <p:nvPr/>
          </p:nvSpPr>
          <p:spPr>
            <a:xfrm>
              <a:off x="898" y="1298"/>
              <a:ext cx="143" cy="354"/>
            </a:xfrm>
            <a:prstGeom prst="rect">
              <a:avLst/>
            </a:prstGeom>
            <a:gradFill rotWithShape="1">
              <a:gsLst>
                <a:gs pos="0">
                  <a:srgbClr val="765E2F"/>
                </a:gs>
                <a:gs pos="50000">
                  <a:srgbClr val="FFCC66"/>
                </a:gs>
                <a:gs pos="100000">
                  <a:srgbClr val="765E2F"/>
                </a:gs>
              </a:gsLst>
              <a:lin ang="0" scaled="1"/>
              <a:tileRect/>
            </a:gradFill>
            <a:ln w="254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20" name="Line 47"/>
            <p:cNvSpPr/>
            <p:nvPr/>
          </p:nvSpPr>
          <p:spPr>
            <a:xfrm>
              <a:off x="809" y="1342"/>
              <a:ext cx="0" cy="291"/>
            </a:xfrm>
            <a:prstGeom prst="line">
              <a:avLst/>
            </a:prstGeom>
            <a:ln w="38100" cap="flat" cmpd="sng">
              <a:solidFill>
                <a:srgbClr val="FF6600"/>
              </a:solidFill>
              <a:prstDash val="solid"/>
              <a:round/>
              <a:headEnd type="none" w="med" len="med"/>
              <a:tailEnd type="stealth" w="sm" len="lg"/>
            </a:ln>
          </p:spPr>
        </p:sp>
        <p:sp>
          <p:nvSpPr>
            <p:cNvPr id="23621" name="Text Box 48"/>
            <p:cNvSpPr txBox="1"/>
            <p:nvPr/>
          </p:nvSpPr>
          <p:spPr>
            <a:xfrm>
              <a:off x="592" y="1325"/>
              <a:ext cx="191" cy="288"/>
            </a:xfrm>
            <a:prstGeom prst="rect">
              <a:avLst/>
            </a:prstGeom>
            <a:noFill/>
            <a:ln w="25400">
              <a:noFill/>
            </a:ln>
          </p:spPr>
          <p:txBody>
            <a:bodyPr wrap="none" anchor="t">
              <a:spAutoFit/>
            </a:bodyPr>
            <a:p>
              <a:r>
                <a:rPr lang="en-US" altLang="zh-CN" sz="2400" i="1" dirty="0">
                  <a:latin typeface="Times New Roman" panose="02020603050405020304" pitchFamily="18" charset="0"/>
                  <a:ea typeface="宋体" panose="02010600030101010101" pitchFamily="2" charset="-122"/>
                </a:rPr>
                <a:t>I</a:t>
              </a:r>
              <a:endParaRPr lang="en-US" altLang="zh-CN" sz="2400" i="1" dirty="0">
                <a:latin typeface="Times New Roman" panose="02020603050405020304" pitchFamily="18" charset="0"/>
                <a:ea typeface="宋体" panose="02010600030101010101" pitchFamily="2" charset="-122"/>
              </a:endParaRPr>
            </a:p>
          </p:txBody>
        </p:sp>
        <p:sp>
          <p:nvSpPr>
            <p:cNvPr id="23622" name="Text Box 49"/>
            <p:cNvSpPr txBox="1"/>
            <p:nvPr/>
          </p:nvSpPr>
          <p:spPr>
            <a:xfrm>
              <a:off x="988" y="1458"/>
              <a:ext cx="244" cy="288"/>
            </a:xfrm>
            <a:prstGeom prst="rect">
              <a:avLst/>
            </a:prstGeom>
            <a:noFill/>
            <a:ln w="38100">
              <a:noFill/>
            </a:ln>
          </p:spPr>
          <p:txBody>
            <a:bodyPr wrap="none" anchor="t">
              <a:spAutoFit/>
            </a:bodyPr>
            <a:p>
              <a:r>
                <a:rPr lang="en-US" altLang="zh-CN" sz="2400" i="1" dirty="0">
                  <a:latin typeface="Times New Roman" panose="02020603050405020304" pitchFamily="18" charset="0"/>
                  <a:ea typeface="宋体" panose="02010600030101010101" pitchFamily="2" charset="-122"/>
                </a:rPr>
                <a:t>R</a:t>
              </a:r>
              <a:endParaRPr lang="en-US" altLang="zh-CN" sz="2400" i="1" dirty="0">
                <a:latin typeface="Times New Roman" panose="02020603050405020304" pitchFamily="18" charset="0"/>
                <a:ea typeface="宋体" panose="02010600030101010101" pitchFamily="2" charset="-122"/>
              </a:endParaRPr>
            </a:p>
          </p:txBody>
        </p:sp>
        <p:sp>
          <p:nvSpPr>
            <p:cNvPr id="23623" name="Rectangle 50"/>
            <p:cNvSpPr/>
            <p:nvPr/>
          </p:nvSpPr>
          <p:spPr>
            <a:xfrm rot="2741797">
              <a:off x="580" y="1024"/>
              <a:ext cx="139" cy="323"/>
            </a:xfrm>
            <a:prstGeom prst="rect">
              <a:avLst/>
            </a:prstGeom>
            <a:gradFill rotWithShape="1">
              <a:gsLst>
                <a:gs pos="0">
                  <a:srgbClr val="6F5943"/>
                </a:gs>
                <a:gs pos="50000">
                  <a:srgbClr val="FFCC99"/>
                </a:gs>
                <a:gs pos="100000">
                  <a:srgbClr val="6F5943"/>
                </a:gs>
              </a:gsLst>
              <a:lin ang="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24" name="Oval 51"/>
            <p:cNvSpPr/>
            <p:nvPr/>
          </p:nvSpPr>
          <p:spPr>
            <a:xfrm>
              <a:off x="809" y="2271"/>
              <a:ext cx="315" cy="285"/>
            </a:xfrm>
            <a:prstGeom prst="ellipse">
              <a:avLst/>
            </a:prstGeom>
            <a:solidFill>
              <a:schemeClr val="bg1"/>
            </a:solidFill>
            <a:ln w="38100" cap="flat" cmpd="sng">
              <a:solidFill>
                <a:srgbClr val="FF3300"/>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25" name="Line 52"/>
            <p:cNvSpPr/>
            <p:nvPr/>
          </p:nvSpPr>
          <p:spPr>
            <a:xfrm>
              <a:off x="321" y="2421"/>
              <a:ext cx="1350" cy="0"/>
            </a:xfrm>
            <a:prstGeom prst="line">
              <a:avLst/>
            </a:prstGeom>
            <a:ln w="38100" cap="flat" cmpd="sng">
              <a:solidFill>
                <a:srgbClr val="FFCC66"/>
              </a:solidFill>
              <a:prstDash val="solid"/>
              <a:round/>
              <a:headEnd type="none" w="med" len="med"/>
              <a:tailEnd type="none" w="med" len="med"/>
            </a:ln>
          </p:spPr>
        </p:sp>
        <p:sp>
          <p:nvSpPr>
            <p:cNvPr id="23626" name="Rectangle 53"/>
            <p:cNvSpPr/>
            <p:nvPr/>
          </p:nvSpPr>
          <p:spPr>
            <a:xfrm rot="2741797">
              <a:off x="1261" y="1659"/>
              <a:ext cx="139" cy="323"/>
            </a:xfrm>
            <a:prstGeom prst="rect">
              <a:avLst/>
            </a:prstGeom>
            <a:gradFill rotWithShape="1">
              <a:gsLst>
                <a:gs pos="0">
                  <a:srgbClr val="6F5943"/>
                </a:gs>
                <a:gs pos="50000">
                  <a:srgbClr val="FFCC99"/>
                </a:gs>
                <a:gs pos="100000">
                  <a:srgbClr val="6F5943"/>
                </a:gs>
              </a:gsLst>
              <a:lin ang="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27" name="Rectangle 54"/>
            <p:cNvSpPr/>
            <p:nvPr/>
          </p:nvSpPr>
          <p:spPr>
            <a:xfrm rot="-2741797" flipH="1">
              <a:off x="580" y="1659"/>
              <a:ext cx="139" cy="323"/>
            </a:xfrm>
            <a:prstGeom prst="rect">
              <a:avLst/>
            </a:prstGeom>
            <a:gradFill rotWithShape="1">
              <a:gsLst>
                <a:gs pos="0">
                  <a:srgbClr val="6F5943"/>
                </a:gs>
                <a:gs pos="50000">
                  <a:srgbClr val="FFCC99"/>
                </a:gs>
                <a:gs pos="100000">
                  <a:srgbClr val="6F5943"/>
                </a:gs>
              </a:gsLst>
              <a:lin ang="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28" name="Rectangle 55"/>
            <p:cNvSpPr/>
            <p:nvPr/>
          </p:nvSpPr>
          <p:spPr>
            <a:xfrm rot="-2741797" flipH="1">
              <a:off x="1261" y="1024"/>
              <a:ext cx="139" cy="323"/>
            </a:xfrm>
            <a:prstGeom prst="rect">
              <a:avLst/>
            </a:prstGeom>
            <a:gradFill rotWithShape="1">
              <a:gsLst>
                <a:gs pos="0">
                  <a:srgbClr val="6F5943"/>
                </a:gs>
                <a:gs pos="50000">
                  <a:srgbClr val="FFCC99"/>
                </a:gs>
                <a:gs pos="100000">
                  <a:srgbClr val="6F5943"/>
                </a:gs>
              </a:gsLst>
              <a:lin ang="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29" name="Rectangle 82"/>
            <p:cNvSpPr/>
            <p:nvPr/>
          </p:nvSpPr>
          <p:spPr>
            <a:xfrm>
              <a:off x="444" y="782"/>
              <a:ext cx="359" cy="288"/>
            </a:xfrm>
            <a:prstGeom prst="rect">
              <a:avLst/>
            </a:prstGeom>
            <a:noFill/>
            <a:ln w="38100">
              <a:noFill/>
            </a:ln>
          </p:spPr>
          <p:txBody>
            <a:bodyPr wrap="none" anchor="t">
              <a:spAutoFit/>
            </a:bodyPr>
            <a:p>
              <a:pPr eaLnBrk="0" hangingPunct="0"/>
              <a:r>
                <a:rPr lang="en-US" altLang="zh-CN" sz="2400" dirty="0">
                  <a:latin typeface="Times New Roman" panose="02020603050405020304" pitchFamily="18" charset="0"/>
                  <a:ea typeface="隶书" pitchFamily="49" charset="-122"/>
                </a:rPr>
                <a:t>5</a:t>
              </a:r>
              <a:r>
                <a:rPr lang="en-US" altLang="zh-CN" sz="2400" dirty="0">
                  <a:latin typeface="Times New Roman" panose="02020603050405020304" pitchFamily="18" charset="0"/>
                  <a:ea typeface="隶书" pitchFamily="49" charset="-122"/>
                  <a:sym typeface="Symbol" panose="05050102010706020507" pitchFamily="18" charset="2"/>
                </a:rPr>
                <a:t></a:t>
              </a:r>
              <a:endParaRPr lang="en-US" altLang="zh-CN" sz="2400" dirty="0">
                <a:latin typeface="Times New Roman" panose="02020603050405020304" pitchFamily="18" charset="0"/>
                <a:ea typeface="隶书" pitchFamily="49" charset="-122"/>
                <a:sym typeface="Symbol" panose="05050102010706020507" pitchFamily="18" charset="2"/>
              </a:endParaRPr>
            </a:p>
          </p:txBody>
        </p:sp>
        <p:sp>
          <p:nvSpPr>
            <p:cNvPr id="23630" name="Rectangle 83"/>
            <p:cNvSpPr/>
            <p:nvPr/>
          </p:nvSpPr>
          <p:spPr>
            <a:xfrm>
              <a:off x="1215" y="827"/>
              <a:ext cx="455" cy="288"/>
            </a:xfrm>
            <a:prstGeom prst="rect">
              <a:avLst/>
            </a:prstGeom>
            <a:noFill/>
            <a:ln w="38100">
              <a:noFill/>
            </a:ln>
          </p:spPr>
          <p:txBody>
            <a:bodyPr wrap="none" anchor="t">
              <a:spAutoFit/>
            </a:bodyPr>
            <a:p>
              <a:pPr eaLnBrk="0" hangingPunct="0"/>
              <a:r>
                <a:rPr lang="en-US" altLang="zh-CN" sz="2400" dirty="0">
                  <a:latin typeface="Times New Roman" panose="02020603050405020304" pitchFamily="18" charset="0"/>
                  <a:ea typeface="隶书" pitchFamily="49" charset="-122"/>
                </a:rPr>
                <a:t>15</a:t>
              </a:r>
              <a:r>
                <a:rPr lang="en-US" altLang="zh-CN" sz="2400" dirty="0">
                  <a:latin typeface="Times New Roman" panose="02020603050405020304" pitchFamily="18" charset="0"/>
                  <a:ea typeface="隶书" pitchFamily="49" charset="-122"/>
                  <a:sym typeface="Symbol" panose="05050102010706020507" pitchFamily="18" charset="2"/>
                </a:rPr>
                <a:t></a:t>
              </a:r>
              <a:endParaRPr lang="en-US" altLang="zh-CN" sz="2400" dirty="0">
                <a:latin typeface="Times New Roman" panose="02020603050405020304" pitchFamily="18" charset="0"/>
                <a:ea typeface="隶书" pitchFamily="49" charset="-122"/>
                <a:sym typeface="Symbol" panose="05050102010706020507" pitchFamily="18" charset="2"/>
              </a:endParaRPr>
            </a:p>
          </p:txBody>
        </p:sp>
        <p:sp>
          <p:nvSpPr>
            <p:cNvPr id="23631" name="Rectangle 84"/>
            <p:cNvSpPr/>
            <p:nvPr/>
          </p:nvSpPr>
          <p:spPr>
            <a:xfrm>
              <a:off x="976" y="1271"/>
              <a:ext cx="359" cy="288"/>
            </a:xfrm>
            <a:prstGeom prst="rect">
              <a:avLst/>
            </a:prstGeom>
            <a:noFill/>
            <a:ln w="38100">
              <a:noFill/>
            </a:ln>
          </p:spPr>
          <p:txBody>
            <a:bodyPr wrap="none" anchor="t">
              <a:spAutoFit/>
            </a:bodyPr>
            <a:p>
              <a:pPr eaLnBrk="0" hangingPunct="0"/>
              <a:r>
                <a:rPr lang="en-US" altLang="zh-CN" sz="2400" dirty="0">
                  <a:latin typeface="Times New Roman" panose="02020603050405020304" pitchFamily="18" charset="0"/>
                  <a:ea typeface="隶书" pitchFamily="49" charset="-122"/>
                </a:rPr>
                <a:t>5</a:t>
              </a:r>
              <a:r>
                <a:rPr lang="en-US" altLang="zh-CN" sz="2400" dirty="0">
                  <a:latin typeface="Times New Roman" panose="02020603050405020304" pitchFamily="18" charset="0"/>
                  <a:ea typeface="隶书" pitchFamily="49" charset="-122"/>
                  <a:sym typeface="Symbol" panose="05050102010706020507" pitchFamily="18" charset="2"/>
                </a:rPr>
                <a:t></a:t>
              </a:r>
              <a:endParaRPr lang="en-US" altLang="zh-CN" sz="2400" dirty="0">
                <a:latin typeface="Times New Roman" panose="02020603050405020304" pitchFamily="18" charset="0"/>
                <a:ea typeface="隶书" pitchFamily="49" charset="-122"/>
                <a:sym typeface="Symbol" panose="05050102010706020507" pitchFamily="18" charset="2"/>
              </a:endParaRPr>
            </a:p>
          </p:txBody>
        </p:sp>
        <p:sp>
          <p:nvSpPr>
            <p:cNvPr id="23632" name="Rectangle 85"/>
            <p:cNvSpPr/>
            <p:nvPr/>
          </p:nvSpPr>
          <p:spPr>
            <a:xfrm>
              <a:off x="489" y="1961"/>
              <a:ext cx="455" cy="288"/>
            </a:xfrm>
            <a:prstGeom prst="rect">
              <a:avLst/>
            </a:prstGeom>
            <a:noFill/>
            <a:ln w="38100">
              <a:noFill/>
            </a:ln>
          </p:spPr>
          <p:txBody>
            <a:bodyPr wrap="none" anchor="t">
              <a:spAutoFit/>
            </a:bodyPr>
            <a:p>
              <a:pPr eaLnBrk="0" hangingPunct="0"/>
              <a:r>
                <a:rPr lang="en-US" altLang="zh-CN" sz="2400" dirty="0">
                  <a:latin typeface="Times New Roman" panose="02020603050405020304" pitchFamily="18" charset="0"/>
                  <a:ea typeface="隶书" pitchFamily="49" charset="-122"/>
                </a:rPr>
                <a:t>10</a:t>
              </a:r>
              <a:r>
                <a:rPr lang="en-US" altLang="zh-CN" sz="2400" dirty="0">
                  <a:latin typeface="Times New Roman" panose="02020603050405020304" pitchFamily="18" charset="0"/>
                  <a:ea typeface="隶书" pitchFamily="49" charset="-122"/>
                  <a:sym typeface="Symbol" panose="05050102010706020507" pitchFamily="18" charset="2"/>
                </a:rPr>
                <a:t></a:t>
              </a:r>
              <a:endParaRPr lang="en-US" altLang="zh-CN" sz="2400" dirty="0">
                <a:latin typeface="Times New Roman" panose="02020603050405020304" pitchFamily="18" charset="0"/>
                <a:ea typeface="隶书" pitchFamily="49" charset="-122"/>
                <a:sym typeface="Symbol" panose="05050102010706020507" pitchFamily="18" charset="2"/>
              </a:endParaRPr>
            </a:p>
          </p:txBody>
        </p:sp>
        <p:sp>
          <p:nvSpPr>
            <p:cNvPr id="23633" name="Rectangle 86"/>
            <p:cNvSpPr/>
            <p:nvPr/>
          </p:nvSpPr>
          <p:spPr>
            <a:xfrm>
              <a:off x="1215" y="1906"/>
              <a:ext cx="455" cy="288"/>
            </a:xfrm>
            <a:prstGeom prst="rect">
              <a:avLst/>
            </a:prstGeom>
            <a:noFill/>
            <a:ln w="38100">
              <a:noFill/>
            </a:ln>
          </p:spPr>
          <p:txBody>
            <a:bodyPr wrap="none" anchor="t">
              <a:spAutoFit/>
            </a:bodyPr>
            <a:p>
              <a:pPr eaLnBrk="0" hangingPunct="0"/>
              <a:r>
                <a:rPr lang="en-US" altLang="zh-CN" sz="2400" dirty="0">
                  <a:latin typeface="Times New Roman" panose="02020603050405020304" pitchFamily="18" charset="0"/>
                  <a:ea typeface="隶书" pitchFamily="49" charset="-122"/>
                </a:rPr>
                <a:t>10</a:t>
              </a:r>
              <a:r>
                <a:rPr lang="en-US" altLang="zh-CN" sz="2400" dirty="0">
                  <a:latin typeface="Times New Roman" panose="02020603050405020304" pitchFamily="18" charset="0"/>
                  <a:ea typeface="隶书" pitchFamily="49" charset="-122"/>
                  <a:sym typeface="Symbol" panose="05050102010706020507" pitchFamily="18" charset="2"/>
                </a:rPr>
                <a:t></a:t>
              </a:r>
              <a:endParaRPr lang="en-US" altLang="zh-CN" sz="2400" dirty="0">
                <a:latin typeface="Times New Roman" panose="02020603050405020304" pitchFamily="18" charset="0"/>
                <a:ea typeface="隶书" pitchFamily="49" charset="-122"/>
                <a:sym typeface="Symbol" panose="05050102010706020507" pitchFamily="18" charset="2"/>
              </a:endParaRPr>
            </a:p>
          </p:txBody>
        </p:sp>
        <p:sp>
          <p:nvSpPr>
            <p:cNvPr id="23634" name="Rectangle 87"/>
            <p:cNvSpPr/>
            <p:nvPr/>
          </p:nvSpPr>
          <p:spPr>
            <a:xfrm>
              <a:off x="761" y="2492"/>
              <a:ext cx="404" cy="288"/>
            </a:xfrm>
            <a:prstGeom prst="rect">
              <a:avLst/>
            </a:prstGeom>
            <a:noFill/>
            <a:ln w="38100">
              <a:noFill/>
            </a:ln>
          </p:spPr>
          <p:txBody>
            <a:bodyPr wrap="none" anchor="t">
              <a:spAutoFit/>
            </a:bodyPr>
            <a:p>
              <a:pPr eaLnBrk="0" hangingPunct="0"/>
              <a:r>
                <a:rPr lang="en-US" altLang="zh-CN" sz="2400" dirty="0">
                  <a:latin typeface="Times New Roman" panose="02020603050405020304" pitchFamily="18" charset="0"/>
                  <a:ea typeface="隶书" pitchFamily="49" charset="-122"/>
                </a:rPr>
                <a:t>10v</a:t>
              </a:r>
              <a:endParaRPr lang="en-US" altLang="zh-CN" sz="2400" dirty="0">
                <a:latin typeface="Times New Roman" panose="02020603050405020304" pitchFamily="18" charset="0"/>
                <a:ea typeface="隶书" pitchFamily="49" charset="-122"/>
              </a:endParaRPr>
            </a:p>
          </p:txBody>
        </p:sp>
        <p:sp>
          <p:nvSpPr>
            <p:cNvPr id="23635" name="Rectangle 88"/>
            <p:cNvSpPr/>
            <p:nvPr/>
          </p:nvSpPr>
          <p:spPr>
            <a:xfrm>
              <a:off x="1442" y="1058"/>
              <a:ext cx="308" cy="288"/>
            </a:xfrm>
            <a:prstGeom prst="rect">
              <a:avLst/>
            </a:prstGeom>
            <a:noFill/>
            <a:ln w="38100">
              <a:noFill/>
            </a:ln>
          </p:spPr>
          <p:txBody>
            <a:bodyPr wrap="none" anchor="t">
              <a:spAutoFit/>
            </a:bodyPr>
            <a:p>
              <a:pPr eaLnBrk="0" hangingPunct="0"/>
              <a:r>
                <a:rPr lang="en-US" altLang="zh-CN" sz="2400" i="1" dirty="0">
                  <a:latin typeface="Times New Roman" panose="02020603050405020304" pitchFamily="18" charset="0"/>
                  <a:ea typeface="宋体" panose="02010600030101010101" pitchFamily="2" charset="-122"/>
                </a:rPr>
                <a:t>R</a:t>
              </a:r>
              <a:r>
                <a:rPr lang="en-US" altLang="zh-CN" sz="2400" baseline="-25000" dirty="0">
                  <a:latin typeface="Times New Roman" panose="02020603050405020304" pitchFamily="18" charset="0"/>
                  <a:ea typeface="宋体" panose="02010600030101010101" pitchFamily="2" charset="-122"/>
                </a:rPr>
                <a:t>2</a:t>
              </a:r>
              <a:endParaRPr lang="en-US" altLang="zh-CN" sz="2400" baseline="-25000" dirty="0">
                <a:latin typeface="Times New Roman" panose="02020603050405020304" pitchFamily="18" charset="0"/>
                <a:ea typeface="宋体" panose="02010600030101010101" pitchFamily="2" charset="-122"/>
              </a:endParaRPr>
            </a:p>
          </p:txBody>
        </p:sp>
        <p:sp>
          <p:nvSpPr>
            <p:cNvPr id="23636" name="Rectangle 89"/>
            <p:cNvSpPr/>
            <p:nvPr/>
          </p:nvSpPr>
          <p:spPr>
            <a:xfrm>
              <a:off x="263" y="967"/>
              <a:ext cx="308" cy="288"/>
            </a:xfrm>
            <a:prstGeom prst="rect">
              <a:avLst/>
            </a:prstGeom>
            <a:noFill/>
            <a:ln w="38100">
              <a:noFill/>
            </a:ln>
          </p:spPr>
          <p:txBody>
            <a:bodyPr wrap="none" anchor="t">
              <a:spAutoFit/>
            </a:bodyPr>
            <a:p>
              <a:pPr eaLnBrk="0" hangingPunct="0"/>
              <a:r>
                <a:rPr lang="en-US" altLang="zh-CN" sz="2400" i="1" dirty="0">
                  <a:latin typeface="Times New Roman" panose="02020603050405020304" pitchFamily="18" charset="0"/>
                  <a:ea typeface="宋体" panose="02010600030101010101" pitchFamily="2" charset="-122"/>
                </a:rPr>
                <a:t>R</a:t>
              </a:r>
              <a:r>
                <a:rPr lang="en-US" altLang="zh-CN" sz="2400" baseline="-25000" dirty="0">
                  <a:latin typeface="Times New Roman" panose="02020603050405020304" pitchFamily="18" charset="0"/>
                  <a:ea typeface="宋体" panose="02010600030101010101" pitchFamily="2" charset="-122"/>
                </a:rPr>
                <a:t>1</a:t>
              </a:r>
              <a:endParaRPr lang="en-US" altLang="zh-CN" sz="2400" baseline="-25000" dirty="0">
                <a:latin typeface="Times New Roman" panose="02020603050405020304" pitchFamily="18" charset="0"/>
                <a:ea typeface="宋体" panose="02010600030101010101" pitchFamily="2" charset="-122"/>
              </a:endParaRPr>
            </a:p>
          </p:txBody>
        </p:sp>
        <p:sp>
          <p:nvSpPr>
            <p:cNvPr id="23637" name="Rectangle 90"/>
            <p:cNvSpPr/>
            <p:nvPr/>
          </p:nvSpPr>
          <p:spPr>
            <a:xfrm>
              <a:off x="308" y="1738"/>
              <a:ext cx="308" cy="288"/>
            </a:xfrm>
            <a:prstGeom prst="rect">
              <a:avLst/>
            </a:prstGeom>
            <a:noFill/>
            <a:ln w="38100">
              <a:noFill/>
            </a:ln>
          </p:spPr>
          <p:txBody>
            <a:bodyPr wrap="none" anchor="t">
              <a:spAutoFit/>
            </a:bodyPr>
            <a:p>
              <a:pPr eaLnBrk="0" hangingPunct="0"/>
              <a:r>
                <a:rPr lang="en-US" altLang="zh-CN" sz="2400" i="1" dirty="0">
                  <a:latin typeface="Times New Roman" panose="02020603050405020304" pitchFamily="18" charset="0"/>
                  <a:ea typeface="宋体" panose="02010600030101010101" pitchFamily="2" charset="-122"/>
                </a:rPr>
                <a:t>R</a:t>
              </a:r>
              <a:r>
                <a:rPr lang="en-US" altLang="zh-CN" sz="2400" baseline="-25000" dirty="0">
                  <a:latin typeface="Times New Roman" panose="02020603050405020304" pitchFamily="18" charset="0"/>
                  <a:ea typeface="宋体" panose="02010600030101010101" pitchFamily="2" charset="-122"/>
                </a:rPr>
                <a:t>3</a:t>
              </a:r>
              <a:endParaRPr lang="en-US" altLang="zh-CN" sz="2400" baseline="-25000" dirty="0">
                <a:latin typeface="Times New Roman" panose="02020603050405020304" pitchFamily="18" charset="0"/>
                <a:ea typeface="宋体" panose="02010600030101010101" pitchFamily="2" charset="-122"/>
              </a:endParaRPr>
            </a:p>
          </p:txBody>
        </p:sp>
        <p:sp>
          <p:nvSpPr>
            <p:cNvPr id="23638" name="Rectangle 91"/>
            <p:cNvSpPr/>
            <p:nvPr/>
          </p:nvSpPr>
          <p:spPr>
            <a:xfrm>
              <a:off x="1351" y="1693"/>
              <a:ext cx="308" cy="288"/>
            </a:xfrm>
            <a:prstGeom prst="rect">
              <a:avLst/>
            </a:prstGeom>
            <a:noFill/>
            <a:ln w="38100">
              <a:noFill/>
            </a:ln>
          </p:spPr>
          <p:txBody>
            <a:bodyPr wrap="none" anchor="t">
              <a:spAutoFit/>
            </a:bodyPr>
            <a:p>
              <a:pPr eaLnBrk="0" hangingPunct="0"/>
              <a:r>
                <a:rPr lang="en-US" altLang="zh-CN" sz="2400" i="1" dirty="0">
                  <a:latin typeface="Times New Roman" panose="02020603050405020304" pitchFamily="18" charset="0"/>
                  <a:ea typeface="宋体" panose="02010600030101010101" pitchFamily="2" charset="-122"/>
                </a:rPr>
                <a:t>R</a:t>
              </a:r>
              <a:r>
                <a:rPr lang="en-US" altLang="zh-CN" sz="2400" baseline="-25000" dirty="0">
                  <a:latin typeface="Times New Roman" panose="02020603050405020304" pitchFamily="18" charset="0"/>
                  <a:ea typeface="宋体" panose="02010600030101010101" pitchFamily="2" charset="-122"/>
                </a:rPr>
                <a:t>4</a:t>
              </a:r>
              <a:endParaRPr lang="en-US" altLang="zh-CN" sz="2400" baseline="-25000" dirty="0">
                <a:latin typeface="Times New Roman" panose="02020603050405020304" pitchFamily="18" charset="0"/>
                <a:ea typeface="宋体" panose="02010600030101010101" pitchFamily="2" charset="-122"/>
              </a:endParaRPr>
            </a:p>
          </p:txBody>
        </p:sp>
        <p:sp>
          <p:nvSpPr>
            <p:cNvPr id="23639" name="Line 143"/>
            <p:cNvSpPr/>
            <p:nvPr/>
          </p:nvSpPr>
          <p:spPr>
            <a:xfrm>
              <a:off x="804" y="2424"/>
              <a:ext cx="305" cy="0"/>
            </a:xfrm>
            <a:prstGeom prst="line">
              <a:avLst/>
            </a:prstGeom>
            <a:ln w="38100" cap="flat" cmpd="sng">
              <a:solidFill>
                <a:srgbClr val="FF3300"/>
              </a:solidFill>
              <a:prstDash val="solid"/>
              <a:round/>
              <a:headEnd type="none" w="med" len="med"/>
              <a:tailEnd type="none" w="med" len="med"/>
            </a:ln>
          </p:spPr>
        </p:sp>
      </p:grpSp>
      <p:grpSp>
        <p:nvGrpSpPr>
          <p:cNvPr id="37014" name="Group 150"/>
          <p:cNvGrpSpPr/>
          <p:nvPr/>
        </p:nvGrpSpPr>
        <p:grpSpPr>
          <a:xfrm>
            <a:off x="3513138" y="1125538"/>
            <a:ext cx="2952750" cy="2816225"/>
            <a:chOff x="2213" y="709"/>
            <a:chExt cx="1860" cy="1774"/>
          </a:xfrm>
        </p:grpSpPr>
        <p:sp>
          <p:nvSpPr>
            <p:cNvPr id="23641" name="Line 7"/>
            <p:cNvSpPr/>
            <p:nvPr/>
          </p:nvSpPr>
          <p:spPr>
            <a:xfrm flipH="1">
              <a:off x="2290" y="1083"/>
              <a:ext cx="564" cy="563"/>
            </a:xfrm>
            <a:prstGeom prst="line">
              <a:avLst/>
            </a:prstGeom>
            <a:ln w="38100" cap="flat" cmpd="sng">
              <a:solidFill>
                <a:srgbClr val="FF9933"/>
              </a:solidFill>
              <a:prstDash val="solid"/>
              <a:round/>
              <a:headEnd type="none" w="med" len="med"/>
              <a:tailEnd type="none" w="med" len="med"/>
            </a:ln>
          </p:spPr>
        </p:sp>
        <p:sp>
          <p:nvSpPr>
            <p:cNvPr id="23642" name="Line 8"/>
            <p:cNvSpPr/>
            <p:nvPr/>
          </p:nvSpPr>
          <p:spPr>
            <a:xfrm flipH="1">
              <a:off x="2854" y="1646"/>
              <a:ext cx="565" cy="561"/>
            </a:xfrm>
            <a:prstGeom prst="line">
              <a:avLst/>
            </a:prstGeom>
            <a:ln w="38100" cap="flat" cmpd="sng">
              <a:solidFill>
                <a:srgbClr val="FF9933"/>
              </a:solidFill>
              <a:prstDash val="solid"/>
              <a:round/>
              <a:headEnd type="none" w="med" len="med"/>
              <a:tailEnd type="none" w="med" len="med"/>
            </a:ln>
          </p:spPr>
        </p:sp>
        <p:sp>
          <p:nvSpPr>
            <p:cNvPr id="23643" name="Line 9"/>
            <p:cNvSpPr/>
            <p:nvPr/>
          </p:nvSpPr>
          <p:spPr>
            <a:xfrm>
              <a:off x="2290" y="1646"/>
              <a:ext cx="564" cy="561"/>
            </a:xfrm>
            <a:prstGeom prst="line">
              <a:avLst/>
            </a:prstGeom>
            <a:ln w="38100" cap="flat" cmpd="sng">
              <a:solidFill>
                <a:srgbClr val="FF9933"/>
              </a:solidFill>
              <a:prstDash val="solid"/>
              <a:round/>
              <a:headEnd type="oval" w="med" len="med"/>
              <a:tailEnd type="oval" w="med" len="med"/>
            </a:ln>
          </p:spPr>
        </p:sp>
        <p:sp>
          <p:nvSpPr>
            <p:cNvPr id="23644" name="Line 10"/>
            <p:cNvSpPr/>
            <p:nvPr/>
          </p:nvSpPr>
          <p:spPr>
            <a:xfrm>
              <a:off x="2854" y="1083"/>
              <a:ext cx="565" cy="563"/>
            </a:xfrm>
            <a:prstGeom prst="line">
              <a:avLst/>
            </a:prstGeom>
            <a:ln w="38100" cap="flat" cmpd="sng">
              <a:solidFill>
                <a:srgbClr val="FF9933"/>
              </a:solidFill>
              <a:prstDash val="solid"/>
              <a:round/>
              <a:headEnd type="oval" w="med" len="med"/>
              <a:tailEnd type="oval" w="med" len="med"/>
            </a:ln>
          </p:spPr>
        </p:sp>
        <p:sp>
          <p:nvSpPr>
            <p:cNvPr id="23645" name="Line 11"/>
            <p:cNvSpPr/>
            <p:nvPr/>
          </p:nvSpPr>
          <p:spPr>
            <a:xfrm>
              <a:off x="2850" y="2195"/>
              <a:ext cx="907" cy="0"/>
            </a:xfrm>
            <a:prstGeom prst="line">
              <a:avLst/>
            </a:prstGeom>
            <a:ln w="38100" cap="flat" cmpd="sng">
              <a:solidFill>
                <a:srgbClr val="FFCC66"/>
              </a:solidFill>
              <a:prstDash val="solid"/>
              <a:round/>
              <a:headEnd type="none" w="med" len="med"/>
              <a:tailEnd type="none" w="med" len="med"/>
            </a:ln>
          </p:spPr>
        </p:sp>
        <p:sp>
          <p:nvSpPr>
            <p:cNvPr id="23646" name="Line 12"/>
            <p:cNvSpPr/>
            <p:nvPr/>
          </p:nvSpPr>
          <p:spPr>
            <a:xfrm>
              <a:off x="2850" y="1057"/>
              <a:ext cx="907" cy="0"/>
            </a:xfrm>
            <a:prstGeom prst="line">
              <a:avLst/>
            </a:prstGeom>
            <a:ln w="38100" cap="flat" cmpd="sng">
              <a:solidFill>
                <a:srgbClr val="FFCC66"/>
              </a:solidFill>
              <a:prstDash val="solid"/>
              <a:round/>
              <a:headEnd type="none" w="med" len="med"/>
              <a:tailEnd type="none" w="med" len="med"/>
            </a:ln>
          </p:spPr>
        </p:sp>
        <p:sp>
          <p:nvSpPr>
            <p:cNvPr id="23647" name="Text Box 13"/>
            <p:cNvSpPr txBox="1"/>
            <p:nvPr/>
          </p:nvSpPr>
          <p:spPr>
            <a:xfrm>
              <a:off x="3561" y="709"/>
              <a:ext cx="212" cy="288"/>
            </a:xfrm>
            <a:prstGeom prst="rect">
              <a:avLst/>
            </a:prstGeom>
            <a:noFill/>
            <a:ln w="38100">
              <a:noFill/>
            </a:ln>
          </p:spPr>
          <p:txBody>
            <a:bodyPr wrap="none" anchor="t">
              <a:spAutoFit/>
            </a:bodyPr>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23648" name="Text Box 14"/>
            <p:cNvSpPr txBox="1"/>
            <p:nvPr/>
          </p:nvSpPr>
          <p:spPr>
            <a:xfrm>
              <a:off x="3573" y="2195"/>
              <a:ext cx="212" cy="288"/>
            </a:xfrm>
            <a:prstGeom prst="rect">
              <a:avLst/>
            </a:prstGeom>
            <a:noFill/>
            <a:ln w="38100">
              <a:noFill/>
            </a:ln>
          </p:spPr>
          <p:txBody>
            <a:bodyPr wrap="none" anchor="t">
              <a:spAutoFit/>
            </a:bodyPr>
            <a:p>
              <a:r>
                <a:rPr lang="en-US" altLang="zh-CN" sz="2400" i="1" dirty="0">
                  <a:latin typeface="Times New Roman" panose="02020603050405020304" pitchFamily="18" charset="0"/>
                  <a:ea typeface="宋体" panose="02010600030101010101" pitchFamily="2" charset="-122"/>
                </a:rPr>
                <a:t>b</a:t>
              </a:r>
              <a:endParaRPr lang="en-US" altLang="zh-CN" sz="2400" i="1" dirty="0">
                <a:latin typeface="Times New Roman" panose="02020603050405020304" pitchFamily="18" charset="0"/>
                <a:ea typeface="宋体" panose="02010600030101010101" pitchFamily="2" charset="-122"/>
              </a:endParaRPr>
            </a:p>
          </p:txBody>
        </p:sp>
        <p:sp>
          <p:nvSpPr>
            <p:cNvPr id="23649" name="Oval 15"/>
            <p:cNvSpPr/>
            <p:nvPr/>
          </p:nvSpPr>
          <p:spPr>
            <a:xfrm>
              <a:off x="3619" y="1027"/>
              <a:ext cx="46" cy="52"/>
            </a:xfrm>
            <a:prstGeom prst="ellipse">
              <a:avLst/>
            </a:prstGeom>
            <a:noFill/>
            <a:ln w="38100" cap="flat" cmpd="sng">
              <a:solidFill>
                <a:srgbClr val="FFCC66"/>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50" name="Oval 16"/>
            <p:cNvSpPr/>
            <p:nvPr/>
          </p:nvSpPr>
          <p:spPr>
            <a:xfrm>
              <a:off x="3664" y="2161"/>
              <a:ext cx="46" cy="53"/>
            </a:xfrm>
            <a:prstGeom prst="ellipse">
              <a:avLst/>
            </a:prstGeom>
            <a:noFill/>
            <a:ln w="38100" cap="flat" cmpd="sng">
              <a:solidFill>
                <a:srgbClr val="FFCC66"/>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51" name="Rectangle 18"/>
            <p:cNvSpPr/>
            <p:nvPr/>
          </p:nvSpPr>
          <p:spPr>
            <a:xfrm rot="2741797">
              <a:off x="2531" y="1163"/>
              <a:ext cx="136" cy="318"/>
            </a:xfrm>
            <a:prstGeom prst="rect">
              <a:avLst/>
            </a:prstGeom>
            <a:gradFill rotWithShape="1">
              <a:gsLst>
                <a:gs pos="0">
                  <a:srgbClr val="6F5943"/>
                </a:gs>
                <a:gs pos="50000">
                  <a:srgbClr val="FFCC99"/>
                </a:gs>
                <a:gs pos="100000">
                  <a:srgbClr val="6F5943"/>
                </a:gs>
              </a:gsLst>
              <a:lin ang="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52" name="Rectangle 19"/>
            <p:cNvSpPr/>
            <p:nvPr/>
          </p:nvSpPr>
          <p:spPr>
            <a:xfrm rot="2741797">
              <a:off x="3075" y="1752"/>
              <a:ext cx="136" cy="318"/>
            </a:xfrm>
            <a:prstGeom prst="rect">
              <a:avLst/>
            </a:prstGeom>
            <a:gradFill rotWithShape="1">
              <a:gsLst>
                <a:gs pos="0">
                  <a:srgbClr val="6F5943"/>
                </a:gs>
                <a:gs pos="50000">
                  <a:srgbClr val="FFCC99"/>
                </a:gs>
                <a:gs pos="100000">
                  <a:srgbClr val="6F5943"/>
                </a:gs>
              </a:gsLst>
              <a:lin ang="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53" name="Rectangle 20"/>
            <p:cNvSpPr/>
            <p:nvPr/>
          </p:nvSpPr>
          <p:spPr>
            <a:xfrm rot="-2444117">
              <a:off x="3075" y="1208"/>
              <a:ext cx="136" cy="318"/>
            </a:xfrm>
            <a:prstGeom prst="rect">
              <a:avLst/>
            </a:prstGeom>
            <a:gradFill rotWithShape="1">
              <a:gsLst>
                <a:gs pos="0">
                  <a:srgbClr val="6F5943"/>
                </a:gs>
                <a:gs pos="50000">
                  <a:srgbClr val="FFCC99"/>
                </a:gs>
                <a:gs pos="100000">
                  <a:srgbClr val="6F5943"/>
                </a:gs>
              </a:gsLst>
              <a:lin ang="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54" name="Rectangle 21"/>
            <p:cNvSpPr/>
            <p:nvPr/>
          </p:nvSpPr>
          <p:spPr>
            <a:xfrm rot="-2444117">
              <a:off x="2530" y="1798"/>
              <a:ext cx="136" cy="318"/>
            </a:xfrm>
            <a:prstGeom prst="rect">
              <a:avLst/>
            </a:prstGeom>
            <a:gradFill rotWithShape="1">
              <a:gsLst>
                <a:gs pos="0">
                  <a:srgbClr val="6F5943"/>
                </a:gs>
                <a:gs pos="50000">
                  <a:srgbClr val="FFCC99"/>
                </a:gs>
                <a:gs pos="100000">
                  <a:srgbClr val="6F5943"/>
                </a:gs>
              </a:gsLst>
              <a:lin ang="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55" name="Line 23"/>
            <p:cNvSpPr/>
            <p:nvPr/>
          </p:nvSpPr>
          <p:spPr>
            <a:xfrm>
              <a:off x="3755" y="1753"/>
              <a:ext cx="2" cy="442"/>
            </a:xfrm>
            <a:prstGeom prst="line">
              <a:avLst/>
            </a:prstGeom>
            <a:ln w="38100" cap="flat" cmpd="sng">
              <a:solidFill>
                <a:srgbClr val="FFCC66"/>
              </a:solidFill>
              <a:prstDash val="solid"/>
              <a:round/>
              <a:headEnd type="none" w="med" len="med"/>
              <a:tailEnd type="none" w="med" len="med"/>
            </a:ln>
          </p:spPr>
        </p:sp>
        <p:sp>
          <p:nvSpPr>
            <p:cNvPr id="23656" name="Text Box 24"/>
            <p:cNvSpPr txBox="1"/>
            <p:nvPr/>
          </p:nvSpPr>
          <p:spPr>
            <a:xfrm>
              <a:off x="3882" y="1160"/>
              <a:ext cx="191" cy="288"/>
            </a:xfrm>
            <a:prstGeom prst="rect">
              <a:avLst/>
            </a:prstGeom>
            <a:noFill/>
            <a:ln w="25400">
              <a:noFill/>
            </a:ln>
          </p:spPr>
          <p:txBody>
            <a:bodyPr wrap="none" anchor="t">
              <a:spAutoFit/>
            </a:bodyPr>
            <a:p>
              <a:r>
                <a:rPr lang="en-US" altLang="zh-CN" sz="2400" i="1" dirty="0">
                  <a:latin typeface="Times New Roman" panose="02020603050405020304" pitchFamily="18" charset="0"/>
                  <a:ea typeface="宋体" panose="02010600030101010101" pitchFamily="2" charset="-122"/>
                </a:rPr>
                <a:t>I</a:t>
              </a:r>
              <a:endParaRPr lang="en-US" altLang="zh-CN" sz="2400" i="1" dirty="0">
                <a:latin typeface="Times New Roman" panose="02020603050405020304" pitchFamily="18" charset="0"/>
                <a:ea typeface="宋体" panose="02010600030101010101" pitchFamily="2" charset="-122"/>
              </a:endParaRPr>
            </a:p>
          </p:txBody>
        </p:sp>
        <p:sp>
          <p:nvSpPr>
            <p:cNvPr id="23657" name="Line 25"/>
            <p:cNvSpPr/>
            <p:nvPr/>
          </p:nvSpPr>
          <p:spPr>
            <a:xfrm>
              <a:off x="3757" y="1057"/>
              <a:ext cx="0" cy="465"/>
            </a:xfrm>
            <a:prstGeom prst="line">
              <a:avLst/>
            </a:prstGeom>
            <a:ln w="38100" cap="flat" cmpd="sng">
              <a:solidFill>
                <a:srgbClr val="FFCC66"/>
              </a:solidFill>
              <a:prstDash val="solid"/>
              <a:round/>
              <a:headEnd type="none" w="med" len="med"/>
              <a:tailEnd type="none" w="med" len="med"/>
            </a:ln>
          </p:spPr>
        </p:sp>
        <p:sp>
          <p:nvSpPr>
            <p:cNvPr id="23658" name="Line 26"/>
            <p:cNvSpPr/>
            <p:nvPr/>
          </p:nvSpPr>
          <p:spPr>
            <a:xfrm>
              <a:off x="3846" y="1108"/>
              <a:ext cx="0" cy="259"/>
            </a:xfrm>
            <a:prstGeom prst="line">
              <a:avLst/>
            </a:prstGeom>
            <a:ln w="38100" cap="flat" cmpd="sng">
              <a:solidFill>
                <a:srgbClr val="FF6600"/>
              </a:solidFill>
              <a:prstDash val="solid"/>
              <a:round/>
              <a:headEnd type="none" w="med" len="med"/>
              <a:tailEnd type="stealth" w="sm" len="lg"/>
            </a:ln>
          </p:spPr>
        </p:sp>
        <p:sp>
          <p:nvSpPr>
            <p:cNvPr id="23659" name="Text Box 27"/>
            <p:cNvSpPr txBox="1"/>
            <p:nvPr/>
          </p:nvSpPr>
          <p:spPr>
            <a:xfrm>
              <a:off x="3787" y="1484"/>
              <a:ext cx="244" cy="288"/>
            </a:xfrm>
            <a:prstGeom prst="rect">
              <a:avLst/>
            </a:prstGeom>
            <a:noFill/>
            <a:ln w="38100">
              <a:noFill/>
            </a:ln>
          </p:spPr>
          <p:txBody>
            <a:bodyPr wrap="none" anchor="t">
              <a:spAutoFit/>
            </a:bodyPr>
            <a:p>
              <a:r>
                <a:rPr lang="en-US" altLang="zh-CN" sz="2400" i="1" dirty="0">
                  <a:latin typeface="Times New Roman" panose="02020603050405020304" pitchFamily="18" charset="0"/>
                  <a:ea typeface="宋体" panose="02010600030101010101" pitchFamily="2" charset="-122"/>
                </a:rPr>
                <a:t>R</a:t>
              </a:r>
              <a:endParaRPr lang="en-US" altLang="zh-CN" sz="2400" i="1" dirty="0">
                <a:latin typeface="Times New Roman" panose="02020603050405020304" pitchFamily="18" charset="0"/>
                <a:ea typeface="宋体" panose="02010600030101010101" pitchFamily="2" charset="-122"/>
              </a:endParaRPr>
            </a:p>
          </p:txBody>
        </p:sp>
        <p:sp>
          <p:nvSpPr>
            <p:cNvPr id="23660" name="Rectangle 28"/>
            <p:cNvSpPr/>
            <p:nvPr/>
          </p:nvSpPr>
          <p:spPr>
            <a:xfrm rot="10800000">
              <a:off x="3688" y="1480"/>
              <a:ext cx="136" cy="318"/>
            </a:xfrm>
            <a:prstGeom prst="rect">
              <a:avLst/>
            </a:prstGeom>
            <a:gradFill rotWithShape="1">
              <a:gsLst>
                <a:gs pos="0">
                  <a:srgbClr val="6F5943"/>
                </a:gs>
                <a:gs pos="50000">
                  <a:srgbClr val="FFCC99"/>
                </a:gs>
                <a:gs pos="100000">
                  <a:srgbClr val="6F5943"/>
                </a:gs>
              </a:gsLst>
              <a:lin ang="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61" name="Text Box 29"/>
            <p:cNvSpPr txBox="1"/>
            <p:nvPr/>
          </p:nvSpPr>
          <p:spPr>
            <a:xfrm>
              <a:off x="2744" y="1427"/>
              <a:ext cx="116" cy="288"/>
            </a:xfrm>
            <a:prstGeom prst="rect">
              <a:avLst/>
            </a:prstGeom>
            <a:noFill/>
            <a:ln w="38100">
              <a:noFill/>
            </a:ln>
          </p:spPr>
          <p:txBody>
            <a:bodyPr wrap="none" anchor="ctr">
              <a:spAutoFit/>
            </a:bodyPr>
            <a:p>
              <a:pPr algn="ctr"/>
              <a:endParaRPr lang="zh-CN" altLang="zh-CN" sz="2400" dirty="0">
                <a:latin typeface="Times New Roman" panose="02020603050405020304" pitchFamily="18" charset="0"/>
                <a:ea typeface="幼圆" pitchFamily="49" charset="-122"/>
              </a:endParaRPr>
            </a:p>
          </p:txBody>
        </p:sp>
        <p:sp>
          <p:nvSpPr>
            <p:cNvPr id="23662" name="Text Box 30"/>
            <p:cNvSpPr txBox="1"/>
            <p:nvPr/>
          </p:nvSpPr>
          <p:spPr>
            <a:xfrm>
              <a:off x="2542" y="1409"/>
              <a:ext cx="225" cy="288"/>
            </a:xfrm>
            <a:prstGeom prst="rect">
              <a:avLst/>
            </a:prstGeom>
            <a:noFill/>
            <a:ln w="38100">
              <a:noFill/>
            </a:ln>
          </p:spPr>
          <p:txBody>
            <a:bodyPr wrap="none" anchor="ctr">
              <a:spAutoFit/>
            </a:bodyPr>
            <a:p>
              <a:pPr algn="ctr"/>
              <a:r>
                <a:rPr lang="en-US" altLang="zh-CN" sz="2400" i="1" dirty="0">
                  <a:latin typeface="Times New Roman" panose="02020603050405020304" pitchFamily="18" charset="0"/>
                  <a:ea typeface="宋体" panose="02010600030101010101" pitchFamily="2" charset="-122"/>
                </a:rPr>
                <a:t>+</a:t>
              </a:r>
              <a:endParaRPr lang="en-US" altLang="zh-CN" sz="2400" i="1" dirty="0">
                <a:latin typeface="Times New Roman" panose="02020603050405020304" pitchFamily="18" charset="0"/>
                <a:ea typeface="宋体" panose="02010600030101010101" pitchFamily="2" charset="-122"/>
              </a:endParaRPr>
            </a:p>
          </p:txBody>
        </p:sp>
        <p:sp>
          <p:nvSpPr>
            <p:cNvPr id="23663" name="Text Box 31"/>
            <p:cNvSpPr txBox="1"/>
            <p:nvPr/>
          </p:nvSpPr>
          <p:spPr>
            <a:xfrm>
              <a:off x="2992" y="1409"/>
              <a:ext cx="180" cy="288"/>
            </a:xfrm>
            <a:prstGeom prst="rect">
              <a:avLst/>
            </a:prstGeom>
            <a:noFill/>
            <a:ln w="38100">
              <a:noFill/>
            </a:ln>
          </p:spPr>
          <p:txBody>
            <a:bodyPr wrap="none" anchor="ctr">
              <a:spAutoFit/>
            </a:bodyPr>
            <a:p>
              <a:pPr algn="ctr"/>
              <a:r>
                <a:rPr lang="en-US" altLang="zh-CN" sz="2400" i="1" dirty="0">
                  <a:latin typeface="Times New Roman" panose="02020603050405020304" pitchFamily="18" charset="0"/>
                  <a:ea typeface="宋体" panose="02010600030101010101" pitchFamily="2" charset="-122"/>
                </a:rPr>
                <a:t>-</a:t>
              </a:r>
              <a:endParaRPr lang="en-US" altLang="zh-CN" sz="2400" i="1" dirty="0">
                <a:latin typeface="Times New Roman" panose="02020603050405020304" pitchFamily="18" charset="0"/>
                <a:ea typeface="宋体" panose="02010600030101010101" pitchFamily="2" charset="-122"/>
              </a:endParaRPr>
            </a:p>
          </p:txBody>
        </p:sp>
        <p:sp>
          <p:nvSpPr>
            <p:cNvPr id="23664" name="Oval 32"/>
            <p:cNvSpPr/>
            <p:nvPr/>
          </p:nvSpPr>
          <p:spPr>
            <a:xfrm>
              <a:off x="2757" y="1491"/>
              <a:ext cx="272" cy="252"/>
            </a:xfrm>
            <a:prstGeom prst="ellipse">
              <a:avLst/>
            </a:prstGeom>
            <a:solidFill>
              <a:schemeClr val="bg1"/>
            </a:solidFill>
            <a:ln w="38100" cap="flat" cmpd="sng">
              <a:solidFill>
                <a:srgbClr val="FF3300"/>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65" name="Line 33"/>
            <p:cNvSpPr/>
            <p:nvPr/>
          </p:nvSpPr>
          <p:spPr>
            <a:xfrm>
              <a:off x="2306" y="1626"/>
              <a:ext cx="1129" cy="0"/>
            </a:xfrm>
            <a:prstGeom prst="line">
              <a:avLst/>
            </a:prstGeom>
            <a:ln w="38100" cap="flat" cmpd="sng">
              <a:solidFill>
                <a:srgbClr val="FF9933"/>
              </a:solidFill>
              <a:prstDash val="solid"/>
              <a:round/>
              <a:headEnd type="none" w="med" len="med"/>
              <a:tailEnd type="none" w="med" len="med"/>
            </a:ln>
          </p:spPr>
        </p:sp>
        <p:sp>
          <p:nvSpPr>
            <p:cNvPr id="23666" name="Rectangle 99"/>
            <p:cNvSpPr/>
            <p:nvPr/>
          </p:nvSpPr>
          <p:spPr>
            <a:xfrm>
              <a:off x="2667" y="1698"/>
              <a:ext cx="404" cy="288"/>
            </a:xfrm>
            <a:prstGeom prst="rect">
              <a:avLst/>
            </a:prstGeom>
            <a:noFill/>
            <a:ln w="38100">
              <a:noFill/>
            </a:ln>
          </p:spPr>
          <p:txBody>
            <a:bodyPr wrap="none" anchor="t">
              <a:spAutoFit/>
            </a:bodyPr>
            <a:p>
              <a:pPr eaLnBrk="0" hangingPunct="0"/>
              <a:r>
                <a:rPr lang="en-US" altLang="zh-CN" sz="2400" b="0" dirty="0">
                  <a:latin typeface="Times New Roman" panose="02020603050405020304" pitchFamily="18" charset="0"/>
                  <a:ea typeface="隶书" pitchFamily="49" charset="-122"/>
                </a:rPr>
                <a:t>10v</a:t>
              </a:r>
              <a:endParaRPr lang="en-US" altLang="zh-CN" sz="2400" b="0" dirty="0">
                <a:latin typeface="Times New Roman" panose="02020603050405020304" pitchFamily="18" charset="0"/>
                <a:ea typeface="隶书" pitchFamily="49" charset="-122"/>
              </a:endParaRPr>
            </a:p>
          </p:txBody>
        </p:sp>
        <p:sp>
          <p:nvSpPr>
            <p:cNvPr id="23667" name="Rectangle 100"/>
            <p:cNvSpPr/>
            <p:nvPr/>
          </p:nvSpPr>
          <p:spPr>
            <a:xfrm>
              <a:off x="3075" y="1906"/>
              <a:ext cx="455" cy="288"/>
            </a:xfrm>
            <a:prstGeom prst="rect">
              <a:avLst/>
            </a:prstGeom>
            <a:noFill/>
            <a:ln w="38100">
              <a:noFill/>
            </a:ln>
          </p:spPr>
          <p:txBody>
            <a:bodyPr wrap="none" anchor="t">
              <a:spAutoFit/>
            </a:bodyPr>
            <a:p>
              <a:pPr eaLnBrk="0" hangingPunct="0"/>
              <a:r>
                <a:rPr lang="en-US" altLang="zh-CN" sz="2400" b="0" dirty="0">
                  <a:latin typeface="Times New Roman" panose="02020603050405020304" pitchFamily="18" charset="0"/>
                  <a:ea typeface="隶书" pitchFamily="49" charset="-122"/>
                </a:rPr>
                <a:t>10</a:t>
              </a:r>
              <a:r>
                <a:rPr lang="en-US" altLang="zh-CN" sz="2400" b="0" dirty="0">
                  <a:latin typeface="Times New Roman" panose="02020603050405020304" pitchFamily="18" charset="0"/>
                  <a:ea typeface="隶书" pitchFamily="49" charset="-122"/>
                  <a:sym typeface="Symbol" panose="05050102010706020507" pitchFamily="18" charset="2"/>
                </a:rPr>
                <a:t></a:t>
              </a:r>
              <a:endParaRPr lang="en-US" altLang="zh-CN" sz="2400" b="0" dirty="0">
                <a:latin typeface="Times New Roman" panose="02020603050405020304" pitchFamily="18" charset="0"/>
                <a:ea typeface="隶书" pitchFamily="49" charset="-122"/>
                <a:sym typeface="Symbol" panose="05050102010706020507" pitchFamily="18" charset="2"/>
              </a:endParaRPr>
            </a:p>
          </p:txBody>
        </p:sp>
        <p:sp>
          <p:nvSpPr>
            <p:cNvPr id="23668" name="Rectangle 101"/>
            <p:cNvSpPr/>
            <p:nvPr/>
          </p:nvSpPr>
          <p:spPr>
            <a:xfrm>
              <a:off x="2213" y="1961"/>
              <a:ext cx="455" cy="288"/>
            </a:xfrm>
            <a:prstGeom prst="rect">
              <a:avLst/>
            </a:prstGeom>
            <a:noFill/>
            <a:ln w="38100">
              <a:noFill/>
            </a:ln>
          </p:spPr>
          <p:txBody>
            <a:bodyPr wrap="none" anchor="t">
              <a:spAutoFit/>
            </a:bodyPr>
            <a:p>
              <a:pPr eaLnBrk="0" hangingPunct="0"/>
              <a:r>
                <a:rPr lang="en-US" altLang="zh-CN" sz="2400" b="0" dirty="0">
                  <a:latin typeface="Times New Roman" panose="02020603050405020304" pitchFamily="18" charset="0"/>
                  <a:ea typeface="隶书" pitchFamily="49" charset="-122"/>
                </a:rPr>
                <a:t>10</a:t>
              </a:r>
              <a:r>
                <a:rPr lang="en-US" altLang="zh-CN" sz="2400" b="0" dirty="0">
                  <a:latin typeface="Times New Roman" panose="02020603050405020304" pitchFamily="18" charset="0"/>
                  <a:ea typeface="隶书" pitchFamily="49" charset="-122"/>
                  <a:sym typeface="Symbol" panose="05050102010706020507" pitchFamily="18" charset="2"/>
                </a:rPr>
                <a:t></a:t>
              </a:r>
              <a:endParaRPr lang="en-US" altLang="zh-CN" sz="2400" b="0" dirty="0">
                <a:latin typeface="Times New Roman" panose="02020603050405020304" pitchFamily="18" charset="0"/>
                <a:ea typeface="隶书" pitchFamily="49" charset="-122"/>
                <a:sym typeface="Symbol" panose="05050102010706020507" pitchFamily="18" charset="2"/>
              </a:endParaRPr>
            </a:p>
          </p:txBody>
        </p:sp>
        <p:sp>
          <p:nvSpPr>
            <p:cNvPr id="23669" name="Rectangle 102"/>
            <p:cNvSpPr/>
            <p:nvPr/>
          </p:nvSpPr>
          <p:spPr>
            <a:xfrm>
              <a:off x="3120" y="1145"/>
              <a:ext cx="455" cy="288"/>
            </a:xfrm>
            <a:prstGeom prst="rect">
              <a:avLst/>
            </a:prstGeom>
            <a:noFill/>
            <a:ln w="38100">
              <a:noFill/>
            </a:ln>
          </p:spPr>
          <p:txBody>
            <a:bodyPr wrap="none" anchor="t">
              <a:spAutoFit/>
            </a:bodyPr>
            <a:p>
              <a:pPr eaLnBrk="0" hangingPunct="0"/>
              <a:r>
                <a:rPr lang="en-US" altLang="zh-CN" sz="2400" b="0" dirty="0">
                  <a:latin typeface="Times New Roman" panose="02020603050405020304" pitchFamily="18" charset="0"/>
                  <a:ea typeface="隶书" pitchFamily="49" charset="-122"/>
                </a:rPr>
                <a:t>15</a:t>
              </a:r>
              <a:r>
                <a:rPr lang="en-US" altLang="zh-CN" sz="2400" b="0" dirty="0">
                  <a:latin typeface="Times New Roman" panose="02020603050405020304" pitchFamily="18" charset="0"/>
                  <a:ea typeface="隶书" pitchFamily="49" charset="-122"/>
                  <a:sym typeface="Symbol" panose="05050102010706020507" pitchFamily="18" charset="2"/>
                </a:rPr>
                <a:t></a:t>
              </a:r>
              <a:endParaRPr lang="en-US" altLang="zh-CN" sz="2400" b="0" dirty="0">
                <a:latin typeface="Times New Roman" panose="02020603050405020304" pitchFamily="18" charset="0"/>
                <a:ea typeface="隶书" pitchFamily="49" charset="-122"/>
                <a:sym typeface="Symbol" panose="05050102010706020507" pitchFamily="18" charset="2"/>
              </a:endParaRPr>
            </a:p>
          </p:txBody>
        </p:sp>
        <p:sp>
          <p:nvSpPr>
            <p:cNvPr id="23670" name="Rectangle 103"/>
            <p:cNvSpPr/>
            <p:nvPr/>
          </p:nvSpPr>
          <p:spPr>
            <a:xfrm>
              <a:off x="2258" y="1054"/>
              <a:ext cx="359" cy="288"/>
            </a:xfrm>
            <a:prstGeom prst="rect">
              <a:avLst/>
            </a:prstGeom>
            <a:noFill/>
            <a:ln w="38100">
              <a:noFill/>
            </a:ln>
          </p:spPr>
          <p:txBody>
            <a:bodyPr wrap="none" anchor="t">
              <a:spAutoFit/>
            </a:bodyPr>
            <a:p>
              <a:pPr eaLnBrk="0" hangingPunct="0"/>
              <a:r>
                <a:rPr lang="en-US" altLang="zh-CN" sz="2400" b="0" dirty="0">
                  <a:latin typeface="Times New Roman" panose="02020603050405020304" pitchFamily="18" charset="0"/>
                  <a:ea typeface="隶书" pitchFamily="49" charset="-122"/>
                </a:rPr>
                <a:t>5</a:t>
              </a:r>
              <a:r>
                <a:rPr lang="en-US" altLang="zh-CN" sz="2400" b="0" dirty="0">
                  <a:latin typeface="Times New Roman" panose="02020603050405020304" pitchFamily="18" charset="0"/>
                  <a:ea typeface="隶书" pitchFamily="49" charset="-122"/>
                  <a:sym typeface="Symbol" panose="05050102010706020507" pitchFamily="18" charset="2"/>
                </a:rPr>
                <a:t></a:t>
              </a:r>
              <a:endParaRPr lang="en-US" altLang="zh-CN" sz="2400" b="0" dirty="0">
                <a:latin typeface="Times New Roman" panose="02020603050405020304" pitchFamily="18" charset="0"/>
                <a:ea typeface="隶书" pitchFamily="49" charset="-122"/>
                <a:sym typeface="Symbol" panose="05050102010706020507" pitchFamily="18" charset="2"/>
              </a:endParaRPr>
            </a:p>
          </p:txBody>
        </p:sp>
        <p:sp>
          <p:nvSpPr>
            <p:cNvPr id="23671" name="Line 149"/>
            <p:cNvSpPr/>
            <p:nvPr/>
          </p:nvSpPr>
          <p:spPr>
            <a:xfrm>
              <a:off x="2771" y="1619"/>
              <a:ext cx="261" cy="0"/>
            </a:xfrm>
            <a:prstGeom prst="line">
              <a:avLst/>
            </a:prstGeom>
            <a:ln w="38100" cap="flat" cmpd="sng">
              <a:solidFill>
                <a:srgbClr val="FF3300"/>
              </a:solidFill>
              <a:prstDash val="solid"/>
              <a:round/>
              <a:headEnd type="none" w="med" len="med"/>
              <a:tailEnd type="none" w="med" len="med"/>
            </a:ln>
          </p:spPr>
        </p:sp>
      </p:grpSp>
      <p:grpSp>
        <p:nvGrpSpPr>
          <p:cNvPr id="37020" name="Group 156"/>
          <p:cNvGrpSpPr/>
          <p:nvPr/>
        </p:nvGrpSpPr>
        <p:grpSpPr>
          <a:xfrm>
            <a:off x="5830888" y="1604963"/>
            <a:ext cx="638175" cy="1949450"/>
            <a:chOff x="3673" y="1011"/>
            <a:chExt cx="402" cy="1228"/>
          </a:xfrm>
        </p:grpSpPr>
        <p:sp>
          <p:nvSpPr>
            <p:cNvPr id="23673" name="Rectangle 153"/>
            <p:cNvSpPr/>
            <p:nvPr/>
          </p:nvSpPr>
          <p:spPr>
            <a:xfrm>
              <a:off x="3684" y="1011"/>
              <a:ext cx="391" cy="1228"/>
            </a:xfrm>
            <a:prstGeom prst="rect">
              <a:avLst/>
            </a:prstGeom>
            <a:solidFill>
              <a:srgbClr val="2929A3"/>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74" name="Line 154"/>
            <p:cNvSpPr/>
            <p:nvPr/>
          </p:nvSpPr>
          <p:spPr>
            <a:xfrm>
              <a:off x="3706" y="1195"/>
              <a:ext cx="0" cy="859"/>
            </a:xfrm>
            <a:prstGeom prst="line">
              <a:avLst/>
            </a:prstGeom>
            <a:ln w="38100" cap="flat" cmpd="sng">
              <a:solidFill>
                <a:srgbClr val="FF3300"/>
              </a:solidFill>
              <a:prstDash val="solid"/>
              <a:round/>
              <a:headEnd type="none" w="med" len="med"/>
              <a:tailEnd type="stealth" w="sm" len="lg"/>
            </a:ln>
          </p:spPr>
        </p:sp>
        <p:sp>
          <p:nvSpPr>
            <p:cNvPr id="23675" name="Text Box 155"/>
            <p:cNvSpPr txBox="1"/>
            <p:nvPr/>
          </p:nvSpPr>
          <p:spPr>
            <a:xfrm>
              <a:off x="3673" y="1446"/>
              <a:ext cx="293" cy="288"/>
            </a:xfrm>
            <a:prstGeom prst="rect">
              <a:avLst/>
            </a:prstGeom>
            <a:noFill/>
            <a:ln w="38100">
              <a:noFill/>
            </a:ln>
          </p:spPr>
          <p:txBody>
            <a:bodyPr anchor="t">
              <a:spAutoFit/>
            </a:bodyPr>
            <a:p>
              <a:pPr>
                <a:spcBef>
                  <a:spcPct val="50000"/>
                </a:spcBef>
              </a:pPr>
              <a:r>
                <a:rPr lang="en-US" altLang="zh-CN" sz="2400" dirty="0">
                  <a:solidFill>
                    <a:srgbClr val="FFFF03"/>
                  </a:solidFill>
                  <a:latin typeface="Times New Roman" panose="02020603050405020304" pitchFamily="18" charset="0"/>
                  <a:ea typeface="宋体" panose="02010600030101010101" pitchFamily="2" charset="-122"/>
                </a:rPr>
                <a:t>U</a:t>
              </a:r>
              <a:endParaRPr lang="en-US" altLang="zh-CN" sz="2400" dirty="0">
                <a:solidFill>
                  <a:srgbClr val="FFFF03"/>
                </a:solidFill>
                <a:latin typeface="Times New Roman" panose="02020603050405020304" pitchFamily="18" charset="0"/>
                <a:ea typeface="宋体" panose="02010600030101010101" pitchFamily="2" charset="-122"/>
              </a:endParaRPr>
            </a:p>
          </p:txBody>
        </p:sp>
      </p:grpSp>
      <p:grpSp>
        <p:nvGrpSpPr>
          <p:cNvPr id="37027" name="Group 163"/>
          <p:cNvGrpSpPr/>
          <p:nvPr/>
        </p:nvGrpSpPr>
        <p:grpSpPr>
          <a:xfrm>
            <a:off x="4054475" y="1828800"/>
            <a:ext cx="2433638" cy="1466850"/>
            <a:chOff x="2543" y="1152"/>
            <a:chExt cx="1533" cy="924"/>
          </a:xfrm>
        </p:grpSpPr>
        <p:sp>
          <p:nvSpPr>
            <p:cNvPr id="23677" name="Rectangle 157"/>
            <p:cNvSpPr/>
            <p:nvPr/>
          </p:nvSpPr>
          <p:spPr>
            <a:xfrm>
              <a:off x="2576" y="1467"/>
              <a:ext cx="532" cy="326"/>
            </a:xfrm>
            <a:prstGeom prst="rect">
              <a:avLst/>
            </a:prstGeom>
            <a:solidFill>
              <a:srgbClr val="2929A3"/>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78" name="Rectangle 158"/>
            <p:cNvSpPr/>
            <p:nvPr/>
          </p:nvSpPr>
          <p:spPr>
            <a:xfrm>
              <a:off x="2706" y="1728"/>
              <a:ext cx="315" cy="185"/>
            </a:xfrm>
            <a:prstGeom prst="rect">
              <a:avLst/>
            </a:prstGeom>
            <a:solidFill>
              <a:srgbClr val="2929A3"/>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79" name="Line 159"/>
            <p:cNvSpPr/>
            <p:nvPr/>
          </p:nvSpPr>
          <p:spPr>
            <a:xfrm>
              <a:off x="2543" y="1630"/>
              <a:ext cx="630" cy="0"/>
            </a:xfrm>
            <a:prstGeom prst="line">
              <a:avLst/>
            </a:prstGeom>
            <a:ln w="38100" cap="flat" cmpd="sng">
              <a:solidFill>
                <a:srgbClr val="FF9933"/>
              </a:solidFill>
              <a:prstDash val="solid"/>
              <a:round/>
              <a:headEnd type="none" w="med" len="med"/>
              <a:tailEnd type="none" w="med" len="med"/>
            </a:ln>
          </p:spPr>
        </p:sp>
        <p:sp>
          <p:nvSpPr>
            <p:cNvPr id="23680" name="Rectangle 160"/>
            <p:cNvSpPr/>
            <p:nvPr/>
          </p:nvSpPr>
          <p:spPr>
            <a:xfrm>
              <a:off x="3652" y="1152"/>
              <a:ext cx="228" cy="924"/>
            </a:xfrm>
            <a:prstGeom prst="rect">
              <a:avLst/>
            </a:prstGeom>
            <a:solidFill>
              <a:srgbClr val="2929A3"/>
            </a:soli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81" name="Line 161"/>
            <p:cNvSpPr/>
            <p:nvPr/>
          </p:nvSpPr>
          <p:spPr>
            <a:xfrm>
              <a:off x="3565" y="1641"/>
              <a:ext cx="261" cy="0"/>
            </a:xfrm>
            <a:prstGeom prst="line">
              <a:avLst/>
            </a:prstGeom>
            <a:ln w="38100" cap="flat" cmpd="sng">
              <a:solidFill>
                <a:srgbClr val="FFFF03"/>
              </a:solidFill>
              <a:prstDash val="solid"/>
              <a:round/>
              <a:headEnd type="stealth" w="sm" len="lg"/>
              <a:tailEnd type="none" w="med" len="med"/>
            </a:ln>
          </p:spPr>
        </p:sp>
        <p:sp>
          <p:nvSpPr>
            <p:cNvPr id="23682" name="Text Box 162"/>
            <p:cNvSpPr txBox="1"/>
            <p:nvPr/>
          </p:nvSpPr>
          <p:spPr>
            <a:xfrm>
              <a:off x="3728" y="1370"/>
              <a:ext cx="348" cy="288"/>
            </a:xfrm>
            <a:prstGeom prst="rect">
              <a:avLst/>
            </a:prstGeom>
            <a:noFill/>
            <a:ln w="38100">
              <a:noFill/>
            </a:ln>
          </p:spPr>
          <p:txBody>
            <a:bodyPr anchor="t">
              <a:spAutoFit/>
            </a:bodyPr>
            <a:p>
              <a:pPr>
                <a:spcBef>
                  <a:spcPct val="50000"/>
                </a:spcBef>
              </a:pPr>
              <a:r>
                <a:rPr lang="en-US" altLang="zh-CN" sz="2400" dirty="0">
                  <a:solidFill>
                    <a:srgbClr val="FFFF03"/>
                  </a:solidFill>
                  <a:latin typeface="Times New Roman" panose="02020603050405020304" pitchFamily="18" charset="0"/>
                  <a:ea typeface="宋体" panose="02010600030101010101" pitchFamily="2" charset="-122"/>
                </a:rPr>
                <a:t>R</a:t>
              </a:r>
              <a:r>
                <a:rPr lang="en-US" altLang="zh-CN" sz="2400" baseline="-25000" dirty="0">
                  <a:solidFill>
                    <a:srgbClr val="FFFF03"/>
                  </a:solidFill>
                  <a:latin typeface="Times New Roman" panose="02020603050405020304" pitchFamily="18" charset="0"/>
                  <a:ea typeface="宋体" panose="02010600030101010101" pitchFamily="2" charset="-122"/>
                </a:rPr>
                <a:t>0</a:t>
              </a:r>
              <a:endParaRPr lang="en-US" altLang="zh-CN" sz="2400" baseline="-25000" dirty="0">
                <a:solidFill>
                  <a:srgbClr val="FFFF03"/>
                </a:solidFill>
                <a:latin typeface="Times New Roman" panose="02020603050405020304" pitchFamily="18" charset="0"/>
                <a:ea typeface="宋体" panose="02010600030101010101" pitchFamily="2" charset="-122"/>
              </a:endParaRPr>
            </a:p>
          </p:txBody>
        </p:sp>
      </p:grpSp>
      <p:grpSp>
        <p:nvGrpSpPr>
          <p:cNvPr id="37031" name="Group 167"/>
          <p:cNvGrpSpPr/>
          <p:nvPr/>
        </p:nvGrpSpPr>
        <p:grpSpPr>
          <a:xfrm>
            <a:off x="7040563" y="1185863"/>
            <a:ext cx="1908175" cy="2795587"/>
            <a:chOff x="4435" y="747"/>
            <a:chExt cx="1202" cy="1761"/>
          </a:xfrm>
        </p:grpSpPr>
        <p:sp>
          <p:nvSpPr>
            <p:cNvPr id="23684" name="Line 58"/>
            <p:cNvSpPr/>
            <p:nvPr/>
          </p:nvSpPr>
          <p:spPr>
            <a:xfrm flipV="1">
              <a:off x="4571" y="2235"/>
              <a:ext cx="995" cy="0"/>
            </a:xfrm>
            <a:prstGeom prst="line">
              <a:avLst/>
            </a:prstGeom>
            <a:ln w="38100" cap="flat" cmpd="sng">
              <a:solidFill>
                <a:srgbClr val="FFCC66"/>
              </a:solidFill>
              <a:prstDash val="solid"/>
              <a:round/>
              <a:headEnd type="none" w="med" len="med"/>
              <a:tailEnd type="none" w="med" len="med"/>
            </a:ln>
          </p:spPr>
        </p:sp>
        <p:sp>
          <p:nvSpPr>
            <p:cNvPr id="23685" name="Line 59"/>
            <p:cNvSpPr/>
            <p:nvPr/>
          </p:nvSpPr>
          <p:spPr>
            <a:xfrm>
              <a:off x="5570" y="1065"/>
              <a:ext cx="1" cy="444"/>
            </a:xfrm>
            <a:prstGeom prst="line">
              <a:avLst/>
            </a:prstGeom>
            <a:ln w="38100" cap="flat" cmpd="sng">
              <a:solidFill>
                <a:srgbClr val="FFCC66"/>
              </a:solidFill>
              <a:prstDash val="solid"/>
              <a:round/>
              <a:headEnd type="none" w="med" len="med"/>
              <a:tailEnd type="none" w="med" len="med"/>
            </a:ln>
          </p:spPr>
        </p:sp>
        <p:sp>
          <p:nvSpPr>
            <p:cNvPr id="23686" name="Line 60"/>
            <p:cNvSpPr/>
            <p:nvPr/>
          </p:nvSpPr>
          <p:spPr>
            <a:xfrm rot="5400000">
              <a:off x="5306" y="1316"/>
              <a:ext cx="343" cy="1"/>
            </a:xfrm>
            <a:prstGeom prst="line">
              <a:avLst/>
            </a:prstGeom>
            <a:ln w="25400" cap="flat" cmpd="sng">
              <a:solidFill>
                <a:srgbClr val="FF6600"/>
              </a:solidFill>
              <a:prstDash val="solid"/>
              <a:round/>
              <a:headEnd type="none" w="med" len="med"/>
              <a:tailEnd type="triangle" w="med" len="lg"/>
            </a:ln>
          </p:spPr>
        </p:sp>
        <p:sp>
          <p:nvSpPr>
            <p:cNvPr id="23687" name="Text Box 61"/>
            <p:cNvSpPr txBox="1"/>
            <p:nvPr/>
          </p:nvSpPr>
          <p:spPr>
            <a:xfrm>
              <a:off x="5206" y="1105"/>
              <a:ext cx="191" cy="288"/>
            </a:xfrm>
            <a:prstGeom prst="rect">
              <a:avLst/>
            </a:prstGeom>
            <a:noFill/>
            <a:ln w="38100">
              <a:noFill/>
            </a:ln>
          </p:spPr>
          <p:txBody>
            <a:bodyPr wrap="none" anchor="t">
              <a:spAutoFit/>
            </a:bodyPr>
            <a:p>
              <a:r>
                <a:rPr lang="en-US" altLang="zh-CN" sz="2400" i="1" dirty="0">
                  <a:latin typeface="Times New Roman" panose="02020603050405020304" pitchFamily="18" charset="0"/>
                  <a:ea typeface="宋体" panose="02010600030101010101" pitchFamily="2" charset="-122"/>
                </a:rPr>
                <a:t>I</a:t>
              </a:r>
              <a:endParaRPr lang="en-US" altLang="zh-CN" sz="2400" i="1" dirty="0">
                <a:latin typeface="Times New Roman" panose="02020603050405020304" pitchFamily="18" charset="0"/>
                <a:ea typeface="宋体" panose="02010600030101010101" pitchFamily="2" charset="-122"/>
              </a:endParaRPr>
            </a:p>
          </p:txBody>
        </p:sp>
        <p:sp>
          <p:nvSpPr>
            <p:cNvPr id="23688" name="Text Box 62"/>
            <p:cNvSpPr txBox="1"/>
            <p:nvPr/>
          </p:nvSpPr>
          <p:spPr>
            <a:xfrm>
              <a:off x="5233" y="747"/>
              <a:ext cx="212" cy="288"/>
            </a:xfrm>
            <a:prstGeom prst="rect">
              <a:avLst/>
            </a:prstGeom>
            <a:noFill/>
            <a:ln w="38100">
              <a:noFill/>
            </a:ln>
          </p:spPr>
          <p:txBody>
            <a:bodyPr wrap="none" anchor="ctr">
              <a:spAutoFit/>
            </a:bodyPr>
            <a:p>
              <a:pPr algn="ctr"/>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23689" name="Text Box 63"/>
            <p:cNvSpPr txBox="1"/>
            <p:nvPr/>
          </p:nvSpPr>
          <p:spPr>
            <a:xfrm>
              <a:off x="5228" y="2220"/>
              <a:ext cx="223" cy="288"/>
            </a:xfrm>
            <a:prstGeom prst="rect">
              <a:avLst/>
            </a:prstGeom>
            <a:noFill/>
            <a:ln w="38100">
              <a:noFill/>
            </a:ln>
          </p:spPr>
          <p:txBody>
            <a:bodyPr wrap="none" anchor="ctr">
              <a:spAutoFit/>
            </a:bodyPr>
            <a:p>
              <a:pPr algn="ctr"/>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23690" name="Line 64"/>
            <p:cNvSpPr/>
            <p:nvPr/>
          </p:nvSpPr>
          <p:spPr>
            <a:xfrm>
              <a:off x="5570" y="1801"/>
              <a:ext cx="1" cy="445"/>
            </a:xfrm>
            <a:prstGeom prst="line">
              <a:avLst/>
            </a:prstGeom>
            <a:ln w="38100" cap="flat" cmpd="sng">
              <a:solidFill>
                <a:srgbClr val="FFCC66"/>
              </a:solidFill>
              <a:prstDash val="solid"/>
              <a:round/>
              <a:headEnd type="none" w="med" len="med"/>
              <a:tailEnd type="none" w="med" len="med"/>
            </a:ln>
          </p:spPr>
        </p:sp>
        <p:sp>
          <p:nvSpPr>
            <p:cNvPr id="23691" name="Text Box 65"/>
            <p:cNvSpPr txBox="1"/>
            <p:nvPr/>
          </p:nvSpPr>
          <p:spPr>
            <a:xfrm>
              <a:off x="5252" y="1461"/>
              <a:ext cx="244" cy="288"/>
            </a:xfrm>
            <a:prstGeom prst="rect">
              <a:avLst/>
            </a:prstGeom>
            <a:noFill/>
            <a:ln w="38100">
              <a:noFill/>
            </a:ln>
          </p:spPr>
          <p:txBody>
            <a:bodyPr wrap="none" anchor="t">
              <a:spAutoFit/>
            </a:bodyPr>
            <a:p>
              <a:r>
                <a:rPr lang="en-US" altLang="zh-CN" sz="2400" i="1" dirty="0">
                  <a:latin typeface="Times New Roman" panose="02020603050405020304" pitchFamily="18" charset="0"/>
                  <a:ea typeface="宋体" panose="02010600030101010101" pitchFamily="2" charset="-122"/>
                </a:rPr>
                <a:t>R</a:t>
              </a:r>
              <a:endParaRPr lang="en-US" altLang="zh-CN" sz="2400" i="1" dirty="0">
                <a:latin typeface="Times New Roman" panose="02020603050405020304" pitchFamily="18" charset="0"/>
                <a:ea typeface="宋体" panose="02010600030101010101" pitchFamily="2" charset="-122"/>
              </a:endParaRPr>
            </a:p>
          </p:txBody>
        </p:sp>
        <p:sp>
          <p:nvSpPr>
            <p:cNvPr id="23692" name="Oval 66"/>
            <p:cNvSpPr/>
            <p:nvPr/>
          </p:nvSpPr>
          <p:spPr>
            <a:xfrm>
              <a:off x="5388" y="2205"/>
              <a:ext cx="46" cy="63"/>
            </a:xfrm>
            <a:prstGeom prst="ellipse">
              <a:avLst/>
            </a:prstGeom>
            <a:solidFill>
              <a:schemeClr val="accent2"/>
            </a:solidFill>
            <a:ln w="38100" cap="flat" cmpd="sng">
              <a:solidFill>
                <a:srgbClr val="FFCC66"/>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93" name="Oval 67"/>
            <p:cNvSpPr/>
            <p:nvPr/>
          </p:nvSpPr>
          <p:spPr>
            <a:xfrm>
              <a:off x="5388" y="1045"/>
              <a:ext cx="46" cy="64"/>
            </a:xfrm>
            <a:prstGeom prst="ellipse">
              <a:avLst/>
            </a:prstGeom>
            <a:noFill/>
            <a:ln w="38100" cap="flat" cmpd="sng">
              <a:solidFill>
                <a:srgbClr val="FFCC66"/>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94" name="Rectangle 68"/>
            <p:cNvSpPr/>
            <p:nvPr/>
          </p:nvSpPr>
          <p:spPr>
            <a:xfrm rot="-10800000" flipH="1">
              <a:off x="5501" y="1448"/>
              <a:ext cx="136" cy="397"/>
            </a:xfrm>
            <a:prstGeom prst="rect">
              <a:avLst/>
            </a:prstGeom>
            <a:gradFill rotWithShape="1">
              <a:gsLst>
                <a:gs pos="0">
                  <a:srgbClr val="6F5943"/>
                </a:gs>
                <a:gs pos="50000">
                  <a:srgbClr val="FFCC99"/>
                </a:gs>
                <a:gs pos="100000">
                  <a:srgbClr val="6F5943"/>
                </a:gs>
              </a:gsLst>
              <a:lin ang="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95" name="Text Box 70"/>
            <p:cNvSpPr txBox="1"/>
            <p:nvPr/>
          </p:nvSpPr>
          <p:spPr>
            <a:xfrm>
              <a:off x="4574" y="1577"/>
              <a:ext cx="225" cy="288"/>
            </a:xfrm>
            <a:prstGeom prst="rect">
              <a:avLst/>
            </a:prstGeom>
            <a:noFill/>
            <a:ln w="38100">
              <a:noFill/>
            </a:ln>
          </p:spPr>
          <p:txBody>
            <a:bodyPr wrap="none" anchor="t">
              <a:spAutoFit/>
            </a:bodyPr>
            <a:p>
              <a:r>
                <a:rPr lang="en-US" altLang="zh-CN" sz="2400" i="1" dirty="0">
                  <a:latin typeface="Times New Roman" panose="02020603050405020304" pitchFamily="18" charset="0"/>
                  <a:ea typeface="宋体" panose="02010600030101010101" pitchFamily="2" charset="-122"/>
                </a:rPr>
                <a:t>+</a:t>
              </a:r>
              <a:endParaRPr lang="en-US" altLang="zh-CN" sz="2400" i="1" dirty="0">
                <a:latin typeface="Times New Roman" panose="02020603050405020304" pitchFamily="18" charset="0"/>
                <a:ea typeface="宋体" panose="02010600030101010101" pitchFamily="2" charset="-122"/>
              </a:endParaRPr>
            </a:p>
          </p:txBody>
        </p:sp>
        <p:sp>
          <p:nvSpPr>
            <p:cNvPr id="23696" name="Oval 71"/>
            <p:cNvSpPr/>
            <p:nvPr/>
          </p:nvSpPr>
          <p:spPr>
            <a:xfrm>
              <a:off x="4435" y="1815"/>
              <a:ext cx="272" cy="237"/>
            </a:xfrm>
            <a:prstGeom prst="ellipse">
              <a:avLst/>
            </a:prstGeom>
            <a:solidFill>
              <a:schemeClr val="bg1"/>
            </a:solidFill>
            <a:ln w="38100" cap="flat" cmpd="sng">
              <a:solidFill>
                <a:srgbClr val="FF3300"/>
              </a:solidFill>
              <a:prstDash val="solid"/>
              <a:round/>
              <a:headEnd type="none" w="med" len="med"/>
              <a:tailEnd type="none" w="med" len="med"/>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97" name="Line 72"/>
            <p:cNvSpPr/>
            <p:nvPr/>
          </p:nvSpPr>
          <p:spPr>
            <a:xfrm>
              <a:off x="4574" y="1071"/>
              <a:ext cx="0" cy="1181"/>
            </a:xfrm>
            <a:prstGeom prst="line">
              <a:avLst/>
            </a:prstGeom>
            <a:ln w="38100" cap="flat" cmpd="sng">
              <a:solidFill>
                <a:srgbClr val="FFCC66"/>
              </a:solidFill>
              <a:prstDash val="solid"/>
              <a:round/>
              <a:headEnd type="none" w="med" len="med"/>
              <a:tailEnd type="none" w="med" len="med"/>
            </a:ln>
          </p:spPr>
        </p:sp>
        <p:sp>
          <p:nvSpPr>
            <p:cNvPr id="23698" name="Rectangle 73"/>
            <p:cNvSpPr/>
            <p:nvPr/>
          </p:nvSpPr>
          <p:spPr>
            <a:xfrm rot="10800000">
              <a:off x="4504" y="1259"/>
              <a:ext cx="136" cy="298"/>
            </a:xfrm>
            <a:prstGeom prst="rect">
              <a:avLst/>
            </a:prstGeom>
            <a:gradFill rotWithShape="1">
              <a:gsLst>
                <a:gs pos="0">
                  <a:srgbClr val="6F5943"/>
                </a:gs>
                <a:gs pos="50000">
                  <a:srgbClr val="FFCC99"/>
                </a:gs>
                <a:gs pos="100000">
                  <a:srgbClr val="6F5943"/>
                </a:gs>
              </a:gsLst>
              <a:lin ang="0" scaled="1"/>
              <a:tileRect/>
            </a:gradFill>
            <a:ln w="38100">
              <a:noFill/>
            </a:ln>
          </p:spPr>
          <p:txBody>
            <a:bodyPr wrap="none" anchor="ctr"/>
            <a:p>
              <a:endParaRPr lang="zh-CN" altLang="en-US" dirty="0">
                <a:latin typeface="Times New Roman" panose="02020603050405020304" pitchFamily="18" charset="0"/>
                <a:ea typeface="宋体" panose="02010600030101010101" pitchFamily="2" charset="-122"/>
              </a:endParaRPr>
            </a:p>
          </p:txBody>
        </p:sp>
        <p:sp>
          <p:nvSpPr>
            <p:cNvPr id="23699" name="Text Box 74"/>
            <p:cNvSpPr txBox="1"/>
            <p:nvPr/>
          </p:nvSpPr>
          <p:spPr>
            <a:xfrm>
              <a:off x="4585" y="2029"/>
              <a:ext cx="212" cy="288"/>
            </a:xfrm>
            <a:prstGeom prst="rect">
              <a:avLst/>
            </a:prstGeom>
            <a:noFill/>
            <a:ln w="41275">
              <a:noFill/>
            </a:ln>
          </p:spPr>
          <p:txBody>
            <a:bodyPr wrap="none" anchor="t">
              <a:spAutoFit/>
            </a:bodyPr>
            <a:p>
              <a:r>
                <a:rPr lang="en-US" altLang="zh-CN" sz="2400" b="0" dirty="0">
                  <a:latin typeface="Times New Roman" panose="02020603050405020304" pitchFamily="18" charset="0"/>
                  <a:ea typeface="隶书" pitchFamily="49" charset="-122"/>
                </a:rPr>
                <a:t>–</a:t>
              </a:r>
              <a:endParaRPr lang="en-US" altLang="zh-CN" sz="2400" b="0" dirty="0">
                <a:latin typeface="隶书" pitchFamily="49" charset="-122"/>
                <a:ea typeface="隶书" pitchFamily="49" charset="-122"/>
              </a:endParaRPr>
            </a:p>
          </p:txBody>
        </p:sp>
        <p:sp>
          <p:nvSpPr>
            <p:cNvPr id="23700" name="Rectangle 75"/>
            <p:cNvSpPr/>
            <p:nvPr/>
          </p:nvSpPr>
          <p:spPr>
            <a:xfrm>
              <a:off x="4617" y="1291"/>
              <a:ext cx="308" cy="288"/>
            </a:xfrm>
            <a:prstGeom prst="rect">
              <a:avLst/>
            </a:prstGeom>
            <a:noFill/>
            <a:ln w="41275">
              <a:noFill/>
            </a:ln>
          </p:spPr>
          <p:txBody>
            <a:bodyPr wrap="none" anchor="t">
              <a:spAutoFit/>
            </a:bodyPr>
            <a:p>
              <a:r>
                <a:rPr lang="en-US" altLang="zh-CN" sz="2400" i="1" dirty="0">
                  <a:latin typeface="Times New Roman" panose="02020603050405020304" pitchFamily="18" charset="0"/>
                  <a:ea typeface="宋体" panose="02010600030101010101" pitchFamily="2" charset="-122"/>
                </a:rPr>
                <a:t>R</a:t>
              </a:r>
              <a:r>
                <a:rPr lang="en-US" altLang="zh-CN" sz="2400" baseline="-25000" dirty="0">
                  <a:latin typeface="Times New Roman" panose="02020603050405020304" pitchFamily="18" charset="0"/>
                  <a:ea typeface="宋体" panose="02010600030101010101" pitchFamily="2" charset="-122"/>
                </a:rPr>
                <a:t>0</a:t>
              </a:r>
              <a:endParaRPr lang="en-US" altLang="zh-CN" sz="2400" baseline="-25000" dirty="0">
                <a:latin typeface="Times New Roman" panose="02020603050405020304" pitchFamily="18" charset="0"/>
                <a:ea typeface="宋体" panose="02010600030101010101" pitchFamily="2" charset="-122"/>
              </a:endParaRPr>
            </a:p>
          </p:txBody>
        </p:sp>
        <p:sp>
          <p:nvSpPr>
            <p:cNvPr id="23701" name="Rectangle 76"/>
            <p:cNvSpPr/>
            <p:nvPr/>
          </p:nvSpPr>
          <p:spPr>
            <a:xfrm>
              <a:off x="4707" y="1803"/>
              <a:ext cx="308" cy="288"/>
            </a:xfrm>
            <a:prstGeom prst="rect">
              <a:avLst/>
            </a:prstGeom>
            <a:noFill/>
            <a:ln w="41275">
              <a:noFill/>
            </a:ln>
          </p:spPr>
          <p:txBody>
            <a:bodyPr wrap="none" anchor="t">
              <a:spAutoFit/>
            </a:bodyPr>
            <a:p>
              <a:r>
                <a:rPr lang="en-US" altLang="zh-CN" sz="2400" i="1" dirty="0">
                  <a:latin typeface="Times New Roman" panose="02020603050405020304" pitchFamily="18" charset="0"/>
                  <a:ea typeface="宋体" panose="02010600030101010101" pitchFamily="2" charset="-122"/>
                </a:rPr>
                <a:t>E</a:t>
              </a:r>
              <a:r>
                <a:rPr lang="en-US" altLang="zh-CN" sz="2400" baseline="-25000" dirty="0">
                  <a:latin typeface="Times New Roman" panose="02020603050405020304" pitchFamily="18" charset="0"/>
                  <a:ea typeface="宋体" panose="02010600030101010101" pitchFamily="2" charset="-122"/>
                </a:rPr>
                <a:t>0</a:t>
              </a:r>
              <a:endParaRPr lang="en-US" altLang="zh-CN" sz="2400" baseline="-25000" dirty="0">
                <a:latin typeface="Times New Roman" panose="02020603050405020304" pitchFamily="18" charset="0"/>
                <a:ea typeface="宋体" panose="02010600030101010101" pitchFamily="2" charset="-122"/>
              </a:endParaRPr>
            </a:p>
          </p:txBody>
        </p:sp>
        <p:sp>
          <p:nvSpPr>
            <p:cNvPr id="23702" name="Line 77"/>
            <p:cNvSpPr/>
            <p:nvPr/>
          </p:nvSpPr>
          <p:spPr>
            <a:xfrm>
              <a:off x="4569" y="1071"/>
              <a:ext cx="1000" cy="0"/>
            </a:xfrm>
            <a:prstGeom prst="line">
              <a:avLst/>
            </a:prstGeom>
            <a:ln w="41275" cap="flat" cmpd="sng">
              <a:solidFill>
                <a:srgbClr val="FFCC99"/>
              </a:solidFill>
              <a:prstDash val="solid"/>
              <a:round/>
              <a:headEnd type="none" w="med" len="med"/>
              <a:tailEnd type="none" w="sm" len="lg"/>
            </a:ln>
          </p:spPr>
        </p:sp>
        <p:sp>
          <p:nvSpPr>
            <p:cNvPr id="23703" name="Line 164"/>
            <p:cNvSpPr/>
            <p:nvPr/>
          </p:nvSpPr>
          <p:spPr>
            <a:xfrm>
              <a:off x="4575" y="1815"/>
              <a:ext cx="0" cy="239"/>
            </a:xfrm>
            <a:prstGeom prst="line">
              <a:avLst/>
            </a:prstGeom>
            <a:ln w="38100" cap="flat" cmpd="sng">
              <a:solidFill>
                <a:srgbClr val="FF3300"/>
              </a:solidFill>
              <a:prstDash val="solid"/>
              <a:round/>
              <a:headEnd type="none" w="med" len="med"/>
              <a:tailEnd type="none" w="med" len="med"/>
            </a:ln>
          </p:spPr>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2000"/>
                                  </p:stCondLst>
                                  <p:childTnLst>
                                    <p:set>
                                      <p:cBhvr>
                                        <p:cTn id="6" dur="1" fill="hold">
                                          <p:stCondLst>
                                            <p:cond delay="0"/>
                                          </p:stCondLst>
                                        </p:cTn>
                                        <p:tgtEl>
                                          <p:spTgt spid="36868"/>
                                        </p:tgtEl>
                                        <p:attrNameLst>
                                          <p:attrName>style.visibility</p:attrName>
                                        </p:attrNameLst>
                                      </p:cBhvr>
                                      <p:to>
                                        <p:strVal val="visible"/>
                                      </p:to>
                                    </p:set>
                                    <p:anim calcmode="lin" valueType="num">
                                      <p:cBhvr>
                                        <p:cTn id="7" dur="1000" fill="hold"/>
                                        <p:tgtEl>
                                          <p:spTgt spid="36868"/>
                                        </p:tgtEl>
                                        <p:attrNameLst>
                                          <p:attrName>ppt_w</p:attrName>
                                        </p:attrNameLst>
                                      </p:cBhvr>
                                      <p:tavLst>
                                        <p:tav tm="0">
                                          <p:val>
                                            <p:fltVal val="0.000000"/>
                                          </p:val>
                                        </p:tav>
                                        <p:tav tm="100000">
                                          <p:val>
                                            <p:strVal val="#ppt_w"/>
                                          </p:val>
                                        </p:tav>
                                      </p:tavLst>
                                    </p:anim>
                                    <p:anim calcmode="lin" valueType="num">
                                      <p:cBhvr>
                                        <p:cTn id="8" dur="1000" fill="hold"/>
                                        <p:tgtEl>
                                          <p:spTgt spid="36868"/>
                                        </p:tgtEl>
                                        <p:attrNameLst>
                                          <p:attrName>ppt_h</p:attrName>
                                        </p:attrNameLst>
                                      </p:cBhvr>
                                      <p:tavLst>
                                        <p:tav tm="0">
                                          <p:val>
                                            <p:fltVal val="0.000000"/>
                                          </p:val>
                                        </p:tav>
                                        <p:tav tm="100000">
                                          <p:val>
                                            <p:strVal val="#ppt_h"/>
                                          </p:val>
                                        </p:tav>
                                      </p:tavLst>
                                    </p:anim>
                                    <p:anim calcmode="lin" valueType="num">
                                      <p:cBhvr>
                                        <p:cTn id="9" dur="1000" fill="hold"/>
                                        <p:tgtEl>
                                          <p:spTgt spid="36868"/>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36868"/>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3000"/>
                            </p:stCondLst>
                            <p:childTnLst>
                              <p:par>
                                <p:cTn id="12" presetID="22" presetClass="entr" presetSubtype="8" fill="hold" grpId="0" nodeType="afterEffect">
                                  <p:stCondLst>
                                    <p:cond delay="1000"/>
                                  </p:stCondLst>
                                  <p:childTnLst>
                                    <p:set>
                                      <p:cBhvr>
                                        <p:cTn id="13" dur="1" fill="hold">
                                          <p:stCondLst>
                                            <p:cond delay="0"/>
                                          </p:stCondLst>
                                        </p:cTn>
                                        <p:tgtEl>
                                          <p:spTgt spid="36869"/>
                                        </p:tgtEl>
                                        <p:attrNameLst>
                                          <p:attrName>style.visibility</p:attrName>
                                        </p:attrNameLst>
                                      </p:cBhvr>
                                      <p:to>
                                        <p:strVal val="visible"/>
                                      </p:to>
                                    </p:set>
                                    <p:animEffect transition="in" filter="wipe(left)">
                                      <p:cBhvr>
                                        <p:cTn id="14" dur="500"/>
                                        <p:tgtEl>
                                          <p:spTgt spid="36869"/>
                                        </p:tgtEl>
                                      </p:cBhvr>
                                    </p:animEffect>
                                  </p:childTnLst>
                                </p:cTn>
                              </p:par>
                            </p:childTnLst>
                          </p:cTn>
                        </p:par>
                        <p:par>
                          <p:cTn id="15" fill="hold">
                            <p:stCondLst>
                              <p:cond delay="4500"/>
                            </p:stCondLst>
                            <p:childTnLst>
                              <p:par>
                                <p:cTn id="16" presetID="9" presetClass="entr" presetSubtype="0" fill="hold" nodeType="afterEffect">
                                  <p:stCondLst>
                                    <p:cond delay="1000"/>
                                  </p:stCondLst>
                                  <p:childTnLst>
                                    <p:set>
                                      <p:cBhvr>
                                        <p:cTn id="17" dur="1" fill="hold">
                                          <p:stCondLst>
                                            <p:cond delay="0"/>
                                          </p:stCondLst>
                                        </p:cTn>
                                        <p:tgtEl>
                                          <p:spTgt spid="37015"/>
                                        </p:tgtEl>
                                        <p:attrNameLst>
                                          <p:attrName>style.visibility</p:attrName>
                                        </p:attrNameLst>
                                      </p:cBhvr>
                                      <p:to>
                                        <p:strVal val="visible"/>
                                      </p:to>
                                    </p:set>
                                    <p:animEffect transition="in" filter="dissolve">
                                      <p:cBhvr>
                                        <p:cTn id="18" dur="500"/>
                                        <p:tgtEl>
                                          <p:spTgt spid="37015"/>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6945"/>
                                        </p:tgtEl>
                                        <p:attrNameLst>
                                          <p:attrName>style.visibility</p:attrName>
                                        </p:attrNameLst>
                                      </p:cBhvr>
                                      <p:to>
                                        <p:strVal val="visible"/>
                                      </p:to>
                                    </p:set>
                                    <p:anim calcmode="lin" valueType="num">
                                      <p:cBhvr>
                                        <p:cTn id="23" dur="1000" fill="hold"/>
                                        <p:tgtEl>
                                          <p:spTgt spid="36945"/>
                                        </p:tgtEl>
                                        <p:attrNameLst>
                                          <p:attrName>ppt_w</p:attrName>
                                        </p:attrNameLst>
                                      </p:cBhvr>
                                      <p:tavLst>
                                        <p:tav tm="0">
                                          <p:val>
                                            <p:fltVal val="0.000000"/>
                                          </p:val>
                                        </p:tav>
                                        <p:tav tm="100000">
                                          <p:val>
                                            <p:strVal val="#ppt_w"/>
                                          </p:val>
                                        </p:tav>
                                      </p:tavLst>
                                    </p:anim>
                                    <p:anim calcmode="lin" valueType="num">
                                      <p:cBhvr>
                                        <p:cTn id="24" dur="1000" fill="hold"/>
                                        <p:tgtEl>
                                          <p:spTgt spid="36945"/>
                                        </p:tgtEl>
                                        <p:attrNameLst>
                                          <p:attrName>ppt_h</p:attrName>
                                        </p:attrNameLst>
                                      </p:cBhvr>
                                      <p:tavLst>
                                        <p:tav tm="0">
                                          <p:val>
                                            <p:fltVal val="0.000000"/>
                                          </p:val>
                                        </p:tav>
                                        <p:tav tm="100000">
                                          <p:val>
                                            <p:strVal val="#ppt_h"/>
                                          </p:val>
                                        </p:tav>
                                      </p:tavLst>
                                    </p:anim>
                                    <p:anim calcmode="lin" valueType="num">
                                      <p:cBhvr>
                                        <p:cTn id="25" dur="1000" fill="hold"/>
                                        <p:tgtEl>
                                          <p:spTgt spid="36945"/>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36945"/>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7030"/>
                                        </p:tgtEl>
                                        <p:attrNameLst>
                                          <p:attrName>style.visibility</p:attrName>
                                        </p:attrNameLst>
                                      </p:cBhvr>
                                      <p:to>
                                        <p:strVal val="visible"/>
                                      </p:to>
                                    </p:set>
                                    <p:animEffect transition="in" filter="wipe(left)">
                                      <p:cBhvr>
                                        <p:cTn id="31" dur="500"/>
                                        <p:tgtEl>
                                          <p:spTgt spid="3703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6881"/>
                                        </p:tgtEl>
                                        <p:attrNameLst>
                                          <p:attrName>style.visibility</p:attrName>
                                        </p:attrNameLst>
                                      </p:cBhvr>
                                      <p:to>
                                        <p:strVal val="visible"/>
                                      </p:to>
                                    </p:set>
                                    <p:animEffect transition="in" filter="wipe(left)">
                                      <p:cBhvr>
                                        <p:cTn id="36" dur="500"/>
                                        <p:tgtEl>
                                          <p:spTgt spid="36881"/>
                                        </p:tgtEl>
                                      </p:cBhvr>
                                    </p:animEffect>
                                  </p:childTnLst>
                                </p:cTn>
                              </p:par>
                            </p:childTnLst>
                          </p:cTn>
                        </p:par>
                        <p:par>
                          <p:cTn id="37" fill="hold">
                            <p:stCondLst>
                              <p:cond delay="500"/>
                            </p:stCondLst>
                            <p:childTnLst>
                              <p:par>
                                <p:cTn id="38" presetID="22" presetClass="entr" presetSubtype="8" fill="hold" nodeType="afterEffect">
                                  <p:stCondLst>
                                    <p:cond delay="1000"/>
                                  </p:stCondLst>
                                  <p:childTnLst>
                                    <p:set>
                                      <p:cBhvr>
                                        <p:cTn id="39" dur="1" fill="hold">
                                          <p:stCondLst>
                                            <p:cond delay="0"/>
                                          </p:stCondLst>
                                        </p:cTn>
                                        <p:tgtEl>
                                          <p:spTgt spid="37014"/>
                                        </p:tgtEl>
                                        <p:attrNameLst>
                                          <p:attrName>style.visibility</p:attrName>
                                        </p:attrNameLst>
                                      </p:cBhvr>
                                      <p:to>
                                        <p:strVal val="visible"/>
                                      </p:to>
                                    </p:set>
                                    <p:animEffect transition="in" filter="wipe(left)">
                                      <p:cBhvr>
                                        <p:cTn id="40" dur="500"/>
                                        <p:tgtEl>
                                          <p:spTgt spid="37014"/>
                                        </p:tgtEl>
                                      </p:cBhvr>
                                    </p:animEffect>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grpId="0" nodeType="clickEffect">
                                  <p:stCondLst>
                                    <p:cond delay="0"/>
                                  </p:stCondLst>
                                  <p:childTnLst>
                                    <p:set>
                                      <p:cBhvr>
                                        <p:cTn id="44" dur="1" fill="hold">
                                          <p:stCondLst>
                                            <p:cond delay="0"/>
                                          </p:stCondLst>
                                        </p:cTn>
                                        <p:tgtEl>
                                          <p:spTgt spid="36870"/>
                                        </p:tgtEl>
                                        <p:attrNameLst>
                                          <p:attrName>style.visibility</p:attrName>
                                        </p:attrNameLst>
                                      </p:cBhvr>
                                      <p:to>
                                        <p:strVal val="visible"/>
                                      </p:to>
                                    </p:set>
                                    <p:anim calcmode="lin" valueType="num">
                                      <p:cBhvr>
                                        <p:cTn id="45" dur="500" fill="hold"/>
                                        <p:tgtEl>
                                          <p:spTgt spid="36870"/>
                                        </p:tgtEl>
                                        <p:attrNameLst>
                                          <p:attrName>ppt_w</p:attrName>
                                        </p:attrNameLst>
                                      </p:cBhvr>
                                      <p:tavLst>
                                        <p:tav tm="0">
                                          <p:val>
                                            <p:fltVal val="0.000000"/>
                                          </p:val>
                                        </p:tav>
                                        <p:tav tm="100000">
                                          <p:val>
                                            <p:strVal val="#ppt_w"/>
                                          </p:val>
                                        </p:tav>
                                      </p:tavLst>
                                    </p:anim>
                                    <p:anim calcmode="lin" valueType="num">
                                      <p:cBhvr>
                                        <p:cTn id="46" dur="500" fill="hold"/>
                                        <p:tgtEl>
                                          <p:spTgt spid="36870"/>
                                        </p:tgtEl>
                                        <p:attrNameLst>
                                          <p:attrName>ppt_h</p:attrName>
                                        </p:attrNameLst>
                                      </p:cBhvr>
                                      <p:tavLst>
                                        <p:tav tm="0">
                                          <p:val>
                                            <p:fltVal val="0.00000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37020"/>
                                        </p:tgtEl>
                                        <p:attrNameLst>
                                          <p:attrName>style.visibility</p:attrName>
                                        </p:attrNameLst>
                                      </p:cBhvr>
                                      <p:to>
                                        <p:strVal val="visible"/>
                                      </p:to>
                                    </p:set>
                                    <p:animEffect transition="in" filter="wipe(up)">
                                      <p:cBhvr>
                                        <p:cTn id="51" dur="500"/>
                                        <p:tgtEl>
                                          <p:spTgt spid="3702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36960"/>
                                        </p:tgtEl>
                                        <p:attrNameLst>
                                          <p:attrName>style.visibility</p:attrName>
                                        </p:attrNameLst>
                                      </p:cBhvr>
                                      <p:to>
                                        <p:strVal val="visible"/>
                                      </p:to>
                                    </p:set>
                                    <p:animEffect transition="in" filter="wipe(left)">
                                      <p:cBhvr>
                                        <p:cTn id="56" dur="500"/>
                                        <p:tgtEl>
                                          <p:spTgt spid="3696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37008"/>
                                        </p:tgtEl>
                                        <p:attrNameLst>
                                          <p:attrName>style.visibility</p:attrName>
                                        </p:attrNameLst>
                                      </p:cBhvr>
                                      <p:to>
                                        <p:strVal val="visible"/>
                                      </p:to>
                                    </p:set>
                                    <p:animEffect transition="in" filter="wipe(left)">
                                      <p:cBhvr>
                                        <p:cTn id="61" dur="500"/>
                                        <p:tgtEl>
                                          <p:spTgt spid="3700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37010"/>
                                        </p:tgtEl>
                                        <p:attrNameLst>
                                          <p:attrName>style.visibility</p:attrName>
                                        </p:attrNameLst>
                                      </p:cBhvr>
                                      <p:to>
                                        <p:strVal val="visible"/>
                                      </p:to>
                                    </p:set>
                                    <p:animEffect transition="in" filter="wipe(left)">
                                      <p:cBhvr>
                                        <p:cTn id="66" dur="500"/>
                                        <p:tgtEl>
                                          <p:spTgt spid="3701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36980"/>
                                        </p:tgtEl>
                                        <p:attrNameLst>
                                          <p:attrName>style.visibility</p:attrName>
                                        </p:attrNameLst>
                                      </p:cBhvr>
                                      <p:to>
                                        <p:strVal val="visible"/>
                                      </p:to>
                                    </p:set>
                                    <p:animEffect transition="in" filter="wipe(left)">
                                      <p:cBhvr>
                                        <p:cTn id="71" dur="500"/>
                                        <p:tgtEl>
                                          <p:spTgt spid="36980"/>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36981"/>
                                        </p:tgtEl>
                                        <p:attrNameLst>
                                          <p:attrName>style.visibility</p:attrName>
                                        </p:attrNameLst>
                                      </p:cBhvr>
                                      <p:to>
                                        <p:strVal val="visible"/>
                                      </p:to>
                                    </p:set>
                                    <p:animEffect transition="in" filter="wipe(left)">
                                      <p:cBhvr>
                                        <p:cTn id="76" dur="500"/>
                                        <p:tgtEl>
                                          <p:spTgt spid="36981"/>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37027"/>
                                        </p:tgtEl>
                                        <p:attrNameLst>
                                          <p:attrName>style.visibility</p:attrName>
                                        </p:attrNameLst>
                                      </p:cBhvr>
                                      <p:to>
                                        <p:strVal val="visible"/>
                                      </p:to>
                                    </p:set>
                                    <p:animEffect transition="in" filter="wipe(left)">
                                      <p:cBhvr>
                                        <p:cTn id="81" dur="500"/>
                                        <p:tgtEl>
                                          <p:spTgt spid="37027"/>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36986"/>
                                        </p:tgtEl>
                                        <p:attrNameLst>
                                          <p:attrName>style.visibility</p:attrName>
                                        </p:attrNameLst>
                                      </p:cBhvr>
                                      <p:to>
                                        <p:strVal val="visible"/>
                                      </p:to>
                                    </p:set>
                                    <p:animEffect transition="in" filter="wipe(left)">
                                      <p:cBhvr>
                                        <p:cTn id="86" dur="500"/>
                                        <p:tgtEl>
                                          <p:spTgt spid="36986"/>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36989"/>
                                        </p:tgtEl>
                                        <p:attrNameLst>
                                          <p:attrName>style.visibility</p:attrName>
                                        </p:attrNameLst>
                                      </p:cBhvr>
                                      <p:to>
                                        <p:strVal val="visible"/>
                                      </p:to>
                                    </p:set>
                                    <p:animEffect transition="in" filter="wipe(left)">
                                      <p:cBhvr>
                                        <p:cTn id="91" dur="500"/>
                                        <p:tgtEl>
                                          <p:spTgt spid="36989"/>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36992"/>
                                        </p:tgtEl>
                                        <p:attrNameLst>
                                          <p:attrName>style.visibility</p:attrName>
                                        </p:attrNameLst>
                                      </p:cBhvr>
                                      <p:to>
                                        <p:strVal val="visible"/>
                                      </p:to>
                                    </p:set>
                                    <p:animEffect transition="in" filter="wipe(left)">
                                      <p:cBhvr>
                                        <p:cTn id="96" dur="500"/>
                                        <p:tgtEl>
                                          <p:spTgt spid="36992"/>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36920"/>
                                        </p:tgtEl>
                                        <p:attrNameLst>
                                          <p:attrName>style.visibility</p:attrName>
                                        </p:attrNameLst>
                                      </p:cBhvr>
                                      <p:to>
                                        <p:strVal val="visible"/>
                                      </p:to>
                                    </p:set>
                                    <p:animEffect transition="in" filter="wipe(left)">
                                      <p:cBhvr>
                                        <p:cTn id="101" dur="500"/>
                                        <p:tgtEl>
                                          <p:spTgt spid="36920"/>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nodeType="clickEffect">
                                  <p:stCondLst>
                                    <p:cond delay="0"/>
                                  </p:stCondLst>
                                  <p:childTnLst>
                                    <p:set>
                                      <p:cBhvr>
                                        <p:cTn id="105" dur="1" fill="hold">
                                          <p:stCondLst>
                                            <p:cond delay="0"/>
                                          </p:stCondLst>
                                        </p:cTn>
                                        <p:tgtEl>
                                          <p:spTgt spid="37031"/>
                                        </p:tgtEl>
                                        <p:attrNameLst>
                                          <p:attrName>style.visibility</p:attrName>
                                        </p:attrNameLst>
                                      </p:cBhvr>
                                      <p:to>
                                        <p:strVal val="visible"/>
                                      </p:to>
                                    </p:set>
                                    <p:animEffect transition="in" filter="wipe(up)">
                                      <p:cBhvr>
                                        <p:cTn id="106" dur="500"/>
                                        <p:tgtEl>
                                          <p:spTgt spid="37031"/>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37012"/>
                                        </p:tgtEl>
                                        <p:attrNameLst>
                                          <p:attrName>style.visibility</p:attrName>
                                        </p:attrNameLst>
                                      </p:cBhvr>
                                      <p:to>
                                        <p:strVal val="visible"/>
                                      </p:to>
                                    </p:set>
                                    <p:animEffect transition="in" filter="wipe(left)">
                                      <p:cBhvr>
                                        <p:cTn id="111" dur="500"/>
                                        <p:tgtEl>
                                          <p:spTgt spid="37012"/>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37004"/>
                                        </p:tgtEl>
                                        <p:attrNameLst>
                                          <p:attrName>style.visibility</p:attrName>
                                        </p:attrNameLst>
                                      </p:cBhvr>
                                      <p:to>
                                        <p:strVal val="visible"/>
                                      </p:to>
                                    </p:set>
                                    <p:animEffect transition="in" filter="wipe(left)">
                                      <p:cBhvr>
                                        <p:cTn id="116" dur="500"/>
                                        <p:tgtEl>
                                          <p:spTgt spid="37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P spid="36869" grpId="0"/>
      <p:bldP spid="36870" grpId="0" bldLvl="0" animBg="1"/>
      <p:bldP spid="36881" grpId="0" bldLvl="0" animBg="1"/>
      <p:bldP spid="36920" grpId="0" bldLvl="0" animBg="1"/>
      <p:bldP spid="36945" grpId="0"/>
      <p:bldP spid="36980" grpId="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7889" name="Rectangle 2"/>
          <p:cNvSpPr>
            <a:spLocks noGrp="1"/>
          </p:cNvSpPr>
          <p:nvPr>
            <p:ph type="title"/>
          </p:nvPr>
        </p:nvSpPr>
        <p:spPr>
          <a:xfrm>
            <a:off x="572770" y="208915"/>
            <a:ext cx="1629410" cy="546100"/>
          </a:xfrm>
        </p:spPr>
        <p:txBody>
          <a:bodyPr wrap="square" lIns="91440" tIns="45720" rIns="91440" bIns="45720" anchor="b"/>
          <a:p>
            <a:pPr>
              <a:spcBef>
                <a:spcPct val="50000"/>
              </a:spcBef>
            </a:pPr>
            <a:r>
              <a:rPr lang="zh-CN" altLang="en-US" sz="3200" b="1" dirty="0">
                <a:solidFill>
                  <a:schemeClr val="bg1"/>
                </a:solidFill>
                <a:latin typeface="黑体" panose="02010609060101010101" pitchFamily="2" charset="-122"/>
                <a:ea typeface="黑体" panose="02010609060101010101" pitchFamily="2" charset="-122"/>
              </a:rPr>
              <a:t>作业：</a:t>
            </a:r>
            <a:endParaRPr lang="zh-CN" altLang="en-US" sz="3200" b="1" dirty="0">
              <a:solidFill>
                <a:schemeClr val="bg1"/>
              </a:solidFill>
              <a:latin typeface="黑体" panose="02010609060101010101" pitchFamily="2" charset="-122"/>
              <a:ea typeface="黑体" panose="02010609060101010101" pitchFamily="2" charset="-122"/>
            </a:endParaRPr>
          </a:p>
        </p:txBody>
      </p:sp>
      <p:sp>
        <p:nvSpPr>
          <p:cNvPr id="37890" name="文本框 1"/>
          <p:cNvSpPr txBox="1"/>
          <p:nvPr/>
        </p:nvSpPr>
        <p:spPr>
          <a:xfrm>
            <a:off x="207963" y="831533"/>
            <a:ext cx="8726487" cy="1189037"/>
          </a:xfrm>
          <a:prstGeom prst="rect">
            <a:avLst/>
          </a:prstGeom>
          <a:noFill/>
          <a:ln w="9525">
            <a:noFill/>
          </a:ln>
        </p:spPr>
        <p:txBody>
          <a:bodyPr wrap="square" anchor="t">
            <a:spAutoFit/>
          </a:bodyPr>
          <a:p>
            <a:r>
              <a:rPr lang="en-US" altLang="zh-CN" sz="2400">
                <a:latin typeface="楷体" panose="02010609060101010101" charset="-122"/>
                <a:ea typeface="楷体" panose="02010609060101010101" charset="-122"/>
              </a:rPr>
              <a:t>1. </a:t>
            </a:r>
            <a:r>
              <a:rPr lang="zh-CN" altLang="en-US" sz="2400">
                <a:latin typeface="楷体" panose="02010609060101010101" charset="-122"/>
                <a:ea typeface="楷体" panose="02010609060101010101" charset="-122"/>
              </a:rPr>
              <a:t>某直流电器的额定功率</a:t>
            </a:r>
            <a:r>
              <a:rPr lang="en-US" altLang="zh-CN" sz="2400">
                <a:latin typeface="楷体" panose="02010609060101010101" charset="-122"/>
                <a:ea typeface="楷体" panose="02010609060101010101" charset="-122"/>
              </a:rPr>
              <a:t>Pn=10W</a:t>
            </a:r>
            <a:r>
              <a:rPr lang="zh-CN" altLang="en-US" sz="2400">
                <a:latin typeface="楷体" panose="02010609060101010101" charset="-122"/>
                <a:ea typeface="楷体" panose="02010609060101010101" charset="-122"/>
              </a:rPr>
              <a:t>、额定电压</a:t>
            </a:r>
            <a:r>
              <a:rPr lang="en-US" altLang="zh-CN" sz="2400">
                <a:latin typeface="楷体" panose="02010609060101010101" charset="-122"/>
                <a:ea typeface="楷体" panose="02010609060101010101" charset="-122"/>
              </a:rPr>
              <a:t>U</a:t>
            </a:r>
            <a:r>
              <a:rPr lang="en-US" altLang="zh-CN" sz="2400" baseline="-25000">
                <a:latin typeface="楷体" panose="02010609060101010101" charset="-122"/>
                <a:ea typeface="楷体" panose="02010609060101010101" charset="-122"/>
              </a:rPr>
              <a:t>n</a:t>
            </a:r>
            <a:r>
              <a:rPr lang="en-US" altLang="zh-CN" sz="2400">
                <a:latin typeface="楷体" panose="02010609060101010101" charset="-122"/>
                <a:ea typeface="楷体" panose="02010609060101010101" charset="-122"/>
              </a:rPr>
              <a:t>=100V</a:t>
            </a:r>
            <a:r>
              <a:rPr lang="zh-CN" altLang="en-US" sz="2400">
                <a:latin typeface="楷体" panose="02010609060101010101" charset="-122"/>
                <a:ea typeface="楷体" panose="02010609060101010101" charset="-122"/>
              </a:rPr>
              <a:t>。现要接到</a:t>
            </a:r>
            <a:r>
              <a:rPr lang="en-US" altLang="zh-CN" sz="2400">
                <a:latin typeface="楷体" panose="02010609060101010101" charset="-122"/>
                <a:ea typeface="楷体" panose="02010609060101010101" charset="-122"/>
              </a:rPr>
              <a:t>200V</a:t>
            </a:r>
            <a:r>
              <a:rPr lang="zh-CN" altLang="en-US" sz="2400">
                <a:latin typeface="楷体" panose="02010609060101010101" charset="-122"/>
                <a:ea typeface="楷体" panose="02010609060101010101" charset="-122"/>
              </a:rPr>
              <a:t>的直流电源上并要求其额定工作，问应选择下列哪个电阻与之串联：（</a:t>
            </a:r>
            <a:r>
              <a:rPr lang="en-US" altLang="zh-CN" sz="2400">
                <a:latin typeface="楷体" panose="02010609060101010101" charset="-122"/>
                <a:ea typeface="楷体" panose="02010609060101010101" charset="-122"/>
              </a:rPr>
              <a:t>1</a:t>
            </a:r>
            <a:r>
              <a:rPr lang="zh-CN" altLang="en-US" sz="2400">
                <a:latin typeface="楷体" panose="02010609060101010101" charset="-122"/>
                <a:ea typeface="楷体" panose="02010609060101010101" charset="-122"/>
              </a:rPr>
              <a:t>）</a:t>
            </a:r>
            <a:r>
              <a:rPr lang="en-US" altLang="zh-CN" sz="2400">
                <a:latin typeface="楷体" panose="02010609060101010101" charset="-122"/>
                <a:ea typeface="楷体" panose="02010609060101010101" charset="-122"/>
              </a:rPr>
              <a:t>5kΩ</a:t>
            </a:r>
            <a:r>
              <a:rPr lang="zh-CN" altLang="en-US" sz="2400">
                <a:latin typeface="楷体" panose="02010609060101010101" charset="-122"/>
                <a:ea typeface="楷体" panose="02010609060101010101" charset="-122"/>
              </a:rPr>
              <a:t>、</a:t>
            </a:r>
            <a:r>
              <a:rPr lang="en-US" altLang="zh-CN" sz="2400">
                <a:latin typeface="楷体" panose="02010609060101010101" charset="-122"/>
                <a:ea typeface="楷体" panose="02010609060101010101" charset="-122"/>
              </a:rPr>
              <a:t>10W;(2)1kΩ</a:t>
            </a:r>
            <a:r>
              <a:rPr lang="zh-CN" altLang="en-US" sz="2400">
                <a:latin typeface="楷体" panose="02010609060101010101" charset="-122"/>
                <a:ea typeface="楷体" panose="02010609060101010101" charset="-122"/>
              </a:rPr>
              <a:t>、</a:t>
            </a:r>
            <a:r>
              <a:rPr lang="en-US" altLang="zh-CN" sz="2400">
                <a:latin typeface="楷体" panose="02010609060101010101" charset="-122"/>
                <a:ea typeface="楷体" panose="02010609060101010101" charset="-122"/>
              </a:rPr>
              <a:t>10W;</a:t>
            </a:r>
            <a:r>
              <a:rPr lang="zh-CN" altLang="en-US" sz="2400">
                <a:latin typeface="楷体" panose="02010609060101010101" charset="-122"/>
                <a:ea typeface="楷体" panose="02010609060101010101" charset="-122"/>
              </a:rPr>
              <a:t>（</a:t>
            </a:r>
            <a:r>
              <a:rPr lang="en-US" altLang="zh-CN" sz="2400">
                <a:latin typeface="楷体" panose="02010609060101010101" charset="-122"/>
                <a:ea typeface="楷体" panose="02010609060101010101" charset="-122"/>
              </a:rPr>
              <a:t>3</a:t>
            </a:r>
            <a:r>
              <a:rPr lang="zh-CN" altLang="en-US" sz="2400">
                <a:latin typeface="楷体" panose="02010609060101010101" charset="-122"/>
                <a:ea typeface="楷体" panose="02010609060101010101" charset="-122"/>
              </a:rPr>
              <a:t>）</a:t>
            </a:r>
            <a:r>
              <a:rPr lang="en-US" altLang="zh-CN" sz="2400">
                <a:latin typeface="楷体" panose="02010609060101010101" charset="-122"/>
                <a:ea typeface="楷体" panose="02010609060101010101" charset="-122"/>
              </a:rPr>
              <a:t>1kΩ</a:t>
            </a:r>
            <a:r>
              <a:rPr lang="zh-CN" altLang="en-US" sz="2400">
                <a:latin typeface="楷体" panose="02010609060101010101" charset="-122"/>
                <a:ea typeface="楷体" panose="02010609060101010101" charset="-122"/>
              </a:rPr>
              <a:t>、</a:t>
            </a:r>
            <a:r>
              <a:rPr lang="en-US" altLang="zh-CN" sz="2400">
                <a:latin typeface="楷体" panose="02010609060101010101" charset="-122"/>
                <a:ea typeface="楷体" panose="02010609060101010101" charset="-122"/>
              </a:rPr>
              <a:t>20W</a:t>
            </a:r>
            <a:r>
              <a:rPr lang="zh-CN" altLang="en-US" sz="2400">
                <a:latin typeface="楷体" panose="02010609060101010101" charset="-122"/>
                <a:ea typeface="楷体" panose="02010609060101010101" charset="-122"/>
              </a:rPr>
              <a:t>。</a:t>
            </a:r>
            <a:endParaRPr lang="zh-CN" altLang="en-US" sz="2400">
              <a:latin typeface="楷体" panose="02010609060101010101" charset="-122"/>
              <a:ea typeface="楷体" panose="02010609060101010101" charset="-122"/>
            </a:endParaRPr>
          </a:p>
        </p:txBody>
      </p:sp>
      <p:sp>
        <p:nvSpPr>
          <p:cNvPr id="37891" name="文本框 2"/>
          <p:cNvSpPr txBox="1"/>
          <p:nvPr/>
        </p:nvSpPr>
        <p:spPr>
          <a:xfrm>
            <a:off x="221298" y="2062163"/>
            <a:ext cx="8883650" cy="1189037"/>
          </a:xfrm>
          <a:prstGeom prst="rect">
            <a:avLst/>
          </a:prstGeom>
          <a:noFill/>
          <a:ln w="9525">
            <a:noFill/>
          </a:ln>
        </p:spPr>
        <p:txBody>
          <a:bodyPr wrap="square" anchor="t">
            <a:spAutoFit/>
          </a:bodyPr>
          <a:p>
            <a:r>
              <a:rPr lang="en-US" altLang="zh-CN" sz="2400">
                <a:latin typeface="楷体" panose="02010609060101010101" charset="-122"/>
                <a:ea typeface="楷体" panose="02010609060101010101" charset="-122"/>
              </a:rPr>
              <a:t>2.</a:t>
            </a:r>
            <a:r>
              <a:rPr lang="zh-CN" altLang="en-US" sz="2400">
                <a:latin typeface="楷体" panose="02010609060101010101" charset="-122"/>
                <a:ea typeface="楷体" panose="02010609060101010101" charset="-122"/>
              </a:rPr>
              <a:t>已知电容器</a:t>
            </a:r>
            <a:r>
              <a:rPr lang="en-US" altLang="zh-CN" sz="2400">
                <a:latin typeface="楷体" panose="02010609060101010101" charset="-122"/>
                <a:ea typeface="楷体" panose="02010609060101010101" charset="-122"/>
              </a:rPr>
              <a:t>C=100μF</a:t>
            </a:r>
            <a:r>
              <a:rPr lang="zh-CN" altLang="en-US" sz="2400">
                <a:latin typeface="楷体" panose="02010609060101010101" charset="-122"/>
                <a:ea typeface="楷体" panose="02010609060101010101" charset="-122"/>
              </a:rPr>
              <a:t>、</a:t>
            </a:r>
            <a:r>
              <a:rPr lang="en-US" altLang="zh-CN" sz="2400">
                <a:latin typeface="楷体" panose="02010609060101010101" charset="-122"/>
                <a:ea typeface="楷体" panose="02010609060101010101" charset="-122"/>
              </a:rPr>
              <a:t>U</a:t>
            </a:r>
            <a:r>
              <a:rPr lang="en-US" altLang="zh-CN" sz="2400" baseline="-25000">
                <a:latin typeface="楷体" panose="02010609060101010101" charset="-122"/>
                <a:ea typeface="楷体" panose="02010609060101010101" charset="-122"/>
              </a:rPr>
              <a:t>n</a:t>
            </a:r>
            <a:r>
              <a:rPr lang="en-US" altLang="zh-CN" sz="2400">
                <a:latin typeface="楷体" panose="02010609060101010101" charset="-122"/>
                <a:ea typeface="楷体" panose="02010609060101010101" charset="-122"/>
              </a:rPr>
              <a:t>=400V</a:t>
            </a:r>
            <a:r>
              <a:rPr lang="zh-CN" altLang="en-US" sz="2400">
                <a:latin typeface="楷体" panose="02010609060101010101" charset="-122"/>
                <a:ea typeface="楷体" panose="02010609060101010101" charset="-122"/>
              </a:rPr>
              <a:t>，</a:t>
            </a:r>
            <a:r>
              <a:rPr lang="en-US" altLang="zh-CN" sz="2400">
                <a:latin typeface="楷体" panose="02010609060101010101" charset="-122"/>
                <a:ea typeface="楷体" panose="02010609060101010101" charset="-122"/>
              </a:rPr>
              <a:t>t=0</a:t>
            </a:r>
            <a:r>
              <a:rPr lang="zh-CN" altLang="en-US" sz="2400">
                <a:latin typeface="楷体" panose="02010609060101010101" charset="-122"/>
                <a:ea typeface="楷体" panose="02010609060101010101" charset="-122"/>
              </a:rPr>
              <a:t>时</a:t>
            </a:r>
            <a:r>
              <a:rPr lang="en-US" altLang="zh-CN" sz="2400">
                <a:latin typeface="楷体" panose="02010609060101010101" charset="-122"/>
                <a:ea typeface="楷体" panose="02010609060101010101" charset="-122"/>
              </a:rPr>
              <a:t>U</a:t>
            </a:r>
            <a:r>
              <a:rPr lang="en-US" altLang="zh-CN" sz="2400" baseline="-25000">
                <a:latin typeface="楷体" panose="02010609060101010101" charset="-122"/>
                <a:ea typeface="楷体" panose="02010609060101010101" charset="-122"/>
              </a:rPr>
              <a:t>c</a:t>
            </a:r>
            <a:r>
              <a:rPr lang="en-US" altLang="zh-CN" sz="2400">
                <a:latin typeface="楷体" panose="02010609060101010101" charset="-122"/>
                <a:ea typeface="楷体" panose="02010609060101010101" charset="-122"/>
              </a:rPr>
              <a:t>=0V</a:t>
            </a:r>
            <a:r>
              <a:rPr lang="zh-CN" altLang="en-US" sz="2400">
                <a:latin typeface="楷体" panose="02010609060101010101" charset="-122"/>
                <a:ea typeface="楷体" panose="02010609060101010101" charset="-122"/>
              </a:rPr>
              <a:t>。若在</a:t>
            </a:r>
            <a:r>
              <a:rPr lang="en-US" altLang="zh-CN" sz="2400">
                <a:latin typeface="楷体" panose="02010609060101010101" charset="-122"/>
                <a:ea typeface="楷体" panose="02010609060101010101" charset="-122"/>
              </a:rPr>
              <a:t>t=0～10</a:t>
            </a:r>
            <a:r>
              <a:rPr lang="zh-CN" altLang="en-US" sz="2400">
                <a:latin typeface="楷体" panose="02010609060101010101" charset="-122"/>
                <a:ea typeface="楷体" panose="02010609060101010101" charset="-122"/>
              </a:rPr>
              <a:t>秒期间，用</a:t>
            </a:r>
            <a:r>
              <a:rPr lang="en-US" altLang="zh-CN" sz="2400">
                <a:latin typeface="楷体" panose="02010609060101010101" charset="-122"/>
                <a:ea typeface="楷体" panose="02010609060101010101" charset="-122"/>
              </a:rPr>
              <a:t>100μA</a:t>
            </a:r>
            <a:r>
              <a:rPr lang="zh-CN" altLang="en-US" sz="2400">
                <a:latin typeface="楷体" panose="02010609060101010101" charset="-122"/>
                <a:ea typeface="楷体" panose="02010609060101010101" charset="-122"/>
              </a:rPr>
              <a:t>的电流对它充电，问</a:t>
            </a:r>
            <a:r>
              <a:rPr lang="en-US" altLang="zh-CN" sz="2400">
                <a:latin typeface="楷体" panose="02010609060101010101" charset="-122"/>
                <a:ea typeface="楷体" panose="02010609060101010101" charset="-122"/>
              </a:rPr>
              <a:t>t=8s</a:t>
            </a:r>
            <a:r>
              <a:rPr lang="zh-CN" altLang="en-US" sz="2400">
                <a:latin typeface="楷体" panose="02010609060101010101" charset="-122"/>
                <a:ea typeface="楷体" panose="02010609060101010101" charset="-122"/>
              </a:rPr>
              <a:t>时的电压</a:t>
            </a:r>
            <a:r>
              <a:rPr lang="en-US" altLang="zh-CN" sz="2400">
                <a:latin typeface="楷体" panose="02010609060101010101" charset="-122"/>
                <a:ea typeface="楷体" panose="02010609060101010101" charset="-122"/>
              </a:rPr>
              <a:t>U</a:t>
            </a:r>
            <a:r>
              <a:rPr lang="en-US" altLang="zh-CN" sz="2400" baseline="-25000">
                <a:latin typeface="楷体" panose="02010609060101010101" charset="-122"/>
                <a:ea typeface="楷体" panose="02010609060101010101" charset="-122"/>
              </a:rPr>
              <a:t>c</a:t>
            </a:r>
            <a:r>
              <a:rPr lang="zh-CN" altLang="en-US" sz="2400">
                <a:latin typeface="楷体" panose="02010609060101010101" charset="-122"/>
                <a:ea typeface="楷体" panose="02010609060101010101" charset="-122"/>
              </a:rPr>
              <a:t>和储能</a:t>
            </a:r>
            <a:r>
              <a:rPr lang="en-US" altLang="zh-CN" sz="2400">
                <a:latin typeface="楷体" panose="02010609060101010101" charset="-122"/>
                <a:ea typeface="楷体" panose="02010609060101010101" charset="-122"/>
              </a:rPr>
              <a:t>W</a:t>
            </a:r>
            <a:r>
              <a:rPr lang="en-US" altLang="zh-CN" sz="2400" baseline="-25000">
                <a:latin typeface="楷体" panose="02010609060101010101" charset="-122"/>
                <a:ea typeface="楷体" panose="02010609060101010101" charset="-122"/>
              </a:rPr>
              <a:t>c</a:t>
            </a:r>
            <a:r>
              <a:rPr lang="zh-CN" altLang="en-US" sz="2400">
                <a:latin typeface="楷体" panose="02010609060101010101" charset="-122"/>
                <a:ea typeface="楷体" panose="02010609060101010101" charset="-122"/>
              </a:rPr>
              <a:t>分别为多少？</a:t>
            </a:r>
            <a:endParaRPr lang="zh-CN" altLang="en-US" sz="2400">
              <a:latin typeface="楷体" panose="02010609060101010101" charset="-122"/>
              <a:ea typeface="楷体" panose="02010609060101010101" charset="-122"/>
            </a:endParaRPr>
          </a:p>
        </p:txBody>
      </p:sp>
      <p:sp>
        <p:nvSpPr>
          <p:cNvPr id="31746" name="Text Box 3"/>
          <p:cNvSpPr txBox="1"/>
          <p:nvPr/>
        </p:nvSpPr>
        <p:spPr>
          <a:xfrm>
            <a:off x="221615" y="3251200"/>
            <a:ext cx="5434013" cy="756920"/>
          </a:xfrm>
          <a:prstGeom prst="rect">
            <a:avLst/>
          </a:prstGeom>
          <a:noFill/>
          <a:ln w="38100">
            <a:noFill/>
          </a:ln>
        </p:spPr>
        <p:txBody>
          <a:bodyPr wrap="square" lIns="90000" tIns="46800" rIns="90000" bIns="46800" anchor="t">
            <a:spAutoFit/>
          </a:bodyPr>
          <a:p>
            <a:pPr>
              <a:lnSpc>
                <a:spcPct val="90000"/>
              </a:lnSpc>
              <a:spcBef>
                <a:spcPct val="20000"/>
              </a:spcBef>
            </a:pPr>
            <a:r>
              <a:rPr lang="en-US" altLang="zh-CN" sz="2400" dirty="0">
                <a:latin typeface="楷体" panose="02010609060101010101" charset="-122"/>
                <a:ea typeface="楷体" panose="02010609060101010101" charset="-122"/>
              </a:rPr>
              <a:t>3.</a:t>
            </a:r>
            <a:r>
              <a:rPr lang="zh-CN" altLang="en-US" sz="2400" dirty="0">
                <a:latin typeface="楷体" panose="02010609060101010101" charset="-122"/>
                <a:ea typeface="楷体" panose="02010609060101010101" charset="-122"/>
              </a:rPr>
              <a:t>试用电源等效互换的方法求右图中的电流</a:t>
            </a:r>
            <a:r>
              <a:rPr lang="en-US" altLang="zh-CN" sz="2400" dirty="0">
                <a:latin typeface="Times New Roman" panose="02020603050405020304" pitchFamily="18" charset="0"/>
                <a:ea typeface="楷体" panose="02010609060101010101" charset="-122"/>
              </a:rPr>
              <a:t>I</a:t>
            </a:r>
            <a:r>
              <a:rPr lang="en-US" altLang="zh-CN" sz="2400" baseline="-25000" dirty="0">
                <a:latin typeface="Times New Roman" panose="02020603050405020304" pitchFamily="18" charset="0"/>
                <a:ea typeface="楷体" panose="02010609060101010101" charset="-122"/>
              </a:rPr>
              <a:t>3</a:t>
            </a:r>
            <a:r>
              <a:rPr lang="zh-CN" altLang="en-US" sz="2400" dirty="0">
                <a:latin typeface="Times New Roman" panose="02020603050405020304" pitchFamily="18" charset="0"/>
                <a:ea typeface="楷体" panose="02010609060101010101" charset="-122"/>
              </a:rPr>
              <a:t>。</a:t>
            </a:r>
            <a:endParaRPr lang="zh-CN" altLang="en-US" sz="2400" dirty="0">
              <a:latin typeface="楷体" panose="02010609060101010101" charset="-122"/>
              <a:ea typeface="楷体" panose="02010609060101010101" charset="-122"/>
            </a:endParaRPr>
          </a:p>
        </p:txBody>
      </p:sp>
      <p:graphicFrame>
        <p:nvGraphicFramePr>
          <p:cNvPr id="31751" name="对象 12"/>
          <p:cNvGraphicFramePr/>
          <p:nvPr/>
        </p:nvGraphicFramePr>
        <p:xfrm>
          <a:off x="6029325" y="3033078"/>
          <a:ext cx="2592388" cy="1601787"/>
        </p:xfrm>
        <a:graphic>
          <a:graphicData uri="http://schemas.openxmlformats.org/presentationml/2006/ole">
            <mc:AlternateContent xmlns:mc="http://schemas.openxmlformats.org/markup-compatibility/2006">
              <mc:Choice xmlns:v="urn:schemas-microsoft-com:vml" Requires="v">
                <p:oleObj spid="_x0000_s3079" name="" r:id="rId1" imgW="2590800" imgH="1600200" progId="Paint.Picture">
                  <p:embed/>
                </p:oleObj>
              </mc:Choice>
              <mc:Fallback>
                <p:oleObj name="" r:id="rId1" imgW="2590800" imgH="1600200" progId="Paint.Picture">
                  <p:embed/>
                  <p:pic>
                    <p:nvPicPr>
                      <p:cNvPr id="0" name="图片 3078"/>
                      <p:cNvPicPr/>
                      <p:nvPr/>
                    </p:nvPicPr>
                    <p:blipFill>
                      <a:blip r:embed="rId2">
                        <a:lum contrast="72000"/>
                      </a:blip>
                      <a:stretch>
                        <a:fillRect/>
                      </a:stretch>
                    </p:blipFill>
                    <p:spPr>
                      <a:xfrm>
                        <a:off x="6029325" y="3033078"/>
                        <a:ext cx="2592388" cy="1601787"/>
                      </a:xfrm>
                      <a:prstGeom prst="rect">
                        <a:avLst/>
                      </a:prstGeom>
                      <a:noFill/>
                      <a:ln w="38100">
                        <a:noFill/>
                        <a:miter/>
                      </a:ln>
                    </p:spPr>
                  </p:pic>
                </p:oleObj>
              </mc:Fallback>
            </mc:AlternateContent>
          </a:graphicData>
        </a:graphic>
      </p:graphicFrame>
      <p:sp>
        <p:nvSpPr>
          <p:cNvPr id="38920" name="文本框 1"/>
          <p:cNvSpPr txBox="1"/>
          <p:nvPr/>
        </p:nvSpPr>
        <p:spPr>
          <a:xfrm>
            <a:off x="219710" y="4955223"/>
            <a:ext cx="5016500" cy="829945"/>
          </a:xfrm>
          <a:prstGeom prst="rect">
            <a:avLst/>
          </a:prstGeom>
          <a:noFill/>
          <a:ln w="9525">
            <a:noFill/>
          </a:ln>
        </p:spPr>
        <p:txBody>
          <a:bodyPr wrap="square" anchor="t">
            <a:spAutoFit/>
          </a:bodyPr>
          <a:p>
            <a:r>
              <a:rPr lang="en-US" altLang="zh-CN" sz="2400">
                <a:latin typeface="Times New Roman" panose="02020603050405020304" pitchFamily="18" charset="0"/>
                <a:ea typeface="宋体" panose="02010600030101010101" pitchFamily="2" charset="-122"/>
              </a:rPr>
              <a:t>4.</a:t>
            </a:r>
            <a:r>
              <a:rPr lang="zh-CN" altLang="zh-CN" sz="2400">
                <a:latin typeface="Times New Roman" panose="02020603050405020304" pitchFamily="18" charset="0"/>
                <a:ea typeface="宋体" panose="02010600030101010101" pitchFamily="2" charset="-122"/>
              </a:rPr>
              <a:t>试用叠加定理求上题图中流过</a:t>
            </a:r>
            <a:r>
              <a:rPr lang="en-US" altLang="zh-CN" sz="2400">
                <a:latin typeface="Times New Roman" panose="02020603050405020304" pitchFamily="18" charset="0"/>
                <a:ea typeface="宋体" panose="02010600030101010101" pitchFamily="2" charset="-122"/>
              </a:rPr>
              <a:t>U</a:t>
            </a:r>
            <a:r>
              <a:rPr lang="en-US" altLang="zh-CN" sz="2400" baseline="-25000">
                <a:latin typeface="Times New Roman" panose="02020603050405020304" pitchFamily="18" charset="0"/>
                <a:ea typeface="宋体" panose="02010600030101010101" pitchFamily="2" charset="-122"/>
              </a:rPr>
              <a:t>S</a:t>
            </a:r>
            <a:r>
              <a:rPr lang="zh-CN" altLang="en-US" sz="2400">
                <a:latin typeface="Times New Roman" panose="02020603050405020304" pitchFamily="18" charset="0"/>
                <a:ea typeface="宋体" panose="02010600030101010101" pitchFamily="2" charset="-122"/>
              </a:rPr>
              <a:t>的电流</a:t>
            </a:r>
            <a:r>
              <a:rPr lang="en-US" altLang="zh-CN" sz="2400">
                <a:latin typeface="Times New Roman" panose="02020603050405020304" pitchFamily="18" charset="0"/>
                <a:ea typeface="宋体" panose="02010600030101010101" pitchFamily="2" charset="-122"/>
              </a:rPr>
              <a:t>I</a:t>
            </a:r>
            <a:r>
              <a:rPr lang="zh-CN" altLang="en-US" sz="2400">
                <a:latin typeface="Times New Roman" panose="02020603050405020304" pitchFamily="18" charset="0"/>
                <a:ea typeface="宋体" panose="02010600030101010101" pitchFamily="2" charset="-122"/>
              </a:rPr>
              <a:t>。</a:t>
            </a:r>
            <a:endParaRPr lang="zh-CN" altLang="en-US" sz="2400">
              <a:latin typeface="Times New Roman" panose="02020603050405020304" pitchFamily="18" charset="0"/>
              <a:ea typeface="宋体" panose="02010600030101010101" pitchFamily="2" charset="-122"/>
            </a:endParaRPr>
          </a:p>
        </p:txBody>
      </p:sp>
      <p:graphicFrame>
        <p:nvGraphicFramePr>
          <p:cNvPr id="38919" name="对象 13"/>
          <p:cNvGraphicFramePr/>
          <p:nvPr/>
        </p:nvGraphicFramePr>
        <p:xfrm>
          <a:off x="6028690" y="4794885"/>
          <a:ext cx="2593340" cy="2065020"/>
        </p:xfrm>
        <a:graphic>
          <a:graphicData uri="http://schemas.openxmlformats.org/presentationml/2006/ole">
            <mc:AlternateContent xmlns:mc="http://schemas.openxmlformats.org/markup-compatibility/2006">
              <mc:Choice xmlns:v="urn:schemas-microsoft-com:vml" Requires="v">
                <p:oleObj spid="_x0000_s2" name="" r:id="rId3" imgW="2047875" imgH="1876425" progId="Paint.Picture">
                  <p:embed/>
                </p:oleObj>
              </mc:Choice>
              <mc:Fallback>
                <p:oleObj name="" r:id="rId3" imgW="2047875" imgH="1876425" progId="Paint.Picture">
                  <p:embed/>
                  <p:pic>
                    <p:nvPicPr>
                      <p:cNvPr id="0" name="图片 3078"/>
                      <p:cNvPicPr/>
                      <p:nvPr/>
                    </p:nvPicPr>
                    <p:blipFill>
                      <a:blip r:embed="rId4">
                        <a:lum contrast="60000"/>
                      </a:blip>
                      <a:stretch>
                        <a:fillRect/>
                      </a:stretch>
                    </p:blipFill>
                    <p:spPr>
                      <a:xfrm>
                        <a:off x="6028690" y="4794885"/>
                        <a:ext cx="2593340" cy="206502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rgbClr val="FFFF3D"/>
          </a:solidFill>
          <a:prstDash val="solid"/>
          <a:miter lim="800000"/>
          <a:headEnd type="none" w="med" len="med"/>
          <a:tailEnd type="none" w="med" len="med"/>
        </a:ln>
      </a:spPr>
      <a:bodyPr vert="horz" wrap="squar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38100" cap="flat" cmpd="sng" algn="ctr">
          <a:solidFill>
            <a:srgbClr val="FFFF3D"/>
          </a:solidFill>
          <a:prstDash val="solid"/>
          <a:miter lim="800000"/>
          <a:headEnd type="none" w="med" len="med"/>
          <a:tailEnd type="none" w="med" len="med"/>
        </a:ln>
      </a:spPr>
      <a:bodyPr vert="horz" wrap="squar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0</TotalTime>
  <Words>4448</Words>
  <Application>WPS 演示</Application>
  <PresentationFormat>在屏幕上显示</PresentationFormat>
  <Paragraphs>1702</Paragraphs>
  <Slides>36</Slides>
  <Notes>1</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27</vt:i4>
      </vt:variant>
      <vt:variant>
        <vt:lpstr>幻灯片标题</vt:lpstr>
      </vt:variant>
      <vt:variant>
        <vt:i4>36</vt:i4>
      </vt:variant>
    </vt:vector>
  </HeadingPairs>
  <TitlesOfParts>
    <vt:vector size="83" baseType="lpstr">
      <vt:lpstr>Arial</vt:lpstr>
      <vt:lpstr>宋体</vt:lpstr>
      <vt:lpstr>Wingdings</vt:lpstr>
      <vt:lpstr>Times New Roman</vt:lpstr>
      <vt:lpstr>Tahoma</vt:lpstr>
      <vt:lpstr>黑体</vt:lpstr>
      <vt:lpstr>楷体</vt:lpstr>
      <vt:lpstr>华文彩云</vt:lpstr>
      <vt:lpstr>微软雅黑</vt:lpstr>
      <vt:lpstr>幼圆</vt:lpstr>
      <vt:lpstr>Monotype Corsiva</vt:lpstr>
      <vt:lpstr>Courier New</vt:lpstr>
      <vt:lpstr>Arial Unicode MS</vt:lpstr>
      <vt:lpstr>Symbol</vt:lpstr>
      <vt:lpstr>PMingLiU</vt:lpstr>
      <vt:lpstr>楷体_GB2312</vt:lpstr>
      <vt:lpstr>隶书</vt:lpstr>
      <vt:lpstr>方正舒体</vt:lpstr>
      <vt:lpstr>新宋体</vt:lpstr>
      <vt:lpstr>Blends</vt:lpstr>
      <vt:lpstr>Paint.Picture</vt:lpstr>
      <vt:lpstr>Equation.3</vt:lpstr>
      <vt:lpstr>Equation.3</vt:lpstr>
      <vt:lpstr>Equation.3</vt:lpstr>
      <vt:lpstr>Equation.3</vt:lpstr>
      <vt:lpstr>Equation.3</vt:lpstr>
      <vt:lpstr>Equation.3</vt:lpstr>
      <vt:lpstr>Photoshop.Image.7</vt:lpstr>
      <vt:lpstr>Equation.3</vt:lpstr>
      <vt:lpstr>Equation.3</vt:lpstr>
      <vt:lpstr>Equation.3</vt:lpstr>
      <vt:lpstr>Paint.Picture</vt:lpstr>
      <vt:lpstr>Equation.3</vt:lpstr>
      <vt:lpstr>Equation.3</vt:lpstr>
      <vt:lpstr>Equation.3</vt:lpstr>
      <vt:lpstr>Equation.3</vt:lpstr>
      <vt:lpstr>Equation.3</vt:lpstr>
      <vt:lpstr>Paint.Picture</vt:lpstr>
      <vt:lpstr>Paint.Picture</vt:lpstr>
      <vt:lpstr>Paint.Picture</vt:lpstr>
      <vt:lpstr>Paint.Picture</vt:lpstr>
      <vt:lpstr>Paint.Picture</vt:lpstr>
      <vt:lpstr>Equation.3</vt:lpstr>
      <vt:lpstr>Equation.3</vt:lpstr>
      <vt:lpstr>Equation.3</vt:lpstr>
      <vt:lpstr>Equation.3</vt:lpstr>
      <vt:lpstr>Equation.3</vt:lpstr>
      <vt:lpstr>第一讲   电路基础</vt:lpstr>
      <vt:lpstr>电源</vt:lpstr>
      <vt:lpstr>负载</vt:lpstr>
      <vt:lpstr>（二）电路的作用</vt:lpstr>
      <vt:lpstr>二、电路模型</vt:lpstr>
      <vt:lpstr>电路模型的建立</vt:lpstr>
      <vt:lpstr>§1— 2  电阻、电容、电感元件</vt:lpstr>
      <vt:lpstr>PowerPoint 演示文稿</vt:lpstr>
      <vt:lpstr>几种常见的电阻元件</vt:lpstr>
      <vt:lpstr>二、电容</vt:lpstr>
      <vt:lpstr>PowerPoint 演示文稿</vt:lpstr>
      <vt:lpstr>几种常见的电容器</vt:lpstr>
      <vt:lpstr>三、电感</vt:lpstr>
      <vt:lpstr>PowerPoint 演示文稿</vt:lpstr>
      <vt:lpstr>几种常见的电感元件</vt:lpstr>
      <vt:lpstr>  独立电源元件</vt:lpstr>
      <vt:lpstr> 2.理想电流源</vt:lpstr>
      <vt:lpstr>二、实际电压源和实际电流源</vt:lpstr>
      <vt:lpstr>2.实际电流源</vt:lpstr>
      <vt:lpstr>三、受控电源 —— 非独立电源</vt:lpstr>
      <vt:lpstr>受控源的电路模型</vt:lpstr>
      <vt:lpstr>四、电压源和电流源的等效变换</vt:lpstr>
      <vt:lpstr>电压源与电流源变换公式：</vt:lpstr>
      <vt:lpstr>[例1]</vt:lpstr>
      <vt:lpstr>续前：</vt:lpstr>
      <vt:lpstr>§1— 4    电路分析基础</vt:lpstr>
      <vt:lpstr>二、基尔霍夫电流定律（KCL）</vt:lpstr>
      <vt:lpstr>三、基尔霍夫电压定律（KVL）</vt:lpstr>
      <vt:lpstr>§1—5 叠加原理与等效电源定理</vt:lpstr>
      <vt:lpstr>[例] </vt:lpstr>
      <vt:lpstr>[例3] </vt:lpstr>
      <vt:lpstr>二、等效电源定理</vt:lpstr>
      <vt:lpstr>PowerPoint 演示文稿</vt:lpstr>
      <vt:lpstr>1.  戴维宁定理</vt:lpstr>
      <vt:lpstr>[例1] </vt:lpstr>
      <vt:lpstr>作业：</vt:lpstr>
    </vt:vector>
  </TitlesOfParts>
  <Company>pc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前言</dc:title>
  <dc:creator>thtf</dc:creator>
  <cp:lastModifiedBy>Administrator</cp:lastModifiedBy>
  <cp:revision>115</cp:revision>
  <dcterms:created xsi:type="dcterms:W3CDTF">2004-02-20T03:37:00Z</dcterms:created>
  <dcterms:modified xsi:type="dcterms:W3CDTF">2019-09-05T16:03:00Z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